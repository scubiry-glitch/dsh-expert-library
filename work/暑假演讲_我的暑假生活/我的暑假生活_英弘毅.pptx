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10 秒）大家好，我是英弘毅。今天我演讲的主题是《我的暑假生活》。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10 秒）因为暑假里天气炎热，所以妈妈带我和三个表姐一起到青岛海边去玩。捉螃蟹是我觉得最有趣的事。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8 秒）我们戴上探照灯，穿上连体防水服，套好手套，拿着一个桶和一个钳子，就向礁石群出发了！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15 秒）一开始我只是凭运气，却一无所获。后来我们决定用守株待兔的方法：先坐在礁石上等海水退潮，只要看到石头缝里有水，就立刻搬起石头捉住螃蟹；后来我打开探照灯照向水面，看见水上有波纹，就马上搬起石头夹住螃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12 秒）我们总共捉了一百只左右，只花了一两个小时。虽然我很疲惫，可我也很开心。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5 秒）我的暑假故事讲完了，谢谢大家！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FE9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BE8C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7E8C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4E7C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0E6C8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ECE5C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E8E5C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E5E4C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E1E3D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DDE2D2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D9E2D4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D5E1D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D2E0D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CEDFDA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CADF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C6DEDE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C2DDE0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BFDCE2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BBDCE4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B7DBE6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B3DAE8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B0D9E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ACD9EC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A8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-2847975" y="-1504950"/>
            <a:ext cx="3629025" cy="7505700"/>
          </a:xfrm>
          <a:custGeom>
            <a:avLst/>
            <a:gdLst/>
            <a:ahLst/>
            <a:cxnLst/>
            <a:rect l="l" t="t" r="r" b="b"/>
            <a:pathLst>
              <a:path w="3629025" h="7505700">
                <a:moveTo>
                  <a:pt x="2590800" y="7505700"/>
                </a:moveTo>
                <a:lnTo>
                  <a:pt x="2514600" y="7477125"/>
                </a:lnTo>
                <a:lnTo>
                  <a:pt x="2533650" y="7248525"/>
                </a:lnTo>
                <a:lnTo>
                  <a:pt x="2505075" y="7258050"/>
                </a:lnTo>
                <a:lnTo>
                  <a:pt x="2619375" y="7134225"/>
                </a:lnTo>
                <a:lnTo>
                  <a:pt x="2638425" y="7267575"/>
                </a:lnTo>
                <a:lnTo>
                  <a:pt x="2486025" y="7115175"/>
                </a:lnTo>
                <a:lnTo>
                  <a:pt x="2400300" y="7048500"/>
                </a:lnTo>
                <a:lnTo>
                  <a:pt x="2324100" y="6981825"/>
                </a:lnTo>
                <a:lnTo>
                  <a:pt x="2381250" y="7067550"/>
                </a:lnTo>
                <a:lnTo>
                  <a:pt x="2295525" y="6924675"/>
                </a:lnTo>
                <a:lnTo>
                  <a:pt x="2266950" y="6896100"/>
                </a:lnTo>
                <a:lnTo>
                  <a:pt x="2076450" y="6877050"/>
                </a:lnTo>
                <a:lnTo>
                  <a:pt x="1952625" y="6791325"/>
                </a:lnTo>
                <a:lnTo>
                  <a:pt x="1962150" y="6696075"/>
                </a:lnTo>
                <a:lnTo>
                  <a:pt x="1905000" y="6610350"/>
                </a:lnTo>
                <a:lnTo>
                  <a:pt x="1933575" y="6515100"/>
                </a:lnTo>
                <a:lnTo>
                  <a:pt x="2000250" y="6486525"/>
                </a:lnTo>
                <a:lnTo>
                  <a:pt x="1790700" y="6448425"/>
                </a:lnTo>
                <a:lnTo>
                  <a:pt x="1733550" y="6496050"/>
                </a:lnTo>
                <a:lnTo>
                  <a:pt x="1685925" y="6419850"/>
                </a:lnTo>
                <a:lnTo>
                  <a:pt x="1676400" y="6353175"/>
                </a:lnTo>
                <a:lnTo>
                  <a:pt x="1562100" y="6286500"/>
                </a:lnTo>
                <a:lnTo>
                  <a:pt x="1476375" y="6248400"/>
                </a:lnTo>
                <a:lnTo>
                  <a:pt x="1428750" y="6172200"/>
                </a:lnTo>
                <a:lnTo>
                  <a:pt x="1362075" y="6010275"/>
                </a:lnTo>
                <a:lnTo>
                  <a:pt x="1295400" y="6038850"/>
                </a:lnTo>
                <a:lnTo>
                  <a:pt x="1247775" y="5972175"/>
                </a:lnTo>
                <a:lnTo>
                  <a:pt x="1200150" y="5934075"/>
                </a:lnTo>
                <a:lnTo>
                  <a:pt x="1133475" y="5905500"/>
                </a:lnTo>
                <a:lnTo>
                  <a:pt x="1143000" y="5876925"/>
                </a:lnTo>
                <a:lnTo>
                  <a:pt x="1133475" y="5819775"/>
                </a:lnTo>
                <a:lnTo>
                  <a:pt x="1076325" y="5734050"/>
                </a:lnTo>
                <a:lnTo>
                  <a:pt x="1114425" y="5724525"/>
                </a:lnTo>
                <a:lnTo>
                  <a:pt x="1066800" y="5667375"/>
                </a:lnTo>
                <a:lnTo>
                  <a:pt x="1085850" y="5572125"/>
                </a:lnTo>
                <a:lnTo>
                  <a:pt x="962025" y="5534025"/>
                </a:lnTo>
                <a:lnTo>
                  <a:pt x="962025" y="5467350"/>
                </a:lnTo>
                <a:lnTo>
                  <a:pt x="942975" y="5381625"/>
                </a:lnTo>
                <a:lnTo>
                  <a:pt x="933450" y="5372100"/>
                </a:lnTo>
                <a:lnTo>
                  <a:pt x="914400" y="5238750"/>
                </a:lnTo>
                <a:lnTo>
                  <a:pt x="952500" y="5238750"/>
                </a:lnTo>
                <a:lnTo>
                  <a:pt x="933450" y="5143500"/>
                </a:lnTo>
                <a:lnTo>
                  <a:pt x="933450" y="5105400"/>
                </a:lnTo>
                <a:lnTo>
                  <a:pt x="904875" y="5000625"/>
                </a:lnTo>
                <a:lnTo>
                  <a:pt x="876300" y="4991100"/>
                </a:lnTo>
                <a:lnTo>
                  <a:pt x="809625" y="4886325"/>
                </a:lnTo>
                <a:lnTo>
                  <a:pt x="800100" y="4819650"/>
                </a:lnTo>
                <a:lnTo>
                  <a:pt x="742950" y="4810125"/>
                </a:lnTo>
                <a:lnTo>
                  <a:pt x="733425" y="4724400"/>
                </a:lnTo>
                <a:lnTo>
                  <a:pt x="762000" y="4591050"/>
                </a:lnTo>
                <a:lnTo>
                  <a:pt x="733425" y="4600575"/>
                </a:lnTo>
                <a:lnTo>
                  <a:pt x="733425" y="4514850"/>
                </a:lnTo>
                <a:lnTo>
                  <a:pt x="685800" y="4419600"/>
                </a:lnTo>
                <a:lnTo>
                  <a:pt x="657225" y="4314825"/>
                </a:lnTo>
                <a:lnTo>
                  <a:pt x="657225" y="4267200"/>
                </a:lnTo>
                <a:lnTo>
                  <a:pt x="619125" y="4248150"/>
                </a:lnTo>
                <a:lnTo>
                  <a:pt x="581025" y="4133850"/>
                </a:lnTo>
                <a:lnTo>
                  <a:pt x="581025" y="4038600"/>
                </a:lnTo>
                <a:lnTo>
                  <a:pt x="514350" y="4000500"/>
                </a:lnTo>
                <a:lnTo>
                  <a:pt x="552450" y="3943350"/>
                </a:lnTo>
                <a:lnTo>
                  <a:pt x="561975" y="3933825"/>
                </a:lnTo>
                <a:lnTo>
                  <a:pt x="514350" y="3819525"/>
                </a:lnTo>
                <a:lnTo>
                  <a:pt x="495300" y="3790950"/>
                </a:lnTo>
                <a:lnTo>
                  <a:pt x="476250" y="3752850"/>
                </a:lnTo>
                <a:lnTo>
                  <a:pt x="266700" y="3638550"/>
                </a:lnTo>
                <a:lnTo>
                  <a:pt x="333375" y="3562350"/>
                </a:lnTo>
                <a:lnTo>
                  <a:pt x="371475" y="3419475"/>
                </a:lnTo>
                <a:lnTo>
                  <a:pt x="314325" y="3238500"/>
                </a:lnTo>
                <a:lnTo>
                  <a:pt x="371475" y="3009900"/>
                </a:lnTo>
                <a:lnTo>
                  <a:pt x="342900" y="3057525"/>
                </a:lnTo>
                <a:lnTo>
                  <a:pt x="285750" y="3105150"/>
                </a:lnTo>
                <a:lnTo>
                  <a:pt x="228600" y="2914650"/>
                </a:lnTo>
                <a:lnTo>
                  <a:pt x="133350" y="2819400"/>
                </a:lnTo>
                <a:lnTo>
                  <a:pt x="123825" y="2695575"/>
                </a:lnTo>
                <a:lnTo>
                  <a:pt x="133350" y="2552700"/>
                </a:lnTo>
                <a:lnTo>
                  <a:pt x="114300" y="2495550"/>
                </a:lnTo>
                <a:lnTo>
                  <a:pt x="142875" y="2409825"/>
                </a:lnTo>
                <a:lnTo>
                  <a:pt x="200025" y="2314575"/>
                </a:lnTo>
                <a:lnTo>
                  <a:pt x="219075" y="2276475"/>
                </a:lnTo>
                <a:lnTo>
                  <a:pt x="247650" y="2190750"/>
                </a:lnTo>
                <a:lnTo>
                  <a:pt x="190500" y="2057400"/>
                </a:lnTo>
                <a:lnTo>
                  <a:pt x="114300" y="1924050"/>
                </a:lnTo>
                <a:lnTo>
                  <a:pt x="47625" y="1847850"/>
                </a:lnTo>
                <a:lnTo>
                  <a:pt x="66675" y="1733550"/>
                </a:lnTo>
                <a:lnTo>
                  <a:pt x="66675" y="1676400"/>
                </a:lnTo>
                <a:lnTo>
                  <a:pt x="57150" y="1600200"/>
                </a:lnTo>
                <a:lnTo>
                  <a:pt x="9525" y="1571625"/>
                </a:lnTo>
                <a:lnTo>
                  <a:pt x="66675" y="1514475"/>
                </a:lnTo>
                <a:lnTo>
                  <a:pt x="57150" y="1457325"/>
                </a:lnTo>
                <a:lnTo>
                  <a:pt x="57150" y="1238250"/>
                </a:lnTo>
                <a:lnTo>
                  <a:pt x="28575" y="1190625"/>
                </a:lnTo>
                <a:lnTo>
                  <a:pt x="28575" y="1047750"/>
                </a:lnTo>
                <a:lnTo>
                  <a:pt x="28575" y="981075"/>
                </a:lnTo>
                <a:lnTo>
                  <a:pt x="0" y="904875"/>
                </a:lnTo>
                <a:lnTo>
                  <a:pt x="0" y="781050"/>
                </a:lnTo>
                <a:lnTo>
                  <a:pt x="19050" y="695325"/>
                </a:lnTo>
                <a:lnTo>
                  <a:pt x="133350" y="647700"/>
                </a:lnTo>
                <a:lnTo>
                  <a:pt x="152400" y="609600"/>
                </a:lnTo>
                <a:lnTo>
                  <a:pt x="228600" y="600075"/>
                </a:lnTo>
                <a:lnTo>
                  <a:pt x="209550" y="619125"/>
                </a:lnTo>
                <a:lnTo>
                  <a:pt x="238125" y="619125"/>
                </a:lnTo>
                <a:lnTo>
                  <a:pt x="295275" y="561975"/>
                </a:lnTo>
                <a:lnTo>
                  <a:pt x="352425" y="561975"/>
                </a:lnTo>
                <a:lnTo>
                  <a:pt x="342900" y="514350"/>
                </a:lnTo>
                <a:lnTo>
                  <a:pt x="400050" y="476250"/>
                </a:lnTo>
                <a:lnTo>
                  <a:pt x="457200" y="476250"/>
                </a:lnTo>
                <a:lnTo>
                  <a:pt x="495300" y="447675"/>
                </a:lnTo>
                <a:lnTo>
                  <a:pt x="600075" y="342900"/>
                </a:lnTo>
                <a:lnTo>
                  <a:pt x="609600" y="371475"/>
                </a:lnTo>
                <a:lnTo>
                  <a:pt x="666750" y="342900"/>
                </a:lnTo>
                <a:lnTo>
                  <a:pt x="685800" y="342900"/>
                </a:lnTo>
                <a:lnTo>
                  <a:pt x="733425" y="285750"/>
                </a:lnTo>
                <a:lnTo>
                  <a:pt x="733425" y="247650"/>
                </a:lnTo>
                <a:lnTo>
                  <a:pt x="809625" y="266700"/>
                </a:lnTo>
                <a:lnTo>
                  <a:pt x="866775" y="295275"/>
                </a:lnTo>
                <a:lnTo>
                  <a:pt x="914400" y="276225"/>
                </a:lnTo>
                <a:lnTo>
                  <a:pt x="942975" y="219075"/>
                </a:lnTo>
                <a:lnTo>
                  <a:pt x="971550" y="161925"/>
                </a:lnTo>
                <a:lnTo>
                  <a:pt x="1028700" y="190500"/>
                </a:lnTo>
                <a:lnTo>
                  <a:pt x="1057275" y="133350"/>
                </a:lnTo>
                <a:lnTo>
                  <a:pt x="1066800" y="133350"/>
                </a:lnTo>
                <a:lnTo>
                  <a:pt x="1095375" y="142875"/>
                </a:lnTo>
                <a:lnTo>
                  <a:pt x="1190625" y="85725"/>
                </a:lnTo>
                <a:lnTo>
                  <a:pt x="1228725" y="38100"/>
                </a:lnTo>
                <a:lnTo>
                  <a:pt x="1219200" y="76200"/>
                </a:lnTo>
                <a:lnTo>
                  <a:pt x="1304925" y="66675"/>
                </a:lnTo>
                <a:lnTo>
                  <a:pt x="1323975" y="28575"/>
                </a:lnTo>
                <a:lnTo>
                  <a:pt x="1381125" y="9525"/>
                </a:lnTo>
                <a:lnTo>
                  <a:pt x="1562100" y="0"/>
                </a:lnTo>
                <a:lnTo>
                  <a:pt x="1524000" y="200025"/>
                </a:lnTo>
                <a:lnTo>
                  <a:pt x="1628775" y="276225"/>
                </a:lnTo>
                <a:lnTo>
                  <a:pt x="1685925" y="352425"/>
                </a:lnTo>
                <a:lnTo>
                  <a:pt x="1724025" y="428625"/>
                </a:lnTo>
                <a:lnTo>
                  <a:pt x="1704975" y="466725"/>
                </a:lnTo>
                <a:lnTo>
                  <a:pt x="1800225" y="581025"/>
                </a:lnTo>
                <a:lnTo>
                  <a:pt x="1781175" y="657225"/>
                </a:lnTo>
                <a:lnTo>
                  <a:pt x="1876425" y="581025"/>
                </a:lnTo>
                <a:lnTo>
                  <a:pt x="1971675" y="523875"/>
                </a:lnTo>
                <a:lnTo>
                  <a:pt x="2038350" y="552450"/>
                </a:lnTo>
                <a:lnTo>
                  <a:pt x="2066925" y="647700"/>
                </a:lnTo>
                <a:lnTo>
                  <a:pt x="2114550" y="714375"/>
                </a:lnTo>
                <a:lnTo>
                  <a:pt x="2152650" y="809625"/>
                </a:lnTo>
                <a:lnTo>
                  <a:pt x="2219325" y="828675"/>
                </a:lnTo>
                <a:lnTo>
                  <a:pt x="2314575" y="990600"/>
                </a:lnTo>
                <a:lnTo>
                  <a:pt x="2343150" y="1143000"/>
                </a:lnTo>
                <a:lnTo>
                  <a:pt x="2438400" y="1219200"/>
                </a:lnTo>
                <a:lnTo>
                  <a:pt x="2505075" y="1228725"/>
                </a:lnTo>
                <a:lnTo>
                  <a:pt x="2590800" y="1314450"/>
                </a:lnTo>
                <a:lnTo>
                  <a:pt x="2581275" y="1381125"/>
                </a:lnTo>
                <a:lnTo>
                  <a:pt x="2714625" y="1457325"/>
                </a:lnTo>
                <a:lnTo>
                  <a:pt x="2743200" y="1504950"/>
                </a:lnTo>
                <a:lnTo>
                  <a:pt x="2743200" y="1562100"/>
                </a:lnTo>
                <a:lnTo>
                  <a:pt x="2790825" y="1704975"/>
                </a:lnTo>
                <a:lnTo>
                  <a:pt x="2905125" y="1743075"/>
                </a:lnTo>
                <a:lnTo>
                  <a:pt x="2971800" y="1800225"/>
                </a:lnTo>
                <a:lnTo>
                  <a:pt x="2971800" y="1838325"/>
                </a:lnTo>
                <a:lnTo>
                  <a:pt x="3028950" y="1866900"/>
                </a:lnTo>
                <a:lnTo>
                  <a:pt x="3143250" y="2009775"/>
                </a:lnTo>
                <a:lnTo>
                  <a:pt x="3133725" y="2038350"/>
                </a:lnTo>
                <a:lnTo>
                  <a:pt x="3209925" y="2114550"/>
                </a:lnTo>
                <a:lnTo>
                  <a:pt x="3162300" y="2143125"/>
                </a:lnTo>
                <a:lnTo>
                  <a:pt x="3200400" y="2190750"/>
                </a:lnTo>
                <a:lnTo>
                  <a:pt x="3190875" y="2295525"/>
                </a:lnTo>
                <a:lnTo>
                  <a:pt x="3257550" y="2324100"/>
                </a:lnTo>
                <a:lnTo>
                  <a:pt x="3238500" y="2400300"/>
                </a:lnTo>
                <a:lnTo>
                  <a:pt x="3295650" y="2438400"/>
                </a:lnTo>
                <a:lnTo>
                  <a:pt x="3248025" y="2486025"/>
                </a:lnTo>
                <a:lnTo>
                  <a:pt x="3286125" y="2552700"/>
                </a:lnTo>
                <a:lnTo>
                  <a:pt x="3267075" y="2590800"/>
                </a:lnTo>
                <a:lnTo>
                  <a:pt x="3305175" y="2647950"/>
                </a:lnTo>
                <a:lnTo>
                  <a:pt x="3305175" y="2676525"/>
                </a:lnTo>
                <a:lnTo>
                  <a:pt x="3305175" y="2752725"/>
                </a:lnTo>
                <a:lnTo>
                  <a:pt x="3295650" y="2809875"/>
                </a:lnTo>
                <a:lnTo>
                  <a:pt x="3305175" y="2838450"/>
                </a:lnTo>
                <a:lnTo>
                  <a:pt x="3381375" y="2952750"/>
                </a:lnTo>
                <a:lnTo>
                  <a:pt x="3409950" y="2962275"/>
                </a:lnTo>
                <a:lnTo>
                  <a:pt x="3371850" y="3019425"/>
                </a:lnTo>
                <a:lnTo>
                  <a:pt x="3371850" y="3076575"/>
                </a:lnTo>
                <a:lnTo>
                  <a:pt x="3400425" y="3190875"/>
                </a:lnTo>
                <a:lnTo>
                  <a:pt x="3448050" y="3238500"/>
                </a:lnTo>
                <a:lnTo>
                  <a:pt x="3419475" y="3286125"/>
                </a:lnTo>
                <a:lnTo>
                  <a:pt x="3476625" y="3343275"/>
                </a:lnTo>
                <a:lnTo>
                  <a:pt x="3448050" y="3390900"/>
                </a:lnTo>
                <a:lnTo>
                  <a:pt x="3514725" y="3362325"/>
                </a:lnTo>
                <a:lnTo>
                  <a:pt x="3457575" y="3419475"/>
                </a:lnTo>
                <a:lnTo>
                  <a:pt x="3533775" y="3467100"/>
                </a:lnTo>
                <a:lnTo>
                  <a:pt x="3552825" y="3571875"/>
                </a:lnTo>
                <a:lnTo>
                  <a:pt x="3590925" y="3629025"/>
                </a:lnTo>
                <a:lnTo>
                  <a:pt x="3533775" y="3705225"/>
                </a:lnTo>
                <a:lnTo>
                  <a:pt x="3609975" y="3790950"/>
                </a:lnTo>
                <a:lnTo>
                  <a:pt x="3609975" y="3790950"/>
                </a:lnTo>
                <a:lnTo>
                  <a:pt x="3629025" y="3848100"/>
                </a:lnTo>
                <a:lnTo>
                  <a:pt x="3543300" y="3971925"/>
                </a:lnTo>
                <a:lnTo>
                  <a:pt x="3324225" y="3819525"/>
                </a:lnTo>
                <a:lnTo>
                  <a:pt x="3343275" y="3952875"/>
                </a:lnTo>
                <a:lnTo>
                  <a:pt x="3429000" y="3848100"/>
                </a:lnTo>
                <a:lnTo>
                  <a:pt x="3448050" y="3876675"/>
                </a:lnTo>
                <a:lnTo>
                  <a:pt x="3495675" y="3905250"/>
                </a:lnTo>
                <a:lnTo>
                  <a:pt x="3448050" y="4000500"/>
                </a:lnTo>
                <a:lnTo>
                  <a:pt x="3429000" y="4076700"/>
                </a:lnTo>
                <a:lnTo>
                  <a:pt x="3352800" y="4248150"/>
                </a:lnTo>
                <a:lnTo>
                  <a:pt x="3371850" y="4124325"/>
                </a:lnTo>
                <a:lnTo>
                  <a:pt x="3409950" y="4248150"/>
                </a:lnTo>
                <a:lnTo>
                  <a:pt x="3286125" y="4295775"/>
                </a:lnTo>
                <a:lnTo>
                  <a:pt x="3419475" y="4324350"/>
                </a:lnTo>
                <a:lnTo>
                  <a:pt x="3343275" y="4457700"/>
                </a:lnTo>
                <a:lnTo>
                  <a:pt x="3476625" y="4533900"/>
                </a:lnTo>
                <a:lnTo>
                  <a:pt x="3562350" y="4629150"/>
                </a:lnTo>
                <a:lnTo>
                  <a:pt x="3533775" y="4657725"/>
                </a:lnTo>
                <a:lnTo>
                  <a:pt x="3457575" y="4686300"/>
                </a:lnTo>
                <a:lnTo>
                  <a:pt x="3533775" y="4667250"/>
                </a:lnTo>
                <a:lnTo>
                  <a:pt x="3505200" y="4619625"/>
                </a:lnTo>
                <a:lnTo>
                  <a:pt x="3448050" y="4657725"/>
                </a:lnTo>
                <a:lnTo>
                  <a:pt x="3533775" y="4800600"/>
                </a:lnTo>
                <a:lnTo>
                  <a:pt x="3476625" y="4867275"/>
                </a:lnTo>
                <a:lnTo>
                  <a:pt x="3533775" y="4857750"/>
                </a:lnTo>
                <a:lnTo>
                  <a:pt x="3495675" y="4800600"/>
                </a:lnTo>
                <a:lnTo>
                  <a:pt x="3419475" y="4886325"/>
                </a:lnTo>
                <a:lnTo>
                  <a:pt x="3429000" y="4886325"/>
                </a:lnTo>
                <a:lnTo>
                  <a:pt x="3438525" y="4962525"/>
                </a:lnTo>
                <a:lnTo>
                  <a:pt x="3476625" y="5076825"/>
                </a:lnTo>
                <a:lnTo>
                  <a:pt x="3514725" y="5038725"/>
                </a:lnTo>
                <a:lnTo>
                  <a:pt x="3533775" y="5153025"/>
                </a:lnTo>
                <a:lnTo>
                  <a:pt x="3514725" y="5172075"/>
                </a:lnTo>
                <a:lnTo>
                  <a:pt x="3457575" y="5476875"/>
                </a:lnTo>
                <a:lnTo>
                  <a:pt x="3429000" y="5448300"/>
                </a:lnTo>
                <a:lnTo>
                  <a:pt x="3314700" y="5362575"/>
                </a:lnTo>
                <a:lnTo>
                  <a:pt x="3276600" y="5324475"/>
                </a:lnTo>
                <a:lnTo>
                  <a:pt x="3228975" y="5667375"/>
                </a:lnTo>
                <a:lnTo>
                  <a:pt x="3257550" y="5581650"/>
                </a:lnTo>
                <a:lnTo>
                  <a:pt x="3305175" y="5543550"/>
                </a:lnTo>
                <a:lnTo>
                  <a:pt x="3314700" y="5810250"/>
                </a:lnTo>
                <a:lnTo>
                  <a:pt x="3295650" y="5800725"/>
                </a:lnTo>
                <a:lnTo>
                  <a:pt x="3248025" y="5915025"/>
                </a:lnTo>
                <a:lnTo>
                  <a:pt x="3276600" y="6019800"/>
                </a:lnTo>
                <a:lnTo>
                  <a:pt x="3267075" y="6105525"/>
                </a:lnTo>
                <a:lnTo>
                  <a:pt x="3181350" y="6248400"/>
                </a:lnTo>
                <a:lnTo>
                  <a:pt x="3181350" y="6143625"/>
                </a:lnTo>
                <a:lnTo>
                  <a:pt x="3152775" y="6248400"/>
                </a:lnTo>
                <a:lnTo>
                  <a:pt x="3124200" y="6286500"/>
                </a:lnTo>
                <a:lnTo>
                  <a:pt x="3057525" y="6391275"/>
                </a:lnTo>
                <a:lnTo>
                  <a:pt x="3000375" y="6419850"/>
                </a:lnTo>
                <a:lnTo>
                  <a:pt x="2943225" y="6505575"/>
                </a:lnTo>
                <a:lnTo>
                  <a:pt x="2990850" y="6657975"/>
                </a:lnTo>
                <a:lnTo>
                  <a:pt x="2971800" y="6705600"/>
                </a:lnTo>
                <a:lnTo>
                  <a:pt x="2905125" y="6800850"/>
                </a:lnTo>
                <a:lnTo>
                  <a:pt x="2943225" y="6877050"/>
                </a:lnTo>
                <a:lnTo>
                  <a:pt x="2838450" y="6953250"/>
                </a:lnTo>
                <a:lnTo>
                  <a:pt x="2828925" y="7067550"/>
                </a:lnTo>
                <a:lnTo>
                  <a:pt x="2828925" y="7038975"/>
                </a:lnTo>
                <a:lnTo>
                  <a:pt x="2809875" y="7181850"/>
                </a:lnTo>
                <a:lnTo>
                  <a:pt x="2724150" y="7229475"/>
                </a:lnTo>
                <a:lnTo>
                  <a:pt x="2667000" y="7277100"/>
                </a:lnTo>
                <a:lnTo>
                  <a:pt x="2724150" y="7296150"/>
                </a:lnTo>
                <a:lnTo>
                  <a:pt x="2647950" y="7410450"/>
                </a:lnTo>
                <a:close/>
              </a:path>
            </a:pathLst>
          </a:custGeom>
          <a:solidFill>
            <a:srgbClr val="14729E">
              <a:alpha val="1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-3190875" y="-2133600"/>
            <a:ext cx="4267200" cy="8743950"/>
          </a:xfrm>
          <a:custGeom>
            <a:avLst/>
            <a:gdLst/>
            <a:ahLst/>
            <a:cxnLst/>
            <a:rect l="l" t="t" r="r" b="b"/>
            <a:pathLst>
              <a:path w="4267200" h="8743950">
                <a:moveTo>
                  <a:pt x="2981325" y="8743950"/>
                </a:moveTo>
                <a:lnTo>
                  <a:pt x="2914650" y="8686800"/>
                </a:lnTo>
                <a:lnTo>
                  <a:pt x="2962275" y="8458200"/>
                </a:lnTo>
                <a:lnTo>
                  <a:pt x="2943225" y="8439150"/>
                </a:lnTo>
                <a:lnTo>
                  <a:pt x="3095625" y="8391525"/>
                </a:lnTo>
                <a:lnTo>
                  <a:pt x="2886075" y="8429625"/>
                </a:lnTo>
                <a:lnTo>
                  <a:pt x="2952750" y="8372475"/>
                </a:lnTo>
                <a:lnTo>
                  <a:pt x="2771775" y="8296275"/>
                </a:lnTo>
                <a:lnTo>
                  <a:pt x="2676525" y="8191500"/>
                </a:lnTo>
                <a:lnTo>
                  <a:pt x="2752725" y="8258175"/>
                </a:lnTo>
                <a:lnTo>
                  <a:pt x="2466975" y="8077200"/>
                </a:lnTo>
                <a:lnTo>
                  <a:pt x="2390775" y="8058150"/>
                </a:lnTo>
                <a:lnTo>
                  <a:pt x="2400300" y="8048625"/>
                </a:lnTo>
                <a:lnTo>
                  <a:pt x="2419350" y="7886700"/>
                </a:lnTo>
                <a:lnTo>
                  <a:pt x="2295525" y="7820025"/>
                </a:lnTo>
                <a:lnTo>
                  <a:pt x="2266950" y="7753350"/>
                </a:lnTo>
                <a:lnTo>
                  <a:pt x="2209800" y="7639050"/>
                </a:lnTo>
                <a:lnTo>
                  <a:pt x="2343150" y="7629525"/>
                </a:lnTo>
                <a:lnTo>
                  <a:pt x="2181225" y="7534275"/>
                </a:lnTo>
                <a:lnTo>
                  <a:pt x="2047875" y="7620000"/>
                </a:lnTo>
                <a:lnTo>
                  <a:pt x="1952625" y="7534275"/>
                </a:lnTo>
                <a:lnTo>
                  <a:pt x="1914525" y="7372350"/>
                </a:lnTo>
                <a:lnTo>
                  <a:pt x="1724025" y="7400925"/>
                </a:lnTo>
                <a:lnTo>
                  <a:pt x="1666875" y="7324725"/>
                </a:lnTo>
                <a:lnTo>
                  <a:pt x="1628775" y="7172325"/>
                </a:lnTo>
                <a:lnTo>
                  <a:pt x="1619250" y="7200900"/>
                </a:lnTo>
                <a:lnTo>
                  <a:pt x="1485900" y="7181850"/>
                </a:lnTo>
                <a:lnTo>
                  <a:pt x="1409700" y="7077075"/>
                </a:lnTo>
                <a:lnTo>
                  <a:pt x="1390650" y="6962775"/>
                </a:lnTo>
                <a:lnTo>
                  <a:pt x="1333500" y="6972300"/>
                </a:lnTo>
                <a:lnTo>
                  <a:pt x="1285875" y="6896100"/>
                </a:lnTo>
                <a:lnTo>
                  <a:pt x="1257300" y="6762750"/>
                </a:lnTo>
                <a:lnTo>
                  <a:pt x="1228725" y="6791325"/>
                </a:lnTo>
                <a:lnTo>
                  <a:pt x="1209675" y="6638925"/>
                </a:lnTo>
                <a:lnTo>
                  <a:pt x="1209675" y="6629400"/>
                </a:lnTo>
                <a:lnTo>
                  <a:pt x="1133475" y="6553200"/>
                </a:lnTo>
                <a:lnTo>
                  <a:pt x="1152525" y="6467475"/>
                </a:lnTo>
                <a:lnTo>
                  <a:pt x="1181100" y="6429375"/>
                </a:lnTo>
                <a:lnTo>
                  <a:pt x="1114425" y="6343650"/>
                </a:lnTo>
                <a:lnTo>
                  <a:pt x="1076325" y="6229350"/>
                </a:lnTo>
                <a:lnTo>
                  <a:pt x="1133475" y="6210300"/>
                </a:lnTo>
                <a:lnTo>
                  <a:pt x="1066800" y="6115050"/>
                </a:lnTo>
                <a:lnTo>
                  <a:pt x="1047750" y="6038850"/>
                </a:lnTo>
                <a:lnTo>
                  <a:pt x="1057275" y="5991225"/>
                </a:lnTo>
                <a:lnTo>
                  <a:pt x="1009650" y="5924550"/>
                </a:lnTo>
                <a:lnTo>
                  <a:pt x="962025" y="5857875"/>
                </a:lnTo>
                <a:lnTo>
                  <a:pt x="981075" y="5695950"/>
                </a:lnTo>
                <a:lnTo>
                  <a:pt x="942975" y="5676900"/>
                </a:lnTo>
                <a:lnTo>
                  <a:pt x="885825" y="5591175"/>
                </a:lnTo>
                <a:lnTo>
                  <a:pt x="895350" y="5467350"/>
                </a:lnTo>
                <a:lnTo>
                  <a:pt x="847725" y="5410200"/>
                </a:lnTo>
                <a:lnTo>
                  <a:pt x="857250" y="5391150"/>
                </a:lnTo>
                <a:lnTo>
                  <a:pt x="828675" y="5248275"/>
                </a:lnTo>
                <a:lnTo>
                  <a:pt x="771525" y="5200650"/>
                </a:lnTo>
                <a:lnTo>
                  <a:pt x="771525" y="5076825"/>
                </a:lnTo>
                <a:lnTo>
                  <a:pt x="723900" y="5019675"/>
                </a:lnTo>
                <a:lnTo>
                  <a:pt x="742950" y="4981575"/>
                </a:lnTo>
                <a:lnTo>
                  <a:pt x="657225" y="4867275"/>
                </a:lnTo>
                <a:lnTo>
                  <a:pt x="714375" y="4819650"/>
                </a:lnTo>
                <a:lnTo>
                  <a:pt x="628650" y="4714875"/>
                </a:lnTo>
                <a:lnTo>
                  <a:pt x="638175" y="4619625"/>
                </a:lnTo>
                <a:lnTo>
                  <a:pt x="628650" y="4600575"/>
                </a:lnTo>
                <a:lnTo>
                  <a:pt x="619125" y="4533900"/>
                </a:lnTo>
                <a:lnTo>
                  <a:pt x="523875" y="4429125"/>
                </a:lnTo>
                <a:lnTo>
                  <a:pt x="533400" y="4343400"/>
                </a:lnTo>
                <a:lnTo>
                  <a:pt x="495300" y="4181475"/>
                </a:lnTo>
                <a:lnTo>
                  <a:pt x="466725" y="4076700"/>
                </a:lnTo>
                <a:lnTo>
                  <a:pt x="381000" y="3952875"/>
                </a:lnTo>
                <a:lnTo>
                  <a:pt x="333375" y="3819525"/>
                </a:lnTo>
                <a:lnTo>
                  <a:pt x="314325" y="3667125"/>
                </a:lnTo>
                <a:lnTo>
                  <a:pt x="314325" y="3724275"/>
                </a:lnTo>
                <a:lnTo>
                  <a:pt x="314325" y="3476625"/>
                </a:lnTo>
                <a:lnTo>
                  <a:pt x="276225" y="3400425"/>
                </a:lnTo>
                <a:lnTo>
                  <a:pt x="285750" y="3276600"/>
                </a:lnTo>
                <a:lnTo>
                  <a:pt x="352425" y="3190875"/>
                </a:lnTo>
                <a:lnTo>
                  <a:pt x="295275" y="3048000"/>
                </a:lnTo>
                <a:lnTo>
                  <a:pt x="161925" y="2895600"/>
                </a:lnTo>
                <a:lnTo>
                  <a:pt x="133350" y="2819400"/>
                </a:lnTo>
                <a:lnTo>
                  <a:pt x="142875" y="2714625"/>
                </a:lnTo>
                <a:lnTo>
                  <a:pt x="180975" y="2609850"/>
                </a:lnTo>
                <a:lnTo>
                  <a:pt x="295275" y="2619375"/>
                </a:lnTo>
                <a:lnTo>
                  <a:pt x="228600" y="2409825"/>
                </a:lnTo>
                <a:lnTo>
                  <a:pt x="142875" y="2286000"/>
                </a:lnTo>
                <a:lnTo>
                  <a:pt x="95250" y="2219325"/>
                </a:lnTo>
                <a:lnTo>
                  <a:pt x="66675" y="2028825"/>
                </a:lnTo>
                <a:lnTo>
                  <a:pt x="0" y="1962150"/>
                </a:lnTo>
                <a:lnTo>
                  <a:pt x="95250" y="1962150"/>
                </a:lnTo>
                <a:lnTo>
                  <a:pt x="114300" y="1847850"/>
                </a:lnTo>
                <a:lnTo>
                  <a:pt x="47625" y="1743075"/>
                </a:lnTo>
                <a:lnTo>
                  <a:pt x="123825" y="1704975"/>
                </a:lnTo>
                <a:lnTo>
                  <a:pt x="76200" y="1485900"/>
                </a:lnTo>
                <a:lnTo>
                  <a:pt x="66675" y="1343025"/>
                </a:lnTo>
                <a:lnTo>
                  <a:pt x="0" y="1228725"/>
                </a:lnTo>
                <a:lnTo>
                  <a:pt x="57150" y="1143000"/>
                </a:lnTo>
                <a:lnTo>
                  <a:pt x="76200" y="1000125"/>
                </a:lnTo>
                <a:lnTo>
                  <a:pt x="57150" y="952500"/>
                </a:lnTo>
                <a:lnTo>
                  <a:pt x="57150" y="809625"/>
                </a:lnTo>
                <a:lnTo>
                  <a:pt x="133350" y="781050"/>
                </a:lnTo>
                <a:lnTo>
                  <a:pt x="161925" y="847725"/>
                </a:lnTo>
                <a:lnTo>
                  <a:pt x="219075" y="771525"/>
                </a:lnTo>
                <a:lnTo>
                  <a:pt x="314325" y="800100"/>
                </a:lnTo>
                <a:lnTo>
                  <a:pt x="323850" y="723900"/>
                </a:lnTo>
                <a:lnTo>
                  <a:pt x="371475" y="714375"/>
                </a:lnTo>
                <a:lnTo>
                  <a:pt x="400050" y="647700"/>
                </a:lnTo>
                <a:lnTo>
                  <a:pt x="400050" y="657225"/>
                </a:lnTo>
                <a:lnTo>
                  <a:pt x="523875" y="552450"/>
                </a:lnTo>
                <a:lnTo>
                  <a:pt x="552450" y="552450"/>
                </a:lnTo>
                <a:lnTo>
                  <a:pt x="609600" y="476250"/>
                </a:lnTo>
                <a:lnTo>
                  <a:pt x="704850" y="476250"/>
                </a:lnTo>
                <a:lnTo>
                  <a:pt x="714375" y="485775"/>
                </a:lnTo>
                <a:lnTo>
                  <a:pt x="800100" y="438150"/>
                </a:lnTo>
                <a:lnTo>
                  <a:pt x="828675" y="419100"/>
                </a:lnTo>
                <a:lnTo>
                  <a:pt x="866775" y="361950"/>
                </a:lnTo>
                <a:lnTo>
                  <a:pt x="952500" y="381000"/>
                </a:lnTo>
                <a:lnTo>
                  <a:pt x="1000125" y="390525"/>
                </a:lnTo>
                <a:lnTo>
                  <a:pt x="1009650" y="361950"/>
                </a:lnTo>
                <a:lnTo>
                  <a:pt x="1019175" y="381000"/>
                </a:lnTo>
                <a:lnTo>
                  <a:pt x="1057275" y="295275"/>
                </a:lnTo>
                <a:lnTo>
                  <a:pt x="1095375" y="266700"/>
                </a:lnTo>
                <a:lnTo>
                  <a:pt x="1171575" y="238125"/>
                </a:lnTo>
                <a:lnTo>
                  <a:pt x="1257300" y="228600"/>
                </a:lnTo>
                <a:lnTo>
                  <a:pt x="1247775" y="219075"/>
                </a:lnTo>
                <a:lnTo>
                  <a:pt x="1276350" y="190500"/>
                </a:lnTo>
                <a:lnTo>
                  <a:pt x="1400175" y="114300"/>
                </a:lnTo>
                <a:lnTo>
                  <a:pt x="1438275" y="152400"/>
                </a:lnTo>
                <a:lnTo>
                  <a:pt x="1476375" y="76200"/>
                </a:lnTo>
                <a:lnTo>
                  <a:pt x="1524000" y="47625"/>
                </a:lnTo>
                <a:lnTo>
                  <a:pt x="1562100" y="66675"/>
                </a:lnTo>
                <a:lnTo>
                  <a:pt x="1609725" y="0"/>
                </a:lnTo>
                <a:lnTo>
                  <a:pt x="1733550" y="400050"/>
                </a:lnTo>
                <a:lnTo>
                  <a:pt x="1714500" y="314325"/>
                </a:lnTo>
                <a:lnTo>
                  <a:pt x="1781175" y="314325"/>
                </a:lnTo>
                <a:lnTo>
                  <a:pt x="1885950" y="466725"/>
                </a:lnTo>
                <a:lnTo>
                  <a:pt x="1981200" y="542925"/>
                </a:lnTo>
                <a:lnTo>
                  <a:pt x="2143125" y="571500"/>
                </a:lnTo>
                <a:lnTo>
                  <a:pt x="2105025" y="638175"/>
                </a:lnTo>
                <a:lnTo>
                  <a:pt x="2133600" y="771525"/>
                </a:lnTo>
                <a:lnTo>
                  <a:pt x="2076450" y="838200"/>
                </a:lnTo>
                <a:lnTo>
                  <a:pt x="2143125" y="781050"/>
                </a:lnTo>
                <a:lnTo>
                  <a:pt x="2219325" y="762000"/>
                </a:lnTo>
                <a:lnTo>
                  <a:pt x="2447925" y="771525"/>
                </a:lnTo>
                <a:lnTo>
                  <a:pt x="2381250" y="809625"/>
                </a:lnTo>
                <a:lnTo>
                  <a:pt x="2533650" y="1019175"/>
                </a:lnTo>
                <a:lnTo>
                  <a:pt x="2619375" y="1133475"/>
                </a:lnTo>
                <a:lnTo>
                  <a:pt x="2705100" y="1133475"/>
                </a:lnTo>
                <a:lnTo>
                  <a:pt x="2781300" y="1314450"/>
                </a:lnTo>
                <a:lnTo>
                  <a:pt x="2828925" y="1419225"/>
                </a:lnTo>
                <a:lnTo>
                  <a:pt x="3000375" y="1457325"/>
                </a:lnTo>
                <a:lnTo>
                  <a:pt x="3009900" y="1590675"/>
                </a:lnTo>
                <a:lnTo>
                  <a:pt x="3009900" y="1714500"/>
                </a:lnTo>
                <a:lnTo>
                  <a:pt x="3076575" y="1809750"/>
                </a:lnTo>
                <a:lnTo>
                  <a:pt x="3200400" y="1790700"/>
                </a:lnTo>
                <a:lnTo>
                  <a:pt x="3228975" y="1876425"/>
                </a:lnTo>
                <a:lnTo>
                  <a:pt x="3267075" y="1914525"/>
                </a:lnTo>
                <a:lnTo>
                  <a:pt x="3305175" y="1990725"/>
                </a:lnTo>
                <a:lnTo>
                  <a:pt x="3438525" y="2133600"/>
                </a:lnTo>
                <a:lnTo>
                  <a:pt x="3429000" y="2209800"/>
                </a:lnTo>
                <a:lnTo>
                  <a:pt x="3514725" y="2238375"/>
                </a:lnTo>
                <a:lnTo>
                  <a:pt x="3533775" y="2314575"/>
                </a:lnTo>
                <a:lnTo>
                  <a:pt x="3629025" y="2381250"/>
                </a:lnTo>
                <a:lnTo>
                  <a:pt x="3695700" y="2447925"/>
                </a:lnTo>
                <a:lnTo>
                  <a:pt x="3657600" y="2533650"/>
                </a:lnTo>
                <a:lnTo>
                  <a:pt x="3695700" y="2543175"/>
                </a:lnTo>
                <a:lnTo>
                  <a:pt x="3733800" y="2619375"/>
                </a:lnTo>
                <a:lnTo>
                  <a:pt x="3781425" y="2686050"/>
                </a:lnTo>
                <a:lnTo>
                  <a:pt x="3800475" y="2781300"/>
                </a:lnTo>
                <a:lnTo>
                  <a:pt x="3733800" y="2847975"/>
                </a:lnTo>
                <a:lnTo>
                  <a:pt x="3752850" y="2914650"/>
                </a:lnTo>
                <a:lnTo>
                  <a:pt x="3752850" y="3028950"/>
                </a:lnTo>
                <a:lnTo>
                  <a:pt x="3819525" y="3048000"/>
                </a:lnTo>
                <a:lnTo>
                  <a:pt x="3819525" y="3048000"/>
                </a:lnTo>
                <a:lnTo>
                  <a:pt x="3867150" y="3124200"/>
                </a:lnTo>
                <a:lnTo>
                  <a:pt x="3895725" y="3219450"/>
                </a:lnTo>
                <a:lnTo>
                  <a:pt x="3905250" y="3295650"/>
                </a:lnTo>
                <a:lnTo>
                  <a:pt x="3886200" y="3314700"/>
                </a:lnTo>
                <a:lnTo>
                  <a:pt x="3943350" y="3371850"/>
                </a:lnTo>
                <a:lnTo>
                  <a:pt x="3933825" y="3486150"/>
                </a:lnTo>
                <a:lnTo>
                  <a:pt x="3924300" y="3514725"/>
                </a:lnTo>
                <a:lnTo>
                  <a:pt x="3924300" y="3619500"/>
                </a:lnTo>
                <a:lnTo>
                  <a:pt x="3990975" y="3752850"/>
                </a:lnTo>
                <a:lnTo>
                  <a:pt x="3952875" y="3790950"/>
                </a:lnTo>
                <a:lnTo>
                  <a:pt x="4048125" y="3848100"/>
                </a:lnTo>
                <a:lnTo>
                  <a:pt x="4048125" y="3838575"/>
                </a:lnTo>
                <a:lnTo>
                  <a:pt x="4010025" y="3905250"/>
                </a:lnTo>
                <a:lnTo>
                  <a:pt x="4086225" y="4000500"/>
                </a:lnTo>
                <a:lnTo>
                  <a:pt x="4105275" y="4019550"/>
                </a:lnTo>
                <a:lnTo>
                  <a:pt x="4086225" y="4171950"/>
                </a:lnTo>
                <a:lnTo>
                  <a:pt x="4133850" y="4152900"/>
                </a:lnTo>
                <a:lnTo>
                  <a:pt x="4133850" y="4248150"/>
                </a:lnTo>
                <a:lnTo>
                  <a:pt x="4143375" y="4314825"/>
                </a:lnTo>
                <a:lnTo>
                  <a:pt x="4181475" y="4352925"/>
                </a:lnTo>
                <a:lnTo>
                  <a:pt x="4152900" y="4438650"/>
                </a:lnTo>
                <a:lnTo>
                  <a:pt x="4238625" y="4514850"/>
                </a:lnTo>
                <a:lnTo>
                  <a:pt x="4267200" y="4648200"/>
                </a:lnTo>
                <a:lnTo>
                  <a:pt x="4010025" y="4457700"/>
                </a:lnTo>
                <a:lnTo>
                  <a:pt x="3933825" y="4514850"/>
                </a:lnTo>
                <a:lnTo>
                  <a:pt x="3924300" y="4486275"/>
                </a:lnTo>
                <a:lnTo>
                  <a:pt x="3952875" y="4572000"/>
                </a:lnTo>
                <a:lnTo>
                  <a:pt x="3990975" y="4619625"/>
                </a:lnTo>
                <a:lnTo>
                  <a:pt x="3886200" y="4591050"/>
                </a:lnTo>
                <a:lnTo>
                  <a:pt x="4019550" y="4714875"/>
                </a:lnTo>
                <a:lnTo>
                  <a:pt x="3800475" y="4848225"/>
                </a:lnTo>
                <a:lnTo>
                  <a:pt x="4057650" y="4867275"/>
                </a:lnTo>
                <a:lnTo>
                  <a:pt x="3990975" y="5029200"/>
                </a:lnTo>
                <a:lnTo>
                  <a:pt x="3876675" y="5010150"/>
                </a:lnTo>
                <a:lnTo>
                  <a:pt x="3819525" y="5219700"/>
                </a:lnTo>
                <a:lnTo>
                  <a:pt x="4019550" y="5200650"/>
                </a:lnTo>
                <a:lnTo>
                  <a:pt x="4124325" y="5267325"/>
                </a:lnTo>
                <a:lnTo>
                  <a:pt x="4114800" y="5438775"/>
                </a:lnTo>
                <a:lnTo>
                  <a:pt x="4257675" y="5562600"/>
                </a:lnTo>
                <a:lnTo>
                  <a:pt x="4200525" y="5419725"/>
                </a:lnTo>
                <a:lnTo>
                  <a:pt x="4257675" y="5391150"/>
                </a:lnTo>
                <a:lnTo>
                  <a:pt x="4086225" y="5391150"/>
                </a:lnTo>
                <a:lnTo>
                  <a:pt x="4029075" y="5429250"/>
                </a:lnTo>
                <a:lnTo>
                  <a:pt x="4038600" y="5524500"/>
                </a:lnTo>
                <a:lnTo>
                  <a:pt x="4057650" y="5591175"/>
                </a:lnTo>
                <a:lnTo>
                  <a:pt x="4076700" y="5638800"/>
                </a:lnTo>
                <a:lnTo>
                  <a:pt x="4095750" y="5676900"/>
                </a:lnTo>
                <a:lnTo>
                  <a:pt x="4086225" y="5695950"/>
                </a:lnTo>
                <a:lnTo>
                  <a:pt x="4038600" y="5791200"/>
                </a:lnTo>
                <a:lnTo>
                  <a:pt x="4086225" y="5762625"/>
                </a:lnTo>
                <a:lnTo>
                  <a:pt x="3924300" y="5886450"/>
                </a:lnTo>
                <a:lnTo>
                  <a:pt x="4038600" y="5895975"/>
                </a:lnTo>
                <a:lnTo>
                  <a:pt x="4057650" y="5991225"/>
                </a:lnTo>
                <a:lnTo>
                  <a:pt x="4086225" y="6048375"/>
                </a:lnTo>
                <a:lnTo>
                  <a:pt x="3810000" y="6362700"/>
                </a:lnTo>
                <a:lnTo>
                  <a:pt x="4086225" y="6105525"/>
                </a:lnTo>
                <a:lnTo>
                  <a:pt x="4067175" y="6324600"/>
                </a:lnTo>
                <a:lnTo>
                  <a:pt x="3781425" y="6248400"/>
                </a:lnTo>
                <a:lnTo>
                  <a:pt x="3943350" y="6229350"/>
                </a:lnTo>
                <a:lnTo>
                  <a:pt x="3933825" y="6296025"/>
                </a:lnTo>
                <a:lnTo>
                  <a:pt x="3905250" y="6448425"/>
                </a:lnTo>
                <a:lnTo>
                  <a:pt x="3848100" y="6800850"/>
                </a:lnTo>
                <a:lnTo>
                  <a:pt x="3714750" y="6781800"/>
                </a:lnTo>
                <a:lnTo>
                  <a:pt x="3676650" y="6934200"/>
                </a:lnTo>
                <a:lnTo>
                  <a:pt x="3667125" y="7010400"/>
                </a:lnTo>
                <a:lnTo>
                  <a:pt x="3781425" y="7124700"/>
                </a:lnTo>
                <a:lnTo>
                  <a:pt x="3771900" y="7239000"/>
                </a:lnTo>
                <a:lnTo>
                  <a:pt x="3752850" y="7172325"/>
                </a:lnTo>
                <a:lnTo>
                  <a:pt x="3638550" y="7219950"/>
                </a:lnTo>
                <a:lnTo>
                  <a:pt x="3590925" y="7372350"/>
                </a:lnTo>
                <a:lnTo>
                  <a:pt x="3600450" y="7515225"/>
                </a:lnTo>
                <a:lnTo>
                  <a:pt x="3543300" y="7572375"/>
                </a:lnTo>
                <a:lnTo>
                  <a:pt x="3457575" y="7648575"/>
                </a:lnTo>
                <a:lnTo>
                  <a:pt x="3505200" y="7762875"/>
                </a:lnTo>
                <a:lnTo>
                  <a:pt x="3324225" y="7848600"/>
                </a:lnTo>
                <a:lnTo>
                  <a:pt x="3333750" y="7896225"/>
                </a:lnTo>
                <a:lnTo>
                  <a:pt x="3352800" y="8010525"/>
                </a:lnTo>
                <a:lnTo>
                  <a:pt x="3343275" y="8134350"/>
                </a:lnTo>
                <a:lnTo>
                  <a:pt x="3238500" y="8286750"/>
                </a:lnTo>
                <a:lnTo>
                  <a:pt x="3286125" y="8286750"/>
                </a:lnTo>
                <a:lnTo>
                  <a:pt x="3209925" y="8391525"/>
                </a:lnTo>
                <a:lnTo>
                  <a:pt x="3200400" y="8477250"/>
                </a:lnTo>
                <a:lnTo>
                  <a:pt x="3124200" y="8524875"/>
                </a:lnTo>
                <a:lnTo>
                  <a:pt x="3067050" y="8648700"/>
                </a:lnTo>
                <a:lnTo>
                  <a:pt x="3009900" y="8715375"/>
                </a:lnTo>
                <a:close/>
              </a:path>
            </a:pathLst>
          </a:custGeom>
          <a:solidFill>
            <a:srgbClr val="14729E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-3181350" y="-2133600"/>
            <a:ext cx="4238625" cy="8753475"/>
          </a:xfrm>
          <a:custGeom>
            <a:avLst/>
            <a:gdLst/>
            <a:ahLst/>
            <a:cxnLst/>
            <a:rect l="l" t="t" r="r" b="b"/>
            <a:pathLst>
              <a:path w="4238625" h="8753475">
                <a:moveTo>
                  <a:pt x="3019425" y="8753475"/>
                </a:moveTo>
                <a:lnTo>
                  <a:pt x="2847975" y="8486775"/>
                </a:lnTo>
                <a:lnTo>
                  <a:pt x="3248025" y="8420100"/>
                </a:lnTo>
                <a:lnTo>
                  <a:pt x="3181350" y="8267700"/>
                </a:lnTo>
                <a:lnTo>
                  <a:pt x="3095625" y="8410575"/>
                </a:lnTo>
                <a:lnTo>
                  <a:pt x="3019425" y="8353425"/>
                </a:lnTo>
                <a:lnTo>
                  <a:pt x="2886075" y="8343900"/>
                </a:lnTo>
                <a:lnTo>
                  <a:pt x="2790825" y="8324850"/>
                </a:lnTo>
                <a:lnTo>
                  <a:pt x="2686050" y="8210550"/>
                </a:lnTo>
                <a:lnTo>
                  <a:pt x="2667000" y="8096250"/>
                </a:lnTo>
                <a:lnTo>
                  <a:pt x="2609850" y="8162925"/>
                </a:lnTo>
                <a:lnTo>
                  <a:pt x="2552700" y="8162925"/>
                </a:lnTo>
                <a:lnTo>
                  <a:pt x="2438400" y="8048625"/>
                </a:lnTo>
                <a:lnTo>
                  <a:pt x="2466975" y="8010525"/>
                </a:lnTo>
                <a:lnTo>
                  <a:pt x="2466975" y="7934325"/>
                </a:lnTo>
                <a:lnTo>
                  <a:pt x="2428875" y="7762875"/>
                </a:lnTo>
                <a:lnTo>
                  <a:pt x="2219325" y="7620000"/>
                </a:lnTo>
                <a:lnTo>
                  <a:pt x="2114550" y="7581900"/>
                </a:lnTo>
                <a:lnTo>
                  <a:pt x="2124075" y="7553325"/>
                </a:lnTo>
                <a:lnTo>
                  <a:pt x="2038350" y="7477125"/>
                </a:lnTo>
                <a:lnTo>
                  <a:pt x="1952625" y="7543800"/>
                </a:lnTo>
                <a:lnTo>
                  <a:pt x="1819275" y="7362825"/>
                </a:lnTo>
                <a:lnTo>
                  <a:pt x="1800225" y="7400925"/>
                </a:lnTo>
                <a:lnTo>
                  <a:pt x="1762125" y="7334250"/>
                </a:lnTo>
                <a:lnTo>
                  <a:pt x="1638300" y="7200900"/>
                </a:lnTo>
                <a:lnTo>
                  <a:pt x="1562100" y="7067550"/>
                </a:lnTo>
                <a:lnTo>
                  <a:pt x="1438275" y="7029450"/>
                </a:lnTo>
                <a:lnTo>
                  <a:pt x="1447800" y="7058025"/>
                </a:lnTo>
                <a:lnTo>
                  <a:pt x="1447800" y="6991350"/>
                </a:lnTo>
                <a:lnTo>
                  <a:pt x="1390650" y="6934200"/>
                </a:lnTo>
                <a:lnTo>
                  <a:pt x="1314450" y="6905625"/>
                </a:lnTo>
                <a:lnTo>
                  <a:pt x="1257300" y="6829425"/>
                </a:lnTo>
                <a:lnTo>
                  <a:pt x="1219200" y="6715125"/>
                </a:lnTo>
                <a:lnTo>
                  <a:pt x="1209675" y="6696075"/>
                </a:lnTo>
                <a:lnTo>
                  <a:pt x="1190625" y="6696075"/>
                </a:lnTo>
                <a:lnTo>
                  <a:pt x="1209675" y="6572250"/>
                </a:lnTo>
                <a:lnTo>
                  <a:pt x="1143000" y="6543675"/>
                </a:lnTo>
                <a:lnTo>
                  <a:pt x="1143000" y="6381750"/>
                </a:lnTo>
                <a:lnTo>
                  <a:pt x="1085850" y="6305550"/>
                </a:lnTo>
                <a:lnTo>
                  <a:pt x="1143000" y="6286500"/>
                </a:lnTo>
                <a:lnTo>
                  <a:pt x="1076325" y="6162675"/>
                </a:lnTo>
                <a:lnTo>
                  <a:pt x="1019175" y="6153150"/>
                </a:lnTo>
                <a:lnTo>
                  <a:pt x="1028700" y="6105525"/>
                </a:lnTo>
                <a:lnTo>
                  <a:pt x="1028700" y="5953125"/>
                </a:lnTo>
                <a:lnTo>
                  <a:pt x="1047750" y="5924550"/>
                </a:lnTo>
                <a:lnTo>
                  <a:pt x="990600" y="5829300"/>
                </a:lnTo>
                <a:lnTo>
                  <a:pt x="933450" y="5734050"/>
                </a:lnTo>
                <a:lnTo>
                  <a:pt x="952500" y="5638800"/>
                </a:lnTo>
                <a:lnTo>
                  <a:pt x="876300" y="5553075"/>
                </a:lnTo>
                <a:lnTo>
                  <a:pt x="904875" y="5514975"/>
                </a:lnTo>
                <a:lnTo>
                  <a:pt x="876300" y="5419725"/>
                </a:lnTo>
                <a:lnTo>
                  <a:pt x="809625" y="5400675"/>
                </a:lnTo>
                <a:lnTo>
                  <a:pt x="838200" y="5276850"/>
                </a:lnTo>
                <a:lnTo>
                  <a:pt x="752475" y="5172075"/>
                </a:lnTo>
                <a:lnTo>
                  <a:pt x="781050" y="5105400"/>
                </a:lnTo>
                <a:lnTo>
                  <a:pt x="733425" y="5057775"/>
                </a:lnTo>
                <a:lnTo>
                  <a:pt x="733425" y="4933950"/>
                </a:lnTo>
                <a:lnTo>
                  <a:pt x="666750" y="4924425"/>
                </a:lnTo>
                <a:lnTo>
                  <a:pt x="638175" y="4762500"/>
                </a:lnTo>
                <a:lnTo>
                  <a:pt x="619125" y="4743450"/>
                </a:lnTo>
                <a:lnTo>
                  <a:pt x="647700" y="4686300"/>
                </a:lnTo>
                <a:lnTo>
                  <a:pt x="581025" y="4533900"/>
                </a:lnTo>
                <a:lnTo>
                  <a:pt x="542925" y="4543425"/>
                </a:lnTo>
                <a:lnTo>
                  <a:pt x="523875" y="4448175"/>
                </a:lnTo>
                <a:lnTo>
                  <a:pt x="571500" y="4333875"/>
                </a:lnTo>
                <a:lnTo>
                  <a:pt x="676275" y="4267200"/>
                </a:lnTo>
                <a:lnTo>
                  <a:pt x="590550" y="4143375"/>
                </a:lnTo>
                <a:lnTo>
                  <a:pt x="571500" y="4019550"/>
                </a:lnTo>
                <a:lnTo>
                  <a:pt x="390525" y="3867150"/>
                </a:lnTo>
                <a:lnTo>
                  <a:pt x="342900" y="3714750"/>
                </a:lnTo>
                <a:lnTo>
                  <a:pt x="438150" y="3590925"/>
                </a:lnTo>
                <a:lnTo>
                  <a:pt x="342900" y="3524250"/>
                </a:lnTo>
                <a:lnTo>
                  <a:pt x="295275" y="3429000"/>
                </a:lnTo>
                <a:lnTo>
                  <a:pt x="219075" y="3486150"/>
                </a:lnTo>
                <a:lnTo>
                  <a:pt x="47625" y="3267075"/>
                </a:lnTo>
                <a:lnTo>
                  <a:pt x="95250" y="3228975"/>
                </a:lnTo>
                <a:lnTo>
                  <a:pt x="133350" y="2895600"/>
                </a:lnTo>
                <a:lnTo>
                  <a:pt x="219075" y="2847975"/>
                </a:lnTo>
                <a:lnTo>
                  <a:pt x="123825" y="2762250"/>
                </a:lnTo>
                <a:lnTo>
                  <a:pt x="133350" y="2619375"/>
                </a:lnTo>
                <a:lnTo>
                  <a:pt x="257175" y="2543175"/>
                </a:lnTo>
                <a:lnTo>
                  <a:pt x="123825" y="2657475"/>
                </a:lnTo>
                <a:lnTo>
                  <a:pt x="142875" y="2381250"/>
                </a:lnTo>
                <a:lnTo>
                  <a:pt x="95250" y="2219325"/>
                </a:lnTo>
                <a:lnTo>
                  <a:pt x="47625" y="2095500"/>
                </a:lnTo>
                <a:lnTo>
                  <a:pt x="0" y="2009775"/>
                </a:lnTo>
                <a:lnTo>
                  <a:pt x="57150" y="2038350"/>
                </a:lnTo>
                <a:lnTo>
                  <a:pt x="85725" y="1838325"/>
                </a:lnTo>
                <a:lnTo>
                  <a:pt x="47625" y="1752600"/>
                </a:lnTo>
                <a:lnTo>
                  <a:pt x="57150" y="1638300"/>
                </a:lnTo>
                <a:lnTo>
                  <a:pt x="76200" y="1485900"/>
                </a:lnTo>
                <a:lnTo>
                  <a:pt x="38100" y="1362075"/>
                </a:lnTo>
                <a:lnTo>
                  <a:pt x="28575" y="1276350"/>
                </a:lnTo>
                <a:lnTo>
                  <a:pt x="19050" y="1181100"/>
                </a:lnTo>
                <a:lnTo>
                  <a:pt x="57150" y="1019175"/>
                </a:lnTo>
                <a:lnTo>
                  <a:pt x="76200" y="933450"/>
                </a:lnTo>
                <a:lnTo>
                  <a:pt x="95250" y="838200"/>
                </a:lnTo>
                <a:lnTo>
                  <a:pt x="152400" y="857250"/>
                </a:lnTo>
                <a:lnTo>
                  <a:pt x="142875" y="809625"/>
                </a:lnTo>
                <a:lnTo>
                  <a:pt x="266700" y="752475"/>
                </a:lnTo>
                <a:lnTo>
                  <a:pt x="285750" y="781050"/>
                </a:lnTo>
                <a:lnTo>
                  <a:pt x="323850" y="695325"/>
                </a:lnTo>
                <a:lnTo>
                  <a:pt x="314325" y="666750"/>
                </a:lnTo>
                <a:lnTo>
                  <a:pt x="419100" y="638175"/>
                </a:lnTo>
                <a:lnTo>
                  <a:pt x="381000" y="666750"/>
                </a:lnTo>
                <a:lnTo>
                  <a:pt x="514350" y="581025"/>
                </a:lnTo>
                <a:lnTo>
                  <a:pt x="514350" y="590550"/>
                </a:lnTo>
                <a:lnTo>
                  <a:pt x="628650" y="504825"/>
                </a:lnTo>
                <a:lnTo>
                  <a:pt x="647700" y="438150"/>
                </a:lnTo>
                <a:lnTo>
                  <a:pt x="695325" y="419100"/>
                </a:lnTo>
                <a:lnTo>
                  <a:pt x="771525" y="447675"/>
                </a:lnTo>
                <a:lnTo>
                  <a:pt x="847725" y="447675"/>
                </a:lnTo>
                <a:lnTo>
                  <a:pt x="895350" y="428625"/>
                </a:lnTo>
                <a:lnTo>
                  <a:pt x="876300" y="428625"/>
                </a:lnTo>
                <a:lnTo>
                  <a:pt x="981075" y="371475"/>
                </a:lnTo>
                <a:lnTo>
                  <a:pt x="962025" y="342900"/>
                </a:lnTo>
                <a:lnTo>
                  <a:pt x="1047750" y="352425"/>
                </a:lnTo>
                <a:lnTo>
                  <a:pt x="1038225" y="323850"/>
                </a:lnTo>
                <a:lnTo>
                  <a:pt x="1162050" y="314325"/>
                </a:lnTo>
                <a:lnTo>
                  <a:pt x="1209675" y="238125"/>
                </a:lnTo>
                <a:lnTo>
                  <a:pt x="1219200" y="228600"/>
                </a:lnTo>
                <a:lnTo>
                  <a:pt x="1228725" y="247650"/>
                </a:lnTo>
                <a:lnTo>
                  <a:pt x="1266825" y="161925"/>
                </a:lnTo>
                <a:lnTo>
                  <a:pt x="1381125" y="133350"/>
                </a:lnTo>
                <a:lnTo>
                  <a:pt x="1419225" y="142875"/>
                </a:lnTo>
                <a:lnTo>
                  <a:pt x="1400175" y="85725"/>
                </a:lnTo>
                <a:lnTo>
                  <a:pt x="1466850" y="104775"/>
                </a:lnTo>
                <a:lnTo>
                  <a:pt x="1504950" y="9525"/>
                </a:lnTo>
                <a:lnTo>
                  <a:pt x="1628775" y="0"/>
                </a:lnTo>
                <a:lnTo>
                  <a:pt x="1571625" y="76200"/>
                </a:lnTo>
                <a:lnTo>
                  <a:pt x="1781175" y="209550"/>
                </a:lnTo>
                <a:lnTo>
                  <a:pt x="1819275" y="409575"/>
                </a:lnTo>
                <a:lnTo>
                  <a:pt x="1885950" y="514350"/>
                </a:lnTo>
                <a:lnTo>
                  <a:pt x="1933575" y="409575"/>
                </a:lnTo>
                <a:lnTo>
                  <a:pt x="2009775" y="552450"/>
                </a:lnTo>
                <a:lnTo>
                  <a:pt x="2019300" y="581025"/>
                </a:lnTo>
                <a:lnTo>
                  <a:pt x="2085975" y="771525"/>
                </a:lnTo>
                <a:lnTo>
                  <a:pt x="2266950" y="990600"/>
                </a:lnTo>
                <a:lnTo>
                  <a:pt x="2362200" y="923925"/>
                </a:lnTo>
                <a:lnTo>
                  <a:pt x="2381250" y="819150"/>
                </a:lnTo>
                <a:lnTo>
                  <a:pt x="2428875" y="752475"/>
                </a:lnTo>
                <a:lnTo>
                  <a:pt x="2543175" y="952500"/>
                </a:lnTo>
                <a:lnTo>
                  <a:pt x="2552700" y="933450"/>
                </a:lnTo>
                <a:lnTo>
                  <a:pt x="2619375" y="1095375"/>
                </a:lnTo>
                <a:lnTo>
                  <a:pt x="2657475" y="1171575"/>
                </a:lnTo>
                <a:lnTo>
                  <a:pt x="2733675" y="1285875"/>
                </a:lnTo>
                <a:lnTo>
                  <a:pt x="2800350" y="1362075"/>
                </a:lnTo>
                <a:lnTo>
                  <a:pt x="2857500" y="1457325"/>
                </a:lnTo>
                <a:lnTo>
                  <a:pt x="3000375" y="1628775"/>
                </a:lnTo>
                <a:lnTo>
                  <a:pt x="3086100" y="1685925"/>
                </a:lnTo>
                <a:lnTo>
                  <a:pt x="3095625" y="1733550"/>
                </a:lnTo>
                <a:lnTo>
                  <a:pt x="3190875" y="1771650"/>
                </a:lnTo>
                <a:lnTo>
                  <a:pt x="3200400" y="1800225"/>
                </a:lnTo>
                <a:lnTo>
                  <a:pt x="3305175" y="1838325"/>
                </a:lnTo>
                <a:lnTo>
                  <a:pt x="3267075" y="1981200"/>
                </a:lnTo>
                <a:lnTo>
                  <a:pt x="3409950" y="2114550"/>
                </a:lnTo>
                <a:lnTo>
                  <a:pt x="3467100" y="2143125"/>
                </a:lnTo>
                <a:lnTo>
                  <a:pt x="3543300" y="2257425"/>
                </a:lnTo>
                <a:lnTo>
                  <a:pt x="3609975" y="2295525"/>
                </a:lnTo>
                <a:lnTo>
                  <a:pt x="3609975" y="2428875"/>
                </a:lnTo>
                <a:lnTo>
                  <a:pt x="3695700" y="2457450"/>
                </a:lnTo>
                <a:lnTo>
                  <a:pt x="3657600" y="2476500"/>
                </a:lnTo>
                <a:lnTo>
                  <a:pt x="3676650" y="2571750"/>
                </a:lnTo>
                <a:lnTo>
                  <a:pt x="3667125" y="2628900"/>
                </a:lnTo>
                <a:lnTo>
                  <a:pt x="3781425" y="2714625"/>
                </a:lnTo>
                <a:lnTo>
                  <a:pt x="3743325" y="2809875"/>
                </a:lnTo>
                <a:lnTo>
                  <a:pt x="3695700" y="2838450"/>
                </a:lnTo>
                <a:lnTo>
                  <a:pt x="3810000" y="2943225"/>
                </a:lnTo>
                <a:lnTo>
                  <a:pt x="3790950" y="2981325"/>
                </a:lnTo>
                <a:lnTo>
                  <a:pt x="3810000" y="3019425"/>
                </a:lnTo>
                <a:lnTo>
                  <a:pt x="3752850" y="3105150"/>
                </a:lnTo>
                <a:lnTo>
                  <a:pt x="3810000" y="3171825"/>
                </a:lnTo>
                <a:lnTo>
                  <a:pt x="3819525" y="3219450"/>
                </a:lnTo>
                <a:lnTo>
                  <a:pt x="3895725" y="3324225"/>
                </a:lnTo>
                <a:lnTo>
                  <a:pt x="3895725" y="3324225"/>
                </a:lnTo>
                <a:lnTo>
                  <a:pt x="3895725" y="3390900"/>
                </a:lnTo>
                <a:lnTo>
                  <a:pt x="3943350" y="3467100"/>
                </a:lnTo>
                <a:lnTo>
                  <a:pt x="3914775" y="3562350"/>
                </a:lnTo>
                <a:lnTo>
                  <a:pt x="3924300" y="3629025"/>
                </a:lnTo>
                <a:lnTo>
                  <a:pt x="3952875" y="3686175"/>
                </a:lnTo>
                <a:lnTo>
                  <a:pt x="4010025" y="3800475"/>
                </a:lnTo>
                <a:lnTo>
                  <a:pt x="3962400" y="3848100"/>
                </a:lnTo>
                <a:lnTo>
                  <a:pt x="4019550" y="3886200"/>
                </a:lnTo>
                <a:lnTo>
                  <a:pt x="3990975" y="3895725"/>
                </a:lnTo>
                <a:lnTo>
                  <a:pt x="4067175" y="3990975"/>
                </a:lnTo>
                <a:lnTo>
                  <a:pt x="4038600" y="4057650"/>
                </a:lnTo>
                <a:lnTo>
                  <a:pt x="4086225" y="4105275"/>
                </a:lnTo>
                <a:lnTo>
                  <a:pt x="4086225" y="4191000"/>
                </a:lnTo>
                <a:lnTo>
                  <a:pt x="4114800" y="4286250"/>
                </a:lnTo>
                <a:lnTo>
                  <a:pt x="4124325" y="4314825"/>
                </a:lnTo>
                <a:lnTo>
                  <a:pt x="4152900" y="4410075"/>
                </a:lnTo>
                <a:lnTo>
                  <a:pt x="4181475" y="4486275"/>
                </a:lnTo>
                <a:lnTo>
                  <a:pt x="4238625" y="4572000"/>
                </a:lnTo>
                <a:lnTo>
                  <a:pt x="4086225" y="4648200"/>
                </a:lnTo>
                <a:lnTo>
                  <a:pt x="4095750" y="4486275"/>
                </a:lnTo>
                <a:lnTo>
                  <a:pt x="4029075" y="4486275"/>
                </a:lnTo>
                <a:lnTo>
                  <a:pt x="3914775" y="4495800"/>
                </a:lnTo>
                <a:lnTo>
                  <a:pt x="3895725" y="4524375"/>
                </a:lnTo>
                <a:lnTo>
                  <a:pt x="4019550" y="4514850"/>
                </a:lnTo>
                <a:lnTo>
                  <a:pt x="4038600" y="4610100"/>
                </a:lnTo>
                <a:lnTo>
                  <a:pt x="4019550" y="4752975"/>
                </a:lnTo>
                <a:lnTo>
                  <a:pt x="3752850" y="4838700"/>
                </a:lnTo>
                <a:lnTo>
                  <a:pt x="3886200" y="4848225"/>
                </a:lnTo>
                <a:lnTo>
                  <a:pt x="3886200" y="5105400"/>
                </a:lnTo>
                <a:lnTo>
                  <a:pt x="3848100" y="5057775"/>
                </a:lnTo>
                <a:lnTo>
                  <a:pt x="3867150" y="5162550"/>
                </a:lnTo>
                <a:lnTo>
                  <a:pt x="3943350" y="5286375"/>
                </a:lnTo>
                <a:lnTo>
                  <a:pt x="4000500" y="5314950"/>
                </a:lnTo>
                <a:lnTo>
                  <a:pt x="4095750" y="5419725"/>
                </a:lnTo>
                <a:lnTo>
                  <a:pt x="4124325" y="5486400"/>
                </a:lnTo>
                <a:lnTo>
                  <a:pt x="3943350" y="5495925"/>
                </a:lnTo>
                <a:lnTo>
                  <a:pt x="3990975" y="5410200"/>
                </a:lnTo>
                <a:lnTo>
                  <a:pt x="4086225" y="5410200"/>
                </a:lnTo>
                <a:lnTo>
                  <a:pt x="4114800" y="5467350"/>
                </a:lnTo>
                <a:lnTo>
                  <a:pt x="4057650" y="5543550"/>
                </a:lnTo>
                <a:lnTo>
                  <a:pt x="4143375" y="5600700"/>
                </a:lnTo>
                <a:lnTo>
                  <a:pt x="4086225" y="5667375"/>
                </a:lnTo>
                <a:lnTo>
                  <a:pt x="4114800" y="5753100"/>
                </a:lnTo>
                <a:lnTo>
                  <a:pt x="4048125" y="5753100"/>
                </a:lnTo>
                <a:lnTo>
                  <a:pt x="4057650" y="5734050"/>
                </a:lnTo>
                <a:lnTo>
                  <a:pt x="4076700" y="5772150"/>
                </a:lnTo>
                <a:lnTo>
                  <a:pt x="4048125" y="5915025"/>
                </a:lnTo>
                <a:lnTo>
                  <a:pt x="4095750" y="5934075"/>
                </a:lnTo>
                <a:lnTo>
                  <a:pt x="4048125" y="6000750"/>
                </a:lnTo>
                <a:lnTo>
                  <a:pt x="4048125" y="6057900"/>
                </a:lnTo>
                <a:lnTo>
                  <a:pt x="3990975" y="5981700"/>
                </a:lnTo>
                <a:lnTo>
                  <a:pt x="3962400" y="6048375"/>
                </a:lnTo>
                <a:lnTo>
                  <a:pt x="3981450" y="6162675"/>
                </a:lnTo>
                <a:lnTo>
                  <a:pt x="3771900" y="6276975"/>
                </a:lnTo>
                <a:lnTo>
                  <a:pt x="3667125" y="6467475"/>
                </a:lnTo>
                <a:lnTo>
                  <a:pt x="3657600" y="6581775"/>
                </a:lnTo>
                <a:lnTo>
                  <a:pt x="3714750" y="6638925"/>
                </a:lnTo>
                <a:lnTo>
                  <a:pt x="3781425" y="6753225"/>
                </a:lnTo>
                <a:lnTo>
                  <a:pt x="3990975" y="6858000"/>
                </a:lnTo>
                <a:lnTo>
                  <a:pt x="3695700" y="6915150"/>
                </a:lnTo>
                <a:lnTo>
                  <a:pt x="3733800" y="6953250"/>
                </a:lnTo>
                <a:lnTo>
                  <a:pt x="3752850" y="7067550"/>
                </a:lnTo>
                <a:lnTo>
                  <a:pt x="3733800" y="7134225"/>
                </a:lnTo>
                <a:lnTo>
                  <a:pt x="3629025" y="7277100"/>
                </a:lnTo>
                <a:lnTo>
                  <a:pt x="3695700" y="7362825"/>
                </a:lnTo>
                <a:lnTo>
                  <a:pt x="3638550" y="7362825"/>
                </a:lnTo>
                <a:lnTo>
                  <a:pt x="3514725" y="7419975"/>
                </a:lnTo>
                <a:lnTo>
                  <a:pt x="3581400" y="7505700"/>
                </a:lnTo>
                <a:lnTo>
                  <a:pt x="3562350" y="7572375"/>
                </a:lnTo>
                <a:lnTo>
                  <a:pt x="3505200" y="7734300"/>
                </a:lnTo>
                <a:lnTo>
                  <a:pt x="3419475" y="7934325"/>
                </a:lnTo>
                <a:lnTo>
                  <a:pt x="3409950" y="8020050"/>
                </a:lnTo>
                <a:lnTo>
                  <a:pt x="3371850" y="8039100"/>
                </a:lnTo>
                <a:lnTo>
                  <a:pt x="3324225" y="8134350"/>
                </a:lnTo>
                <a:lnTo>
                  <a:pt x="3219450" y="8220075"/>
                </a:lnTo>
                <a:lnTo>
                  <a:pt x="3248025" y="8229600"/>
                </a:lnTo>
                <a:lnTo>
                  <a:pt x="3200400" y="8343900"/>
                </a:lnTo>
                <a:lnTo>
                  <a:pt x="3209925" y="8410575"/>
                </a:lnTo>
                <a:lnTo>
                  <a:pt x="3105150" y="8515350"/>
                </a:lnTo>
                <a:lnTo>
                  <a:pt x="3038475" y="8582025"/>
                </a:lnTo>
                <a:lnTo>
                  <a:pt x="3038475" y="8648700"/>
                </a:lnTo>
                <a:close/>
              </a:path>
            </a:pathLst>
          </a:custGeom>
          <a:solidFill>
            <a:srgbClr val="14729E">
              <a:alpha val="1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-1628775" y="723900"/>
            <a:ext cx="1781175" cy="3514725"/>
          </a:xfrm>
          <a:custGeom>
            <a:avLst/>
            <a:gdLst/>
            <a:ahLst/>
            <a:cxnLst/>
            <a:rect l="l" t="t" r="r" b="b"/>
            <a:pathLst>
              <a:path w="1781175" h="3514725">
                <a:moveTo>
                  <a:pt x="1209675" y="3476625"/>
                </a:moveTo>
                <a:lnTo>
                  <a:pt x="1362075" y="3514725"/>
                </a:lnTo>
                <a:lnTo>
                  <a:pt x="1162050" y="3409950"/>
                </a:lnTo>
                <a:lnTo>
                  <a:pt x="1285875" y="3400425"/>
                </a:lnTo>
                <a:lnTo>
                  <a:pt x="1219200" y="3333750"/>
                </a:lnTo>
                <a:lnTo>
                  <a:pt x="1095375" y="3295650"/>
                </a:lnTo>
                <a:lnTo>
                  <a:pt x="1133475" y="3267075"/>
                </a:lnTo>
                <a:lnTo>
                  <a:pt x="1066800" y="3295650"/>
                </a:lnTo>
                <a:lnTo>
                  <a:pt x="1038225" y="3286125"/>
                </a:lnTo>
                <a:lnTo>
                  <a:pt x="1000125" y="3295650"/>
                </a:lnTo>
                <a:lnTo>
                  <a:pt x="990600" y="3162300"/>
                </a:lnTo>
                <a:lnTo>
                  <a:pt x="962025" y="3181350"/>
                </a:lnTo>
                <a:lnTo>
                  <a:pt x="971550" y="3190875"/>
                </a:lnTo>
                <a:lnTo>
                  <a:pt x="962025" y="3171825"/>
                </a:lnTo>
                <a:lnTo>
                  <a:pt x="895350" y="3048000"/>
                </a:lnTo>
                <a:lnTo>
                  <a:pt x="857250" y="3095625"/>
                </a:lnTo>
                <a:lnTo>
                  <a:pt x="895350" y="3038475"/>
                </a:lnTo>
                <a:lnTo>
                  <a:pt x="723900" y="3048000"/>
                </a:lnTo>
                <a:lnTo>
                  <a:pt x="742950" y="2962275"/>
                </a:lnTo>
                <a:lnTo>
                  <a:pt x="771525" y="3009900"/>
                </a:lnTo>
                <a:lnTo>
                  <a:pt x="790575" y="2981325"/>
                </a:lnTo>
                <a:lnTo>
                  <a:pt x="742950" y="2990850"/>
                </a:lnTo>
                <a:lnTo>
                  <a:pt x="733425" y="2952750"/>
                </a:lnTo>
                <a:lnTo>
                  <a:pt x="714375" y="2857500"/>
                </a:lnTo>
                <a:lnTo>
                  <a:pt x="647700" y="2838450"/>
                </a:lnTo>
                <a:lnTo>
                  <a:pt x="676275" y="2867025"/>
                </a:lnTo>
                <a:lnTo>
                  <a:pt x="619125" y="2828925"/>
                </a:lnTo>
                <a:lnTo>
                  <a:pt x="561975" y="2762250"/>
                </a:lnTo>
                <a:lnTo>
                  <a:pt x="561975" y="2800350"/>
                </a:lnTo>
                <a:lnTo>
                  <a:pt x="533400" y="2771775"/>
                </a:lnTo>
                <a:lnTo>
                  <a:pt x="523875" y="2762250"/>
                </a:lnTo>
                <a:lnTo>
                  <a:pt x="495300" y="2705100"/>
                </a:lnTo>
                <a:lnTo>
                  <a:pt x="514350" y="2714625"/>
                </a:lnTo>
                <a:lnTo>
                  <a:pt x="438150" y="2705100"/>
                </a:lnTo>
                <a:lnTo>
                  <a:pt x="438150" y="2647950"/>
                </a:lnTo>
                <a:lnTo>
                  <a:pt x="438150" y="2590800"/>
                </a:lnTo>
                <a:lnTo>
                  <a:pt x="447675" y="2590800"/>
                </a:lnTo>
                <a:lnTo>
                  <a:pt x="476250" y="2581275"/>
                </a:lnTo>
                <a:lnTo>
                  <a:pt x="447675" y="2514600"/>
                </a:lnTo>
                <a:lnTo>
                  <a:pt x="457200" y="2486025"/>
                </a:lnTo>
                <a:lnTo>
                  <a:pt x="409575" y="2457450"/>
                </a:lnTo>
                <a:lnTo>
                  <a:pt x="447675" y="2409825"/>
                </a:lnTo>
                <a:lnTo>
                  <a:pt x="409575" y="2419350"/>
                </a:lnTo>
                <a:lnTo>
                  <a:pt x="400050" y="2362200"/>
                </a:lnTo>
                <a:lnTo>
                  <a:pt x="390525" y="2352675"/>
                </a:lnTo>
                <a:lnTo>
                  <a:pt x="390525" y="2295525"/>
                </a:lnTo>
                <a:lnTo>
                  <a:pt x="400050" y="2324100"/>
                </a:lnTo>
                <a:lnTo>
                  <a:pt x="352425" y="2286000"/>
                </a:lnTo>
                <a:lnTo>
                  <a:pt x="333375" y="2209800"/>
                </a:lnTo>
                <a:lnTo>
                  <a:pt x="333375" y="2200275"/>
                </a:lnTo>
                <a:lnTo>
                  <a:pt x="333375" y="2200275"/>
                </a:lnTo>
                <a:lnTo>
                  <a:pt x="352425" y="2171700"/>
                </a:lnTo>
                <a:lnTo>
                  <a:pt x="333375" y="2105025"/>
                </a:lnTo>
                <a:lnTo>
                  <a:pt x="314325" y="2105025"/>
                </a:lnTo>
                <a:lnTo>
                  <a:pt x="285750" y="2057400"/>
                </a:lnTo>
                <a:lnTo>
                  <a:pt x="304800" y="2028825"/>
                </a:lnTo>
                <a:lnTo>
                  <a:pt x="285750" y="1990725"/>
                </a:lnTo>
                <a:lnTo>
                  <a:pt x="257175" y="1990725"/>
                </a:lnTo>
                <a:lnTo>
                  <a:pt x="295275" y="1924050"/>
                </a:lnTo>
                <a:lnTo>
                  <a:pt x="276225" y="1895475"/>
                </a:lnTo>
                <a:lnTo>
                  <a:pt x="247650" y="1866900"/>
                </a:lnTo>
                <a:lnTo>
                  <a:pt x="228600" y="1819275"/>
                </a:lnTo>
                <a:lnTo>
                  <a:pt x="238125" y="1790700"/>
                </a:lnTo>
                <a:lnTo>
                  <a:pt x="247650" y="1781175"/>
                </a:lnTo>
                <a:lnTo>
                  <a:pt x="219075" y="1771650"/>
                </a:lnTo>
                <a:lnTo>
                  <a:pt x="95250" y="1628775"/>
                </a:lnTo>
                <a:lnTo>
                  <a:pt x="161925" y="1752600"/>
                </a:lnTo>
                <a:lnTo>
                  <a:pt x="133350" y="1581150"/>
                </a:lnTo>
                <a:lnTo>
                  <a:pt x="152400" y="1524000"/>
                </a:lnTo>
                <a:lnTo>
                  <a:pt x="171450" y="1514475"/>
                </a:lnTo>
                <a:lnTo>
                  <a:pt x="142875" y="1485900"/>
                </a:lnTo>
                <a:lnTo>
                  <a:pt x="133350" y="1419225"/>
                </a:lnTo>
                <a:lnTo>
                  <a:pt x="104775" y="1419225"/>
                </a:lnTo>
                <a:lnTo>
                  <a:pt x="76200" y="1304925"/>
                </a:lnTo>
                <a:lnTo>
                  <a:pt x="47625" y="1209675"/>
                </a:lnTo>
                <a:lnTo>
                  <a:pt x="76200" y="1209675"/>
                </a:lnTo>
                <a:lnTo>
                  <a:pt x="85725" y="1209675"/>
                </a:lnTo>
                <a:lnTo>
                  <a:pt x="85725" y="1171575"/>
                </a:lnTo>
                <a:lnTo>
                  <a:pt x="114300" y="1143000"/>
                </a:lnTo>
                <a:lnTo>
                  <a:pt x="104775" y="1095375"/>
                </a:lnTo>
                <a:lnTo>
                  <a:pt x="95250" y="1076325"/>
                </a:lnTo>
                <a:lnTo>
                  <a:pt x="66675" y="1019175"/>
                </a:lnTo>
                <a:lnTo>
                  <a:pt x="76200" y="904875"/>
                </a:lnTo>
                <a:lnTo>
                  <a:pt x="85725" y="828675"/>
                </a:lnTo>
                <a:lnTo>
                  <a:pt x="19050" y="838200"/>
                </a:lnTo>
                <a:lnTo>
                  <a:pt x="9525" y="819150"/>
                </a:lnTo>
                <a:lnTo>
                  <a:pt x="66675" y="847725"/>
                </a:lnTo>
                <a:lnTo>
                  <a:pt x="57150" y="781050"/>
                </a:lnTo>
                <a:lnTo>
                  <a:pt x="9525" y="762000"/>
                </a:lnTo>
                <a:lnTo>
                  <a:pt x="47625" y="733425"/>
                </a:lnTo>
                <a:lnTo>
                  <a:pt x="47625" y="638175"/>
                </a:lnTo>
                <a:lnTo>
                  <a:pt x="66675" y="590550"/>
                </a:lnTo>
                <a:lnTo>
                  <a:pt x="0" y="561975"/>
                </a:lnTo>
                <a:lnTo>
                  <a:pt x="19050" y="514350"/>
                </a:lnTo>
                <a:lnTo>
                  <a:pt x="38100" y="457200"/>
                </a:lnTo>
                <a:lnTo>
                  <a:pt x="66675" y="381000"/>
                </a:lnTo>
                <a:lnTo>
                  <a:pt x="47625" y="352425"/>
                </a:lnTo>
                <a:lnTo>
                  <a:pt x="76200" y="342900"/>
                </a:lnTo>
                <a:lnTo>
                  <a:pt x="114300" y="371475"/>
                </a:lnTo>
                <a:lnTo>
                  <a:pt x="142875" y="381000"/>
                </a:lnTo>
                <a:lnTo>
                  <a:pt x="95250" y="323850"/>
                </a:lnTo>
                <a:lnTo>
                  <a:pt x="123825" y="371475"/>
                </a:lnTo>
                <a:lnTo>
                  <a:pt x="123825" y="295275"/>
                </a:lnTo>
                <a:lnTo>
                  <a:pt x="171450" y="285750"/>
                </a:lnTo>
                <a:lnTo>
                  <a:pt x="180975" y="314325"/>
                </a:lnTo>
                <a:lnTo>
                  <a:pt x="190500" y="295275"/>
                </a:lnTo>
                <a:lnTo>
                  <a:pt x="247650" y="285750"/>
                </a:lnTo>
                <a:lnTo>
                  <a:pt x="228600" y="228600"/>
                </a:lnTo>
                <a:lnTo>
                  <a:pt x="295275" y="257175"/>
                </a:lnTo>
                <a:lnTo>
                  <a:pt x="276225" y="209550"/>
                </a:lnTo>
                <a:lnTo>
                  <a:pt x="323850" y="209550"/>
                </a:lnTo>
                <a:lnTo>
                  <a:pt x="323850" y="219075"/>
                </a:lnTo>
                <a:lnTo>
                  <a:pt x="323850" y="200025"/>
                </a:lnTo>
                <a:lnTo>
                  <a:pt x="371475" y="171450"/>
                </a:lnTo>
                <a:lnTo>
                  <a:pt x="361950" y="190500"/>
                </a:lnTo>
                <a:lnTo>
                  <a:pt x="361950" y="180975"/>
                </a:lnTo>
                <a:lnTo>
                  <a:pt x="428625" y="180975"/>
                </a:lnTo>
                <a:lnTo>
                  <a:pt x="409575" y="142875"/>
                </a:lnTo>
                <a:lnTo>
                  <a:pt x="447675" y="114300"/>
                </a:lnTo>
                <a:lnTo>
                  <a:pt x="485775" y="142875"/>
                </a:lnTo>
                <a:lnTo>
                  <a:pt x="495300" y="104775"/>
                </a:lnTo>
                <a:lnTo>
                  <a:pt x="533400" y="152400"/>
                </a:lnTo>
                <a:lnTo>
                  <a:pt x="533400" y="114300"/>
                </a:lnTo>
                <a:lnTo>
                  <a:pt x="552450" y="133350"/>
                </a:lnTo>
                <a:lnTo>
                  <a:pt x="552450" y="104775"/>
                </a:lnTo>
                <a:lnTo>
                  <a:pt x="571500" y="66675"/>
                </a:lnTo>
                <a:lnTo>
                  <a:pt x="590550" y="47625"/>
                </a:lnTo>
                <a:lnTo>
                  <a:pt x="619125" y="57150"/>
                </a:lnTo>
                <a:lnTo>
                  <a:pt x="638175" y="76200"/>
                </a:lnTo>
                <a:lnTo>
                  <a:pt x="590550" y="0"/>
                </a:lnTo>
                <a:lnTo>
                  <a:pt x="714375" y="152400"/>
                </a:lnTo>
                <a:lnTo>
                  <a:pt x="704850" y="180975"/>
                </a:lnTo>
                <a:lnTo>
                  <a:pt x="733425" y="200025"/>
                </a:lnTo>
                <a:lnTo>
                  <a:pt x="733425" y="200025"/>
                </a:lnTo>
                <a:lnTo>
                  <a:pt x="809625" y="323850"/>
                </a:lnTo>
                <a:lnTo>
                  <a:pt x="809625" y="304800"/>
                </a:lnTo>
                <a:lnTo>
                  <a:pt x="819150" y="333375"/>
                </a:lnTo>
                <a:lnTo>
                  <a:pt x="866775" y="390525"/>
                </a:lnTo>
                <a:lnTo>
                  <a:pt x="857250" y="314325"/>
                </a:lnTo>
                <a:lnTo>
                  <a:pt x="885825" y="352425"/>
                </a:lnTo>
                <a:lnTo>
                  <a:pt x="942975" y="333375"/>
                </a:lnTo>
                <a:lnTo>
                  <a:pt x="962025" y="361950"/>
                </a:lnTo>
                <a:lnTo>
                  <a:pt x="1038225" y="409575"/>
                </a:lnTo>
                <a:lnTo>
                  <a:pt x="1000125" y="457200"/>
                </a:lnTo>
                <a:lnTo>
                  <a:pt x="1057275" y="495300"/>
                </a:lnTo>
                <a:lnTo>
                  <a:pt x="1104900" y="609600"/>
                </a:lnTo>
                <a:lnTo>
                  <a:pt x="1133475" y="609600"/>
                </a:lnTo>
                <a:lnTo>
                  <a:pt x="1200150" y="619125"/>
                </a:lnTo>
                <a:lnTo>
                  <a:pt x="1162050" y="685800"/>
                </a:lnTo>
                <a:lnTo>
                  <a:pt x="1238250" y="704850"/>
                </a:lnTo>
                <a:lnTo>
                  <a:pt x="1257300" y="752475"/>
                </a:lnTo>
                <a:lnTo>
                  <a:pt x="1219200" y="733425"/>
                </a:lnTo>
                <a:lnTo>
                  <a:pt x="1257300" y="790575"/>
                </a:lnTo>
                <a:lnTo>
                  <a:pt x="1257300" y="752475"/>
                </a:lnTo>
                <a:lnTo>
                  <a:pt x="1285875" y="847725"/>
                </a:lnTo>
                <a:lnTo>
                  <a:pt x="1333500" y="904875"/>
                </a:lnTo>
                <a:lnTo>
                  <a:pt x="1352550" y="885825"/>
                </a:lnTo>
                <a:lnTo>
                  <a:pt x="1381125" y="952500"/>
                </a:lnTo>
                <a:lnTo>
                  <a:pt x="1400175" y="933450"/>
                </a:lnTo>
                <a:lnTo>
                  <a:pt x="1400175" y="990600"/>
                </a:lnTo>
                <a:lnTo>
                  <a:pt x="1457325" y="1009650"/>
                </a:lnTo>
                <a:lnTo>
                  <a:pt x="1409700" y="1009650"/>
                </a:lnTo>
                <a:lnTo>
                  <a:pt x="1457325" y="1085850"/>
                </a:lnTo>
                <a:lnTo>
                  <a:pt x="1457325" y="1047750"/>
                </a:lnTo>
                <a:lnTo>
                  <a:pt x="1466850" y="1085850"/>
                </a:lnTo>
                <a:lnTo>
                  <a:pt x="1504950" y="1133475"/>
                </a:lnTo>
                <a:lnTo>
                  <a:pt x="1466850" y="1181100"/>
                </a:lnTo>
                <a:lnTo>
                  <a:pt x="1457325" y="1219200"/>
                </a:lnTo>
                <a:lnTo>
                  <a:pt x="1476375" y="1190625"/>
                </a:lnTo>
                <a:lnTo>
                  <a:pt x="1514475" y="1200150"/>
                </a:lnTo>
                <a:lnTo>
                  <a:pt x="1524000" y="1238250"/>
                </a:lnTo>
                <a:lnTo>
                  <a:pt x="1524000" y="1295400"/>
                </a:lnTo>
                <a:lnTo>
                  <a:pt x="1524000" y="1295400"/>
                </a:lnTo>
                <a:lnTo>
                  <a:pt x="1533525" y="1304925"/>
                </a:lnTo>
                <a:lnTo>
                  <a:pt x="1524000" y="1343025"/>
                </a:lnTo>
                <a:lnTo>
                  <a:pt x="1552575" y="1381125"/>
                </a:lnTo>
                <a:lnTo>
                  <a:pt x="1533525" y="1428750"/>
                </a:lnTo>
                <a:lnTo>
                  <a:pt x="1552575" y="1447800"/>
                </a:lnTo>
                <a:lnTo>
                  <a:pt x="1562100" y="1466850"/>
                </a:lnTo>
                <a:lnTo>
                  <a:pt x="1581150" y="1524000"/>
                </a:lnTo>
                <a:lnTo>
                  <a:pt x="1543050" y="1514475"/>
                </a:lnTo>
                <a:lnTo>
                  <a:pt x="1581150" y="1571625"/>
                </a:lnTo>
                <a:lnTo>
                  <a:pt x="1562100" y="1600200"/>
                </a:lnTo>
                <a:lnTo>
                  <a:pt x="1609725" y="1590675"/>
                </a:lnTo>
                <a:lnTo>
                  <a:pt x="1562100" y="1581150"/>
                </a:lnTo>
                <a:lnTo>
                  <a:pt x="1590675" y="1647825"/>
                </a:lnTo>
                <a:lnTo>
                  <a:pt x="1581150" y="1666875"/>
                </a:lnTo>
                <a:lnTo>
                  <a:pt x="1628775" y="1685925"/>
                </a:lnTo>
                <a:lnTo>
                  <a:pt x="1628775" y="1724025"/>
                </a:lnTo>
                <a:lnTo>
                  <a:pt x="1638300" y="1714500"/>
                </a:lnTo>
                <a:lnTo>
                  <a:pt x="1628775" y="1781175"/>
                </a:lnTo>
                <a:lnTo>
                  <a:pt x="1657350" y="1809750"/>
                </a:lnTo>
                <a:lnTo>
                  <a:pt x="1666875" y="1809750"/>
                </a:lnTo>
                <a:lnTo>
                  <a:pt x="1781175" y="1990725"/>
                </a:lnTo>
                <a:lnTo>
                  <a:pt x="1762125" y="1704975"/>
                </a:lnTo>
                <a:lnTo>
                  <a:pt x="1685925" y="1771650"/>
                </a:lnTo>
                <a:lnTo>
                  <a:pt x="1524000" y="1800225"/>
                </a:lnTo>
                <a:lnTo>
                  <a:pt x="1552575" y="1847850"/>
                </a:lnTo>
                <a:lnTo>
                  <a:pt x="1562100" y="1895475"/>
                </a:lnTo>
                <a:lnTo>
                  <a:pt x="1533525" y="1895475"/>
                </a:lnTo>
                <a:lnTo>
                  <a:pt x="1590675" y="1924050"/>
                </a:lnTo>
                <a:lnTo>
                  <a:pt x="1581150" y="1866900"/>
                </a:lnTo>
                <a:lnTo>
                  <a:pt x="1666875" y="1971675"/>
                </a:lnTo>
                <a:lnTo>
                  <a:pt x="1581150" y="2009775"/>
                </a:lnTo>
                <a:lnTo>
                  <a:pt x="1533525" y="2009775"/>
                </a:lnTo>
                <a:lnTo>
                  <a:pt x="1495425" y="1971675"/>
                </a:lnTo>
                <a:lnTo>
                  <a:pt x="1590675" y="2038350"/>
                </a:lnTo>
                <a:lnTo>
                  <a:pt x="1628775" y="2114550"/>
                </a:lnTo>
                <a:lnTo>
                  <a:pt x="1581150" y="2171700"/>
                </a:lnTo>
                <a:lnTo>
                  <a:pt x="1647825" y="2152650"/>
                </a:lnTo>
                <a:lnTo>
                  <a:pt x="1666875" y="2133600"/>
                </a:lnTo>
                <a:lnTo>
                  <a:pt x="1619250" y="2257425"/>
                </a:lnTo>
                <a:lnTo>
                  <a:pt x="1600200" y="2152650"/>
                </a:lnTo>
                <a:lnTo>
                  <a:pt x="1609725" y="2162175"/>
                </a:lnTo>
                <a:lnTo>
                  <a:pt x="1638300" y="2171700"/>
                </a:lnTo>
                <a:lnTo>
                  <a:pt x="1609725" y="2200275"/>
                </a:lnTo>
                <a:lnTo>
                  <a:pt x="1590675" y="2266950"/>
                </a:lnTo>
                <a:lnTo>
                  <a:pt x="1628775" y="2295525"/>
                </a:lnTo>
                <a:lnTo>
                  <a:pt x="1619250" y="2305050"/>
                </a:lnTo>
                <a:lnTo>
                  <a:pt x="1638300" y="2324100"/>
                </a:lnTo>
                <a:lnTo>
                  <a:pt x="1600200" y="2343150"/>
                </a:lnTo>
                <a:lnTo>
                  <a:pt x="1533525" y="2343150"/>
                </a:lnTo>
                <a:lnTo>
                  <a:pt x="1552575" y="2390775"/>
                </a:lnTo>
                <a:lnTo>
                  <a:pt x="1590675" y="2390775"/>
                </a:lnTo>
                <a:lnTo>
                  <a:pt x="1590675" y="2390775"/>
                </a:lnTo>
                <a:lnTo>
                  <a:pt x="1419225" y="2362200"/>
                </a:lnTo>
                <a:lnTo>
                  <a:pt x="1352550" y="2438400"/>
                </a:lnTo>
                <a:lnTo>
                  <a:pt x="1466850" y="2438400"/>
                </a:lnTo>
                <a:lnTo>
                  <a:pt x="1485900" y="2476500"/>
                </a:lnTo>
                <a:lnTo>
                  <a:pt x="1514475" y="2476500"/>
                </a:lnTo>
                <a:lnTo>
                  <a:pt x="1466850" y="2619375"/>
                </a:lnTo>
                <a:lnTo>
                  <a:pt x="1485900" y="2657475"/>
                </a:lnTo>
                <a:lnTo>
                  <a:pt x="1495425" y="2667000"/>
                </a:lnTo>
                <a:lnTo>
                  <a:pt x="1524000" y="2705100"/>
                </a:lnTo>
                <a:lnTo>
                  <a:pt x="1466850" y="2771775"/>
                </a:lnTo>
                <a:lnTo>
                  <a:pt x="1457325" y="2828925"/>
                </a:lnTo>
                <a:lnTo>
                  <a:pt x="1476375" y="2847975"/>
                </a:lnTo>
                <a:lnTo>
                  <a:pt x="1485900" y="2819400"/>
                </a:lnTo>
                <a:lnTo>
                  <a:pt x="1447800" y="2876550"/>
                </a:lnTo>
                <a:lnTo>
                  <a:pt x="1438275" y="2924175"/>
                </a:lnTo>
                <a:lnTo>
                  <a:pt x="1438275" y="2943225"/>
                </a:lnTo>
                <a:lnTo>
                  <a:pt x="1381125" y="3067050"/>
                </a:lnTo>
                <a:lnTo>
                  <a:pt x="1400175" y="3067050"/>
                </a:lnTo>
                <a:lnTo>
                  <a:pt x="1457325" y="3086100"/>
                </a:lnTo>
                <a:lnTo>
                  <a:pt x="1333500" y="3086100"/>
                </a:lnTo>
                <a:lnTo>
                  <a:pt x="1352550" y="3086100"/>
                </a:lnTo>
                <a:lnTo>
                  <a:pt x="1323975" y="3105150"/>
                </a:lnTo>
                <a:lnTo>
                  <a:pt x="1314450" y="3133725"/>
                </a:lnTo>
                <a:lnTo>
                  <a:pt x="1304925" y="3228975"/>
                </a:lnTo>
                <a:lnTo>
                  <a:pt x="1238250" y="3248025"/>
                </a:lnTo>
                <a:lnTo>
                  <a:pt x="1266825" y="3305175"/>
                </a:lnTo>
                <a:lnTo>
                  <a:pt x="1238250" y="3314700"/>
                </a:lnTo>
                <a:lnTo>
                  <a:pt x="1257300" y="3352800"/>
                </a:lnTo>
                <a:lnTo>
                  <a:pt x="1219200" y="3381375"/>
                </a:lnTo>
                <a:lnTo>
                  <a:pt x="1228725" y="3381375"/>
                </a:lnTo>
                <a:lnTo>
                  <a:pt x="1190625" y="3448050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-2305050" y="-619125"/>
            <a:ext cx="2333625" cy="4352925"/>
          </a:xfrm>
          <a:custGeom>
            <a:avLst/>
            <a:gdLst/>
            <a:ahLst/>
            <a:cxnLst/>
            <a:rect l="l" t="t" r="r" b="b"/>
            <a:pathLst>
              <a:path w="2333625" h="4352925">
                <a:moveTo>
                  <a:pt x="1543050" y="4352925"/>
                </a:moveTo>
                <a:lnTo>
                  <a:pt x="1638300" y="4267200"/>
                </a:lnTo>
                <a:lnTo>
                  <a:pt x="1571625" y="4219575"/>
                </a:lnTo>
                <a:lnTo>
                  <a:pt x="1485900" y="4191000"/>
                </a:lnTo>
                <a:lnTo>
                  <a:pt x="1609725" y="4171950"/>
                </a:lnTo>
                <a:lnTo>
                  <a:pt x="1533525" y="4010025"/>
                </a:lnTo>
                <a:lnTo>
                  <a:pt x="1428750" y="4114800"/>
                </a:lnTo>
                <a:lnTo>
                  <a:pt x="1466850" y="4114800"/>
                </a:lnTo>
                <a:lnTo>
                  <a:pt x="1381125" y="4067175"/>
                </a:lnTo>
                <a:lnTo>
                  <a:pt x="1390650" y="4114800"/>
                </a:lnTo>
                <a:lnTo>
                  <a:pt x="1400175" y="3952875"/>
                </a:lnTo>
                <a:lnTo>
                  <a:pt x="1304925" y="4000500"/>
                </a:lnTo>
                <a:lnTo>
                  <a:pt x="1257300" y="4010025"/>
                </a:lnTo>
                <a:lnTo>
                  <a:pt x="1304925" y="3857625"/>
                </a:lnTo>
                <a:lnTo>
                  <a:pt x="1314450" y="3933825"/>
                </a:lnTo>
                <a:lnTo>
                  <a:pt x="1238250" y="3867150"/>
                </a:lnTo>
                <a:lnTo>
                  <a:pt x="1181100" y="3829050"/>
                </a:lnTo>
                <a:lnTo>
                  <a:pt x="981075" y="3829050"/>
                </a:lnTo>
                <a:lnTo>
                  <a:pt x="981075" y="3771900"/>
                </a:lnTo>
                <a:lnTo>
                  <a:pt x="990600" y="3829050"/>
                </a:lnTo>
                <a:lnTo>
                  <a:pt x="1019175" y="3752850"/>
                </a:lnTo>
                <a:lnTo>
                  <a:pt x="962025" y="3638550"/>
                </a:lnTo>
                <a:lnTo>
                  <a:pt x="923925" y="3676650"/>
                </a:lnTo>
                <a:lnTo>
                  <a:pt x="866775" y="3581400"/>
                </a:lnTo>
                <a:lnTo>
                  <a:pt x="866775" y="3581400"/>
                </a:lnTo>
                <a:lnTo>
                  <a:pt x="857250" y="3476625"/>
                </a:lnTo>
                <a:lnTo>
                  <a:pt x="800100" y="3476625"/>
                </a:lnTo>
                <a:lnTo>
                  <a:pt x="771525" y="3486150"/>
                </a:lnTo>
                <a:lnTo>
                  <a:pt x="752475" y="3505200"/>
                </a:lnTo>
                <a:lnTo>
                  <a:pt x="752475" y="3448050"/>
                </a:lnTo>
                <a:lnTo>
                  <a:pt x="695325" y="3429000"/>
                </a:lnTo>
                <a:lnTo>
                  <a:pt x="695325" y="3352800"/>
                </a:lnTo>
                <a:lnTo>
                  <a:pt x="695325" y="3362325"/>
                </a:lnTo>
                <a:lnTo>
                  <a:pt x="695325" y="3362325"/>
                </a:lnTo>
                <a:lnTo>
                  <a:pt x="685800" y="3314700"/>
                </a:lnTo>
                <a:lnTo>
                  <a:pt x="657225" y="3276600"/>
                </a:lnTo>
                <a:lnTo>
                  <a:pt x="628650" y="3257550"/>
                </a:lnTo>
                <a:lnTo>
                  <a:pt x="647700" y="3219450"/>
                </a:lnTo>
                <a:lnTo>
                  <a:pt x="590550" y="3152775"/>
                </a:lnTo>
                <a:lnTo>
                  <a:pt x="571500" y="3152775"/>
                </a:lnTo>
                <a:lnTo>
                  <a:pt x="600075" y="3057525"/>
                </a:lnTo>
                <a:lnTo>
                  <a:pt x="542925" y="3028950"/>
                </a:lnTo>
                <a:lnTo>
                  <a:pt x="590550" y="2971800"/>
                </a:lnTo>
                <a:lnTo>
                  <a:pt x="552450" y="2952750"/>
                </a:lnTo>
                <a:lnTo>
                  <a:pt x="552450" y="2943225"/>
                </a:lnTo>
                <a:lnTo>
                  <a:pt x="533400" y="2876550"/>
                </a:lnTo>
                <a:lnTo>
                  <a:pt x="533400" y="2867025"/>
                </a:lnTo>
                <a:lnTo>
                  <a:pt x="533400" y="2819400"/>
                </a:lnTo>
                <a:lnTo>
                  <a:pt x="514350" y="2771775"/>
                </a:lnTo>
                <a:lnTo>
                  <a:pt x="495300" y="2752725"/>
                </a:lnTo>
                <a:lnTo>
                  <a:pt x="466725" y="2724150"/>
                </a:lnTo>
                <a:lnTo>
                  <a:pt x="495300" y="2695575"/>
                </a:lnTo>
                <a:lnTo>
                  <a:pt x="438150" y="2638425"/>
                </a:lnTo>
                <a:lnTo>
                  <a:pt x="466725" y="2590800"/>
                </a:lnTo>
                <a:lnTo>
                  <a:pt x="457200" y="2533650"/>
                </a:lnTo>
                <a:lnTo>
                  <a:pt x="438150" y="2543175"/>
                </a:lnTo>
                <a:lnTo>
                  <a:pt x="400050" y="2486025"/>
                </a:lnTo>
                <a:lnTo>
                  <a:pt x="409575" y="2447925"/>
                </a:lnTo>
                <a:lnTo>
                  <a:pt x="371475" y="2428875"/>
                </a:lnTo>
                <a:lnTo>
                  <a:pt x="400050" y="2390775"/>
                </a:lnTo>
                <a:lnTo>
                  <a:pt x="381000" y="2305050"/>
                </a:lnTo>
                <a:lnTo>
                  <a:pt x="371475" y="2305050"/>
                </a:lnTo>
                <a:lnTo>
                  <a:pt x="333375" y="2247900"/>
                </a:lnTo>
                <a:lnTo>
                  <a:pt x="342900" y="2219325"/>
                </a:lnTo>
                <a:lnTo>
                  <a:pt x="295275" y="2162175"/>
                </a:lnTo>
                <a:lnTo>
                  <a:pt x="104775" y="2228850"/>
                </a:lnTo>
                <a:lnTo>
                  <a:pt x="219075" y="2095500"/>
                </a:lnTo>
                <a:lnTo>
                  <a:pt x="314325" y="2057400"/>
                </a:lnTo>
                <a:lnTo>
                  <a:pt x="257175" y="1943100"/>
                </a:lnTo>
                <a:lnTo>
                  <a:pt x="209550" y="1866900"/>
                </a:lnTo>
                <a:lnTo>
                  <a:pt x="219075" y="1724025"/>
                </a:lnTo>
                <a:lnTo>
                  <a:pt x="219075" y="1790700"/>
                </a:lnTo>
                <a:lnTo>
                  <a:pt x="200025" y="1704975"/>
                </a:lnTo>
                <a:lnTo>
                  <a:pt x="104775" y="1771650"/>
                </a:lnTo>
                <a:lnTo>
                  <a:pt x="85725" y="1676400"/>
                </a:lnTo>
                <a:lnTo>
                  <a:pt x="85725" y="1543050"/>
                </a:lnTo>
                <a:lnTo>
                  <a:pt x="133350" y="1495425"/>
                </a:lnTo>
                <a:lnTo>
                  <a:pt x="152400" y="1476375"/>
                </a:lnTo>
                <a:lnTo>
                  <a:pt x="123825" y="1419225"/>
                </a:lnTo>
                <a:lnTo>
                  <a:pt x="133350" y="1390650"/>
                </a:lnTo>
                <a:lnTo>
                  <a:pt x="209550" y="1314450"/>
                </a:lnTo>
                <a:lnTo>
                  <a:pt x="142875" y="1152525"/>
                </a:lnTo>
                <a:lnTo>
                  <a:pt x="0" y="1247775"/>
                </a:lnTo>
                <a:lnTo>
                  <a:pt x="9525" y="1228725"/>
                </a:lnTo>
                <a:lnTo>
                  <a:pt x="95250" y="1066800"/>
                </a:lnTo>
                <a:lnTo>
                  <a:pt x="66675" y="1009650"/>
                </a:lnTo>
                <a:lnTo>
                  <a:pt x="114300" y="971550"/>
                </a:lnTo>
                <a:lnTo>
                  <a:pt x="142875" y="923925"/>
                </a:lnTo>
                <a:lnTo>
                  <a:pt x="104775" y="923925"/>
                </a:lnTo>
                <a:lnTo>
                  <a:pt x="85725" y="857250"/>
                </a:lnTo>
                <a:lnTo>
                  <a:pt x="142875" y="762000"/>
                </a:lnTo>
                <a:lnTo>
                  <a:pt x="85725" y="714375"/>
                </a:lnTo>
                <a:lnTo>
                  <a:pt x="66675" y="619125"/>
                </a:lnTo>
                <a:lnTo>
                  <a:pt x="85725" y="600075"/>
                </a:lnTo>
                <a:lnTo>
                  <a:pt x="95250" y="523875"/>
                </a:lnTo>
                <a:lnTo>
                  <a:pt x="57150" y="438150"/>
                </a:lnTo>
                <a:lnTo>
                  <a:pt x="66675" y="447675"/>
                </a:lnTo>
                <a:lnTo>
                  <a:pt x="114300" y="381000"/>
                </a:lnTo>
                <a:lnTo>
                  <a:pt x="161925" y="400050"/>
                </a:lnTo>
                <a:lnTo>
                  <a:pt x="161925" y="400050"/>
                </a:lnTo>
                <a:lnTo>
                  <a:pt x="171450" y="381000"/>
                </a:lnTo>
                <a:lnTo>
                  <a:pt x="209550" y="381000"/>
                </a:lnTo>
                <a:lnTo>
                  <a:pt x="228600" y="371475"/>
                </a:lnTo>
                <a:lnTo>
                  <a:pt x="238125" y="352425"/>
                </a:lnTo>
                <a:lnTo>
                  <a:pt x="257175" y="323850"/>
                </a:lnTo>
                <a:lnTo>
                  <a:pt x="304800" y="314325"/>
                </a:lnTo>
                <a:lnTo>
                  <a:pt x="295275" y="276225"/>
                </a:lnTo>
                <a:lnTo>
                  <a:pt x="342900" y="285750"/>
                </a:lnTo>
                <a:lnTo>
                  <a:pt x="361950" y="238125"/>
                </a:lnTo>
                <a:lnTo>
                  <a:pt x="438150" y="247650"/>
                </a:lnTo>
                <a:lnTo>
                  <a:pt x="447675" y="200025"/>
                </a:lnTo>
                <a:lnTo>
                  <a:pt x="438150" y="219075"/>
                </a:lnTo>
                <a:lnTo>
                  <a:pt x="504825" y="228600"/>
                </a:lnTo>
                <a:lnTo>
                  <a:pt x="514350" y="190500"/>
                </a:lnTo>
                <a:lnTo>
                  <a:pt x="495300" y="200025"/>
                </a:lnTo>
                <a:lnTo>
                  <a:pt x="533400" y="228600"/>
                </a:lnTo>
                <a:lnTo>
                  <a:pt x="590550" y="200025"/>
                </a:lnTo>
                <a:lnTo>
                  <a:pt x="571500" y="209550"/>
                </a:lnTo>
                <a:lnTo>
                  <a:pt x="609600" y="180975"/>
                </a:lnTo>
                <a:lnTo>
                  <a:pt x="619125" y="152400"/>
                </a:lnTo>
                <a:lnTo>
                  <a:pt x="695325" y="114300"/>
                </a:lnTo>
                <a:lnTo>
                  <a:pt x="666750" y="95250"/>
                </a:lnTo>
                <a:lnTo>
                  <a:pt x="733425" y="85725"/>
                </a:lnTo>
                <a:lnTo>
                  <a:pt x="762000" y="95250"/>
                </a:lnTo>
                <a:lnTo>
                  <a:pt x="742950" y="85725"/>
                </a:lnTo>
                <a:lnTo>
                  <a:pt x="781050" y="76200"/>
                </a:lnTo>
                <a:lnTo>
                  <a:pt x="771525" y="19050"/>
                </a:lnTo>
                <a:lnTo>
                  <a:pt x="800100" y="38100"/>
                </a:lnTo>
                <a:lnTo>
                  <a:pt x="857250" y="0"/>
                </a:lnTo>
                <a:lnTo>
                  <a:pt x="933450" y="190500"/>
                </a:lnTo>
                <a:lnTo>
                  <a:pt x="914400" y="47625"/>
                </a:lnTo>
                <a:lnTo>
                  <a:pt x="828675" y="285750"/>
                </a:lnTo>
                <a:lnTo>
                  <a:pt x="981075" y="257175"/>
                </a:lnTo>
                <a:lnTo>
                  <a:pt x="1047750" y="285750"/>
                </a:lnTo>
                <a:lnTo>
                  <a:pt x="1066800" y="314325"/>
                </a:lnTo>
                <a:lnTo>
                  <a:pt x="1085850" y="352425"/>
                </a:lnTo>
                <a:lnTo>
                  <a:pt x="1114425" y="390525"/>
                </a:lnTo>
                <a:lnTo>
                  <a:pt x="1162050" y="447675"/>
                </a:lnTo>
                <a:lnTo>
                  <a:pt x="1200150" y="371475"/>
                </a:lnTo>
                <a:lnTo>
                  <a:pt x="1190625" y="457200"/>
                </a:lnTo>
                <a:lnTo>
                  <a:pt x="1247775" y="400050"/>
                </a:lnTo>
                <a:lnTo>
                  <a:pt x="1257300" y="495300"/>
                </a:lnTo>
                <a:lnTo>
                  <a:pt x="1266825" y="504825"/>
                </a:lnTo>
                <a:lnTo>
                  <a:pt x="1333500" y="533400"/>
                </a:lnTo>
                <a:lnTo>
                  <a:pt x="1352550" y="619125"/>
                </a:lnTo>
                <a:lnTo>
                  <a:pt x="1447800" y="704850"/>
                </a:lnTo>
                <a:lnTo>
                  <a:pt x="1466850" y="752475"/>
                </a:lnTo>
                <a:lnTo>
                  <a:pt x="1552575" y="847725"/>
                </a:lnTo>
                <a:lnTo>
                  <a:pt x="1543050" y="800100"/>
                </a:lnTo>
                <a:lnTo>
                  <a:pt x="1581150" y="771525"/>
                </a:lnTo>
                <a:lnTo>
                  <a:pt x="1609725" y="838200"/>
                </a:lnTo>
                <a:lnTo>
                  <a:pt x="1657350" y="895350"/>
                </a:lnTo>
                <a:lnTo>
                  <a:pt x="1657350" y="914400"/>
                </a:lnTo>
                <a:lnTo>
                  <a:pt x="1733550" y="952500"/>
                </a:lnTo>
                <a:lnTo>
                  <a:pt x="1771650" y="1009650"/>
                </a:lnTo>
                <a:lnTo>
                  <a:pt x="1800225" y="1066800"/>
                </a:lnTo>
                <a:lnTo>
                  <a:pt x="1781175" y="1104900"/>
                </a:lnTo>
                <a:lnTo>
                  <a:pt x="1809750" y="1114425"/>
                </a:lnTo>
                <a:lnTo>
                  <a:pt x="1857375" y="1181100"/>
                </a:lnTo>
                <a:lnTo>
                  <a:pt x="1857375" y="1228725"/>
                </a:lnTo>
                <a:lnTo>
                  <a:pt x="1914525" y="1247775"/>
                </a:lnTo>
                <a:lnTo>
                  <a:pt x="1866900" y="1266825"/>
                </a:lnTo>
                <a:lnTo>
                  <a:pt x="1885950" y="1304925"/>
                </a:lnTo>
                <a:lnTo>
                  <a:pt x="1914525" y="1323975"/>
                </a:lnTo>
                <a:lnTo>
                  <a:pt x="1885950" y="1381125"/>
                </a:lnTo>
                <a:lnTo>
                  <a:pt x="1924050" y="1371600"/>
                </a:lnTo>
                <a:lnTo>
                  <a:pt x="1952625" y="1428750"/>
                </a:lnTo>
                <a:lnTo>
                  <a:pt x="1933575" y="1495425"/>
                </a:lnTo>
                <a:lnTo>
                  <a:pt x="1905000" y="1504950"/>
                </a:lnTo>
                <a:lnTo>
                  <a:pt x="1933575" y="1543050"/>
                </a:lnTo>
                <a:lnTo>
                  <a:pt x="1933575" y="1571625"/>
                </a:lnTo>
                <a:lnTo>
                  <a:pt x="1952625" y="1562100"/>
                </a:lnTo>
                <a:lnTo>
                  <a:pt x="1990725" y="1628775"/>
                </a:lnTo>
                <a:lnTo>
                  <a:pt x="1971675" y="1657350"/>
                </a:lnTo>
                <a:lnTo>
                  <a:pt x="2000250" y="1704975"/>
                </a:lnTo>
                <a:lnTo>
                  <a:pt x="1971675" y="1704975"/>
                </a:lnTo>
                <a:lnTo>
                  <a:pt x="2009775" y="1752600"/>
                </a:lnTo>
                <a:lnTo>
                  <a:pt x="1962150" y="1752600"/>
                </a:lnTo>
                <a:lnTo>
                  <a:pt x="2019300" y="1800225"/>
                </a:lnTo>
                <a:lnTo>
                  <a:pt x="2009775" y="1828800"/>
                </a:lnTo>
                <a:lnTo>
                  <a:pt x="2038350" y="1866900"/>
                </a:lnTo>
                <a:lnTo>
                  <a:pt x="2047875" y="1924050"/>
                </a:lnTo>
                <a:lnTo>
                  <a:pt x="2038350" y="1924050"/>
                </a:lnTo>
                <a:lnTo>
                  <a:pt x="2066925" y="1933575"/>
                </a:lnTo>
                <a:lnTo>
                  <a:pt x="2085975" y="2009775"/>
                </a:lnTo>
                <a:lnTo>
                  <a:pt x="2095500" y="2047875"/>
                </a:lnTo>
                <a:lnTo>
                  <a:pt x="2066925" y="2085975"/>
                </a:lnTo>
                <a:lnTo>
                  <a:pt x="2105025" y="2105025"/>
                </a:lnTo>
                <a:lnTo>
                  <a:pt x="2076450" y="2105025"/>
                </a:lnTo>
                <a:lnTo>
                  <a:pt x="2085975" y="2181225"/>
                </a:lnTo>
                <a:lnTo>
                  <a:pt x="2133600" y="2209800"/>
                </a:lnTo>
                <a:lnTo>
                  <a:pt x="2143125" y="2219325"/>
                </a:lnTo>
                <a:lnTo>
                  <a:pt x="2162175" y="2247900"/>
                </a:lnTo>
                <a:lnTo>
                  <a:pt x="2276475" y="2200275"/>
                </a:lnTo>
                <a:lnTo>
                  <a:pt x="2333625" y="2305050"/>
                </a:lnTo>
                <a:lnTo>
                  <a:pt x="2190750" y="2171700"/>
                </a:lnTo>
                <a:lnTo>
                  <a:pt x="1990725" y="2247900"/>
                </a:lnTo>
                <a:lnTo>
                  <a:pt x="2000250" y="2295525"/>
                </a:lnTo>
                <a:lnTo>
                  <a:pt x="1952625" y="2400300"/>
                </a:lnTo>
                <a:lnTo>
                  <a:pt x="2047875" y="2362200"/>
                </a:lnTo>
                <a:lnTo>
                  <a:pt x="2009775" y="2371725"/>
                </a:lnTo>
                <a:lnTo>
                  <a:pt x="2228850" y="2390775"/>
                </a:lnTo>
                <a:lnTo>
                  <a:pt x="2076450" y="2409825"/>
                </a:lnTo>
                <a:lnTo>
                  <a:pt x="2000250" y="2390775"/>
                </a:lnTo>
                <a:lnTo>
                  <a:pt x="1943100" y="2524125"/>
                </a:lnTo>
                <a:lnTo>
                  <a:pt x="1990725" y="2505075"/>
                </a:lnTo>
                <a:lnTo>
                  <a:pt x="2047875" y="2609850"/>
                </a:lnTo>
                <a:lnTo>
                  <a:pt x="2057400" y="2571750"/>
                </a:lnTo>
                <a:lnTo>
                  <a:pt x="2076450" y="2714625"/>
                </a:lnTo>
                <a:lnTo>
                  <a:pt x="2019300" y="2667000"/>
                </a:lnTo>
                <a:lnTo>
                  <a:pt x="2095500" y="2752725"/>
                </a:lnTo>
                <a:lnTo>
                  <a:pt x="2076450" y="2733675"/>
                </a:lnTo>
                <a:lnTo>
                  <a:pt x="2095500" y="2695575"/>
                </a:lnTo>
                <a:lnTo>
                  <a:pt x="2047875" y="2790825"/>
                </a:lnTo>
                <a:lnTo>
                  <a:pt x="2124075" y="2647950"/>
                </a:lnTo>
                <a:lnTo>
                  <a:pt x="2114550" y="2800350"/>
                </a:lnTo>
                <a:lnTo>
                  <a:pt x="2076450" y="2838450"/>
                </a:lnTo>
                <a:lnTo>
                  <a:pt x="2152650" y="2724150"/>
                </a:lnTo>
                <a:lnTo>
                  <a:pt x="2105025" y="2771775"/>
                </a:lnTo>
                <a:lnTo>
                  <a:pt x="2047875" y="2819400"/>
                </a:lnTo>
                <a:lnTo>
                  <a:pt x="2057400" y="2895600"/>
                </a:lnTo>
                <a:lnTo>
                  <a:pt x="1990725" y="2971800"/>
                </a:lnTo>
                <a:lnTo>
                  <a:pt x="2038350" y="2952750"/>
                </a:lnTo>
                <a:lnTo>
                  <a:pt x="2047875" y="2952750"/>
                </a:lnTo>
                <a:lnTo>
                  <a:pt x="2076450" y="3048000"/>
                </a:lnTo>
                <a:lnTo>
                  <a:pt x="1971675" y="3276600"/>
                </a:lnTo>
                <a:lnTo>
                  <a:pt x="1914525" y="3171825"/>
                </a:lnTo>
                <a:lnTo>
                  <a:pt x="1809750" y="3181350"/>
                </a:lnTo>
                <a:lnTo>
                  <a:pt x="1943100" y="3143250"/>
                </a:lnTo>
                <a:lnTo>
                  <a:pt x="1971675" y="3276600"/>
                </a:lnTo>
                <a:lnTo>
                  <a:pt x="2019300" y="3343275"/>
                </a:lnTo>
                <a:lnTo>
                  <a:pt x="1971675" y="3314700"/>
                </a:lnTo>
                <a:lnTo>
                  <a:pt x="1924050" y="3400425"/>
                </a:lnTo>
                <a:lnTo>
                  <a:pt x="1933575" y="3295650"/>
                </a:lnTo>
                <a:lnTo>
                  <a:pt x="1876425" y="3295650"/>
                </a:lnTo>
                <a:lnTo>
                  <a:pt x="1952625" y="3429000"/>
                </a:lnTo>
                <a:lnTo>
                  <a:pt x="1914525" y="3562350"/>
                </a:lnTo>
                <a:lnTo>
                  <a:pt x="1981200" y="3581400"/>
                </a:lnTo>
                <a:lnTo>
                  <a:pt x="1876425" y="3667125"/>
                </a:lnTo>
                <a:lnTo>
                  <a:pt x="1809750" y="3676650"/>
                </a:lnTo>
                <a:lnTo>
                  <a:pt x="1857375" y="3705225"/>
                </a:lnTo>
                <a:lnTo>
                  <a:pt x="1771650" y="3695700"/>
                </a:lnTo>
                <a:lnTo>
                  <a:pt x="1714500" y="3705225"/>
                </a:lnTo>
                <a:lnTo>
                  <a:pt x="1752600" y="3800475"/>
                </a:lnTo>
                <a:lnTo>
                  <a:pt x="1771650" y="3867150"/>
                </a:lnTo>
                <a:lnTo>
                  <a:pt x="1771650" y="3924300"/>
                </a:lnTo>
                <a:lnTo>
                  <a:pt x="1752600" y="3962400"/>
                </a:lnTo>
                <a:lnTo>
                  <a:pt x="1752600" y="4010025"/>
                </a:lnTo>
                <a:lnTo>
                  <a:pt x="1704975" y="4076700"/>
                </a:lnTo>
                <a:lnTo>
                  <a:pt x="1743075" y="4124325"/>
                </a:lnTo>
                <a:lnTo>
                  <a:pt x="1638300" y="4105275"/>
                </a:lnTo>
                <a:lnTo>
                  <a:pt x="1628775" y="4143375"/>
                </a:lnTo>
                <a:lnTo>
                  <a:pt x="1657350" y="4229100"/>
                </a:lnTo>
                <a:lnTo>
                  <a:pt x="1609725" y="4229100"/>
                </a:lnTo>
                <a:lnTo>
                  <a:pt x="1609725" y="4286250"/>
                </a:lnTo>
                <a:lnTo>
                  <a:pt x="1600200" y="4305300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-3133725" y="247650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200025" y="114300"/>
                </a:moveTo>
                <a:lnTo>
                  <a:pt x="180975" y="142875"/>
                </a:lnTo>
                <a:lnTo>
                  <a:pt x="133350" y="200025"/>
                </a:lnTo>
                <a:lnTo>
                  <a:pt x="66675" y="190500"/>
                </a:lnTo>
                <a:lnTo>
                  <a:pt x="0" y="171450"/>
                </a:lnTo>
                <a:lnTo>
                  <a:pt x="19050" y="85725"/>
                </a:lnTo>
                <a:lnTo>
                  <a:pt x="0" y="19050"/>
                </a:lnTo>
                <a:lnTo>
                  <a:pt x="95250" y="38100"/>
                </a:lnTo>
                <a:lnTo>
                  <a:pt x="142875" y="0"/>
                </a:lnTo>
                <a:lnTo>
                  <a:pt x="180975" y="47625"/>
                </a:lnTo>
                <a:close/>
              </a:path>
            </a:pathLst>
          </a:custGeom>
          <a:solidFill>
            <a:srgbClr val="14729E">
              <a:alpha val="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-1295400" y="4305300"/>
            <a:ext cx="323850" cy="200025"/>
          </a:xfrm>
          <a:custGeom>
            <a:avLst/>
            <a:gdLst/>
            <a:ahLst/>
            <a:cxnLst/>
            <a:rect l="l" t="t" r="r" b="b"/>
            <a:pathLst>
              <a:path w="323850" h="200025">
                <a:moveTo>
                  <a:pt x="323850" y="95250"/>
                </a:moveTo>
                <a:lnTo>
                  <a:pt x="266700" y="123825"/>
                </a:lnTo>
                <a:lnTo>
                  <a:pt x="190500" y="190500"/>
                </a:lnTo>
                <a:lnTo>
                  <a:pt x="104775" y="200025"/>
                </a:lnTo>
                <a:lnTo>
                  <a:pt x="0" y="200025"/>
                </a:lnTo>
                <a:lnTo>
                  <a:pt x="19050" y="142875"/>
                </a:lnTo>
                <a:lnTo>
                  <a:pt x="47625" y="19050"/>
                </a:lnTo>
                <a:lnTo>
                  <a:pt x="123825" y="0"/>
                </a:lnTo>
                <a:lnTo>
                  <a:pt x="200025" y="9525"/>
                </a:lnTo>
                <a:lnTo>
                  <a:pt x="266700" y="5715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-3257550" y="3257550"/>
            <a:ext cx="333375" cy="257175"/>
          </a:xfrm>
          <a:custGeom>
            <a:avLst/>
            <a:gdLst/>
            <a:ahLst/>
            <a:cxnLst/>
            <a:rect l="l" t="t" r="r" b="b"/>
            <a:pathLst>
              <a:path w="333375" h="257175">
                <a:moveTo>
                  <a:pt x="333375" y="142875"/>
                </a:moveTo>
                <a:lnTo>
                  <a:pt x="276225" y="190500"/>
                </a:lnTo>
                <a:lnTo>
                  <a:pt x="200025" y="257175"/>
                </a:lnTo>
                <a:lnTo>
                  <a:pt x="142875" y="238125"/>
                </a:lnTo>
                <a:lnTo>
                  <a:pt x="66675" y="228600"/>
                </a:lnTo>
                <a:lnTo>
                  <a:pt x="38100" y="152400"/>
                </a:lnTo>
                <a:lnTo>
                  <a:pt x="0" y="85725"/>
                </a:lnTo>
                <a:lnTo>
                  <a:pt x="114300" y="57150"/>
                </a:lnTo>
                <a:lnTo>
                  <a:pt x="209550" y="0"/>
                </a:lnTo>
                <a:lnTo>
                  <a:pt x="247650" y="85725"/>
                </a:lnTo>
                <a:close/>
              </a:path>
            </a:pathLst>
          </a:custGeom>
          <a:solidFill>
            <a:srgbClr val="14729E">
              <a:alpha val="7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81025" y="4610100"/>
            <a:ext cx="276225" cy="257175"/>
          </a:xfrm>
          <a:custGeom>
            <a:avLst/>
            <a:gdLst/>
            <a:ahLst/>
            <a:cxnLst/>
            <a:rect l="l" t="t" r="r" b="b"/>
            <a:pathLst>
              <a:path w="276225" h="257175">
                <a:moveTo>
                  <a:pt x="276225" y="104775"/>
                </a:moveTo>
                <a:lnTo>
                  <a:pt x="228600" y="171450"/>
                </a:lnTo>
                <a:lnTo>
                  <a:pt x="171450" y="257175"/>
                </a:lnTo>
                <a:lnTo>
                  <a:pt x="95250" y="247650"/>
                </a:lnTo>
                <a:lnTo>
                  <a:pt x="19050" y="200025"/>
                </a:lnTo>
                <a:lnTo>
                  <a:pt x="28575" y="95250"/>
                </a:lnTo>
                <a:lnTo>
                  <a:pt x="0" y="0"/>
                </a:lnTo>
                <a:lnTo>
                  <a:pt x="66675" y="9525"/>
                </a:lnTo>
                <a:lnTo>
                  <a:pt x="171450" y="19050"/>
                </a:lnTo>
                <a:lnTo>
                  <a:pt x="219075" y="7620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-2047875" y="4391025"/>
            <a:ext cx="161925" cy="180975"/>
          </a:xfrm>
          <a:custGeom>
            <a:avLst/>
            <a:gdLst/>
            <a:ahLst/>
            <a:cxnLst/>
            <a:rect l="l" t="t" r="r" b="b"/>
            <a:pathLst>
              <a:path w="161925" h="180975">
                <a:moveTo>
                  <a:pt x="161925" y="95250"/>
                </a:moveTo>
                <a:lnTo>
                  <a:pt x="142875" y="142875"/>
                </a:lnTo>
                <a:lnTo>
                  <a:pt x="114300" y="180975"/>
                </a:lnTo>
                <a:lnTo>
                  <a:pt x="66675" y="180975"/>
                </a:lnTo>
                <a:lnTo>
                  <a:pt x="28575" y="171450"/>
                </a:lnTo>
                <a:lnTo>
                  <a:pt x="19050" y="104775"/>
                </a:lnTo>
                <a:lnTo>
                  <a:pt x="0" y="38100"/>
                </a:lnTo>
                <a:lnTo>
                  <a:pt x="66675" y="19050"/>
                </a:lnTo>
                <a:lnTo>
                  <a:pt x="123825" y="0"/>
                </a:lnTo>
                <a:lnTo>
                  <a:pt x="142875" y="47625"/>
                </a:lnTo>
                <a:close/>
              </a:path>
            </a:pathLst>
          </a:custGeom>
          <a:solidFill>
            <a:srgbClr val="14729E">
              <a:alpha val="9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-3371850" y="2400300"/>
            <a:ext cx="352425" cy="257175"/>
          </a:xfrm>
          <a:custGeom>
            <a:avLst/>
            <a:gdLst/>
            <a:ahLst/>
            <a:cxnLst/>
            <a:rect l="l" t="t" r="r" b="b"/>
            <a:pathLst>
              <a:path w="352425" h="257175">
                <a:moveTo>
                  <a:pt x="352425" y="104775"/>
                </a:moveTo>
                <a:lnTo>
                  <a:pt x="295275" y="152400"/>
                </a:lnTo>
                <a:lnTo>
                  <a:pt x="161925" y="257175"/>
                </a:lnTo>
                <a:lnTo>
                  <a:pt x="57150" y="180975"/>
                </a:lnTo>
                <a:lnTo>
                  <a:pt x="0" y="171450"/>
                </a:lnTo>
                <a:lnTo>
                  <a:pt x="0" y="123825"/>
                </a:lnTo>
                <a:lnTo>
                  <a:pt x="9525" y="28575"/>
                </a:lnTo>
                <a:lnTo>
                  <a:pt x="76200" y="9525"/>
                </a:lnTo>
                <a:lnTo>
                  <a:pt x="152400" y="0"/>
                </a:lnTo>
                <a:lnTo>
                  <a:pt x="219075" y="57150"/>
                </a:lnTo>
                <a:close/>
              </a:path>
            </a:pathLst>
          </a:custGeom>
          <a:solidFill>
            <a:srgbClr val="14729E">
              <a:alpha val="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-3476625" y="-655320"/>
            <a:ext cx="5385435" cy="5051108"/>
          </a:xfrm>
          <a:custGeom>
            <a:avLst/>
            <a:gdLst/>
            <a:ahLst/>
            <a:cxnLst/>
            <a:rect l="l" t="t" r="r" b="b"/>
            <a:pathLst>
              <a:path w="5385435" h="5051108">
                <a:moveTo>
                  <a:pt x="828675" y="894398"/>
                </a:moveTo>
                <a:lnTo>
                  <a:pt x="846772" y="912495"/>
                </a:lnTo>
                <a:lnTo>
                  <a:pt x="828675" y="930592"/>
                </a:lnTo>
                <a:lnTo>
                  <a:pt x="810578" y="912495"/>
                </a:lnTo>
                <a:close/>
                <a:moveTo>
                  <a:pt x="4572000" y="3590925"/>
                </a:moveTo>
                <a:lnTo>
                  <a:pt x="4589145" y="3608070"/>
                </a:lnTo>
                <a:lnTo>
                  <a:pt x="4572000" y="3625215"/>
                </a:lnTo>
                <a:lnTo>
                  <a:pt x="4554855" y="3608070"/>
                </a:lnTo>
                <a:close/>
                <a:moveTo>
                  <a:pt x="923925" y="2310765"/>
                </a:moveTo>
                <a:lnTo>
                  <a:pt x="935355" y="2322195"/>
                </a:lnTo>
                <a:lnTo>
                  <a:pt x="923925" y="2333625"/>
                </a:lnTo>
                <a:lnTo>
                  <a:pt x="912495" y="2322195"/>
                </a:lnTo>
                <a:close/>
                <a:moveTo>
                  <a:pt x="2219325" y="1222058"/>
                </a:moveTo>
                <a:lnTo>
                  <a:pt x="2233613" y="1236345"/>
                </a:lnTo>
                <a:lnTo>
                  <a:pt x="2219325" y="1250633"/>
                </a:lnTo>
                <a:lnTo>
                  <a:pt x="2205038" y="1236345"/>
                </a:lnTo>
                <a:close/>
                <a:moveTo>
                  <a:pt x="762000" y="2120265"/>
                </a:moveTo>
                <a:lnTo>
                  <a:pt x="782955" y="2141220"/>
                </a:lnTo>
                <a:lnTo>
                  <a:pt x="762000" y="2162175"/>
                </a:lnTo>
                <a:lnTo>
                  <a:pt x="741045" y="2141220"/>
                </a:lnTo>
                <a:close/>
                <a:moveTo>
                  <a:pt x="4972050" y="4064317"/>
                </a:moveTo>
                <a:lnTo>
                  <a:pt x="4982528" y="4074795"/>
                </a:lnTo>
                <a:lnTo>
                  <a:pt x="4972050" y="4085273"/>
                </a:lnTo>
                <a:lnTo>
                  <a:pt x="4961573" y="4074795"/>
                </a:lnTo>
                <a:close/>
                <a:moveTo>
                  <a:pt x="3962400" y="4468178"/>
                </a:moveTo>
                <a:lnTo>
                  <a:pt x="3978592" y="4484370"/>
                </a:lnTo>
                <a:lnTo>
                  <a:pt x="3962400" y="4500563"/>
                </a:lnTo>
                <a:lnTo>
                  <a:pt x="3946208" y="4484370"/>
                </a:lnTo>
                <a:close/>
                <a:moveTo>
                  <a:pt x="1924050" y="4018598"/>
                </a:moveTo>
                <a:lnTo>
                  <a:pt x="1942148" y="4036695"/>
                </a:lnTo>
                <a:lnTo>
                  <a:pt x="1924050" y="4054793"/>
                </a:lnTo>
                <a:lnTo>
                  <a:pt x="1905953" y="4036695"/>
                </a:lnTo>
                <a:close/>
                <a:moveTo>
                  <a:pt x="1790700" y="256223"/>
                </a:moveTo>
                <a:lnTo>
                  <a:pt x="1808798" y="274320"/>
                </a:lnTo>
                <a:lnTo>
                  <a:pt x="1790700" y="292418"/>
                </a:lnTo>
                <a:lnTo>
                  <a:pt x="1772603" y="274320"/>
                </a:lnTo>
                <a:close/>
                <a:moveTo>
                  <a:pt x="609600" y="2981325"/>
                </a:moveTo>
                <a:lnTo>
                  <a:pt x="617220" y="2988945"/>
                </a:lnTo>
                <a:lnTo>
                  <a:pt x="609600" y="2996565"/>
                </a:lnTo>
                <a:lnTo>
                  <a:pt x="601980" y="2988945"/>
                </a:lnTo>
                <a:close/>
                <a:moveTo>
                  <a:pt x="762000" y="2010728"/>
                </a:moveTo>
                <a:lnTo>
                  <a:pt x="778192" y="2026920"/>
                </a:lnTo>
                <a:lnTo>
                  <a:pt x="762000" y="2043113"/>
                </a:lnTo>
                <a:lnTo>
                  <a:pt x="745808" y="2026920"/>
                </a:lnTo>
                <a:close/>
                <a:moveTo>
                  <a:pt x="180975" y="2136458"/>
                </a:moveTo>
                <a:lnTo>
                  <a:pt x="195263" y="2150745"/>
                </a:lnTo>
                <a:lnTo>
                  <a:pt x="180975" y="2165033"/>
                </a:lnTo>
                <a:lnTo>
                  <a:pt x="166688" y="2150745"/>
                </a:lnTo>
                <a:close/>
                <a:moveTo>
                  <a:pt x="1000125" y="2273618"/>
                </a:moveTo>
                <a:lnTo>
                  <a:pt x="1020128" y="2293620"/>
                </a:lnTo>
                <a:lnTo>
                  <a:pt x="1000125" y="2313622"/>
                </a:lnTo>
                <a:lnTo>
                  <a:pt x="980122" y="2293620"/>
                </a:lnTo>
                <a:close/>
                <a:moveTo>
                  <a:pt x="4343400" y="3327083"/>
                </a:moveTo>
                <a:lnTo>
                  <a:pt x="4357688" y="3341370"/>
                </a:lnTo>
                <a:lnTo>
                  <a:pt x="4343400" y="3355658"/>
                </a:lnTo>
                <a:lnTo>
                  <a:pt x="4329113" y="3341370"/>
                </a:lnTo>
                <a:close/>
                <a:moveTo>
                  <a:pt x="2733675" y="4253865"/>
                </a:moveTo>
                <a:lnTo>
                  <a:pt x="2754630" y="4274820"/>
                </a:lnTo>
                <a:lnTo>
                  <a:pt x="2733675" y="4295775"/>
                </a:lnTo>
                <a:lnTo>
                  <a:pt x="2712720" y="4274820"/>
                </a:lnTo>
                <a:close/>
                <a:moveTo>
                  <a:pt x="1181100" y="2821305"/>
                </a:moveTo>
                <a:lnTo>
                  <a:pt x="1196340" y="2836545"/>
                </a:lnTo>
                <a:lnTo>
                  <a:pt x="1181100" y="2851785"/>
                </a:lnTo>
                <a:lnTo>
                  <a:pt x="1165860" y="2836545"/>
                </a:lnTo>
                <a:close/>
                <a:moveTo>
                  <a:pt x="2724150" y="4257675"/>
                </a:moveTo>
                <a:lnTo>
                  <a:pt x="2741295" y="4274820"/>
                </a:lnTo>
                <a:lnTo>
                  <a:pt x="2724150" y="4291965"/>
                </a:lnTo>
                <a:lnTo>
                  <a:pt x="2707005" y="4274820"/>
                </a:lnTo>
                <a:close/>
                <a:moveTo>
                  <a:pt x="2324100" y="903923"/>
                </a:moveTo>
                <a:lnTo>
                  <a:pt x="2332673" y="912495"/>
                </a:lnTo>
                <a:lnTo>
                  <a:pt x="2324100" y="921067"/>
                </a:lnTo>
                <a:lnTo>
                  <a:pt x="2315528" y="912495"/>
                </a:lnTo>
                <a:close/>
                <a:moveTo>
                  <a:pt x="1885950" y="4230053"/>
                </a:moveTo>
                <a:lnTo>
                  <a:pt x="1902143" y="4246245"/>
                </a:lnTo>
                <a:lnTo>
                  <a:pt x="1885950" y="4262438"/>
                </a:lnTo>
                <a:lnTo>
                  <a:pt x="1869758" y="4246245"/>
                </a:lnTo>
                <a:close/>
                <a:moveTo>
                  <a:pt x="1314450" y="3638550"/>
                </a:moveTo>
                <a:lnTo>
                  <a:pt x="1322070" y="3646170"/>
                </a:lnTo>
                <a:lnTo>
                  <a:pt x="1314450" y="3653790"/>
                </a:lnTo>
                <a:lnTo>
                  <a:pt x="1306830" y="3646170"/>
                </a:lnTo>
                <a:close/>
                <a:moveTo>
                  <a:pt x="1781175" y="504825"/>
                </a:moveTo>
                <a:lnTo>
                  <a:pt x="1798320" y="521970"/>
                </a:lnTo>
                <a:lnTo>
                  <a:pt x="1781175" y="539115"/>
                </a:lnTo>
                <a:lnTo>
                  <a:pt x="1764030" y="521970"/>
                </a:lnTo>
                <a:close/>
                <a:moveTo>
                  <a:pt x="3495675" y="100965"/>
                </a:moveTo>
                <a:lnTo>
                  <a:pt x="3507105" y="112395"/>
                </a:lnTo>
                <a:lnTo>
                  <a:pt x="3495675" y="123825"/>
                </a:lnTo>
                <a:lnTo>
                  <a:pt x="3484245" y="112395"/>
                </a:lnTo>
                <a:close/>
                <a:moveTo>
                  <a:pt x="4314825" y="4284345"/>
                </a:moveTo>
                <a:lnTo>
                  <a:pt x="4333875" y="4303395"/>
                </a:lnTo>
                <a:lnTo>
                  <a:pt x="4314825" y="4322445"/>
                </a:lnTo>
                <a:lnTo>
                  <a:pt x="4295775" y="4303395"/>
                </a:lnTo>
                <a:close/>
                <a:moveTo>
                  <a:pt x="1714500" y="4037648"/>
                </a:moveTo>
                <a:lnTo>
                  <a:pt x="1732598" y="4055745"/>
                </a:lnTo>
                <a:lnTo>
                  <a:pt x="1714500" y="4073843"/>
                </a:lnTo>
                <a:lnTo>
                  <a:pt x="1696403" y="4055745"/>
                </a:lnTo>
                <a:close/>
                <a:moveTo>
                  <a:pt x="1704975" y="4178617"/>
                </a:moveTo>
                <a:lnTo>
                  <a:pt x="1724978" y="4198620"/>
                </a:lnTo>
                <a:lnTo>
                  <a:pt x="1704975" y="4218623"/>
                </a:lnTo>
                <a:lnTo>
                  <a:pt x="1684973" y="4198620"/>
                </a:lnTo>
                <a:close/>
                <a:moveTo>
                  <a:pt x="4791075" y="3396615"/>
                </a:moveTo>
                <a:lnTo>
                  <a:pt x="4802505" y="3408045"/>
                </a:lnTo>
                <a:lnTo>
                  <a:pt x="4791075" y="3419475"/>
                </a:lnTo>
                <a:lnTo>
                  <a:pt x="4779645" y="3408045"/>
                </a:lnTo>
                <a:close/>
                <a:moveTo>
                  <a:pt x="1314450" y="3906203"/>
                </a:moveTo>
                <a:lnTo>
                  <a:pt x="1321117" y="3912870"/>
                </a:lnTo>
                <a:lnTo>
                  <a:pt x="1314450" y="3919537"/>
                </a:lnTo>
                <a:lnTo>
                  <a:pt x="1307783" y="3912870"/>
                </a:lnTo>
                <a:close/>
                <a:moveTo>
                  <a:pt x="1085850" y="4195763"/>
                </a:moveTo>
                <a:lnTo>
                  <a:pt x="1107758" y="4217670"/>
                </a:lnTo>
                <a:lnTo>
                  <a:pt x="1085850" y="4239578"/>
                </a:lnTo>
                <a:lnTo>
                  <a:pt x="1063942" y="4217670"/>
                </a:lnTo>
                <a:close/>
                <a:moveTo>
                  <a:pt x="4343400" y="778193"/>
                </a:moveTo>
                <a:lnTo>
                  <a:pt x="4363403" y="798195"/>
                </a:lnTo>
                <a:lnTo>
                  <a:pt x="4343400" y="818198"/>
                </a:lnTo>
                <a:lnTo>
                  <a:pt x="4323397" y="798195"/>
                </a:lnTo>
                <a:close/>
                <a:moveTo>
                  <a:pt x="1200150" y="2106930"/>
                </a:moveTo>
                <a:lnTo>
                  <a:pt x="1215390" y="2122170"/>
                </a:lnTo>
                <a:lnTo>
                  <a:pt x="1200150" y="2137410"/>
                </a:lnTo>
                <a:lnTo>
                  <a:pt x="1184910" y="2122170"/>
                </a:lnTo>
                <a:close/>
                <a:moveTo>
                  <a:pt x="19050" y="2331720"/>
                </a:moveTo>
                <a:lnTo>
                  <a:pt x="38100" y="2350770"/>
                </a:lnTo>
                <a:lnTo>
                  <a:pt x="19050" y="2369820"/>
                </a:lnTo>
                <a:lnTo>
                  <a:pt x="0" y="2350770"/>
                </a:lnTo>
                <a:close/>
                <a:moveTo>
                  <a:pt x="4219575" y="2466975"/>
                </a:moveTo>
                <a:lnTo>
                  <a:pt x="4236720" y="2484120"/>
                </a:lnTo>
                <a:lnTo>
                  <a:pt x="4219575" y="2501265"/>
                </a:lnTo>
                <a:lnTo>
                  <a:pt x="4202430" y="2484120"/>
                </a:lnTo>
                <a:close/>
                <a:moveTo>
                  <a:pt x="3476625" y="4294823"/>
                </a:moveTo>
                <a:lnTo>
                  <a:pt x="3494723" y="4312920"/>
                </a:lnTo>
                <a:lnTo>
                  <a:pt x="3476625" y="4331018"/>
                </a:lnTo>
                <a:lnTo>
                  <a:pt x="3458528" y="4312920"/>
                </a:lnTo>
                <a:close/>
                <a:moveTo>
                  <a:pt x="3743325" y="1477327"/>
                </a:moveTo>
                <a:lnTo>
                  <a:pt x="3759518" y="1493520"/>
                </a:lnTo>
                <a:lnTo>
                  <a:pt x="3743325" y="1509713"/>
                </a:lnTo>
                <a:lnTo>
                  <a:pt x="3727133" y="1493520"/>
                </a:lnTo>
                <a:close/>
                <a:moveTo>
                  <a:pt x="5372100" y="2537460"/>
                </a:moveTo>
                <a:lnTo>
                  <a:pt x="5385435" y="2550795"/>
                </a:lnTo>
                <a:lnTo>
                  <a:pt x="5372100" y="2564130"/>
                </a:lnTo>
                <a:lnTo>
                  <a:pt x="5358765" y="2550795"/>
                </a:lnTo>
                <a:close/>
                <a:moveTo>
                  <a:pt x="1228725" y="4913948"/>
                </a:moveTo>
                <a:lnTo>
                  <a:pt x="1237298" y="4922520"/>
                </a:lnTo>
                <a:lnTo>
                  <a:pt x="1228725" y="4931092"/>
                </a:lnTo>
                <a:lnTo>
                  <a:pt x="1220152" y="4922520"/>
                </a:lnTo>
                <a:close/>
                <a:moveTo>
                  <a:pt x="4610100" y="2166938"/>
                </a:moveTo>
                <a:lnTo>
                  <a:pt x="4622483" y="2179320"/>
                </a:lnTo>
                <a:lnTo>
                  <a:pt x="4610100" y="2191703"/>
                </a:lnTo>
                <a:lnTo>
                  <a:pt x="4597718" y="2179320"/>
                </a:lnTo>
                <a:close/>
                <a:moveTo>
                  <a:pt x="4229100" y="2598420"/>
                </a:moveTo>
                <a:lnTo>
                  <a:pt x="4238625" y="2607945"/>
                </a:lnTo>
                <a:lnTo>
                  <a:pt x="4229100" y="2617470"/>
                </a:lnTo>
                <a:lnTo>
                  <a:pt x="4219575" y="2607945"/>
                </a:lnTo>
                <a:close/>
                <a:moveTo>
                  <a:pt x="4371975" y="2838450"/>
                </a:moveTo>
                <a:lnTo>
                  <a:pt x="4389120" y="2855595"/>
                </a:lnTo>
                <a:lnTo>
                  <a:pt x="4371975" y="2872740"/>
                </a:lnTo>
                <a:lnTo>
                  <a:pt x="4354830" y="2855595"/>
                </a:lnTo>
                <a:close/>
                <a:moveTo>
                  <a:pt x="3486150" y="1196340"/>
                </a:moveTo>
                <a:lnTo>
                  <a:pt x="3497580" y="1207770"/>
                </a:lnTo>
                <a:lnTo>
                  <a:pt x="3486150" y="1219200"/>
                </a:lnTo>
                <a:lnTo>
                  <a:pt x="3474720" y="1207770"/>
                </a:lnTo>
                <a:close/>
                <a:moveTo>
                  <a:pt x="666750" y="1882140"/>
                </a:moveTo>
                <a:lnTo>
                  <a:pt x="678180" y="1893570"/>
                </a:lnTo>
                <a:lnTo>
                  <a:pt x="666750" y="1905000"/>
                </a:lnTo>
                <a:lnTo>
                  <a:pt x="655320" y="1893570"/>
                </a:lnTo>
                <a:close/>
                <a:moveTo>
                  <a:pt x="5153025" y="3692842"/>
                </a:moveTo>
                <a:lnTo>
                  <a:pt x="5163503" y="3703320"/>
                </a:lnTo>
                <a:lnTo>
                  <a:pt x="5153025" y="3713798"/>
                </a:lnTo>
                <a:lnTo>
                  <a:pt x="5142548" y="3703320"/>
                </a:lnTo>
                <a:close/>
                <a:moveTo>
                  <a:pt x="1295400" y="1141095"/>
                </a:moveTo>
                <a:lnTo>
                  <a:pt x="1304925" y="1150620"/>
                </a:lnTo>
                <a:lnTo>
                  <a:pt x="1295400" y="1160145"/>
                </a:lnTo>
                <a:lnTo>
                  <a:pt x="1285875" y="1150620"/>
                </a:lnTo>
                <a:close/>
                <a:moveTo>
                  <a:pt x="3276600" y="848678"/>
                </a:moveTo>
                <a:lnTo>
                  <a:pt x="3292793" y="864870"/>
                </a:lnTo>
                <a:lnTo>
                  <a:pt x="3276600" y="881063"/>
                </a:lnTo>
                <a:lnTo>
                  <a:pt x="3260408" y="864870"/>
                </a:lnTo>
                <a:close/>
                <a:moveTo>
                  <a:pt x="76200" y="2319338"/>
                </a:moveTo>
                <a:lnTo>
                  <a:pt x="98108" y="2341245"/>
                </a:lnTo>
                <a:lnTo>
                  <a:pt x="76200" y="2363153"/>
                </a:lnTo>
                <a:lnTo>
                  <a:pt x="54292" y="2341245"/>
                </a:lnTo>
                <a:close/>
                <a:moveTo>
                  <a:pt x="4495800" y="4376738"/>
                </a:moveTo>
                <a:lnTo>
                  <a:pt x="4517708" y="4398645"/>
                </a:lnTo>
                <a:lnTo>
                  <a:pt x="4495800" y="4420553"/>
                </a:lnTo>
                <a:lnTo>
                  <a:pt x="4473893" y="4398645"/>
                </a:lnTo>
                <a:close/>
                <a:moveTo>
                  <a:pt x="3314700" y="581025"/>
                </a:moveTo>
                <a:lnTo>
                  <a:pt x="3322320" y="588645"/>
                </a:lnTo>
                <a:lnTo>
                  <a:pt x="3314700" y="596265"/>
                </a:lnTo>
                <a:lnTo>
                  <a:pt x="3307080" y="588645"/>
                </a:lnTo>
                <a:close/>
                <a:moveTo>
                  <a:pt x="400050" y="3028950"/>
                </a:moveTo>
                <a:lnTo>
                  <a:pt x="417195" y="3046095"/>
                </a:lnTo>
                <a:lnTo>
                  <a:pt x="400050" y="3063240"/>
                </a:lnTo>
                <a:lnTo>
                  <a:pt x="382905" y="3046095"/>
                </a:lnTo>
                <a:close/>
                <a:moveTo>
                  <a:pt x="133350" y="1891665"/>
                </a:moveTo>
                <a:lnTo>
                  <a:pt x="144780" y="1903095"/>
                </a:lnTo>
                <a:lnTo>
                  <a:pt x="133350" y="1914525"/>
                </a:lnTo>
                <a:lnTo>
                  <a:pt x="121920" y="1903095"/>
                </a:lnTo>
                <a:close/>
                <a:moveTo>
                  <a:pt x="857250" y="4218623"/>
                </a:moveTo>
                <a:lnTo>
                  <a:pt x="865822" y="4227195"/>
                </a:lnTo>
                <a:lnTo>
                  <a:pt x="857250" y="4235768"/>
                </a:lnTo>
                <a:lnTo>
                  <a:pt x="848678" y="4227195"/>
                </a:lnTo>
                <a:close/>
                <a:moveTo>
                  <a:pt x="5143500" y="3716655"/>
                </a:moveTo>
                <a:lnTo>
                  <a:pt x="5158740" y="3731895"/>
                </a:lnTo>
                <a:lnTo>
                  <a:pt x="5143500" y="3747135"/>
                </a:lnTo>
                <a:lnTo>
                  <a:pt x="5128260" y="3731895"/>
                </a:lnTo>
                <a:close/>
                <a:moveTo>
                  <a:pt x="1000125" y="3348038"/>
                </a:moveTo>
                <a:lnTo>
                  <a:pt x="1022033" y="3369945"/>
                </a:lnTo>
                <a:lnTo>
                  <a:pt x="1000125" y="3391853"/>
                </a:lnTo>
                <a:lnTo>
                  <a:pt x="978217" y="3369945"/>
                </a:lnTo>
                <a:close/>
                <a:moveTo>
                  <a:pt x="1466850" y="802957"/>
                </a:moveTo>
                <a:lnTo>
                  <a:pt x="1481138" y="817245"/>
                </a:lnTo>
                <a:lnTo>
                  <a:pt x="1466850" y="831532"/>
                </a:lnTo>
                <a:lnTo>
                  <a:pt x="1452563" y="817245"/>
                </a:lnTo>
                <a:close/>
                <a:moveTo>
                  <a:pt x="714375" y="948690"/>
                </a:moveTo>
                <a:lnTo>
                  <a:pt x="735330" y="969645"/>
                </a:lnTo>
                <a:lnTo>
                  <a:pt x="714375" y="990600"/>
                </a:lnTo>
                <a:lnTo>
                  <a:pt x="693420" y="969645"/>
                </a:lnTo>
                <a:close/>
                <a:moveTo>
                  <a:pt x="5210175" y="2315528"/>
                </a:moveTo>
                <a:lnTo>
                  <a:pt x="5226368" y="2331720"/>
                </a:lnTo>
                <a:lnTo>
                  <a:pt x="5210175" y="2347913"/>
                </a:lnTo>
                <a:lnTo>
                  <a:pt x="5193983" y="2331720"/>
                </a:lnTo>
                <a:close/>
                <a:moveTo>
                  <a:pt x="4629150" y="1646872"/>
                </a:moveTo>
                <a:lnTo>
                  <a:pt x="4647248" y="1664970"/>
                </a:lnTo>
                <a:lnTo>
                  <a:pt x="4629150" y="1683068"/>
                </a:lnTo>
                <a:lnTo>
                  <a:pt x="4611053" y="1664970"/>
                </a:lnTo>
                <a:close/>
                <a:moveTo>
                  <a:pt x="742950" y="3006090"/>
                </a:moveTo>
                <a:lnTo>
                  <a:pt x="754380" y="3017520"/>
                </a:lnTo>
                <a:lnTo>
                  <a:pt x="742950" y="3028950"/>
                </a:lnTo>
                <a:lnTo>
                  <a:pt x="731520" y="3017520"/>
                </a:lnTo>
                <a:close/>
                <a:moveTo>
                  <a:pt x="1438275" y="4792980"/>
                </a:moveTo>
                <a:lnTo>
                  <a:pt x="1453515" y="4808220"/>
                </a:lnTo>
                <a:lnTo>
                  <a:pt x="1438275" y="4823460"/>
                </a:lnTo>
                <a:lnTo>
                  <a:pt x="1423035" y="4808220"/>
                </a:lnTo>
                <a:close/>
                <a:moveTo>
                  <a:pt x="1104900" y="2018347"/>
                </a:moveTo>
                <a:lnTo>
                  <a:pt x="1113473" y="2026920"/>
                </a:lnTo>
                <a:lnTo>
                  <a:pt x="1104900" y="2035493"/>
                </a:lnTo>
                <a:lnTo>
                  <a:pt x="1096328" y="2026920"/>
                </a:lnTo>
                <a:close/>
                <a:moveTo>
                  <a:pt x="647700" y="2289810"/>
                </a:moveTo>
                <a:lnTo>
                  <a:pt x="661035" y="2303145"/>
                </a:lnTo>
                <a:lnTo>
                  <a:pt x="647700" y="2316480"/>
                </a:lnTo>
                <a:lnTo>
                  <a:pt x="634365" y="2303145"/>
                </a:lnTo>
                <a:close/>
                <a:moveTo>
                  <a:pt x="2295525" y="357188"/>
                </a:moveTo>
                <a:lnTo>
                  <a:pt x="2317433" y="379095"/>
                </a:lnTo>
                <a:lnTo>
                  <a:pt x="2295525" y="401002"/>
                </a:lnTo>
                <a:lnTo>
                  <a:pt x="2273618" y="379095"/>
                </a:lnTo>
                <a:close/>
                <a:moveTo>
                  <a:pt x="1104900" y="3228023"/>
                </a:moveTo>
                <a:lnTo>
                  <a:pt x="1113473" y="3236595"/>
                </a:lnTo>
                <a:lnTo>
                  <a:pt x="1104900" y="3245168"/>
                </a:lnTo>
                <a:lnTo>
                  <a:pt x="1096328" y="3236595"/>
                </a:lnTo>
                <a:close/>
                <a:moveTo>
                  <a:pt x="3952875" y="1084898"/>
                </a:moveTo>
                <a:lnTo>
                  <a:pt x="3961448" y="1093470"/>
                </a:lnTo>
                <a:lnTo>
                  <a:pt x="3952875" y="1102043"/>
                </a:lnTo>
                <a:lnTo>
                  <a:pt x="3944303" y="1093470"/>
                </a:lnTo>
                <a:close/>
                <a:moveTo>
                  <a:pt x="2295525" y="4338638"/>
                </a:moveTo>
                <a:lnTo>
                  <a:pt x="2317433" y="4360545"/>
                </a:lnTo>
                <a:lnTo>
                  <a:pt x="2295525" y="4382453"/>
                </a:lnTo>
                <a:lnTo>
                  <a:pt x="2273618" y="4360545"/>
                </a:lnTo>
                <a:close/>
                <a:moveTo>
                  <a:pt x="4000500" y="924878"/>
                </a:moveTo>
                <a:lnTo>
                  <a:pt x="4016693" y="941070"/>
                </a:lnTo>
                <a:lnTo>
                  <a:pt x="4000500" y="957263"/>
                </a:lnTo>
                <a:lnTo>
                  <a:pt x="3984308" y="941070"/>
                </a:lnTo>
                <a:close/>
                <a:moveTo>
                  <a:pt x="3152775" y="532448"/>
                </a:moveTo>
                <a:lnTo>
                  <a:pt x="3161348" y="541020"/>
                </a:lnTo>
                <a:lnTo>
                  <a:pt x="3152775" y="549592"/>
                </a:lnTo>
                <a:lnTo>
                  <a:pt x="3144203" y="541020"/>
                </a:lnTo>
                <a:close/>
                <a:moveTo>
                  <a:pt x="3971925" y="3874770"/>
                </a:moveTo>
                <a:lnTo>
                  <a:pt x="3990975" y="3893820"/>
                </a:lnTo>
                <a:lnTo>
                  <a:pt x="3971925" y="3912870"/>
                </a:lnTo>
                <a:lnTo>
                  <a:pt x="3952875" y="3893820"/>
                </a:lnTo>
                <a:close/>
                <a:moveTo>
                  <a:pt x="581025" y="2940367"/>
                </a:moveTo>
                <a:lnTo>
                  <a:pt x="591503" y="2950845"/>
                </a:lnTo>
                <a:lnTo>
                  <a:pt x="581025" y="2961323"/>
                </a:lnTo>
                <a:lnTo>
                  <a:pt x="570547" y="2950845"/>
                </a:lnTo>
                <a:close/>
                <a:moveTo>
                  <a:pt x="1504950" y="3972878"/>
                </a:moveTo>
                <a:lnTo>
                  <a:pt x="1521142" y="3989070"/>
                </a:lnTo>
                <a:lnTo>
                  <a:pt x="1504950" y="4005262"/>
                </a:lnTo>
                <a:lnTo>
                  <a:pt x="1488758" y="3989070"/>
                </a:lnTo>
                <a:close/>
                <a:moveTo>
                  <a:pt x="1924050" y="4093845"/>
                </a:moveTo>
                <a:lnTo>
                  <a:pt x="1933575" y="4103370"/>
                </a:lnTo>
                <a:lnTo>
                  <a:pt x="1924050" y="4112895"/>
                </a:lnTo>
                <a:lnTo>
                  <a:pt x="1914525" y="4103370"/>
                </a:lnTo>
                <a:close/>
                <a:moveTo>
                  <a:pt x="666750" y="1553528"/>
                </a:moveTo>
                <a:lnTo>
                  <a:pt x="682942" y="1569720"/>
                </a:lnTo>
                <a:lnTo>
                  <a:pt x="666750" y="1585913"/>
                </a:lnTo>
                <a:lnTo>
                  <a:pt x="650558" y="1569720"/>
                </a:lnTo>
                <a:close/>
                <a:moveTo>
                  <a:pt x="1952625" y="585788"/>
                </a:moveTo>
                <a:lnTo>
                  <a:pt x="1974533" y="607695"/>
                </a:lnTo>
                <a:lnTo>
                  <a:pt x="1952625" y="629603"/>
                </a:lnTo>
                <a:lnTo>
                  <a:pt x="1930718" y="607695"/>
                </a:lnTo>
                <a:close/>
                <a:moveTo>
                  <a:pt x="1085850" y="4844415"/>
                </a:moveTo>
                <a:lnTo>
                  <a:pt x="1097280" y="4855845"/>
                </a:lnTo>
                <a:lnTo>
                  <a:pt x="1085850" y="4867275"/>
                </a:lnTo>
                <a:lnTo>
                  <a:pt x="1074420" y="4855845"/>
                </a:lnTo>
                <a:close/>
                <a:moveTo>
                  <a:pt x="1914525" y="4591050"/>
                </a:moveTo>
                <a:lnTo>
                  <a:pt x="1922145" y="4598670"/>
                </a:lnTo>
                <a:lnTo>
                  <a:pt x="1914525" y="4606290"/>
                </a:lnTo>
                <a:lnTo>
                  <a:pt x="1906905" y="4598670"/>
                </a:lnTo>
                <a:close/>
                <a:moveTo>
                  <a:pt x="3219450" y="1178242"/>
                </a:moveTo>
                <a:lnTo>
                  <a:pt x="3239453" y="1198245"/>
                </a:lnTo>
                <a:lnTo>
                  <a:pt x="3219450" y="1218248"/>
                </a:lnTo>
                <a:lnTo>
                  <a:pt x="3199447" y="1198245"/>
                </a:lnTo>
                <a:close/>
                <a:moveTo>
                  <a:pt x="3286125" y="1301115"/>
                </a:moveTo>
                <a:lnTo>
                  <a:pt x="3307080" y="1322070"/>
                </a:lnTo>
                <a:lnTo>
                  <a:pt x="3286125" y="1343025"/>
                </a:lnTo>
                <a:lnTo>
                  <a:pt x="3265170" y="1322070"/>
                </a:lnTo>
                <a:close/>
                <a:moveTo>
                  <a:pt x="3638550" y="1138238"/>
                </a:moveTo>
                <a:lnTo>
                  <a:pt x="3650933" y="1150620"/>
                </a:lnTo>
                <a:lnTo>
                  <a:pt x="3638550" y="1163002"/>
                </a:lnTo>
                <a:lnTo>
                  <a:pt x="3626167" y="1150620"/>
                </a:lnTo>
                <a:close/>
                <a:moveTo>
                  <a:pt x="4133850" y="1949768"/>
                </a:moveTo>
                <a:lnTo>
                  <a:pt x="4144328" y="1960245"/>
                </a:lnTo>
                <a:lnTo>
                  <a:pt x="4133850" y="1970722"/>
                </a:lnTo>
                <a:lnTo>
                  <a:pt x="4123372" y="1960245"/>
                </a:lnTo>
                <a:close/>
                <a:moveTo>
                  <a:pt x="3057525" y="4475798"/>
                </a:moveTo>
                <a:lnTo>
                  <a:pt x="3066098" y="4484370"/>
                </a:lnTo>
                <a:lnTo>
                  <a:pt x="3057525" y="4492943"/>
                </a:lnTo>
                <a:lnTo>
                  <a:pt x="3048953" y="4484370"/>
                </a:lnTo>
                <a:close/>
                <a:moveTo>
                  <a:pt x="3581400" y="4165283"/>
                </a:moveTo>
                <a:lnTo>
                  <a:pt x="3595688" y="4179570"/>
                </a:lnTo>
                <a:lnTo>
                  <a:pt x="3581400" y="4193858"/>
                </a:lnTo>
                <a:lnTo>
                  <a:pt x="3567113" y="4179570"/>
                </a:lnTo>
                <a:close/>
                <a:moveTo>
                  <a:pt x="400050" y="2336483"/>
                </a:moveTo>
                <a:lnTo>
                  <a:pt x="414338" y="2350770"/>
                </a:lnTo>
                <a:lnTo>
                  <a:pt x="400050" y="2365058"/>
                </a:lnTo>
                <a:lnTo>
                  <a:pt x="385763" y="2350770"/>
                </a:lnTo>
                <a:close/>
                <a:moveTo>
                  <a:pt x="180975" y="1769745"/>
                </a:moveTo>
                <a:lnTo>
                  <a:pt x="190500" y="1779270"/>
                </a:lnTo>
                <a:lnTo>
                  <a:pt x="180975" y="1788795"/>
                </a:lnTo>
                <a:lnTo>
                  <a:pt x="171450" y="1779270"/>
                </a:lnTo>
                <a:close/>
                <a:moveTo>
                  <a:pt x="2362200" y="0"/>
                </a:moveTo>
                <a:lnTo>
                  <a:pt x="2369820" y="7620"/>
                </a:lnTo>
                <a:lnTo>
                  <a:pt x="2362200" y="15240"/>
                </a:lnTo>
                <a:lnTo>
                  <a:pt x="2354580" y="7620"/>
                </a:lnTo>
                <a:close/>
                <a:moveTo>
                  <a:pt x="2181225" y="4828223"/>
                </a:moveTo>
                <a:lnTo>
                  <a:pt x="2189798" y="4836795"/>
                </a:lnTo>
                <a:lnTo>
                  <a:pt x="2181225" y="4845368"/>
                </a:lnTo>
                <a:lnTo>
                  <a:pt x="2172653" y="4836795"/>
                </a:lnTo>
                <a:close/>
                <a:moveTo>
                  <a:pt x="4057650" y="5022533"/>
                </a:moveTo>
                <a:lnTo>
                  <a:pt x="4071938" y="5036820"/>
                </a:lnTo>
                <a:lnTo>
                  <a:pt x="4057650" y="5051108"/>
                </a:lnTo>
                <a:lnTo>
                  <a:pt x="4043363" y="5036820"/>
                </a:lnTo>
                <a:close/>
                <a:moveTo>
                  <a:pt x="3829050" y="4515803"/>
                </a:moveTo>
                <a:lnTo>
                  <a:pt x="3845243" y="4531995"/>
                </a:lnTo>
                <a:lnTo>
                  <a:pt x="3829050" y="4548188"/>
                </a:lnTo>
                <a:lnTo>
                  <a:pt x="3812858" y="4531995"/>
                </a:lnTo>
                <a:close/>
                <a:moveTo>
                  <a:pt x="1343025" y="319088"/>
                </a:moveTo>
                <a:lnTo>
                  <a:pt x="1364933" y="340995"/>
                </a:lnTo>
                <a:lnTo>
                  <a:pt x="1343025" y="362902"/>
                </a:lnTo>
                <a:lnTo>
                  <a:pt x="1321117" y="340995"/>
                </a:lnTo>
                <a:close/>
                <a:moveTo>
                  <a:pt x="1790700" y="3940493"/>
                </a:moveTo>
                <a:lnTo>
                  <a:pt x="1810703" y="3960495"/>
                </a:lnTo>
                <a:lnTo>
                  <a:pt x="1790700" y="3980498"/>
                </a:lnTo>
                <a:lnTo>
                  <a:pt x="1770698" y="3960495"/>
                </a:lnTo>
                <a:close/>
                <a:moveTo>
                  <a:pt x="1085850" y="2883217"/>
                </a:moveTo>
                <a:lnTo>
                  <a:pt x="1105852" y="2903220"/>
                </a:lnTo>
                <a:lnTo>
                  <a:pt x="1085850" y="2923223"/>
                </a:lnTo>
                <a:lnTo>
                  <a:pt x="1065848" y="2903220"/>
                </a:lnTo>
                <a:close/>
                <a:moveTo>
                  <a:pt x="2476500" y="890588"/>
                </a:moveTo>
                <a:lnTo>
                  <a:pt x="2488883" y="902970"/>
                </a:lnTo>
                <a:lnTo>
                  <a:pt x="2476500" y="915353"/>
                </a:lnTo>
                <a:lnTo>
                  <a:pt x="2464118" y="902970"/>
                </a:lnTo>
                <a:close/>
                <a:moveTo>
                  <a:pt x="4886325" y="4426268"/>
                </a:moveTo>
                <a:lnTo>
                  <a:pt x="4906328" y="4446270"/>
                </a:lnTo>
                <a:lnTo>
                  <a:pt x="4886325" y="4466273"/>
                </a:lnTo>
                <a:lnTo>
                  <a:pt x="4866322" y="4446270"/>
                </a:lnTo>
                <a:close/>
                <a:moveTo>
                  <a:pt x="1981200" y="471488"/>
                </a:moveTo>
                <a:lnTo>
                  <a:pt x="1993583" y="483870"/>
                </a:lnTo>
                <a:lnTo>
                  <a:pt x="1981200" y="496252"/>
                </a:lnTo>
                <a:lnTo>
                  <a:pt x="1968817" y="483870"/>
                </a:lnTo>
                <a:close/>
                <a:moveTo>
                  <a:pt x="3467100" y="231458"/>
                </a:moveTo>
                <a:lnTo>
                  <a:pt x="3481388" y="245745"/>
                </a:lnTo>
                <a:lnTo>
                  <a:pt x="3467100" y="260033"/>
                </a:lnTo>
                <a:lnTo>
                  <a:pt x="3452813" y="245745"/>
                </a:lnTo>
                <a:close/>
                <a:moveTo>
                  <a:pt x="200025" y="2089785"/>
                </a:moveTo>
                <a:lnTo>
                  <a:pt x="213360" y="2103120"/>
                </a:lnTo>
                <a:lnTo>
                  <a:pt x="200025" y="2116455"/>
                </a:lnTo>
                <a:lnTo>
                  <a:pt x="186690" y="2103120"/>
                </a:lnTo>
                <a:close/>
                <a:moveTo>
                  <a:pt x="4286250" y="1066800"/>
                </a:moveTo>
                <a:lnTo>
                  <a:pt x="4303395" y="1083945"/>
                </a:lnTo>
                <a:lnTo>
                  <a:pt x="4286250" y="1101090"/>
                </a:lnTo>
                <a:lnTo>
                  <a:pt x="4269105" y="1083945"/>
                </a:lnTo>
                <a:close/>
                <a:moveTo>
                  <a:pt x="19050" y="2341245"/>
                </a:moveTo>
                <a:lnTo>
                  <a:pt x="28575" y="2350770"/>
                </a:lnTo>
                <a:lnTo>
                  <a:pt x="19050" y="2360295"/>
                </a:lnTo>
                <a:lnTo>
                  <a:pt x="9525" y="2350770"/>
                </a:lnTo>
                <a:close/>
                <a:moveTo>
                  <a:pt x="1066800" y="2952750"/>
                </a:moveTo>
                <a:lnTo>
                  <a:pt x="1074420" y="2960370"/>
                </a:lnTo>
                <a:lnTo>
                  <a:pt x="1066800" y="2967990"/>
                </a:lnTo>
                <a:lnTo>
                  <a:pt x="1059180" y="2960370"/>
                </a:lnTo>
                <a:close/>
                <a:moveTo>
                  <a:pt x="4095750" y="4303395"/>
                </a:moveTo>
                <a:lnTo>
                  <a:pt x="4114800" y="4322445"/>
                </a:lnTo>
                <a:lnTo>
                  <a:pt x="4095750" y="4341495"/>
                </a:lnTo>
                <a:lnTo>
                  <a:pt x="4076700" y="4322445"/>
                </a:lnTo>
                <a:close/>
                <a:moveTo>
                  <a:pt x="3419475" y="4876800"/>
                </a:moveTo>
                <a:lnTo>
                  <a:pt x="3427095" y="4884420"/>
                </a:lnTo>
                <a:lnTo>
                  <a:pt x="3419475" y="4892040"/>
                </a:lnTo>
                <a:lnTo>
                  <a:pt x="3411855" y="4884420"/>
                </a:lnTo>
                <a:close/>
                <a:moveTo>
                  <a:pt x="2686050" y="732472"/>
                </a:moveTo>
                <a:lnTo>
                  <a:pt x="2704148" y="750570"/>
                </a:lnTo>
                <a:lnTo>
                  <a:pt x="2686050" y="768668"/>
                </a:lnTo>
                <a:lnTo>
                  <a:pt x="2667953" y="750570"/>
                </a:lnTo>
                <a:close/>
                <a:moveTo>
                  <a:pt x="419100" y="2521268"/>
                </a:moveTo>
                <a:lnTo>
                  <a:pt x="439103" y="2541270"/>
                </a:lnTo>
                <a:lnTo>
                  <a:pt x="419100" y="2561273"/>
                </a:lnTo>
                <a:lnTo>
                  <a:pt x="399097" y="254127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1992630" y="642938"/>
            <a:ext cx="2667953" cy="2767965"/>
          </a:xfrm>
          <a:custGeom>
            <a:avLst/>
            <a:gdLst/>
            <a:ahLst/>
            <a:cxnLst/>
            <a:rect l="l" t="t" r="r" b="b"/>
            <a:pathLst>
              <a:path w="2667953" h="2767965">
                <a:moveTo>
                  <a:pt x="840105" y="1824038"/>
                </a:moveTo>
                <a:lnTo>
                  <a:pt x="849630" y="1833563"/>
                </a:lnTo>
                <a:lnTo>
                  <a:pt x="840105" y="1843088"/>
                </a:lnTo>
                <a:lnTo>
                  <a:pt x="830580" y="1833563"/>
                </a:lnTo>
                <a:close/>
                <a:moveTo>
                  <a:pt x="1144905" y="550545"/>
                </a:moveTo>
                <a:lnTo>
                  <a:pt x="1151573" y="557213"/>
                </a:lnTo>
                <a:lnTo>
                  <a:pt x="1144905" y="563880"/>
                </a:lnTo>
                <a:lnTo>
                  <a:pt x="1138237" y="557213"/>
                </a:lnTo>
                <a:close/>
                <a:moveTo>
                  <a:pt x="763905" y="2044065"/>
                </a:moveTo>
                <a:lnTo>
                  <a:pt x="772478" y="2052637"/>
                </a:lnTo>
                <a:lnTo>
                  <a:pt x="763905" y="2061210"/>
                </a:lnTo>
                <a:lnTo>
                  <a:pt x="755332" y="2052637"/>
                </a:lnTo>
                <a:close/>
                <a:moveTo>
                  <a:pt x="1859280" y="406718"/>
                </a:moveTo>
                <a:lnTo>
                  <a:pt x="1866900" y="414338"/>
                </a:lnTo>
                <a:lnTo>
                  <a:pt x="1859280" y="421958"/>
                </a:lnTo>
                <a:lnTo>
                  <a:pt x="1851660" y="414338"/>
                </a:lnTo>
                <a:close/>
                <a:moveTo>
                  <a:pt x="287655" y="2175510"/>
                </a:moveTo>
                <a:lnTo>
                  <a:pt x="298132" y="2185988"/>
                </a:lnTo>
                <a:lnTo>
                  <a:pt x="287655" y="2196465"/>
                </a:lnTo>
                <a:lnTo>
                  <a:pt x="277177" y="2185988"/>
                </a:lnTo>
                <a:close/>
                <a:moveTo>
                  <a:pt x="2030730" y="1118235"/>
                </a:moveTo>
                <a:lnTo>
                  <a:pt x="2050733" y="1138238"/>
                </a:lnTo>
                <a:lnTo>
                  <a:pt x="2030730" y="1158240"/>
                </a:lnTo>
                <a:lnTo>
                  <a:pt x="2010727" y="1138238"/>
                </a:lnTo>
                <a:close/>
                <a:moveTo>
                  <a:pt x="802005" y="750570"/>
                </a:moveTo>
                <a:lnTo>
                  <a:pt x="808672" y="757238"/>
                </a:lnTo>
                <a:lnTo>
                  <a:pt x="802005" y="763905"/>
                </a:lnTo>
                <a:lnTo>
                  <a:pt x="795337" y="757238"/>
                </a:lnTo>
                <a:close/>
                <a:moveTo>
                  <a:pt x="240030" y="650558"/>
                </a:moveTo>
                <a:lnTo>
                  <a:pt x="251460" y="661988"/>
                </a:lnTo>
                <a:lnTo>
                  <a:pt x="240030" y="673417"/>
                </a:lnTo>
                <a:lnTo>
                  <a:pt x="228600" y="661988"/>
                </a:lnTo>
                <a:close/>
                <a:moveTo>
                  <a:pt x="744855" y="1764983"/>
                </a:moveTo>
                <a:lnTo>
                  <a:pt x="765810" y="1785938"/>
                </a:lnTo>
                <a:lnTo>
                  <a:pt x="744855" y="1806892"/>
                </a:lnTo>
                <a:lnTo>
                  <a:pt x="723900" y="1785938"/>
                </a:lnTo>
                <a:close/>
                <a:moveTo>
                  <a:pt x="1649730" y="1829753"/>
                </a:moveTo>
                <a:lnTo>
                  <a:pt x="1663065" y="1843088"/>
                </a:lnTo>
                <a:lnTo>
                  <a:pt x="1649730" y="1856422"/>
                </a:lnTo>
                <a:lnTo>
                  <a:pt x="1636395" y="1843088"/>
                </a:lnTo>
                <a:close/>
                <a:moveTo>
                  <a:pt x="173355" y="2096453"/>
                </a:moveTo>
                <a:lnTo>
                  <a:pt x="186690" y="2109788"/>
                </a:lnTo>
                <a:lnTo>
                  <a:pt x="173355" y="2123123"/>
                </a:lnTo>
                <a:lnTo>
                  <a:pt x="160020" y="2109788"/>
                </a:lnTo>
                <a:close/>
                <a:moveTo>
                  <a:pt x="1325880" y="1747838"/>
                </a:moveTo>
                <a:lnTo>
                  <a:pt x="1344930" y="1766888"/>
                </a:lnTo>
                <a:lnTo>
                  <a:pt x="1325880" y="1785938"/>
                </a:lnTo>
                <a:lnTo>
                  <a:pt x="1306830" y="1766888"/>
                </a:lnTo>
                <a:close/>
                <a:moveTo>
                  <a:pt x="1668780" y="1204913"/>
                </a:moveTo>
                <a:lnTo>
                  <a:pt x="1678305" y="1214438"/>
                </a:lnTo>
                <a:lnTo>
                  <a:pt x="1668780" y="1223963"/>
                </a:lnTo>
                <a:lnTo>
                  <a:pt x="1659255" y="1214438"/>
                </a:lnTo>
                <a:close/>
                <a:moveTo>
                  <a:pt x="697230" y="1397318"/>
                </a:moveTo>
                <a:lnTo>
                  <a:pt x="704850" y="1404938"/>
                </a:lnTo>
                <a:lnTo>
                  <a:pt x="697230" y="1412558"/>
                </a:lnTo>
                <a:lnTo>
                  <a:pt x="689610" y="1404938"/>
                </a:lnTo>
                <a:close/>
                <a:moveTo>
                  <a:pt x="2402205" y="1710690"/>
                </a:moveTo>
                <a:lnTo>
                  <a:pt x="2410778" y="1719263"/>
                </a:lnTo>
                <a:lnTo>
                  <a:pt x="2402205" y="1727835"/>
                </a:lnTo>
                <a:lnTo>
                  <a:pt x="2393633" y="1719263"/>
                </a:lnTo>
                <a:close/>
                <a:moveTo>
                  <a:pt x="992505" y="0"/>
                </a:moveTo>
                <a:lnTo>
                  <a:pt x="1006792" y="14288"/>
                </a:lnTo>
                <a:lnTo>
                  <a:pt x="992505" y="28575"/>
                </a:lnTo>
                <a:lnTo>
                  <a:pt x="978217" y="14288"/>
                </a:lnTo>
                <a:close/>
                <a:moveTo>
                  <a:pt x="2183130" y="1630680"/>
                </a:moveTo>
                <a:lnTo>
                  <a:pt x="2205038" y="1652588"/>
                </a:lnTo>
                <a:lnTo>
                  <a:pt x="2183130" y="1674495"/>
                </a:lnTo>
                <a:lnTo>
                  <a:pt x="2161223" y="1652588"/>
                </a:lnTo>
                <a:close/>
                <a:moveTo>
                  <a:pt x="2345055" y="1651635"/>
                </a:moveTo>
                <a:lnTo>
                  <a:pt x="2355532" y="1662113"/>
                </a:lnTo>
                <a:lnTo>
                  <a:pt x="2345055" y="1672590"/>
                </a:lnTo>
                <a:lnTo>
                  <a:pt x="2334578" y="1662113"/>
                </a:lnTo>
                <a:close/>
                <a:moveTo>
                  <a:pt x="525780" y="1059180"/>
                </a:moveTo>
                <a:lnTo>
                  <a:pt x="538163" y="1071563"/>
                </a:lnTo>
                <a:lnTo>
                  <a:pt x="525780" y="1083945"/>
                </a:lnTo>
                <a:lnTo>
                  <a:pt x="513397" y="1071563"/>
                </a:lnTo>
                <a:close/>
                <a:moveTo>
                  <a:pt x="11430" y="2145983"/>
                </a:moveTo>
                <a:lnTo>
                  <a:pt x="22860" y="2157413"/>
                </a:lnTo>
                <a:lnTo>
                  <a:pt x="11430" y="2168842"/>
                </a:lnTo>
                <a:lnTo>
                  <a:pt x="0" y="2157413"/>
                </a:lnTo>
                <a:close/>
                <a:moveTo>
                  <a:pt x="1992630" y="450533"/>
                </a:moveTo>
                <a:lnTo>
                  <a:pt x="2004060" y="461963"/>
                </a:lnTo>
                <a:lnTo>
                  <a:pt x="1992630" y="473393"/>
                </a:lnTo>
                <a:lnTo>
                  <a:pt x="1981200" y="461963"/>
                </a:lnTo>
                <a:close/>
                <a:moveTo>
                  <a:pt x="1030605" y="2311717"/>
                </a:moveTo>
                <a:lnTo>
                  <a:pt x="1038225" y="2319338"/>
                </a:lnTo>
                <a:lnTo>
                  <a:pt x="1030605" y="2326958"/>
                </a:lnTo>
                <a:lnTo>
                  <a:pt x="1022985" y="2319338"/>
                </a:lnTo>
                <a:close/>
                <a:moveTo>
                  <a:pt x="297180" y="2460308"/>
                </a:moveTo>
                <a:lnTo>
                  <a:pt x="308610" y="2471738"/>
                </a:lnTo>
                <a:lnTo>
                  <a:pt x="297180" y="2483167"/>
                </a:lnTo>
                <a:lnTo>
                  <a:pt x="285750" y="2471738"/>
                </a:lnTo>
                <a:close/>
                <a:moveTo>
                  <a:pt x="1716405" y="1060133"/>
                </a:moveTo>
                <a:lnTo>
                  <a:pt x="1727835" y="1071563"/>
                </a:lnTo>
                <a:lnTo>
                  <a:pt x="1716405" y="1082993"/>
                </a:lnTo>
                <a:lnTo>
                  <a:pt x="1704975" y="1071563"/>
                </a:lnTo>
                <a:close/>
                <a:moveTo>
                  <a:pt x="868680" y="732473"/>
                </a:moveTo>
                <a:lnTo>
                  <a:pt x="883920" y="747713"/>
                </a:lnTo>
                <a:lnTo>
                  <a:pt x="868680" y="762953"/>
                </a:lnTo>
                <a:lnTo>
                  <a:pt x="853440" y="747713"/>
                </a:lnTo>
                <a:close/>
                <a:moveTo>
                  <a:pt x="1173480" y="618173"/>
                </a:moveTo>
                <a:lnTo>
                  <a:pt x="1188720" y="633413"/>
                </a:lnTo>
                <a:lnTo>
                  <a:pt x="1173480" y="648653"/>
                </a:lnTo>
                <a:lnTo>
                  <a:pt x="1158240" y="633413"/>
                </a:lnTo>
                <a:close/>
                <a:moveTo>
                  <a:pt x="563880" y="636270"/>
                </a:moveTo>
                <a:lnTo>
                  <a:pt x="570547" y="642938"/>
                </a:lnTo>
                <a:lnTo>
                  <a:pt x="563880" y="649605"/>
                </a:lnTo>
                <a:lnTo>
                  <a:pt x="557213" y="642938"/>
                </a:lnTo>
                <a:close/>
                <a:moveTo>
                  <a:pt x="554355" y="1577340"/>
                </a:moveTo>
                <a:lnTo>
                  <a:pt x="572453" y="1595438"/>
                </a:lnTo>
                <a:lnTo>
                  <a:pt x="554355" y="1613535"/>
                </a:lnTo>
                <a:lnTo>
                  <a:pt x="536257" y="1595438"/>
                </a:lnTo>
                <a:close/>
                <a:moveTo>
                  <a:pt x="2649855" y="1443990"/>
                </a:moveTo>
                <a:lnTo>
                  <a:pt x="2667953" y="1462088"/>
                </a:lnTo>
                <a:lnTo>
                  <a:pt x="2649855" y="1480185"/>
                </a:lnTo>
                <a:lnTo>
                  <a:pt x="2631757" y="1462088"/>
                </a:lnTo>
                <a:close/>
                <a:moveTo>
                  <a:pt x="1183005" y="1573530"/>
                </a:moveTo>
                <a:lnTo>
                  <a:pt x="1204913" y="1595438"/>
                </a:lnTo>
                <a:lnTo>
                  <a:pt x="1183005" y="1617345"/>
                </a:lnTo>
                <a:lnTo>
                  <a:pt x="1161098" y="1595438"/>
                </a:lnTo>
                <a:close/>
                <a:moveTo>
                  <a:pt x="1259205" y="2747010"/>
                </a:moveTo>
                <a:lnTo>
                  <a:pt x="1269683" y="2757488"/>
                </a:lnTo>
                <a:lnTo>
                  <a:pt x="1259205" y="2767965"/>
                </a:lnTo>
                <a:lnTo>
                  <a:pt x="1248727" y="2757488"/>
                </a:lnTo>
                <a:close/>
                <a:moveTo>
                  <a:pt x="1459230" y="837248"/>
                </a:moveTo>
                <a:lnTo>
                  <a:pt x="1474470" y="852488"/>
                </a:lnTo>
                <a:lnTo>
                  <a:pt x="1459230" y="867727"/>
                </a:lnTo>
                <a:lnTo>
                  <a:pt x="1443990" y="852488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-3099435" y="-257175"/>
            <a:ext cx="4853940" cy="4774883"/>
          </a:xfrm>
          <a:custGeom>
            <a:avLst/>
            <a:gdLst/>
            <a:ahLst/>
            <a:cxnLst/>
            <a:rect l="l" t="t" r="r" b="b"/>
            <a:pathLst>
              <a:path w="4853940" h="4774883">
                <a:moveTo>
                  <a:pt x="3556635" y="3371850"/>
                </a:moveTo>
                <a:lnTo>
                  <a:pt x="3566160" y="3381375"/>
                </a:lnTo>
                <a:lnTo>
                  <a:pt x="3556635" y="3390900"/>
                </a:lnTo>
                <a:lnTo>
                  <a:pt x="3547110" y="3381375"/>
                </a:lnTo>
                <a:close/>
                <a:moveTo>
                  <a:pt x="1146810" y="3970973"/>
                </a:moveTo>
                <a:lnTo>
                  <a:pt x="1166812" y="3990975"/>
                </a:lnTo>
                <a:lnTo>
                  <a:pt x="1146810" y="4010978"/>
                </a:lnTo>
                <a:lnTo>
                  <a:pt x="1126808" y="3990975"/>
                </a:lnTo>
                <a:close/>
                <a:moveTo>
                  <a:pt x="365760" y="3031808"/>
                </a:moveTo>
                <a:lnTo>
                  <a:pt x="372427" y="3038475"/>
                </a:lnTo>
                <a:lnTo>
                  <a:pt x="365760" y="3045143"/>
                </a:lnTo>
                <a:lnTo>
                  <a:pt x="359092" y="3038475"/>
                </a:lnTo>
                <a:close/>
                <a:moveTo>
                  <a:pt x="1908810" y="186690"/>
                </a:moveTo>
                <a:lnTo>
                  <a:pt x="1922145" y="200025"/>
                </a:lnTo>
                <a:lnTo>
                  <a:pt x="1908810" y="213360"/>
                </a:lnTo>
                <a:lnTo>
                  <a:pt x="1895475" y="200025"/>
                </a:lnTo>
                <a:close/>
                <a:moveTo>
                  <a:pt x="89535" y="3317558"/>
                </a:moveTo>
                <a:lnTo>
                  <a:pt x="105727" y="3333750"/>
                </a:lnTo>
                <a:lnTo>
                  <a:pt x="89535" y="3349943"/>
                </a:lnTo>
                <a:lnTo>
                  <a:pt x="73342" y="3333750"/>
                </a:lnTo>
                <a:close/>
                <a:moveTo>
                  <a:pt x="4690110" y="2084070"/>
                </a:moveTo>
                <a:lnTo>
                  <a:pt x="4701540" y="2095500"/>
                </a:lnTo>
                <a:lnTo>
                  <a:pt x="4690110" y="2106930"/>
                </a:lnTo>
                <a:lnTo>
                  <a:pt x="4678680" y="2095500"/>
                </a:lnTo>
                <a:close/>
                <a:moveTo>
                  <a:pt x="2289810" y="0"/>
                </a:moveTo>
                <a:lnTo>
                  <a:pt x="2299335" y="9525"/>
                </a:lnTo>
                <a:lnTo>
                  <a:pt x="2289810" y="19050"/>
                </a:lnTo>
                <a:lnTo>
                  <a:pt x="2280285" y="9525"/>
                </a:lnTo>
                <a:close/>
                <a:moveTo>
                  <a:pt x="4290060" y="1367790"/>
                </a:moveTo>
                <a:lnTo>
                  <a:pt x="4303395" y="1381125"/>
                </a:lnTo>
                <a:lnTo>
                  <a:pt x="4290060" y="1394460"/>
                </a:lnTo>
                <a:lnTo>
                  <a:pt x="4276725" y="1381125"/>
                </a:lnTo>
                <a:close/>
                <a:moveTo>
                  <a:pt x="3499485" y="4144328"/>
                </a:moveTo>
                <a:lnTo>
                  <a:pt x="3508057" y="4152900"/>
                </a:lnTo>
                <a:lnTo>
                  <a:pt x="3499485" y="4161473"/>
                </a:lnTo>
                <a:lnTo>
                  <a:pt x="3490913" y="4152900"/>
                </a:lnTo>
                <a:close/>
                <a:moveTo>
                  <a:pt x="3661410" y="1501140"/>
                </a:moveTo>
                <a:lnTo>
                  <a:pt x="3674745" y="1514475"/>
                </a:lnTo>
                <a:lnTo>
                  <a:pt x="3661410" y="1527810"/>
                </a:lnTo>
                <a:lnTo>
                  <a:pt x="3648075" y="1514475"/>
                </a:lnTo>
                <a:close/>
                <a:moveTo>
                  <a:pt x="4032885" y="2008823"/>
                </a:moveTo>
                <a:lnTo>
                  <a:pt x="4043363" y="2019300"/>
                </a:lnTo>
                <a:lnTo>
                  <a:pt x="4032885" y="2029778"/>
                </a:lnTo>
                <a:lnTo>
                  <a:pt x="4022407" y="2019300"/>
                </a:lnTo>
                <a:close/>
                <a:moveTo>
                  <a:pt x="1022985" y="4553903"/>
                </a:moveTo>
                <a:lnTo>
                  <a:pt x="1031557" y="4562475"/>
                </a:lnTo>
                <a:lnTo>
                  <a:pt x="1022985" y="4571048"/>
                </a:lnTo>
                <a:lnTo>
                  <a:pt x="1014412" y="4562475"/>
                </a:lnTo>
                <a:close/>
                <a:moveTo>
                  <a:pt x="3537585" y="3239453"/>
                </a:moveTo>
                <a:lnTo>
                  <a:pt x="3555682" y="3257550"/>
                </a:lnTo>
                <a:lnTo>
                  <a:pt x="3537585" y="3275648"/>
                </a:lnTo>
                <a:lnTo>
                  <a:pt x="3519488" y="3257550"/>
                </a:lnTo>
                <a:close/>
                <a:moveTo>
                  <a:pt x="2432685" y="4541520"/>
                </a:moveTo>
                <a:lnTo>
                  <a:pt x="2444115" y="4552950"/>
                </a:lnTo>
                <a:lnTo>
                  <a:pt x="2432685" y="4564380"/>
                </a:lnTo>
                <a:lnTo>
                  <a:pt x="2421255" y="4552950"/>
                </a:lnTo>
                <a:close/>
                <a:moveTo>
                  <a:pt x="356235" y="2482215"/>
                </a:moveTo>
                <a:lnTo>
                  <a:pt x="379095" y="2505075"/>
                </a:lnTo>
                <a:lnTo>
                  <a:pt x="356235" y="2527935"/>
                </a:lnTo>
                <a:lnTo>
                  <a:pt x="333375" y="2505075"/>
                </a:lnTo>
                <a:close/>
                <a:moveTo>
                  <a:pt x="3594735" y="4302443"/>
                </a:moveTo>
                <a:lnTo>
                  <a:pt x="3616643" y="4324350"/>
                </a:lnTo>
                <a:lnTo>
                  <a:pt x="3594735" y="4346258"/>
                </a:lnTo>
                <a:lnTo>
                  <a:pt x="3572827" y="4324350"/>
                </a:lnTo>
                <a:close/>
                <a:moveTo>
                  <a:pt x="1156335" y="3855720"/>
                </a:moveTo>
                <a:lnTo>
                  <a:pt x="1177290" y="3876675"/>
                </a:lnTo>
                <a:lnTo>
                  <a:pt x="1156335" y="3897630"/>
                </a:lnTo>
                <a:lnTo>
                  <a:pt x="1135380" y="3876675"/>
                </a:lnTo>
                <a:close/>
                <a:moveTo>
                  <a:pt x="80010" y="2638425"/>
                </a:moveTo>
                <a:lnTo>
                  <a:pt x="89535" y="2647950"/>
                </a:lnTo>
                <a:lnTo>
                  <a:pt x="80010" y="2657475"/>
                </a:lnTo>
                <a:lnTo>
                  <a:pt x="70485" y="2647950"/>
                </a:lnTo>
                <a:close/>
                <a:moveTo>
                  <a:pt x="2546985" y="160020"/>
                </a:moveTo>
                <a:lnTo>
                  <a:pt x="2558415" y="171450"/>
                </a:lnTo>
                <a:lnTo>
                  <a:pt x="2546985" y="182880"/>
                </a:lnTo>
                <a:lnTo>
                  <a:pt x="2535555" y="171450"/>
                </a:lnTo>
                <a:close/>
                <a:moveTo>
                  <a:pt x="1089660" y="4750118"/>
                </a:moveTo>
                <a:lnTo>
                  <a:pt x="1102043" y="4762500"/>
                </a:lnTo>
                <a:lnTo>
                  <a:pt x="1089660" y="4774883"/>
                </a:lnTo>
                <a:lnTo>
                  <a:pt x="1077277" y="4762500"/>
                </a:lnTo>
                <a:close/>
                <a:moveTo>
                  <a:pt x="165735" y="3962400"/>
                </a:moveTo>
                <a:lnTo>
                  <a:pt x="175260" y="3971925"/>
                </a:lnTo>
                <a:lnTo>
                  <a:pt x="165735" y="3981450"/>
                </a:lnTo>
                <a:lnTo>
                  <a:pt x="156210" y="3971925"/>
                </a:lnTo>
                <a:close/>
                <a:moveTo>
                  <a:pt x="1308735" y="4439603"/>
                </a:moveTo>
                <a:lnTo>
                  <a:pt x="1326833" y="4457700"/>
                </a:lnTo>
                <a:lnTo>
                  <a:pt x="1308735" y="4475798"/>
                </a:lnTo>
                <a:lnTo>
                  <a:pt x="1290637" y="4457700"/>
                </a:lnTo>
                <a:close/>
                <a:moveTo>
                  <a:pt x="4832985" y="3036570"/>
                </a:moveTo>
                <a:lnTo>
                  <a:pt x="4853940" y="3057525"/>
                </a:lnTo>
                <a:lnTo>
                  <a:pt x="4832985" y="3078480"/>
                </a:lnTo>
                <a:lnTo>
                  <a:pt x="4812030" y="3057525"/>
                </a:lnTo>
                <a:close/>
                <a:moveTo>
                  <a:pt x="1051560" y="1135380"/>
                </a:moveTo>
                <a:lnTo>
                  <a:pt x="1059180" y="1143000"/>
                </a:lnTo>
                <a:lnTo>
                  <a:pt x="1051560" y="1150620"/>
                </a:lnTo>
                <a:lnTo>
                  <a:pt x="1043940" y="1143000"/>
                </a:lnTo>
                <a:close/>
                <a:moveTo>
                  <a:pt x="3794760" y="3950970"/>
                </a:moveTo>
                <a:lnTo>
                  <a:pt x="3806190" y="3962400"/>
                </a:lnTo>
                <a:lnTo>
                  <a:pt x="3794760" y="3973830"/>
                </a:lnTo>
                <a:lnTo>
                  <a:pt x="3783330" y="3962400"/>
                </a:lnTo>
                <a:close/>
                <a:moveTo>
                  <a:pt x="13335" y="1986915"/>
                </a:moveTo>
                <a:lnTo>
                  <a:pt x="26670" y="2000250"/>
                </a:lnTo>
                <a:lnTo>
                  <a:pt x="13335" y="2013585"/>
                </a:lnTo>
                <a:lnTo>
                  <a:pt x="0" y="2000250"/>
                </a:lnTo>
                <a:close/>
                <a:moveTo>
                  <a:pt x="1737360" y="4273868"/>
                </a:moveTo>
                <a:lnTo>
                  <a:pt x="1759268" y="4295775"/>
                </a:lnTo>
                <a:lnTo>
                  <a:pt x="1737360" y="4317683"/>
                </a:lnTo>
                <a:lnTo>
                  <a:pt x="1715452" y="4295775"/>
                </a:lnTo>
                <a:close/>
                <a:moveTo>
                  <a:pt x="2375535" y="2770822"/>
                </a:moveTo>
                <a:lnTo>
                  <a:pt x="2386012" y="2781300"/>
                </a:lnTo>
                <a:lnTo>
                  <a:pt x="2375535" y="2791778"/>
                </a:lnTo>
                <a:lnTo>
                  <a:pt x="2365058" y="2781300"/>
                </a:lnTo>
                <a:close/>
                <a:moveTo>
                  <a:pt x="3737610" y="2318385"/>
                </a:moveTo>
                <a:lnTo>
                  <a:pt x="3752850" y="2333625"/>
                </a:lnTo>
                <a:lnTo>
                  <a:pt x="3737610" y="2348865"/>
                </a:lnTo>
                <a:lnTo>
                  <a:pt x="3722370" y="2333625"/>
                </a:lnTo>
                <a:close/>
                <a:moveTo>
                  <a:pt x="2423160" y="2707005"/>
                </a:moveTo>
                <a:lnTo>
                  <a:pt x="2440305" y="2724150"/>
                </a:lnTo>
                <a:lnTo>
                  <a:pt x="2423160" y="2741295"/>
                </a:lnTo>
                <a:lnTo>
                  <a:pt x="2406015" y="2724150"/>
                </a:lnTo>
                <a:close/>
                <a:moveTo>
                  <a:pt x="1870710" y="2408873"/>
                </a:moveTo>
                <a:lnTo>
                  <a:pt x="1890712" y="2428875"/>
                </a:lnTo>
                <a:lnTo>
                  <a:pt x="1870710" y="2448878"/>
                </a:lnTo>
                <a:lnTo>
                  <a:pt x="1850708" y="2428875"/>
                </a:lnTo>
                <a:close/>
                <a:moveTo>
                  <a:pt x="1470660" y="2697480"/>
                </a:moveTo>
                <a:lnTo>
                  <a:pt x="1487805" y="2714625"/>
                </a:lnTo>
                <a:lnTo>
                  <a:pt x="1470660" y="2731770"/>
                </a:lnTo>
                <a:lnTo>
                  <a:pt x="1453515" y="2714625"/>
                </a:lnTo>
                <a:close/>
                <a:moveTo>
                  <a:pt x="2461260" y="2265998"/>
                </a:moveTo>
                <a:lnTo>
                  <a:pt x="2481263" y="2286000"/>
                </a:lnTo>
                <a:lnTo>
                  <a:pt x="2461260" y="2306003"/>
                </a:lnTo>
                <a:lnTo>
                  <a:pt x="2441257" y="2286000"/>
                </a:lnTo>
                <a:close/>
                <a:moveTo>
                  <a:pt x="2985135" y="3263265"/>
                </a:moveTo>
                <a:lnTo>
                  <a:pt x="2998470" y="3276600"/>
                </a:lnTo>
                <a:lnTo>
                  <a:pt x="2985135" y="3289935"/>
                </a:lnTo>
                <a:lnTo>
                  <a:pt x="2971800" y="3276600"/>
                </a:lnTo>
                <a:close/>
                <a:moveTo>
                  <a:pt x="2118360" y="1768793"/>
                </a:moveTo>
                <a:lnTo>
                  <a:pt x="2140267" y="1790700"/>
                </a:lnTo>
                <a:lnTo>
                  <a:pt x="2118360" y="1812608"/>
                </a:lnTo>
                <a:lnTo>
                  <a:pt x="2096452" y="1790700"/>
                </a:lnTo>
                <a:close/>
                <a:moveTo>
                  <a:pt x="1718310" y="3377565"/>
                </a:moveTo>
                <a:lnTo>
                  <a:pt x="1731645" y="3390900"/>
                </a:lnTo>
                <a:lnTo>
                  <a:pt x="1718310" y="3404235"/>
                </a:lnTo>
                <a:lnTo>
                  <a:pt x="1704975" y="3390900"/>
                </a:lnTo>
                <a:close/>
                <a:moveTo>
                  <a:pt x="3108960" y="3489960"/>
                </a:moveTo>
                <a:lnTo>
                  <a:pt x="3124200" y="3505200"/>
                </a:lnTo>
                <a:lnTo>
                  <a:pt x="3108960" y="3520440"/>
                </a:lnTo>
                <a:lnTo>
                  <a:pt x="3093720" y="3505200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-3533775" y="-600075"/>
            <a:ext cx="5172075" cy="5124450"/>
          </a:xfrm>
          <a:custGeom>
            <a:avLst/>
            <a:gdLst/>
            <a:ahLst/>
            <a:cxnLst/>
            <a:rect l="l" t="t" r="r" b="b"/>
            <a:pathLst>
              <a:path w="5172075" h="5124450">
                <a:moveTo>
                  <a:pt x="2867025" y="5114925"/>
                </a:moveTo>
                <a:quadBezTo>
                  <a:pt x="2790825" y="5095875"/>
                  <a:pt x="2705100" y="5124450"/>
                </a:quadBezTo>
                <a:moveTo>
                  <a:pt x="1228725" y="3648075"/>
                </a:moveTo>
                <a:quadBezTo>
                  <a:pt x="1200150" y="3552825"/>
                  <a:pt x="1181100" y="3495675"/>
                </a:quadBezTo>
                <a:moveTo>
                  <a:pt x="676275" y="2466975"/>
                </a:moveTo>
                <a:quadBezTo>
                  <a:pt x="657225" y="2333625"/>
                  <a:pt x="638175" y="2238375"/>
                </a:quadBezTo>
                <a:moveTo>
                  <a:pt x="1704975" y="190500"/>
                </a:moveTo>
                <a:quadBezTo>
                  <a:pt x="1809750" y="104775"/>
                  <a:pt x="1905000" y="66675"/>
                </a:quadBezTo>
                <a:moveTo>
                  <a:pt x="3505200" y="533400"/>
                </a:moveTo>
                <a:quadBezTo>
                  <a:pt x="3629025" y="581025"/>
                  <a:pt x="3743325" y="666750"/>
                </a:quadBezTo>
                <a:moveTo>
                  <a:pt x="1543050" y="5105400"/>
                </a:moveTo>
                <a:quadBezTo>
                  <a:pt x="1419225" y="5010150"/>
                  <a:pt x="1295400" y="4943475"/>
                </a:quadBezTo>
                <a:moveTo>
                  <a:pt x="4743450" y="3038475"/>
                </a:moveTo>
                <a:quadBezTo>
                  <a:pt x="4724400" y="3067050"/>
                  <a:pt x="4705350" y="3133725"/>
                </a:quadBezTo>
                <a:moveTo>
                  <a:pt x="4438650" y="885825"/>
                </a:moveTo>
                <a:quadBezTo>
                  <a:pt x="4514850" y="904875"/>
                  <a:pt x="4600575" y="962025"/>
                </a:quadBezTo>
                <a:moveTo>
                  <a:pt x="266700" y="3562350"/>
                </a:moveTo>
                <a:quadBezTo>
                  <a:pt x="238125" y="3419475"/>
                  <a:pt x="219075" y="3314700"/>
                </a:quadBezTo>
                <a:moveTo>
                  <a:pt x="2628900" y="19050"/>
                </a:moveTo>
                <a:quadBezTo>
                  <a:pt x="2695575" y="0"/>
                  <a:pt x="2771775" y="19050"/>
                </a:quadBezTo>
                <a:moveTo>
                  <a:pt x="4848225" y="4010025"/>
                </a:moveTo>
                <a:quadBezTo>
                  <a:pt x="4781550" y="4057650"/>
                  <a:pt x="4724400" y="4143375"/>
                </a:quadBezTo>
                <a:moveTo>
                  <a:pt x="819150" y="1095375"/>
                </a:moveTo>
                <a:quadBezTo>
                  <a:pt x="866775" y="1009650"/>
                  <a:pt x="914400" y="952500"/>
                </a:quadBezTo>
                <a:moveTo>
                  <a:pt x="38100" y="2400300"/>
                </a:moveTo>
                <a:quadBezTo>
                  <a:pt x="19050" y="2247900"/>
                  <a:pt x="0" y="2133600"/>
                </a:quadBezTo>
                <a:moveTo>
                  <a:pt x="5172075" y="3352800"/>
                </a:moveTo>
                <a:quadBezTo>
                  <a:pt x="5114925" y="3457575"/>
                  <a:pt x="5048250" y="36099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-3457575" y="400050"/>
            <a:ext cx="2905125" cy="3095625"/>
          </a:xfrm>
          <a:custGeom>
            <a:avLst/>
            <a:gdLst/>
            <a:ahLst/>
            <a:cxnLst/>
            <a:rect l="l" t="t" r="r" b="b"/>
            <a:pathLst>
              <a:path w="2905125" h="3095625">
                <a:moveTo>
                  <a:pt x="2905125" y="0"/>
                </a:moveTo>
                <a:lnTo>
                  <a:pt x="2905125" y="352425"/>
                </a:lnTo>
                <a:moveTo>
                  <a:pt x="2876550" y="0"/>
                </a:moveTo>
                <a:lnTo>
                  <a:pt x="2876550" y="314325"/>
                </a:lnTo>
                <a:moveTo>
                  <a:pt x="2857500" y="0"/>
                </a:moveTo>
                <a:lnTo>
                  <a:pt x="2857500" y="276225"/>
                </a:lnTo>
                <a:moveTo>
                  <a:pt x="2809875" y="0"/>
                </a:moveTo>
                <a:lnTo>
                  <a:pt x="2809875" y="352425"/>
                </a:lnTo>
                <a:moveTo>
                  <a:pt x="504825" y="2276475"/>
                </a:moveTo>
                <a:lnTo>
                  <a:pt x="142875" y="2486025"/>
                </a:lnTo>
                <a:moveTo>
                  <a:pt x="485775" y="2247900"/>
                </a:moveTo>
                <a:lnTo>
                  <a:pt x="28575" y="2505075"/>
                </a:lnTo>
                <a:moveTo>
                  <a:pt x="476250" y="2219325"/>
                </a:moveTo>
                <a:lnTo>
                  <a:pt x="142875" y="2409825"/>
                </a:lnTo>
                <a:moveTo>
                  <a:pt x="457200" y="2181225"/>
                </a:moveTo>
                <a:lnTo>
                  <a:pt x="0" y="2438400"/>
                </a:lnTo>
                <a:moveTo>
                  <a:pt x="1438275" y="2876550"/>
                </a:moveTo>
                <a:lnTo>
                  <a:pt x="1800225" y="2971800"/>
                </a:lnTo>
                <a:moveTo>
                  <a:pt x="1428750" y="2905125"/>
                </a:moveTo>
                <a:lnTo>
                  <a:pt x="1924050" y="3038475"/>
                </a:lnTo>
                <a:moveTo>
                  <a:pt x="1419225" y="2943225"/>
                </a:moveTo>
                <a:lnTo>
                  <a:pt x="1876425" y="3067050"/>
                </a:lnTo>
                <a:moveTo>
                  <a:pt x="1409700" y="2971800"/>
                </a:moveTo>
                <a:lnTo>
                  <a:pt x="1857375" y="309562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-1914525" y="1485900"/>
            <a:ext cx="2752725" cy="6677025"/>
          </a:xfrm>
          <a:custGeom>
            <a:avLst/>
            <a:gdLst/>
            <a:ahLst/>
            <a:cxnLst/>
            <a:rect l="l" t="t" r="r" b="b"/>
            <a:pathLst>
              <a:path w="2752725" h="6677025">
                <a:moveTo>
                  <a:pt x="1076325" y="6677025"/>
                </a:moveTo>
                <a:lnTo>
                  <a:pt x="933450" y="6553200"/>
                </a:lnTo>
                <a:lnTo>
                  <a:pt x="933450" y="6610350"/>
                </a:lnTo>
                <a:lnTo>
                  <a:pt x="933450" y="6543675"/>
                </a:lnTo>
                <a:lnTo>
                  <a:pt x="942975" y="6486525"/>
                </a:lnTo>
                <a:lnTo>
                  <a:pt x="809625" y="6438900"/>
                </a:lnTo>
                <a:lnTo>
                  <a:pt x="809625" y="6381750"/>
                </a:lnTo>
                <a:lnTo>
                  <a:pt x="857250" y="6343650"/>
                </a:lnTo>
                <a:lnTo>
                  <a:pt x="800100" y="6248400"/>
                </a:lnTo>
                <a:lnTo>
                  <a:pt x="866775" y="6124575"/>
                </a:lnTo>
                <a:lnTo>
                  <a:pt x="781050" y="6105525"/>
                </a:lnTo>
                <a:lnTo>
                  <a:pt x="742950" y="6010275"/>
                </a:lnTo>
                <a:lnTo>
                  <a:pt x="676275" y="5972175"/>
                </a:lnTo>
                <a:lnTo>
                  <a:pt x="638175" y="5924550"/>
                </a:lnTo>
                <a:lnTo>
                  <a:pt x="561975" y="5857875"/>
                </a:lnTo>
                <a:lnTo>
                  <a:pt x="523875" y="5829300"/>
                </a:lnTo>
                <a:lnTo>
                  <a:pt x="495300" y="5734050"/>
                </a:lnTo>
                <a:lnTo>
                  <a:pt x="409575" y="5676900"/>
                </a:lnTo>
                <a:lnTo>
                  <a:pt x="333375" y="5715000"/>
                </a:lnTo>
                <a:lnTo>
                  <a:pt x="361950" y="5705475"/>
                </a:lnTo>
                <a:lnTo>
                  <a:pt x="295275" y="5543550"/>
                </a:lnTo>
                <a:lnTo>
                  <a:pt x="238125" y="5495925"/>
                </a:lnTo>
                <a:lnTo>
                  <a:pt x="257175" y="5391150"/>
                </a:lnTo>
                <a:lnTo>
                  <a:pt x="219075" y="5286375"/>
                </a:lnTo>
                <a:lnTo>
                  <a:pt x="257175" y="5200650"/>
                </a:lnTo>
                <a:lnTo>
                  <a:pt x="209550" y="5210175"/>
                </a:lnTo>
                <a:lnTo>
                  <a:pt x="161925" y="5086350"/>
                </a:lnTo>
                <a:lnTo>
                  <a:pt x="142875" y="5029200"/>
                </a:lnTo>
                <a:lnTo>
                  <a:pt x="123825" y="4886325"/>
                </a:lnTo>
                <a:lnTo>
                  <a:pt x="171450" y="4762500"/>
                </a:lnTo>
                <a:lnTo>
                  <a:pt x="142875" y="4638675"/>
                </a:lnTo>
                <a:lnTo>
                  <a:pt x="95250" y="4572000"/>
                </a:lnTo>
                <a:lnTo>
                  <a:pt x="161925" y="4448175"/>
                </a:lnTo>
                <a:lnTo>
                  <a:pt x="0" y="4371975"/>
                </a:lnTo>
                <a:lnTo>
                  <a:pt x="9525" y="4238625"/>
                </a:lnTo>
                <a:lnTo>
                  <a:pt x="123825" y="4105275"/>
                </a:lnTo>
                <a:lnTo>
                  <a:pt x="219075" y="4181475"/>
                </a:lnTo>
                <a:lnTo>
                  <a:pt x="285750" y="4038600"/>
                </a:lnTo>
                <a:lnTo>
                  <a:pt x="190500" y="3952875"/>
                </a:lnTo>
                <a:lnTo>
                  <a:pt x="123825" y="3952875"/>
                </a:lnTo>
                <a:lnTo>
                  <a:pt x="85725" y="3905250"/>
                </a:lnTo>
                <a:lnTo>
                  <a:pt x="47625" y="3810000"/>
                </a:lnTo>
                <a:lnTo>
                  <a:pt x="28575" y="3724275"/>
                </a:lnTo>
                <a:lnTo>
                  <a:pt x="66675" y="3752850"/>
                </a:lnTo>
                <a:lnTo>
                  <a:pt x="19050" y="3752850"/>
                </a:lnTo>
                <a:lnTo>
                  <a:pt x="85725" y="3781425"/>
                </a:lnTo>
                <a:lnTo>
                  <a:pt x="76200" y="3762375"/>
                </a:lnTo>
                <a:lnTo>
                  <a:pt x="76200" y="3695700"/>
                </a:lnTo>
                <a:lnTo>
                  <a:pt x="123825" y="3657600"/>
                </a:lnTo>
                <a:lnTo>
                  <a:pt x="66675" y="3695700"/>
                </a:lnTo>
                <a:lnTo>
                  <a:pt x="104775" y="3714750"/>
                </a:lnTo>
                <a:lnTo>
                  <a:pt x="57150" y="3571875"/>
                </a:lnTo>
                <a:lnTo>
                  <a:pt x="66675" y="3486150"/>
                </a:lnTo>
                <a:lnTo>
                  <a:pt x="104775" y="3467100"/>
                </a:lnTo>
                <a:lnTo>
                  <a:pt x="123825" y="3352800"/>
                </a:lnTo>
                <a:lnTo>
                  <a:pt x="200025" y="3286125"/>
                </a:lnTo>
                <a:lnTo>
                  <a:pt x="209550" y="3238500"/>
                </a:lnTo>
                <a:lnTo>
                  <a:pt x="171450" y="3095625"/>
                </a:lnTo>
                <a:lnTo>
                  <a:pt x="285750" y="2990850"/>
                </a:lnTo>
                <a:lnTo>
                  <a:pt x="276225" y="2962275"/>
                </a:lnTo>
                <a:lnTo>
                  <a:pt x="247650" y="2933700"/>
                </a:lnTo>
                <a:lnTo>
                  <a:pt x="228600" y="2914650"/>
                </a:lnTo>
                <a:lnTo>
                  <a:pt x="228600" y="2790825"/>
                </a:lnTo>
                <a:lnTo>
                  <a:pt x="133350" y="2752725"/>
                </a:lnTo>
                <a:lnTo>
                  <a:pt x="152400" y="2714625"/>
                </a:lnTo>
                <a:lnTo>
                  <a:pt x="200025" y="2676525"/>
                </a:lnTo>
                <a:lnTo>
                  <a:pt x="180975" y="2657475"/>
                </a:lnTo>
                <a:lnTo>
                  <a:pt x="209550" y="2571750"/>
                </a:lnTo>
                <a:lnTo>
                  <a:pt x="209550" y="2466975"/>
                </a:lnTo>
                <a:lnTo>
                  <a:pt x="209550" y="2419350"/>
                </a:lnTo>
                <a:lnTo>
                  <a:pt x="257175" y="2324100"/>
                </a:lnTo>
                <a:lnTo>
                  <a:pt x="238125" y="2333625"/>
                </a:lnTo>
                <a:lnTo>
                  <a:pt x="238125" y="2286000"/>
                </a:lnTo>
                <a:lnTo>
                  <a:pt x="257175" y="2209800"/>
                </a:lnTo>
                <a:lnTo>
                  <a:pt x="323850" y="2105025"/>
                </a:lnTo>
                <a:lnTo>
                  <a:pt x="314325" y="2038350"/>
                </a:lnTo>
                <a:lnTo>
                  <a:pt x="314325" y="2009775"/>
                </a:lnTo>
                <a:lnTo>
                  <a:pt x="333375" y="2009775"/>
                </a:lnTo>
                <a:lnTo>
                  <a:pt x="342900" y="1933575"/>
                </a:lnTo>
                <a:lnTo>
                  <a:pt x="352425" y="1866900"/>
                </a:lnTo>
                <a:lnTo>
                  <a:pt x="371475" y="1790700"/>
                </a:lnTo>
                <a:lnTo>
                  <a:pt x="400050" y="1762125"/>
                </a:lnTo>
                <a:lnTo>
                  <a:pt x="447675" y="1714500"/>
                </a:lnTo>
                <a:lnTo>
                  <a:pt x="476250" y="1619250"/>
                </a:lnTo>
                <a:lnTo>
                  <a:pt x="428625" y="1619250"/>
                </a:lnTo>
                <a:lnTo>
                  <a:pt x="447675" y="1562100"/>
                </a:lnTo>
                <a:lnTo>
                  <a:pt x="466725" y="1457325"/>
                </a:lnTo>
                <a:lnTo>
                  <a:pt x="466725" y="1409700"/>
                </a:lnTo>
                <a:lnTo>
                  <a:pt x="504825" y="1362075"/>
                </a:lnTo>
                <a:lnTo>
                  <a:pt x="514350" y="1295400"/>
                </a:lnTo>
                <a:lnTo>
                  <a:pt x="552450" y="1257300"/>
                </a:lnTo>
                <a:lnTo>
                  <a:pt x="561975" y="1247775"/>
                </a:lnTo>
                <a:lnTo>
                  <a:pt x="581025" y="1162050"/>
                </a:lnTo>
                <a:lnTo>
                  <a:pt x="552450" y="1104900"/>
                </a:lnTo>
                <a:lnTo>
                  <a:pt x="628650" y="1009650"/>
                </a:lnTo>
                <a:lnTo>
                  <a:pt x="581025" y="1000125"/>
                </a:lnTo>
                <a:lnTo>
                  <a:pt x="657225" y="933450"/>
                </a:lnTo>
                <a:lnTo>
                  <a:pt x="685800" y="876300"/>
                </a:lnTo>
                <a:lnTo>
                  <a:pt x="676275" y="904875"/>
                </a:lnTo>
                <a:lnTo>
                  <a:pt x="695325" y="857250"/>
                </a:lnTo>
                <a:lnTo>
                  <a:pt x="762000" y="828675"/>
                </a:lnTo>
                <a:lnTo>
                  <a:pt x="809625" y="752475"/>
                </a:lnTo>
                <a:lnTo>
                  <a:pt x="800100" y="762000"/>
                </a:lnTo>
                <a:lnTo>
                  <a:pt x="857250" y="704850"/>
                </a:lnTo>
                <a:lnTo>
                  <a:pt x="895350" y="619125"/>
                </a:lnTo>
                <a:lnTo>
                  <a:pt x="914400" y="628650"/>
                </a:lnTo>
                <a:lnTo>
                  <a:pt x="942975" y="600075"/>
                </a:lnTo>
                <a:lnTo>
                  <a:pt x="962025" y="542925"/>
                </a:lnTo>
                <a:lnTo>
                  <a:pt x="1057275" y="581025"/>
                </a:lnTo>
                <a:lnTo>
                  <a:pt x="1066800" y="533400"/>
                </a:lnTo>
                <a:lnTo>
                  <a:pt x="1085850" y="466725"/>
                </a:lnTo>
                <a:lnTo>
                  <a:pt x="1133475" y="438150"/>
                </a:lnTo>
                <a:lnTo>
                  <a:pt x="1209675" y="409575"/>
                </a:lnTo>
                <a:lnTo>
                  <a:pt x="1238250" y="438150"/>
                </a:lnTo>
                <a:lnTo>
                  <a:pt x="1323975" y="361950"/>
                </a:lnTo>
                <a:lnTo>
                  <a:pt x="1362075" y="333375"/>
                </a:lnTo>
                <a:lnTo>
                  <a:pt x="1390650" y="333375"/>
                </a:lnTo>
                <a:lnTo>
                  <a:pt x="1419225" y="285750"/>
                </a:lnTo>
                <a:lnTo>
                  <a:pt x="1409700" y="257175"/>
                </a:lnTo>
                <a:lnTo>
                  <a:pt x="1476375" y="266700"/>
                </a:lnTo>
                <a:lnTo>
                  <a:pt x="1533525" y="257175"/>
                </a:lnTo>
                <a:lnTo>
                  <a:pt x="1552575" y="200025"/>
                </a:lnTo>
                <a:lnTo>
                  <a:pt x="1619250" y="152400"/>
                </a:lnTo>
                <a:lnTo>
                  <a:pt x="1647825" y="180975"/>
                </a:lnTo>
                <a:lnTo>
                  <a:pt x="1647825" y="171450"/>
                </a:lnTo>
                <a:lnTo>
                  <a:pt x="1685925" y="104775"/>
                </a:lnTo>
                <a:lnTo>
                  <a:pt x="1752600" y="47625"/>
                </a:lnTo>
                <a:lnTo>
                  <a:pt x="1762125" y="19050"/>
                </a:lnTo>
                <a:lnTo>
                  <a:pt x="1819275" y="0"/>
                </a:lnTo>
                <a:lnTo>
                  <a:pt x="1800225" y="123825"/>
                </a:lnTo>
                <a:lnTo>
                  <a:pt x="1762125" y="152400"/>
                </a:lnTo>
                <a:lnTo>
                  <a:pt x="1809750" y="209550"/>
                </a:lnTo>
                <a:lnTo>
                  <a:pt x="1828800" y="219075"/>
                </a:lnTo>
                <a:lnTo>
                  <a:pt x="1847850" y="314325"/>
                </a:lnTo>
                <a:lnTo>
                  <a:pt x="1885950" y="333375"/>
                </a:lnTo>
                <a:lnTo>
                  <a:pt x="1981200" y="371475"/>
                </a:lnTo>
                <a:lnTo>
                  <a:pt x="1981200" y="457200"/>
                </a:lnTo>
                <a:lnTo>
                  <a:pt x="2057400" y="495300"/>
                </a:lnTo>
                <a:lnTo>
                  <a:pt x="2028825" y="552450"/>
                </a:lnTo>
                <a:lnTo>
                  <a:pt x="2047875" y="590550"/>
                </a:lnTo>
                <a:lnTo>
                  <a:pt x="2114550" y="609600"/>
                </a:lnTo>
                <a:lnTo>
                  <a:pt x="2114550" y="714375"/>
                </a:lnTo>
                <a:lnTo>
                  <a:pt x="2105025" y="723900"/>
                </a:lnTo>
                <a:lnTo>
                  <a:pt x="2114550" y="809625"/>
                </a:lnTo>
                <a:lnTo>
                  <a:pt x="2162175" y="876300"/>
                </a:lnTo>
                <a:lnTo>
                  <a:pt x="2247900" y="914400"/>
                </a:lnTo>
                <a:lnTo>
                  <a:pt x="2238375" y="1009650"/>
                </a:lnTo>
                <a:lnTo>
                  <a:pt x="2276475" y="1047750"/>
                </a:lnTo>
                <a:lnTo>
                  <a:pt x="2305050" y="1057275"/>
                </a:lnTo>
                <a:lnTo>
                  <a:pt x="2305050" y="1171575"/>
                </a:lnTo>
                <a:lnTo>
                  <a:pt x="2324100" y="1152525"/>
                </a:lnTo>
                <a:lnTo>
                  <a:pt x="2343150" y="1228725"/>
                </a:lnTo>
                <a:lnTo>
                  <a:pt x="2352675" y="1295400"/>
                </a:lnTo>
                <a:lnTo>
                  <a:pt x="2419350" y="1371600"/>
                </a:lnTo>
                <a:lnTo>
                  <a:pt x="2419350" y="1438275"/>
                </a:lnTo>
                <a:lnTo>
                  <a:pt x="2466975" y="1495425"/>
                </a:lnTo>
                <a:lnTo>
                  <a:pt x="2438400" y="1562100"/>
                </a:lnTo>
                <a:lnTo>
                  <a:pt x="2466975" y="1609725"/>
                </a:lnTo>
                <a:lnTo>
                  <a:pt x="2514600" y="1628775"/>
                </a:lnTo>
                <a:lnTo>
                  <a:pt x="2552700" y="1704975"/>
                </a:lnTo>
                <a:lnTo>
                  <a:pt x="2571750" y="1743075"/>
                </a:lnTo>
                <a:lnTo>
                  <a:pt x="2466975" y="1876425"/>
                </a:lnTo>
                <a:lnTo>
                  <a:pt x="2724150" y="1857375"/>
                </a:lnTo>
                <a:lnTo>
                  <a:pt x="2714625" y="1876425"/>
                </a:lnTo>
                <a:lnTo>
                  <a:pt x="2657475" y="2000250"/>
                </a:lnTo>
                <a:lnTo>
                  <a:pt x="2695575" y="2047875"/>
                </a:lnTo>
                <a:lnTo>
                  <a:pt x="2647950" y="1981200"/>
                </a:lnTo>
                <a:lnTo>
                  <a:pt x="2733675" y="2143125"/>
                </a:lnTo>
                <a:lnTo>
                  <a:pt x="2705100" y="2295525"/>
                </a:lnTo>
                <a:lnTo>
                  <a:pt x="2476500" y="2514600"/>
                </a:lnTo>
                <a:lnTo>
                  <a:pt x="2476500" y="2543175"/>
                </a:lnTo>
                <a:lnTo>
                  <a:pt x="2533650" y="2552700"/>
                </a:lnTo>
                <a:lnTo>
                  <a:pt x="2447925" y="2638425"/>
                </a:lnTo>
                <a:lnTo>
                  <a:pt x="2505075" y="2667000"/>
                </a:lnTo>
                <a:lnTo>
                  <a:pt x="2505075" y="2781300"/>
                </a:lnTo>
                <a:lnTo>
                  <a:pt x="2505075" y="2857500"/>
                </a:lnTo>
                <a:lnTo>
                  <a:pt x="2562225" y="2819400"/>
                </a:lnTo>
                <a:lnTo>
                  <a:pt x="2600325" y="2971800"/>
                </a:lnTo>
                <a:lnTo>
                  <a:pt x="2571750" y="3000375"/>
                </a:lnTo>
                <a:lnTo>
                  <a:pt x="2657475" y="2981325"/>
                </a:lnTo>
                <a:lnTo>
                  <a:pt x="2543175" y="3067050"/>
                </a:lnTo>
                <a:lnTo>
                  <a:pt x="2562225" y="3114675"/>
                </a:lnTo>
                <a:lnTo>
                  <a:pt x="2628900" y="3209925"/>
                </a:lnTo>
                <a:lnTo>
                  <a:pt x="2609850" y="3181350"/>
                </a:lnTo>
                <a:lnTo>
                  <a:pt x="2695575" y="3295650"/>
                </a:lnTo>
                <a:lnTo>
                  <a:pt x="2552700" y="3371850"/>
                </a:lnTo>
                <a:lnTo>
                  <a:pt x="2628900" y="3371850"/>
                </a:lnTo>
                <a:lnTo>
                  <a:pt x="2686050" y="3524250"/>
                </a:lnTo>
                <a:lnTo>
                  <a:pt x="2714625" y="3514725"/>
                </a:lnTo>
                <a:lnTo>
                  <a:pt x="2676525" y="3600450"/>
                </a:lnTo>
                <a:lnTo>
                  <a:pt x="2667000" y="3724275"/>
                </a:lnTo>
                <a:lnTo>
                  <a:pt x="2724150" y="3714750"/>
                </a:lnTo>
                <a:lnTo>
                  <a:pt x="2676525" y="3790950"/>
                </a:lnTo>
                <a:lnTo>
                  <a:pt x="2600325" y="3829050"/>
                </a:lnTo>
                <a:lnTo>
                  <a:pt x="2657475" y="3895725"/>
                </a:lnTo>
                <a:lnTo>
                  <a:pt x="2695575" y="4076700"/>
                </a:lnTo>
                <a:lnTo>
                  <a:pt x="2705100" y="4086225"/>
                </a:lnTo>
                <a:lnTo>
                  <a:pt x="2714625" y="4171950"/>
                </a:lnTo>
                <a:lnTo>
                  <a:pt x="2714625" y="4238625"/>
                </a:lnTo>
                <a:lnTo>
                  <a:pt x="2686050" y="4210050"/>
                </a:lnTo>
                <a:lnTo>
                  <a:pt x="2628900" y="4133850"/>
                </a:lnTo>
                <a:lnTo>
                  <a:pt x="2752725" y="4276725"/>
                </a:lnTo>
                <a:lnTo>
                  <a:pt x="2647950" y="4267200"/>
                </a:lnTo>
                <a:lnTo>
                  <a:pt x="2695575" y="4257675"/>
                </a:lnTo>
                <a:lnTo>
                  <a:pt x="2676525" y="4305300"/>
                </a:lnTo>
                <a:lnTo>
                  <a:pt x="2705100" y="4410075"/>
                </a:lnTo>
                <a:lnTo>
                  <a:pt x="2590800" y="4467225"/>
                </a:lnTo>
                <a:lnTo>
                  <a:pt x="2514600" y="4524375"/>
                </a:lnTo>
                <a:lnTo>
                  <a:pt x="2533650" y="4619625"/>
                </a:lnTo>
                <a:lnTo>
                  <a:pt x="2505075" y="4819650"/>
                </a:lnTo>
                <a:lnTo>
                  <a:pt x="2447925" y="4772025"/>
                </a:lnTo>
                <a:lnTo>
                  <a:pt x="2409825" y="4886325"/>
                </a:lnTo>
                <a:lnTo>
                  <a:pt x="2495550" y="4886325"/>
                </a:lnTo>
                <a:lnTo>
                  <a:pt x="2495550" y="5019675"/>
                </a:lnTo>
                <a:lnTo>
                  <a:pt x="2457450" y="5172075"/>
                </a:lnTo>
                <a:lnTo>
                  <a:pt x="2486025" y="5191125"/>
                </a:lnTo>
                <a:lnTo>
                  <a:pt x="2486025" y="5248275"/>
                </a:lnTo>
                <a:lnTo>
                  <a:pt x="2476500" y="5305425"/>
                </a:lnTo>
                <a:lnTo>
                  <a:pt x="2524125" y="5334000"/>
                </a:lnTo>
                <a:lnTo>
                  <a:pt x="2533650" y="5391150"/>
                </a:lnTo>
                <a:lnTo>
                  <a:pt x="2533650" y="5457825"/>
                </a:lnTo>
                <a:lnTo>
                  <a:pt x="2524125" y="5467350"/>
                </a:lnTo>
                <a:lnTo>
                  <a:pt x="2543175" y="5534025"/>
                </a:lnTo>
                <a:lnTo>
                  <a:pt x="2571750" y="5638800"/>
                </a:lnTo>
                <a:lnTo>
                  <a:pt x="2505075" y="5648325"/>
                </a:lnTo>
                <a:lnTo>
                  <a:pt x="2447925" y="5762625"/>
                </a:lnTo>
                <a:lnTo>
                  <a:pt x="2371725" y="5762625"/>
                </a:lnTo>
                <a:lnTo>
                  <a:pt x="2381250" y="5791200"/>
                </a:lnTo>
                <a:lnTo>
                  <a:pt x="2381250" y="5791200"/>
                </a:lnTo>
                <a:lnTo>
                  <a:pt x="2314575" y="5857875"/>
                </a:lnTo>
                <a:lnTo>
                  <a:pt x="2238375" y="5848350"/>
                </a:lnTo>
                <a:lnTo>
                  <a:pt x="2181225" y="5915025"/>
                </a:lnTo>
                <a:lnTo>
                  <a:pt x="2200275" y="5934075"/>
                </a:lnTo>
                <a:lnTo>
                  <a:pt x="2095500" y="5934075"/>
                </a:lnTo>
                <a:lnTo>
                  <a:pt x="2047875" y="6000750"/>
                </a:lnTo>
                <a:lnTo>
                  <a:pt x="2000250" y="6010275"/>
                </a:lnTo>
                <a:lnTo>
                  <a:pt x="1990725" y="6029325"/>
                </a:lnTo>
                <a:lnTo>
                  <a:pt x="1924050" y="6038850"/>
                </a:lnTo>
                <a:lnTo>
                  <a:pt x="1857375" y="6153150"/>
                </a:lnTo>
                <a:lnTo>
                  <a:pt x="1838325" y="6162675"/>
                </a:lnTo>
                <a:lnTo>
                  <a:pt x="1847850" y="6219825"/>
                </a:lnTo>
                <a:lnTo>
                  <a:pt x="1771650" y="6257925"/>
                </a:lnTo>
                <a:lnTo>
                  <a:pt x="1743075" y="6248400"/>
                </a:lnTo>
                <a:lnTo>
                  <a:pt x="1714500" y="6276975"/>
                </a:lnTo>
                <a:lnTo>
                  <a:pt x="1676400" y="6343650"/>
                </a:lnTo>
                <a:lnTo>
                  <a:pt x="1619250" y="6381750"/>
                </a:lnTo>
                <a:lnTo>
                  <a:pt x="1581150" y="6362700"/>
                </a:lnTo>
                <a:lnTo>
                  <a:pt x="1485900" y="6429375"/>
                </a:lnTo>
                <a:lnTo>
                  <a:pt x="1447800" y="6467475"/>
                </a:lnTo>
                <a:lnTo>
                  <a:pt x="1371600" y="6419850"/>
                </a:lnTo>
                <a:lnTo>
                  <a:pt x="1333500" y="6429375"/>
                </a:lnTo>
                <a:lnTo>
                  <a:pt x="1304925" y="6534150"/>
                </a:lnTo>
                <a:lnTo>
                  <a:pt x="1247775" y="6572250"/>
                </a:lnTo>
                <a:lnTo>
                  <a:pt x="1200150" y="6524625"/>
                </a:lnTo>
                <a:lnTo>
                  <a:pt x="1200150" y="6581775"/>
                </a:lnTo>
                <a:lnTo>
                  <a:pt x="1123950" y="6581775"/>
                </a:lnTo>
                <a:close/>
              </a:path>
            </a:pathLst>
          </a:custGeom>
          <a:solidFill>
            <a:srgbClr val="F7B733">
              <a:alpha val="1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2152650" y="923925"/>
            <a:ext cx="3209925" cy="7724775"/>
          </a:xfrm>
          <a:custGeom>
            <a:avLst/>
            <a:gdLst/>
            <a:ahLst/>
            <a:cxnLst/>
            <a:rect l="l" t="t" r="r" b="b"/>
            <a:pathLst>
              <a:path w="3209925" h="7724775">
                <a:moveTo>
                  <a:pt x="1257300" y="7724775"/>
                </a:moveTo>
                <a:lnTo>
                  <a:pt x="1133475" y="7572375"/>
                </a:lnTo>
                <a:lnTo>
                  <a:pt x="1085850" y="7715250"/>
                </a:lnTo>
                <a:lnTo>
                  <a:pt x="1019175" y="7591425"/>
                </a:lnTo>
                <a:lnTo>
                  <a:pt x="1085850" y="7486650"/>
                </a:lnTo>
                <a:lnTo>
                  <a:pt x="1019175" y="7581900"/>
                </a:lnTo>
                <a:lnTo>
                  <a:pt x="1028700" y="7429500"/>
                </a:lnTo>
                <a:lnTo>
                  <a:pt x="990600" y="7362825"/>
                </a:lnTo>
                <a:lnTo>
                  <a:pt x="933450" y="7239000"/>
                </a:lnTo>
                <a:lnTo>
                  <a:pt x="952500" y="7019925"/>
                </a:lnTo>
                <a:lnTo>
                  <a:pt x="809625" y="7162800"/>
                </a:lnTo>
                <a:lnTo>
                  <a:pt x="781050" y="7058025"/>
                </a:lnTo>
                <a:lnTo>
                  <a:pt x="742950" y="6972300"/>
                </a:lnTo>
                <a:lnTo>
                  <a:pt x="600075" y="6886575"/>
                </a:lnTo>
                <a:lnTo>
                  <a:pt x="619125" y="6772275"/>
                </a:lnTo>
                <a:lnTo>
                  <a:pt x="561975" y="6762750"/>
                </a:lnTo>
                <a:lnTo>
                  <a:pt x="581025" y="6677025"/>
                </a:lnTo>
                <a:lnTo>
                  <a:pt x="409575" y="6467475"/>
                </a:lnTo>
                <a:lnTo>
                  <a:pt x="361950" y="6467475"/>
                </a:lnTo>
                <a:lnTo>
                  <a:pt x="438150" y="6324600"/>
                </a:lnTo>
                <a:lnTo>
                  <a:pt x="361950" y="6496050"/>
                </a:lnTo>
                <a:lnTo>
                  <a:pt x="352425" y="6400800"/>
                </a:lnTo>
                <a:lnTo>
                  <a:pt x="342900" y="6391275"/>
                </a:lnTo>
                <a:lnTo>
                  <a:pt x="285750" y="6200775"/>
                </a:lnTo>
                <a:lnTo>
                  <a:pt x="285750" y="6124575"/>
                </a:lnTo>
                <a:lnTo>
                  <a:pt x="266700" y="6000750"/>
                </a:lnTo>
                <a:lnTo>
                  <a:pt x="266700" y="5867400"/>
                </a:lnTo>
                <a:lnTo>
                  <a:pt x="247650" y="5753100"/>
                </a:lnTo>
                <a:lnTo>
                  <a:pt x="133350" y="5705475"/>
                </a:lnTo>
                <a:lnTo>
                  <a:pt x="161925" y="5553075"/>
                </a:lnTo>
                <a:lnTo>
                  <a:pt x="152400" y="5419725"/>
                </a:lnTo>
                <a:lnTo>
                  <a:pt x="123825" y="5362575"/>
                </a:lnTo>
                <a:lnTo>
                  <a:pt x="180975" y="5219700"/>
                </a:lnTo>
                <a:lnTo>
                  <a:pt x="342900" y="5229225"/>
                </a:lnTo>
                <a:lnTo>
                  <a:pt x="276225" y="5133975"/>
                </a:lnTo>
                <a:lnTo>
                  <a:pt x="352425" y="5000625"/>
                </a:lnTo>
                <a:lnTo>
                  <a:pt x="333375" y="4838700"/>
                </a:lnTo>
                <a:lnTo>
                  <a:pt x="342900" y="4752975"/>
                </a:lnTo>
                <a:lnTo>
                  <a:pt x="238125" y="4657725"/>
                </a:lnTo>
                <a:lnTo>
                  <a:pt x="190500" y="4648200"/>
                </a:lnTo>
                <a:lnTo>
                  <a:pt x="104775" y="4543425"/>
                </a:lnTo>
                <a:lnTo>
                  <a:pt x="0" y="4429125"/>
                </a:lnTo>
                <a:lnTo>
                  <a:pt x="76200" y="4486275"/>
                </a:lnTo>
                <a:lnTo>
                  <a:pt x="28575" y="4467225"/>
                </a:lnTo>
                <a:lnTo>
                  <a:pt x="19050" y="4438650"/>
                </a:lnTo>
                <a:lnTo>
                  <a:pt x="66675" y="4324350"/>
                </a:lnTo>
                <a:lnTo>
                  <a:pt x="114300" y="4400550"/>
                </a:lnTo>
                <a:lnTo>
                  <a:pt x="95250" y="4324350"/>
                </a:lnTo>
                <a:lnTo>
                  <a:pt x="123825" y="4324350"/>
                </a:lnTo>
                <a:lnTo>
                  <a:pt x="85725" y="4210050"/>
                </a:lnTo>
                <a:lnTo>
                  <a:pt x="190500" y="4133850"/>
                </a:lnTo>
                <a:lnTo>
                  <a:pt x="152400" y="4105275"/>
                </a:lnTo>
                <a:lnTo>
                  <a:pt x="123825" y="4076700"/>
                </a:lnTo>
                <a:lnTo>
                  <a:pt x="114300" y="3962400"/>
                </a:lnTo>
                <a:lnTo>
                  <a:pt x="247650" y="3952875"/>
                </a:lnTo>
                <a:lnTo>
                  <a:pt x="247650" y="3819525"/>
                </a:lnTo>
                <a:lnTo>
                  <a:pt x="257175" y="3800475"/>
                </a:lnTo>
                <a:lnTo>
                  <a:pt x="295275" y="3781425"/>
                </a:lnTo>
                <a:lnTo>
                  <a:pt x="371475" y="3705225"/>
                </a:lnTo>
                <a:lnTo>
                  <a:pt x="304800" y="3543300"/>
                </a:lnTo>
                <a:lnTo>
                  <a:pt x="276225" y="3467100"/>
                </a:lnTo>
                <a:lnTo>
                  <a:pt x="247650" y="3362325"/>
                </a:lnTo>
                <a:lnTo>
                  <a:pt x="200025" y="3324225"/>
                </a:lnTo>
                <a:lnTo>
                  <a:pt x="152400" y="3238500"/>
                </a:lnTo>
                <a:lnTo>
                  <a:pt x="171450" y="3190875"/>
                </a:lnTo>
                <a:lnTo>
                  <a:pt x="123825" y="3162300"/>
                </a:lnTo>
                <a:lnTo>
                  <a:pt x="142875" y="3038475"/>
                </a:lnTo>
                <a:lnTo>
                  <a:pt x="228600" y="3009900"/>
                </a:lnTo>
                <a:lnTo>
                  <a:pt x="266700" y="2924175"/>
                </a:lnTo>
                <a:lnTo>
                  <a:pt x="247650" y="2867025"/>
                </a:lnTo>
                <a:lnTo>
                  <a:pt x="228600" y="2790825"/>
                </a:lnTo>
                <a:lnTo>
                  <a:pt x="247650" y="2686050"/>
                </a:lnTo>
                <a:lnTo>
                  <a:pt x="304800" y="2667000"/>
                </a:lnTo>
                <a:lnTo>
                  <a:pt x="333375" y="2609850"/>
                </a:lnTo>
                <a:lnTo>
                  <a:pt x="381000" y="2533650"/>
                </a:lnTo>
                <a:lnTo>
                  <a:pt x="333375" y="2466975"/>
                </a:lnTo>
                <a:lnTo>
                  <a:pt x="390525" y="2400300"/>
                </a:lnTo>
                <a:lnTo>
                  <a:pt x="400050" y="2362200"/>
                </a:lnTo>
                <a:lnTo>
                  <a:pt x="371475" y="2247900"/>
                </a:lnTo>
                <a:lnTo>
                  <a:pt x="428625" y="2219325"/>
                </a:lnTo>
                <a:lnTo>
                  <a:pt x="457200" y="2133600"/>
                </a:lnTo>
                <a:lnTo>
                  <a:pt x="476250" y="2124075"/>
                </a:lnTo>
                <a:lnTo>
                  <a:pt x="514350" y="2009775"/>
                </a:lnTo>
                <a:lnTo>
                  <a:pt x="523875" y="1971675"/>
                </a:lnTo>
                <a:lnTo>
                  <a:pt x="561975" y="1885950"/>
                </a:lnTo>
                <a:lnTo>
                  <a:pt x="495300" y="1819275"/>
                </a:lnTo>
                <a:lnTo>
                  <a:pt x="600075" y="1771650"/>
                </a:lnTo>
                <a:lnTo>
                  <a:pt x="571500" y="1647825"/>
                </a:lnTo>
                <a:lnTo>
                  <a:pt x="600075" y="1628775"/>
                </a:lnTo>
                <a:lnTo>
                  <a:pt x="590550" y="1533525"/>
                </a:lnTo>
                <a:lnTo>
                  <a:pt x="590550" y="1495425"/>
                </a:lnTo>
                <a:lnTo>
                  <a:pt x="676275" y="1400175"/>
                </a:lnTo>
                <a:lnTo>
                  <a:pt x="647700" y="1390650"/>
                </a:lnTo>
                <a:lnTo>
                  <a:pt x="695325" y="1276350"/>
                </a:lnTo>
                <a:lnTo>
                  <a:pt x="733425" y="1200150"/>
                </a:lnTo>
                <a:lnTo>
                  <a:pt x="742950" y="1171575"/>
                </a:lnTo>
                <a:lnTo>
                  <a:pt x="752475" y="1123950"/>
                </a:lnTo>
                <a:lnTo>
                  <a:pt x="800100" y="1038225"/>
                </a:lnTo>
                <a:lnTo>
                  <a:pt x="809625" y="1038225"/>
                </a:lnTo>
                <a:lnTo>
                  <a:pt x="771525" y="1066800"/>
                </a:lnTo>
                <a:lnTo>
                  <a:pt x="819150" y="942975"/>
                </a:lnTo>
                <a:lnTo>
                  <a:pt x="933450" y="904875"/>
                </a:lnTo>
                <a:lnTo>
                  <a:pt x="914400" y="914400"/>
                </a:lnTo>
                <a:lnTo>
                  <a:pt x="1019175" y="847725"/>
                </a:lnTo>
                <a:lnTo>
                  <a:pt x="1047750" y="790575"/>
                </a:lnTo>
                <a:lnTo>
                  <a:pt x="1047750" y="771525"/>
                </a:lnTo>
                <a:lnTo>
                  <a:pt x="1133475" y="723900"/>
                </a:lnTo>
                <a:lnTo>
                  <a:pt x="1143000" y="704850"/>
                </a:lnTo>
                <a:lnTo>
                  <a:pt x="1162050" y="676275"/>
                </a:lnTo>
                <a:lnTo>
                  <a:pt x="1285875" y="619125"/>
                </a:lnTo>
                <a:lnTo>
                  <a:pt x="1276350" y="600075"/>
                </a:lnTo>
                <a:lnTo>
                  <a:pt x="1352550" y="552450"/>
                </a:lnTo>
                <a:lnTo>
                  <a:pt x="1409700" y="523875"/>
                </a:lnTo>
                <a:lnTo>
                  <a:pt x="1428750" y="495300"/>
                </a:lnTo>
                <a:lnTo>
                  <a:pt x="1476375" y="485775"/>
                </a:lnTo>
                <a:lnTo>
                  <a:pt x="1514475" y="466725"/>
                </a:lnTo>
                <a:lnTo>
                  <a:pt x="1552575" y="390525"/>
                </a:lnTo>
                <a:lnTo>
                  <a:pt x="1647825" y="371475"/>
                </a:lnTo>
                <a:lnTo>
                  <a:pt x="1676400" y="352425"/>
                </a:lnTo>
                <a:lnTo>
                  <a:pt x="1676400" y="342900"/>
                </a:lnTo>
                <a:lnTo>
                  <a:pt x="1724025" y="333375"/>
                </a:lnTo>
                <a:lnTo>
                  <a:pt x="1809750" y="285750"/>
                </a:lnTo>
                <a:lnTo>
                  <a:pt x="1857375" y="257175"/>
                </a:lnTo>
                <a:lnTo>
                  <a:pt x="1885950" y="228600"/>
                </a:lnTo>
                <a:lnTo>
                  <a:pt x="1943100" y="190500"/>
                </a:lnTo>
                <a:lnTo>
                  <a:pt x="1990725" y="123825"/>
                </a:lnTo>
                <a:lnTo>
                  <a:pt x="2009775" y="76200"/>
                </a:lnTo>
                <a:lnTo>
                  <a:pt x="2085975" y="76200"/>
                </a:lnTo>
                <a:lnTo>
                  <a:pt x="2076450" y="0"/>
                </a:lnTo>
                <a:lnTo>
                  <a:pt x="2124075" y="104775"/>
                </a:lnTo>
                <a:lnTo>
                  <a:pt x="2133600" y="133350"/>
                </a:lnTo>
                <a:lnTo>
                  <a:pt x="2162175" y="190500"/>
                </a:lnTo>
                <a:lnTo>
                  <a:pt x="2124075" y="257175"/>
                </a:lnTo>
                <a:lnTo>
                  <a:pt x="2190750" y="361950"/>
                </a:lnTo>
                <a:lnTo>
                  <a:pt x="2276475" y="419100"/>
                </a:lnTo>
                <a:lnTo>
                  <a:pt x="2276475" y="514350"/>
                </a:lnTo>
                <a:lnTo>
                  <a:pt x="2333625" y="581025"/>
                </a:lnTo>
                <a:lnTo>
                  <a:pt x="2362200" y="609600"/>
                </a:lnTo>
                <a:lnTo>
                  <a:pt x="2390775" y="638175"/>
                </a:lnTo>
                <a:lnTo>
                  <a:pt x="2381250" y="704850"/>
                </a:lnTo>
                <a:lnTo>
                  <a:pt x="2419350" y="809625"/>
                </a:lnTo>
                <a:lnTo>
                  <a:pt x="2419350" y="847725"/>
                </a:lnTo>
                <a:lnTo>
                  <a:pt x="2466975" y="904875"/>
                </a:lnTo>
                <a:lnTo>
                  <a:pt x="2495550" y="1009650"/>
                </a:lnTo>
                <a:lnTo>
                  <a:pt x="2552700" y="1028700"/>
                </a:lnTo>
                <a:lnTo>
                  <a:pt x="2524125" y="1114425"/>
                </a:lnTo>
                <a:lnTo>
                  <a:pt x="2543175" y="1133475"/>
                </a:lnTo>
                <a:lnTo>
                  <a:pt x="2600325" y="1257300"/>
                </a:lnTo>
                <a:lnTo>
                  <a:pt x="2667000" y="1323975"/>
                </a:lnTo>
                <a:lnTo>
                  <a:pt x="2695575" y="1323975"/>
                </a:lnTo>
                <a:lnTo>
                  <a:pt x="2705100" y="1371600"/>
                </a:lnTo>
                <a:lnTo>
                  <a:pt x="2733675" y="1457325"/>
                </a:lnTo>
                <a:lnTo>
                  <a:pt x="2714625" y="1552575"/>
                </a:lnTo>
                <a:lnTo>
                  <a:pt x="2762250" y="1638300"/>
                </a:lnTo>
                <a:lnTo>
                  <a:pt x="2790825" y="1666875"/>
                </a:lnTo>
                <a:lnTo>
                  <a:pt x="2809875" y="1752600"/>
                </a:lnTo>
                <a:lnTo>
                  <a:pt x="2847975" y="1838325"/>
                </a:lnTo>
                <a:lnTo>
                  <a:pt x="2895600" y="1905000"/>
                </a:lnTo>
                <a:lnTo>
                  <a:pt x="2952750" y="1962150"/>
                </a:lnTo>
                <a:lnTo>
                  <a:pt x="2952750" y="2009775"/>
                </a:lnTo>
                <a:lnTo>
                  <a:pt x="3009900" y="2047875"/>
                </a:lnTo>
                <a:lnTo>
                  <a:pt x="2790825" y="1990725"/>
                </a:lnTo>
                <a:lnTo>
                  <a:pt x="2876550" y="2143125"/>
                </a:lnTo>
                <a:lnTo>
                  <a:pt x="3086100" y="2190750"/>
                </a:lnTo>
                <a:lnTo>
                  <a:pt x="3133725" y="2305050"/>
                </a:lnTo>
                <a:lnTo>
                  <a:pt x="3095625" y="2514600"/>
                </a:lnTo>
                <a:lnTo>
                  <a:pt x="3105150" y="2447925"/>
                </a:lnTo>
                <a:lnTo>
                  <a:pt x="3038475" y="2505075"/>
                </a:lnTo>
                <a:lnTo>
                  <a:pt x="3114675" y="2714625"/>
                </a:lnTo>
                <a:lnTo>
                  <a:pt x="3009900" y="2838450"/>
                </a:lnTo>
                <a:lnTo>
                  <a:pt x="2914650" y="2895600"/>
                </a:lnTo>
                <a:lnTo>
                  <a:pt x="2886075" y="2971800"/>
                </a:lnTo>
                <a:lnTo>
                  <a:pt x="2905125" y="3095625"/>
                </a:lnTo>
                <a:lnTo>
                  <a:pt x="2847975" y="3190875"/>
                </a:lnTo>
                <a:lnTo>
                  <a:pt x="2924175" y="3209925"/>
                </a:lnTo>
                <a:lnTo>
                  <a:pt x="2943225" y="3295650"/>
                </a:lnTo>
                <a:lnTo>
                  <a:pt x="2924175" y="3333750"/>
                </a:lnTo>
                <a:lnTo>
                  <a:pt x="2914650" y="3448050"/>
                </a:lnTo>
                <a:lnTo>
                  <a:pt x="2905125" y="3419475"/>
                </a:lnTo>
                <a:lnTo>
                  <a:pt x="2895600" y="3581400"/>
                </a:lnTo>
                <a:lnTo>
                  <a:pt x="2895600" y="3638550"/>
                </a:lnTo>
                <a:lnTo>
                  <a:pt x="2962275" y="3600450"/>
                </a:lnTo>
                <a:lnTo>
                  <a:pt x="3114675" y="3686175"/>
                </a:lnTo>
                <a:lnTo>
                  <a:pt x="3133725" y="3800475"/>
                </a:lnTo>
                <a:lnTo>
                  <a:pt x="3095625" y="3819525"/>
                </a:lnTo>
                <a:lnTo>
                  <a:pt x="3143250" y="3886200"/>
                </a:lnTo>
                <a:lnTo>
                  <a:pt x="3162300" y="3933825"/>
                </a:lnTo>
                <a:lnTo>
                  <a:pt x="3124200" y="4057650"/>
                </a:lnTo>
                <a:lnTo>
                  <a:pt x="3190875" y="4152900"/>
                </a:lnTo>
                <a:lnTo>
                  <a:pt x="3171825" y="4210050"/>
                </a:lnTo>
                <a:lnTo>
                  <a:pt x="3181350" y="4314825"/>
                </a:lnTo>
                <a:lnTo>
                  <a:pt x="3181350" y="4410075"/>
                </a:lnTo>
                <a:lnTo>
                  <a:pt x="3133725" y="4438650"/>
                </a:lnTo>
                <a:lnTo>
                  <a:pt x="3067050" y="4676775"/>
                </a:lnTo>
                <a:lnTo>
                  <a:pt x="3143250" y="4686300"/>
                </a:lnTo>
                <a:lnTo>
                  <a:pt x="3105150" y="4781550"/>
                </a:lnTo>
                <a:lnTo>
                  <a:pt x="3095625" y="4848225"/>
                </a:lnTo>
                <a:lnTo>
                  <a:pt x="3009900" y="4810125"/>
                </a:lnTo>
                <a:lnTo>
                  <a:pt x="3009900" y="4838700"/>
                </a:lnTo>
                <a:lnTo>
                  <a:pt x="3105150" y="4876800"/>
                </a:lnTo>
                <a:lnTo>
                  <a:pt x="3057525" y="4886325"/>
                </a:lnTo>
                <a:lnTo>
                  <a:pt x="3181350" y="4857750"/>
                </a:lnTo>
                <a:lnTo>
                  <a:pt x="3209925" y="5000625"/>
                </a:lnTo>
                <a:lnTo>
                  <a:pt x="3133725" y="5010150"/>
                </a:lnTo>
                <a:lnTo>
                  <a:pt x="3105150" y="5067300"/>
                </a:lnTo>
                <a:lnTo>
                  <a:pt x="3190875" y="5114925"/>
                </a:lnTo>
                <a:lnTo>
                  <a:pt x="3009900" y="5219700"/>
                </a:lnTo>
                <a:lnTo>
                  <a:pt x="2962275" y="5353050"/>
                </a:lnTo>
                <a:lnTo>
                  <a:pt x="2971800" y="5457825"/>
                </a:lnTo>
                <a:lnTo>
                  <a:pt x="3162300" y="5495925"/>
                </a:lnTo>
                <a:lnTo>
                  <a:pt x="3009900" y="5543550"/>
                </a:lnTo>
                <a:lnTo>
                  <a:pt x="2924175" y="5686425"/>
                </a:lnTo>
                <a:lnTo>
                  <a:pt x="2857500" y="5724525"/>
                </a:lnTo>
                <a:lnTo>
                  <a:pt x="2905125" y="5772150"/>
                </a:lnTo>
                <a:lnTo>
                  <a:pt x="2981325" y="5857875"/>
                </a:lnTo>
                <a:lnTo>
                  <a:pt x="3019425" y="5943600"/>
                </a:lnTo>
                <a:lnTo>
                  <a:pt x="2924175" y="6105525"/>
                </a:lnTo>
                <a:lnTo>
                  <a:pt x="2867025" y="6210300"/>
                </a:lnTo>
                <a:lnTo>
                  <a:pt x="2867025" y="6248400"/>
                </a:lnTo>
                <a:lnTo>
                  <a:pt x="2914650" y="6381750"/>
                </a:lnTo>
                <a:lnTo>
                  <a:pt x="2971800" y="6324600"/>
                </a:lnTo>
                <a:lnTo>
                  <a:pt x="2914650" y="6391275"/>
                </a:lnTo>
                <a:lnTo>
                  <a:pt x="2933700" y="6543675"/>
                </a:lnTo>
                <a:lnTo>
                  <a:pt x="2943225" y="6553200"/>
                </a:lnTo>
                <a:lnTo>
                  <a:pt x="2981325" y="6619875"/>
                </a:lnTo>
                <a:lnTo>
                  <a:pt x="2819400" y="6667500"/>
                </a:lnTo>
                <a:lnTo>
                  <a:pt x="2838450" y="6667500"/>
                </a:lnTo>
                <a:lnTo>
                  <a:pt x="2771775" y="6705600"/>
                </a:lnTo>
                <a:lnTo>
                  <a:pt x="2743200" y="6772275"/>
                </a:lnTo>
                <a:lnTo>
                  <a:pt x="2667000" y="6829425"/>
                </a:lnTo>
                <a:lnTo>
                  <a:pt x="2657475" y="6791325"/>
                </a:lnTo>
                <a:lnTo>
                  <a:pt x="2562225" y="6858000"/>
                </a:lnTo>
                <a:lnTo>
                  <a:pt x="2543175" y="6905625"/>
                </a:lnTo>
                <a:lnTo>
                  <a:pt x="2486025" y="6934200"/>
                </a:lnTo>
                <a:lnTo>
                  <a:pt x="2447925" y="6972300"/>
                </a:lnTo>
                <a:lnTo>
                  <a:pt x="2324100" y="7038975"/>
                </a:lnTo>
                <a:lnTo>
                  <a:pt x="2266950" y="7000875"/>
                </a:lnTo>
                <a:lnTo>
                  <a:pt x="2295525" y="7077075"/>
                </a:lnTo>
                <a:lnTo>
                  <a:pt x="2219325" y="7115175"/>
                </a:lnTo>
                <a:lnTo>
                  <a:pt x="2181225" y="7200900"/>
                </a:lnTo>
                <a:lnTo>
                  <a:pt x="2105025" y="7219950"/>
                </a:lnTo>
                <a:lnTo>
                  <a:pt x="2095500" y="7258050"/>
                </a:lnTo>
                <a:lnTo>
                  <a:pt x="1990725" y="7315200"/>
                </a:lnTo>
                <a:lnTo>
                  <a:pt x="1990725" y="7362825"/>
                </a:lnTo>
                <a:lnTo>
                  <a:pt x="1933575" y="7391400"/>
                </a:lnTo>
                <a:lnTo>
                  <a:pt x="1866900" y="7439025"/>
                </a:lnTo>
                <a:lnTo>
                  <a:pt x="1771650" y="7467600"/>
                </a:lnTo>
                <a:lnTo>
                  <a:pt x="1752600" y="7477125"/>
                </a:lnTo>
                <a:lnTo>
                  <a:pt x="1685925" y="7505700"/>
                </a:lnTo>
                <a:lnTo>
                  <a:pt x="1628775" y="7562850"/>
                </a:lnTo>
                <a:lnTo>
                  <a:pt x="1609725" y="7543800"/>
                </a:lnTo>
                <a:lnTo>
                  <a:pt x="1504950" y="7620000"/>
                </a:lnTo>
                <a:lnTo>
                  <a:pt x="1466850" y="7658100"/>
                </a:lnTo>
                <a:lnTo>
                  <a:pt x="1419225" y="7667625"/>
                </a:lnTo>
                <a:lnTo>
                  <a:pt x="1371600" y="7677150"/>
                </a:lnTo>
                <a:lnTo>
                  <a:pt x="1333500" y="7705725"/>
                </a:lnTo>
                <a:close/>
              </a:path>
            </a:pathLst>
          </a:custGeom>
          <a:solidFill>
            <a:srgbClr val="F7B733">
              <a:alpha val="13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-2219325" y="981075"/>
            <a:ext cx="3314700" cy="7724775"/>
          </a:xfrm>
          <a:custGeom>
            <a:avLst/>
            <a:gdLst/>
            <a:ahLst/>
            <a:cxnLst/>
            <a:rect l="l" t="t" r="r" b="b"/>
            <a:pathLst>
              <a:path w="3314700" h="7724775">
                <a:moveTo>
                  <a:pt x="1352550" y="7724775"/>
                </a:moveTo>
                <a:lnTo>
                  <a:pt x="1066800" y="7677150"/>
                </a:lnTo>
                <a:lnTo>
                  <a:pt x="1209675" y="7496175"/>
                </a:lnTo>
                <a:lnTo>
                  <a:pt x="1114425" y="7543800"/>
                </a:lnTo>
                <a:lnTo>
                  <a:pt x="1133475" y="7467600"/>
                </a:lnTo>
                <a:lnTo>
                  <a:pt x="1095375" y="7372350"/>
                </a:lnTo>
                <a:lnTo>
                  <a:pt x="1123950" y="7324725"/>
                </a:lnTo>
                <a:lnTo>
                  <a:pt x="981075" y="7219950"/>
                </a:lnTo>
                <a:lnTo>
                  <a:pt x="1019175" y="7200900"/>
                </a:lnTo>
                <a:lnTo>
                  <a:pt x="990600" y="6934200"/>
                </a:lnTo>
                <a:lnTo>
                  <a:pt x="942975" y="6848475"/>
                </a:lnTo>
                <a:lnTo>
                  <a:pt x="942975" y="6905625"/>
                </a:lnTo>
                <a:lnTo>
                  <a:pt x="800100" y="6924675"/>
                </a:lnTo>
                <a:lnTo>
                  <a:pt x="809625" y="6819900"/>
                </a:lnTo>
                <a:lnTo>
                  <a:pt x="685800" y="6677025"/>
                </a:lnTo>
                <a:lnTo>
                  <a:pt x="619125" y="6705600"/>
                </a:lnTo>
                <a:lnTo>
                  <a:pt x="676275" y="6619875"/>
                </a:lnTo>
                <a:lnTo>
                  <a:pt x="504825" y="6686550"/>
                </a:lnTo>
                <a:lnTo>
                  <a:pt x="523875" y="6543675"/>
                </a:lnTo>
                <a:lnTo>
                  <a:pt x="457200" y="6391275"/>
                </a:lnTo>
                <a:lnTo>
                  <a:pt x="447675" y="6429375"/>
                </a:lnTo>
                <a:lnTo>
                  <a:pt x="447675" y="6324600"/>
                </a:lnTo>
                <a:lnTo>
                  <a:pt x="447675" y="6248400"/>
                </a:lnTo>
                <a:lnTo>
                  <a:pt x="361950" y="6153150"/>
                </a:lnTo>
                <a:lnTo>
                  <a:pt x="352425" y="6019800"/>
                </a:lnTo>
                <a:lnTo>
                  <a:pt x="361950" y="5905500"/>
                </a:lnTo>
                <a:lnTo>
                  <a:pt x="285750" y="5829300"/>
                </a:lnTo>
                <a:lnTo>
                  <a:pt x="228600" y="5791200"/>
                </a:lnTo>
                <a:lnTo>
                  <a:pt x="209550" y="5686425"/>
                </a:lnTo>
                <a:lnTo>
                  <a:pt x="152400" y="5534025"/>
                </a:lnTo>
                <a:lnTo>
                  <a:pt x="209550" y="5419725"/>
                </a:lnTo>
                <a:lnTo>
                  <a:pt x="238125" y="5295900"/>
                </a:lnTo>
                <a:lnTo>
                  <a:pt x="219075" y="5181600"/>
                </a:lnTo>
                <a:lnTo>
                  <a:pt x="276225" y="5076825"/>
                </a:lnTo>
                <a:lnTo>
                  <a:pt x="114300" y="5019675"/>
                </a:lnTo>
                <a:lnTo>
                  <a:pt x="219075" y="4953000"/>
                </a:lnTo>
                <a:lnTo>
                  <a:pt x="371475" y="4848225"/>
                </a:lnTo>
                <a:lnTo>
                  <a:pt x="219075" y="4867275"/>
                </a:lnTo>
                <a:lnTo>
                  <a:pt x="171450" y="4772025"/>
                </a:lnTo>
                <a:lnTo>
                  <a:pt x="200025" y="4657725"/>
                </a:lnTo>
                <a:lnTo>
                  <a:pt x="123825" y="4457700"/>
                </a:lnTo>
                <a:lnTo>
                  <a:pt x="190500" y="4400550"/>
                </a:lnTo>
                <a:lnTo>
                  <a:pt x="0" y="4410075"/>
                </a:lnTo>
                <a:lnTo>
                  <a:pt x="47625" y="4333875"/>
                </a:lnTo>
                <a:lnTo>
                  <a:pt x="123825" y="4314825"/>
                </a:lnTo>
                <a:lnTo>
                  <a:pt x="123825" y="4314825"/>
                </a:lnTo>
                <a:lnTo>
                  <a:pt x="209550" y="4238625"/>
                </a:lnTo>
                <a:lnTo>
                  <a:pt x="171450" y="4295775"/>
                </a:lnTo>
                <a:lnTo>
                  <a:pt x="152400" y="4257675"/>
                </a:lnTo>
                <a:lnTo>
                  <a:pt x="104775" y="4238625"/>
                </a:lnTo>
                <a:lnTo>
                  <a:pt x="95250" y="4200525"/>
                </a:lnTo>
                <a:lnTo>
                  <a:pt x="152400" y="4076700"/>
                </a:lnTo>
                <a:lnTo>
                  <a:pt x="142875" y="4000500"/>
                </a:lnTo>
                <a:lnTo>
                  <a:pt x="152400" y="3933825"/>
                </a:lnTo>
                <a:lnTo>
                  <a:pt x="171450" y="3905250"/>
                </a:lnTo>
                <a:lnTo>
                  <a:pt x="295275" y="3800475"/>
                </a:lnTo>
                <a:lnTo>
                  <a:pt x="342900" y="3762375"/>
                </a:lnTo>
                <a:lnTo>
                  <a:pt x="390525" y="3667125"/>
                </a:lnTo>
                <a:lnTo>
                  <a:pt x="428625" y="3552825"/>
                </a:lnTo>
                <a:lnTo>
                  <a:pt x="361950" y="3429000"/>
                </a:lnTo>
                <a:lnTo>
                  <a:pt x="304800" y="3419475"/>
                </a:lnTo>
                <a:lnTo>
                  <a:pt x="266700" y="3333750"/>
                </a:lnTo>
                <a:lnTo>
                  <a:pt x="238125" y="3228975"/>
                </a:lnTo>
                <a:lnTo>
                  <a:pt x="219075" y="3152775"/>
                </a:lnTo>
                <a:lnTo>
                  <a:pt x="200025" y="3124200"/>
                </a:lnTo>
                <a:lnTo>
                  <a:pt x="238125" y="3076575"/>
                </a:lnTo>
                <a:lnTo>
                  <a:pt x="190500" y="3009900"/>
                </a:lnTo>
                <a:lnTo>
                  <a:pt x="257175" y="2924175"/>
                </a:lnTo>
                <a:lnTo>
                  <a:pt x="333375" y="2819400"/>
                </a:lnTo>
                <a:lnTo>
                  <a:pt x="285750" y="2809875"/>
                </a:lnTo>
                <a:lnTo>
                  <a:pt x="342900" y="2705100"/>
                </a:lnTo>
                <a:lnTo>
                  <a:pt x="381000" y="2686050"/>
                </a:lnTo>
                <a:lnTo>
                  <a:pt x="361950" y="2581275"/>
                </a:lnTo>
                <a:lnTo>
                  <a:pt x="428625" y="2552700"/>
                </a:lnTo>
                <a:lnTo>
                  <a:pt x="419100" y="2486025"/>
                </a:lnTo>
                <a:lnTo>
                  <a:pt x="438150" y="2390775"/>
                </a:lnTo>
                <a:lnTo>
                  <a:pt x="419100" y="2314575"/>
                </a:lnTo>
                <a:lnTo>
                  <a:pt x="438150" y="2257425"/>
                </a:lnTo>
                <a:lnTo>
                  <a:pt x="447675" y="2257425"/>
                </a:lnTo>
                <a:lnTo>
                  <a:pt x="523875" y="2181225"/>
                </a:lnTo>
                <a:lnTo>
                  <a:pt x="514350" y="2066925"/>
                </a:lnTo>
                <a:lnTo>
                  <a:pt x="514350" y="2038350"/>
                </a:lnTo>
                <a:lnTo>
                  <a:pt x="590550" y="2009775"/>
                </a:lnTo>
                <a:lnTo>
                  <a:pt x="561975" y="1933575"/>
                </a:lnTo>
                <a:lnTo>
                  <a:pt x="609600" y="1790700"/>
                </a:lnTo>
                <a:lnTo>
                  <a:pt x="581025" y="1762125"/>
                </a:lnTo>
                <a:lnTo>
                  <a:pt x="619125" y="1666875"/>
                </a:lnTo>
                <a:lnTo>
                  <a:pt x="647700" y="1647825"/>
                </a:lnTo>
                <a:lnTo>
                  <a:pt x="647700" y="1571625"/>
                </a:lnTo>
                <a:lnTo>
                  <a:pt x="685800" y="1533525"/>
                </a:lnTo>
                <a:lnTo>
                  <a:pt x="695325" y="1457325"/>
                </a:lnTo>
                <a:lnTo>
                  <a:pt x="714375" y="1400175"/>
                </a:lnTo>
                <a:lnTo>
                  <a:pt x="771525" y="1343025"/>
                </a:lnTo>
                <a:lnTo>
                  <a:pt x="733425" y="1266825"/>
                </a:lnTo>
                <a:lnTo>
                  <a:pt x="800100" y="1133475"/>
                </a:lnTo>
                <a:lnTo>
                  <a:pt x="800100" y="1133475"/>
                </a:lnTo>
                <a:lnTo>
                  <a:pt x="819150" y="1066800"/>
                </a:lnTo>
                <a:lnTo>
                  <a:pt x="838200" y="981075"/>
                </a:lnTo>
                <a:lnTo>
                  <a:pt x="914400" y="971550"/>
                </a:lnTo>
                <a:lnTo>
                  <a:pt x="885825" y="962025"/>
                </a:lnTo>
                <a:lnTo>
                  <a:pt x="895350" y="885825"/>
                </a:lnTo>
                <a:lnTo>
                  <a:pt x="971550" y="876300"/>
                </a:lnTo>
                <a:lnTo>
                  <a:pt x="962025" y="876300"/>
                </a:lnTo>
                <a:lnTo>
                  <a:pt x="1009650" y="752475"/>
                </a:lnTo>
                <a:lnTo>
                  <a:pt x="1114425" y="704850"/>
                </a:lnTo>
                <a:lnTo>
                  <a:pt x="1171575" y="723900"/>
                </a:lnTo>
                <a:lnTo>
                  <a:pt x="1190625" y="628650"/>
                </a:lnTo>
                <a:lnTo>
                  <a:pt x="1162050" y="609600"/>
                </a:lnTo>
                <a:lnTo>
                  <a:pt x="1228725" y="619125"/>
                </a:lnTo>
                <a:lnTo>
                  <a:pt x="1343025" y="609600"/>
                </a:lnTo>
                <a:lnTo>
                  <a:pt x="1371600" y="514350"/>
                </a:lnTo>
                <a:lnTo>
                  <a:pt x="1409700" y="523875"/>
                </a:lnTo>
                <a:lnTo>
                  <a:pt x="1447800" y="504825"/>
                </a:lnTo>
                <a:lnTo>
                  <a:pt x="1562100" y="466725"/>
                </a:lnTo>
                <a:lnTo>
                  <a:pt x="1562100" y="466725"/>
                </a:lnTo>
                <a:lnTo>
                  <a:pt x="1619250" y="409575"/>
                </a:lnTo>
                <a:lnTo>
                  <a:pt x="1647825" y="371475"/>
                </a:lnTo>
                <a:lnTo>
                  <a:pt x="1733550" y="323850"/>
                </a:lnTo>
                <a:lnTo>
                  <a:pt x="1733550" y="314325"/>
                </a:lnTo>
                <a:lnTo>
                  <a:pt x="1771650" y="285750"/>
                </a:lnTo>
                <a:lnTo>
                  <a:pt x="1819275" y="266700"/>
                </a:lnTo>
                <a:lnTo>
                  <a:pt x="1895475" y="238125"/>
                </a:lnTo>
                <a:lnTo>
                  <a:pt x="1895475" y="133350"/>
                </a:lnTo>
                <a:lnTo>
                  <a:pt x="1952625" y="171450"/>
                </a:lnTo>
                <a:lnTo>
                  <a:pt x="2028825" y="152400"/>
                </a:lnTo>
                <a:lnTo>
                  <a:pt x="2076450" y="114300"/>
                </a:lnTo>
                <a:lnTo>
                  <a:pt x="2114550" y="47625"/>
                </a:lnTo>
                <a:lnTo>
                  <a:pt x="2143125" y="38100"/>
                </a:lnTo>
                <a:lnTo>
                  <a:pt x="2209800" y="0"/>
                </a:lnTo>
                <a:lnTo>
                  <a:pt x="2162175" y="66675"/>
                </a:lnTo>
                <a:lnTo>
                  <a:pt x="2190750" y="123825"/>
                </a:lnTo>
                <a:lnTo>
                  <a:pt x="2200275" y="114300"/>
                </a:lnTo>
                <a:lnTo>
                  <a:pt x="2200275" y="209550"/>
                </a:lnTo>
                <a:lnTo>
                  <a:pt x="2200275" y="295275"/>
                </a:lnTo>
                <a:lnTo>
                  <a:pt x="2257425" y="323850"/>
                </a:lnTo>
                <a:lnTo>
                  <a:pt x="2324100" y="447675"/>
                </a:lnTo>
                <a:lnTo>
                  <a:pt x="2409825" y="514350"/>
                </a:lnTo>
                <a:lnTo>
                  <a:pt x="2457450" y="514350"/>
                </a:lnTo>
                <a:lnTo>
                  <a:pt x="2419350" y="619125"/>
                </a:lnTo>
                <a:lnTo>
                  <a:pt x="2447925" y="666750"/>
                </a:lnTo>
                <a:lnTo>
                  <a:pt x="2505075" y="704850"/>
                </a:lnTo>
                <a:lnTo>
                  <a:pt x="2514600" y="819150"/>
                </a:lnTo>
                <a:lnTo>
                  <a:pt x="2543175" y="885825"/>
                </a:lnTo>
                <a:lnTo>
                  <a:pt x="2581275" y="876300"/>
                </a:lnTo>
                <a:lnTo>
                  <a:pt x="2628900" y="962025"/>
                </a:lnTo>
                <a:lnTo>
                  <a:pt x="2619375" y="1019175"/>
                </a:lnTo>
                <a:lnTo>
                  <a:pt x="2638425" y="1123950"/>
                </a:lnTo>
                <a:lnTo>
                  <a:pt x="2686050" y="1228725"/>
                </a:lnTo>
                <a:lnTo>
                  <a:pt x="2705100" y="1209675"/>
                </a:lnTo>
                <a:lnTo>
                  <a:pt x="2714625" y="1295400"/>
                </a:lnTo>
                <a:lnTo>
                  <a:pt x="2743200" y="1390650"/>
                </a:lnTo>
                <a:lnTo>
                  <a:pt x="2828925" y="1409700"/>
                </a:lnTo>
                <a:lnTo>
                  <a:pt x="2819400" y="1504950"/>
                </a:lnTo>
                <a:lnTo>
                  <a:pt x="2876550" y="1552575"/>
                </a:lnTo>
                <a:lnTo>
                  <a:pt x="2895600" y="1628775"/>
                </a:lnTo>
                <a:lnTo>
                  <a:pt x="2933700" y="1666875"/>
                </a:lnTo>
                <a:lnTo>
                  <a:pt x="2933700" y="1743075"/>
                </a:lnTo>
                <a:lnTo>
                  <a:pt x="2990850" y="1819275"/>
                </a:lnTo>
                <a:lnTo>
                  <a:pt x="3028950" y="1857375"/>
                </a:lnTo>
                <a:lnTo>
                  <a:pt x="3057525" y="1962150"/>
                </a:lnTo>
                <a:lnTo>
                  <a:pt x="3067050" y="2019300"/>
                </a:lnTo>
                <a:lnTo>
                  <a:pt x="3228975" y="2219325"/>
                </a:lnTo>
                <a:lnTo>
                  <a:pt x="3314700" y="2133600"/>
                </a:lnTo>
                <a:lnTo>
                  <a:pt x="3267075" y="2257425"/>
                </a:lnTo>
                <a:lnTo>
                  <a:pt x="3152775" y="2247900"/>
                </a:lnTo>
                <a:lnTo>
                  <a:pt x="3152775" y="2333625"/>
                </a:lnTo>
                <a:lnTo>
                  <a:pt x="3238500" y="2486025"/>
                </a:lnTo>
                <a:lnTo>
                  <a:pt x="3276600" y="2562225"/>
                </a:lnTo>
                <a:lnTo>
                  <a:pt x="3200400" y="2638425"/>
                </a:lnTo>
                <a:lnTo>
                  <a:pt x="3200400" y="2638425"/>
                </a:lnTo>
                <a:lnTo>
                  <a:pt x="3086100" y="2743200"/>
                </a:lnTo>
                <a:lnTo>
                  <a:pt x="3057525" y="3000375"/>
                </a:lnTo>
                <a:lnTo>
                  <a:pt x="2943225" y="3038475"/>
                </a:lnTo>
                <a:lnTo>
                  <a:pt x="2952750" y="3143250"/>
                </a:lnTo>
                <a:lnTo>
                  <a:pt x="3057525" y="3162300"/>
                </a:lnTo>
                <a:lnTo>
                  <a:pt x="3009900" y="3295650"/>
                </a:lnTo>
                <a:lnTo>
                  <a:pt x="3038475" y="3305175"/>
                </a:lnTo>
                <a:lnTo>
                  <a:pt x="2933700" y="3219450"/>
                </a:lnTo>
                <a:lnTo>
                  <a:pt x="3000375" y="3381375"/>
                </a:lnTo>
                <a:lnTo>
                  <a:pt x="3086100" y="3543300"/>
                </a:lnTo>
                <a:lnTo>
                  <a:pt x="3019425" y="3562350"/>
                </a:lnTo>
                <a:lnTo>
                  <a:pt x="2990850" y="3629025"/>
                </a:lnTo>
                <a:lnTo>
                  <a:pt x="2990850" y="3733800"/>
                </a:lnTo>
                <a:lnTo>
                  <a:pt x="3067050" y="3686175"/>
                </a:lnTo>
                <a:lnTo>
                  <a:pt x="3200400" y="3762375"/>
                </a:lnTo>
                <a:lnTo>
                  <a:pt x="3238500" y="3981450"/>
                </a:lnTo>
                <a:lnTo>
                  <a:pt x="3171825" y="3952875"/>
                </a:lnTo>
                <a:lnTo>
                  <a:pt x="3171825" y="4019550"/>
                </a:lnTo>
                <a:lnTo>
                  <a:pt x="3248025" y="4095750"/>
                </a:lnTo>
                <a:lnTo>
                  <a:pt x="3267075" y="4181475"/>
                </a:lnTo>
                <a:lnTo>
                  <a:pt x="3228975" y="4257675"/>
                </a:lnTo>
                <a:lnTo>
                  <a:pt x="3200400" y="4343400"/>
                </a:lnTo>
                <a:lnTo>
                  <a:pt x="3171825" y="4400550"/>
                </a:lnTo>
                <a:lnTo>
                  <a:pt x="3181350" y="4495800"/>
                </a:lnTo>
                <a:lnTo>
                  <a:pt x="3190875" y="4676775"/>
                </a:lnTo>
                <a:lnTo>
                  <a:pt x="3114675" y="4800600"/>
                </a:lnTo>
                <a:lnTo>
                  <a:pt x="3171825" y="4772025"/>
                </a:lnTo>
                <a:lnTo>
                  <a:pt x="3200400" y="4667250"/>
                </a:lnTo>
                <a:lnTo>
                  <a:pt x="3181350" y="4695825"/>
                </a:lnTo>
                <a:lnTo>
                  <a:pt x="3105150" y="4819650"/>
                </a:lnTo>
                <a:lnTo>
                  <a:pt x="3114675" y="4848225"/>
                </a:lnTo>
                <a:lnTo>
                  <a:pt x="3133725" y="4772025"/>
                </a:lnTo>
                <a:lnTo>
                  <a:pt x="3171825" y="4876800"/>
                </a:lnTo>
                <a:lnTo>
                  <a:pt x="3143250" y="4810125"/>
                </a:lnTo>
                <a:lnTo>
                  <a:pt x="3200400" y="4943475"/>
                </a:lnTo>
                <a:lnTo>
                  <a:pt x="3086100" y="5095875"/>
                </a:lnTo>
                <a:lnTo>
                  <a:pt x="3067050" y="5162550"/>
                </a:lnTo>
                <a:lnTo>
                  <a:pt x="3067050" y="5295900"/>
                </a:lnTo>
                <a:lnTo>
                  <a:pt x="2990850" y="5410200"/>
                </a:lnTo>
                <a:lnTo>
                  <a:pt x="3067050" y="5505450"/>
                </a:lnTo>
                <a:lnTo>
                  <a:pt x="3009900" y="5514975"/>
                </a:lnTo>
                <a:lnTo>
                  <a:pt x="2990850" y="5562600"/>
                </a:lnTo>
                <a:lnTo>
                  <a:pt x="2924175" y="5695950"/>
                </a:lnTo>
                <a:lnTo>
                  <a:pt x="2914650" y="5772150"/>
                </a:lnTo>
                <a:lnTo>
                  <a:pt x="2886075" y="5924550"/>
                </a:lnTo>
                <a:lnTo>
                  <a:pt x="2981325" y="6057900"/>
                </a:lnTo>
                <a:lnTo>
                  <a:pt x="3028950" y="6096000"/>
                </a:lnTo>
                <a:lnTo>
                  <a:pt x="3067050" y="6115050"/>
                </a:lnTo>
                <a:lnTo>
                  <a:pt x="2981325" y="6248400"/>
                </a:lnTo>
                <a:lnTo>
                  <a:pt x="2990850" y="6286500"/>
                </a:lnTo>
                <a:lnTo>
                  <a:pt x="2990850" y="6286500"/>
                </a:lnTo>
                <a:lnTo>
                  <a:pt x="2971800" y="6276975"/>
                </a:lnTo>
                <a:lnTo>
                  <a:pt x="3009900" y="6400800"/>
                </a:lnTo>
                <a:lnTo>
                  <a:pt x="3000375" y="6477000"/>
                </a:lnTo>
                <a:lnTo>
                  <a:pt x="2981325" y="6534150"/>
                </a:lnTo>
                <a:lnTo>
                  <a:pt x="2924175" y="6591300"/>
                </a:lnTo>
                <a:lnTo>
                  <a:pt x="2924175" y="6619875"/>
                </a:lnTo>
                <a:lnTo>
                  <a:pt x="2828925" y="6657975"/>
                </a:lnTo>
                <a:lnTo>
                  <a:pt x="2790825" y="6696075"/>
                </a:lnTo>
                <a:lnTo>
                  <a:pt x="2800350" y="6715125"/>
                </a:lnTo>
                <a:lnTo>
                  <a:pt x="2695575" y="6734175"/>
                </a:lnTo>
                <a:lnTo>
                  <a:pt x="2628900" y="6838950"/>
                </a:lnTo>
                <a:lnTo>
                  <a:pt x="2609850" y="6829425"/>
                </a:lnTo>
                <a:lnTo>
                  <a:pt x="2505075" y="6848475"/>
                </a:lnTo>
                <a:lnTo>
                  <a:pt x="2495550" y="6896100"/>
                </a:lnTo>
                <a:lnTo>
                  <a:pt x="2428875" y="6962775"/>
                </a:lnTo>
                <a:lnTo>
                  <a:pt x="2371725" y="6943725"/>
                </a:lnTo>
                <a:lnTo>
                  <a:pt x="2286000" y="7067550"/>
                </a:lnTo>
                <a:lnTo>
                  <a:pt x="2228850" y="7086600"/>
                </a:lnTo>
                <a:lnTo>
                  <a:pt x="2247900" y="7153275"/>
                </a:lnTo>
                <a:lnTo>
                  <a:pt x="2209800" y="7200900"/>
                </a:lnTo>
                <a:lnTo>
                  <a:pt x="2143125" y="7219950"/>
                </a:lnTo>
                <a:lnTo>
                  <a:pt x="2066925" y="7258050"/>
                </a:lnTo>
                <a:lnTo>
                  <a:pt x="2066925" y="7315200"/>
                </a:lnTo>
                <a:lnTo>
                  <a:pt x="1971675" y="7353300"/>
                </a:lnTo>
                <a:lnTo>
                  <a:pt x="1905000" y="7343775"/>
                </a:lnTo>
                <a:lnTo>
                  <a:pt x="1885950" y="7381875"/>
                </a:lnTo>
                <a:lnTo>
                  <a:pt x="1847850" y="7429500"/>
                </a:lnTo>
                <a:lnTo>
                  <a:pt x="1743075" y="7410450"/>
                </a:lnTo>
                <a:lnTo>
                  <a:pt x="1666875" y="7429500"/>
                </a:lnTo>
                <a:lnTo>
                  <a:pt x="1647825" y="7477125"/>
                </a:lnTo>
                <a:lnTo>
                  <a:pt x="1581150" y="7505700"/>
                </a:lnTo>
                <a:lnTo>
                  <a:pt x="1543050" y="7562850"/>
                </a:lnTo>
                <a:lnTo>
                  <a:pt x="1485900" y="7629525"/>
                </a:lnTo>
                <a:lnTo>
                  <a:pt x="1476375" y="7620000"/>
                </a:lnTo>
                <a:lnTo>
                  <a:pt x="1400175" y="7648575"/>
                </a:lnTo>
                <a:close/>
              </a:path>
            </a:pathLst>
          </a:custGeom>
          <a:solidFill>
            <a:srgbClr val="F7B733">
              <a:alpha val="13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-1847850" y="3667125"/>
            <a:ext cx="1304925" cy="3171825"/>
          </a:xfrm>
          <a:custGeom>
            <a:avLst/>
            <a:gdLst/>
            <a:ahLst/>
            <a:cxnLst/>
            <a:rect l="l" t="t" r="r" b="b"/>
            <a:pathLst>
              <a:path w="1304925" h="3171825">
                <a:moveTo>
                  <a:pt x="514350" y="3086100"/>
                </a:moveTo>
                <a:lnTo>
                  <a:pt x="485775" y="3171825"/>
                </a:lnTo>
                <a:lnTo>
                  <a:pt x="533400" y="3124200"/>
                </a:lnTo>
                <a:lnTo>
                  <a:pt x="523875" y="3143250"/>
                </a:lnTo>
                <a:lnTo>
                  <a:pt x="438150" y="2981325"/>
                </a:lnTo>
                <a:lnTo>
                  <a:pt x="438150" y="2952750"/>
                </a:lnTo>
                <a:lnTo>
                  <a:pt x="419100" y="2895600"/>
                </a:lnTo>
                <a:lnTo>
                  <a:pt x="438150" y="2886075"/>
                </a:lnTo>
                <a:lnTo>
                  <a:pt x="400050" y="2886075"/>
                </a:lnTo>
                <a:lnTo>
                  <a:pt x="342900" y="2952750"/>
                </a:lnTo>
                <a:lnTo>
                  <a:pt x="371475" y="2847975"/>
                </a:lnTo>
                <a:lnTo>
                  <a:pt x="333375" y="2828925"/>
                </a:lnTo>
                <a:lnTo>
                  <a:pt x="314325" y="2771775"/>
                </a:lnTo>
                <a:lnTo>
                  <a:pt x="304800" y="2752725"/>
                </a:lnTo>
                <a:lnTo>
                  <a:pt x="361950" y="2705100"/>
                </a:lnTo>
                <a:lnTo>
                  <a:pt x="295275" y="2657475"/>
                </a:lnTo>
                <a:lnTo>
                  <a:pt x="200025" y="2657475"/>
                </a:lnTo>
                <a:lnTo>
                  <a:pt x="180975" y="2514600"/>
                </a:lnTo>
                <a:lnTo>
                  <a:pt x="257175" y="2600325"/>
                </a:lnTo>
                <a:lnTo>
                  <a:pt x="209550" y="2571750"/>
                </a:lnTo>
                <a:lnTo>
                  <a:pt x="171450" y="2581275"/>
                </a:lnTo>
                <a:lnTo>
                  <a:pt x="123825" y="2571750"/>
                </a:lnTo>
                <a:lnTo>
                  <a:pt x="95250" y="2447925"/>
                </a:lnTo>
                <a:lnTo>
                  <a:pt x="104775" y="2409825"/>
                </a:lnTo>
                <a:lnTo>
                  <a:pt x="114300" y="2419350"/>
                </a:lnTo>
                <a:lnTo>
                  <a:pt x="85725" y="2381250"/>
                </a:lnTo>
                <a:lnTo>
                  <a:pt x="28575" y="2324100"/>
                </a:lnTo>
                <a:lnTo>
                  <a:pt x="66675" y="2305050"/>
                </a:lnTo>
                <a:lnTo>
                  <a:pt x="57150" y="2247900"/>
                </a:lnTo>
                <a:lnTo>
                  <a:pt x="66675" y="2200275"/>
                </a:lnTo>
                <a:lnTo>
                  <a:pt x="57150" y="2152650"/>
                </a:lnTo>
                <a:lnTo>
                  <a:pt x="85725" y="2114550"/>
                </a:lnTo>
                <a:lnTo>
                  <a:pt x="85725" y="2066925"/>
                </a:lnTo>
                <a:lnTo>
                  <a:pt x="19050" y="2143125"/>
                </a:lnTo>
                <a:lnTo>
                  <a:pt x="76200" y="2076450"/>
                </a:lnTo>
                <a:lnTo>
                  <a:pt x="152400" y="2085975"/>
                </a:lnTo>
                <a:lnTo>
                  <a:pt x="104775" y="1952625"/>
                </a:lnTo>
                <a:lnTo>
                  <a:pt x="209550" y="1857375"/>
                </a:lnTo>
                <a:lnTo>
                  <a:pt x="76200" y="1857375"/>
                </a:lnTo>
                <a:lnTo>
                  <a:pt x="38100" y="1857375"/>
                </a:lnTo>
                <a:lnTo>
                  <a:pt x="9525" y="1790700"/>
                </a:lnTo>
                <a:lnTo>
                  <a:pt x="28575" y="1743075"/>
                </a:lnTo>
                <a:lnTo>
                  <a:pt x="28575" y="1743075"/>
                </a:lnTo>
                <a:lnTo>
                  <a:pt x="38100" y="1704975"/>
                </a:lnTo>
                <a:lnTo>
                  <a:pt x="9525" y="1762125"/>
                </a:lnTo>
                <a:lnTo>
                  <a:pt x="57150" y="1762125"/>
                </a:lnTo>
                <a:lnTo>
                  <a:pt x="47625" y="1724025"/>
                </a:lnTo>
                <a:lnTo>
                  <a:pt x="0" y="1733550"/>
                </a:lnTo>
                <a:lnTo>
                  <a:pt x="57150" y="1724025"/>
                </a:lnTo>
                <a:lnTo>
                  <a:pt x="19050" y="1657350"/>
                </a:lnTo>
                <a:lnTo>
                  <a:pt x="57150" y="1638300"/>
                </a:lnTo>
                <a:lnTo>
                  <a:pt x="114300" y="1600200"/>
                </a:lnTo>
                <a:lnTo>
                  <a:pt x="19050" y="1600200"/>
                </a:lnTo>
                <a:lnTo>
                  <a:pt x="57150" y="1581150"/>
                </a:lnTo>
                <a:lnTo>
                  <a:pt x="38100" y="1552575"/>
                </a:lnTo>
                <a:lnTo>
                  <a:pt x="76200" y="1543050"/>
                </a:lnTo>
                <a:lnTo>
                  <a:pt x="114300" y="1495425"/>
                </a:lnTo>
                <a:lnTo>
                  <a:pt x="171450" y="1447800"/>
                </a:lnTo>
                <a:lnTo>
                  <a:pt x="114300" y="1476375"/>
                </a:lnTo>
                <a:lnTo>
                  <a:pt x="85725" y="1419225"/>
                </a:lnTo>
                <a:lnTo>
                  <a:pt x="95250" y="1381125"/>
                </a:lnTo>
                <a:lnTo>
                  <a:pt x="85725" y="1371600"/>
                </a:lnTo>
                <a:lnTo>
                  <a:pt x="38100" y="1323975"/>
                </a:lnTo>
                <a:lnTo>
                  <a:pt x="47625" y="1266825"/>
                </a:lnTo>
                <a:lnTo>
                  <a:pt x="66675" y="1247775"/>
                </a:lnTo>
                <a:lnTo>
                  <a:pt x="19050" y="1219200"/>
                </a:lnTo>
                <a:lnTo>
                  <a:pt x="66675" y="1190625"/>
                </a:lnTo>
                <a:lnTo>
                  <a:pt x="66675" y="1152525"/>
                </a:lnTo>
                <a:lnTo>
                  <a:pt x="85725" y="1152525"/>
                </a:lnTo>
                <a:lnTo>
                  <a:pt x="95250" y="1143000"/>
                </a:lnTo>
                <a:lnTo>
                  <a:pt x="85725" y="1066800"/>
                </a:lnTo>
                <a:lnTo>
                  <a:pt x="76200" y="1047750"/>
                </a:lnTo>
                <a:lnTo>
                  <a:pt x="104775" y="1038225"/>
                </a:lnTo>
                <a:lnTo>
                  <a:pt x="152400" y="1009650"/>
                </a:lnTo>
                <a:lnTo>
                  <a:pt x="133350" y="990600"/>
                </a:lnTo>
                <a:lnTo>
                  <a:pt x="133350" y="962025"/>
                </a:lnTo>
                <a:lnTo>
                  <a:pt x="152400" y="923925"/>
                </a:lnTo>
                <a:lnTo>
                  <a:pt x="123825" y="914400"/>
                </a:lnTo>
                <a:lnTo>
                  <a:pt x="161925" y="904875"/>
                </a:lnTo>
                <a:lnTo>
                  <a:pt x="133350" y="876300"/>
                </a:lnTo>
                <a:lnTo>
                  <a:pt x="190500" y="828675"/>
                </a:lnTo>
                <a:lnTo>
                  <a:pt x="190500" y="790575"/>
                </a:lnTo>
                <a:lnTo>
                  <a:pt x="180975" y="800100"/>
                </a:lnTo>
                <a:lnTo>
                  <a:pt x="190500" y="752475"/>
                </a:lnTo>
                <a:lnTo>
                  <a:pt x="190500" y="752475"/>
                </a:lnTo>
                <a:lnTo>
                  <a:pt x="209550" y="714375"/>
                </a:lnTo>
                <a:lnTo>
                  <a:pt x="209550" y="704850"/>
                </a:lnTo>
                <a:lnTo>
                  <a:pt x="209550" y="676275"/>
                </a:lnTo>
                <a:lnTo>
                  <a:pt x="247650" y="619125"/>
                </a:lnTo>
                <a:lnTo>
                  <a:pt x="247650" y="638175"/>
                </a:lnTo>
                <a:lnTo>
                  <a:pt x="238125" y="600075"/>
                </a:lnTo>
                <a:lnTo>
                  <a:pt x="257175" y="571500"/>
                </a:lnTo>
                <a:lnTo>
                  <a:pt x="247650" y="561975"/>
                </a:lnTo>
                <a:lnTo>
                  <a:pt x="285750" y="504825"/>
                </a:lnTo>
                <a:lnTo>
                  <a:pt x="276225" y="466725"/>
                </a:lnTo>
                <a:lnTo>
                  <a:pt x="304800" y="476250"/>
                </a:lnTo>
                <a:lnTo>
                  <a:pt x="295275" y="428625"/>
                </a:lnTo>
                <a:lnTo>
                  <a:pt x="247650" y="371475"/>
                </a:lnTo>
                <a:lnTo>
                  <a:pt x="314325" y="400050"/>
                </a:lnTo>
                <a:lnTo>
                  <a:pt x="323850" y="371475"/>
                </a:lnTo>
                <a:lnTo>
                  <a:pt x="314325" y="390525"/>
                </a:lnTo>
                <a:lnTo>
                  <a:pt x="323850" y="333375"/>
                </a:lnTo>
                <a:lnTo>
                  <a:pt x="361950" y="333375"/>
                </a:lnTo>
                <a:lnTo>
                  <a:pt x="400050" y="342900"/>
                </a:lnTo>
                <a:lnTo>
                  <a:pt x="381000" y="295275"/>
                </a:lnTo>
                <a:lnTo>
                  <a:pt x="390525" y="304800"/>
                </a:lnTo>
                <a:lnTo>
                  <a:pt x="447675" y="285750"/>
                </a:lnTo>
                <a:lnTo>
                  <a:pt x="466725" y="295275"/>
                </a:lnTo>
                <a:lnTo>
                  <a:pt x="457200" y="276225"/>
                </a:lnTo>
                <a:lnTo>
                  <a:pt x="523875" y="257175"/>
                </a:lnTo>
                <a:lnTo>
                  <a:pt x="514350" y="209550"/>
                </a:lnTo>
                <a:lnTo>
                  <a:pt x="552450" y="209550"/>
                </a:lnTo>
                <a:lnTo>
                  <a:pt x="542925" y="219075"/>
                </a:lnTo>
                <a:lnTo>
                  <a:pt x="571500" y="200025"/>
                </a:lnTo>
                <a:lnTo>
                  <a:pt x="590550" y="180975"/>
                </a:lnTo>
                <a:lnTo>
                  <a:pt x="609600" y="180975"/>
                </a:lnTo>
                <a:lnTo>
                  <a:pt x="600075" y="161925"/>
                </a:lnTo>
                <a:lnTo>
                  <a:pt x="628650" y="142875"/>
                </a:lnTo>
                <a:lnTo>
                  <a:pt x="638175" y="114300"/>
                </a:lnTo>
                <a:lnTo>
                  <a:pt x="657225" y="123825"/>
                </a:lnTo>
                <a:lnTo>
                  <a:pt x="695325" y="104775"/>
                </a:lnTo>
                <a:lnTo>
                  <a:pt x="714375" y="123825"/>
                </a:lnTo>
                <a:lnTo>
                  <a:pt x="752475" y="95250"/>
                </a:lnTo>
                <a:lnTo>
                  <a:pt x="723900" y="66675"/>
                </a:lnTo>
                <a:lnTo>
                  <a:pt x="762000" y="66675"/>
                </a:lnTo>
                <a:lnTo>
                  <a:pt x="762000" y="66675"/>
                </a:lnTo>
                <a:lnTo>
                  <a:pt x="819150" y="19050"/>
                </a:lnTo>
                <a:lnTo>
                  <a:pt x="819150" y="57150"/>
                </a:lnTo>
                <a:lnTo>
                  <a:pt x="847725" y="28575"/>
                </a:lnTo>
                <a:lnTo>
                  <a:pt x="847725" y="0"/>
                </a:lnTo>
                <a:lnTo>
                  <a:pt x="847725" y="85725"/>
                </a:lnTo>
                <a:lnTo>
                  <a:pt x="857250" y="95250"/>
                </a:lnTo>
                <a:lnTo>
                  <a:pt x="838200" y="95250"/>
                </a:lnTo>
                <a:lnTo>
                  <a:pt x="847725" y="114300"/>
                </a:lnTo>
                <a:lnTo>
                  <a:pt x="876300" y="152400"/>
                </a:lnTo>
                <a:lnTo>
                  <a:pt x="895350" y="171450"/>
                </a:lnTo>
                <a:lnTo>
                  <a:pt x="923925" y="219075"/>
                </a:lnTo>
                <a:lnTo>
                  <a:pt x="942975" y="219075"/>
                </a:lnTo>
                <a:lnTo>
                  <a:pt x="952500" y="276225"/>
                </a:lnTo>
                <a:lnTo>
                  <a:pt x="962025" y="266700"/>
                </a:lnTo>
                <a:lnTo>
                  <a:pt x="952500" y="314325"/>
                </a:lnTo>
                <a:lnTo>
                  <a:pt x="981075" y="352425"/>
                </a:lnTo>
                <a:lnTo>
                  <a:pt x="952500" y="333375"/>
                </a:lnTo>
                <a:lnTo>
                  <a:pt x="981075" y="390525"/>
                </a:lnTo>
                <a:lnTo>
                  <a:pt x="1019175" y="400050"/>
                </a:lnTo>
                <a:lnTo>
                  <a:pt x="990600" y="466725"/>
                </a:lnTo>
                <a:lnTo>
                  <a:pt x="1009650" y="457200"/>
                </a:lnTo>
                <a:lnTo>
                  <a:pt x="1038225" y="485775"/>
                </a:lnTo>
                <a:lnTo>
                  <a:pt x="1047750" y="523875"/>
                </a:lnTo>
                <a:lnTo>
                  <a:pt x="1066800" y="542925"/>
                </a:lnTo>
                <a:lnTo>
                  <a:pt x="1076325" y="571500"/>
                </a:lnTo>
                <a:lnTo>
                  <a:pt x="1076325" y="609600"/>
                </a:lnTo>
                <a:lnTo>
                  <a:pt x="1104900" y="581025"/>
                </a:lnTo>
                <a:lnTo>
                  <a:pt x="1114425" y="657225"/>
                </a:lnTo>
                <a:lnTo>
                  <a:pt x="1114425" y="657225"/>
                </a:lnTo>
                <a:lnTo>
                  <a:pt x="1133475" y="666750"/>
                </a:lnTo>
                <a:lnTo>
                  <a:pt x="1143000" y="723900"/>
                </a:lnTo>
                <a:lnTo>
                  <a:pt x="1171575" y="752475"/>
                </a:lnTo>
                <a:lnTo>
                  <a:pt x="1152525" y="752475"/>
                </a:lnTo>
                <a:lnTo>
                  <a:pt x="1171575" y="790575"/>
                </a:lnTo>
                <a:lnTo>
                  <a:pt x="1181100" y="828675"/>
                </a:lnTo>
                <a:lnTo>
                  <a:pt x="1304925" y="809625"/>
                </a:lnTo>
                <a:lnTo>
                  <a:pt x="1238250" y="933450"/>
                </a:lnTo>
                <a:lnTo>
                  <a:pt x="1238250" y="914400"/>
                </a:lnTo>
                <a:lnTo>
                  <a:pt x="1228725" y="923925"/>
                </a:lnTo>
                <a:lnTo>
                  <a:pt x="1257300" y="962025"/>
                </a:lnTo>
                <a:lnTo>
                  <a:pt x="1266825" y="1038225"/>
                </a:lnTo>
                <a:lnTo>
                  <a:pt x="1276350" y="1066800"/>
                </a:lnTo>
                <a:lnTo>
                  <a:pt x="1209675" y="10668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181100" y="1162050"/>
                </a:lnTo>
                <a:lnTo>
                  <a:pt x="1162050" y="1219200"/>
                </a:lnTo>
                <a:lnTo>
                  <a:pt x="1076325" y="1295400"/>
                </a:lnTo>
                <a:lnTo>
                  <a:pt x="1123950" y="1304925"/>
                </a:lnTo>
                <a:lnTo>
                  <a:pt x="1152525" y="1333500"/>
                </a:lnTo>
                <a:lnTo>
                  <a:pt x="1190625" y="1333500"/>
                </a:lnTo>
                <a:lnTo>
                  <a:pt x="1200150" y="1352550"/>
                </a:lnTo>
                <a:lnTo>
                  <a:pt x="1228725" y="1419225"/>
                </a:lnTo>
                <a:lnTo>
                  <a:pt x="1200150" y="1447800"/>
                </a:lnTo>
                <a:lnTo>
                  <a:pt x="1152525" y="1419225"/>
                </a:lnTo>
                <a:lnTo>
                  <a:pt x="1162050" y="1447800"/>
                </a:lnTo>
                <a:lnTo>
                  <a:pt x="1181100" y="1552575"/>
                </a:lnTo>
                <a:lnTo>
                  <a:pt x="1209675" y="1533525"/>
                </a:lnTo>
                <a:lnTo>
                  <a:pt x="1228725" y="1485900"/>
                </a:lnTo>
                <a:lnTo>
                  <a:pt x="1238250" y="1552575"/>
                </a:lnTo>
                <a:lnTo>
                  <a:pt x="1238250" y="1600200"/>
                </a:lnTo>
                <a:lnTo>
                  <a:pt x="1238250" y="1600200"/>
                </a:lnTo>
                <a:lnTo>
                  <a:pt x="1285875" y="1609725"/>
                </a:lnTo>
                <a:lnTo>
                  <a:pt x="1219200" y="1657350"/>
                </a:lnTo>
                <a:lnTo>
                  <a:pt x="1238250" y="1714500"/>
                </a:lnTo>
                <a:lnTo>
                  <a:pt x="1238250" y="1752600"/>
                </a:lnTo>
                <a:lnTo>
                  <a:pt x="1247775" y="1743075"/>
                </a:lnTo>
                <a:lnTo>
                  <a:pt x="1219200" y="1781175"/>
                </a:lnTo>
                <a:lnTo>
                  <a:pt x="1285875" y="1743075"/>
                </a:lnTo>
                <a:lnTo>
                  <a:pt x="1219200" y="1847850"/>
                </a:lnTo>
                <a:lnTo>
                  <a:pt x="1228725" y="1905000"/>
                </a:lnTo>
                <a:lnTo>
                  <a:pt x="1266825" y="1981200"/>
                </a:lnTo>
                <a:lnTo>
                  <a:pt x="1219200" y="2009775"/>
                </a:lnTo>
                <a:lnTo>
                  <a:pt x="1247775" y="1990725"/>
                </a:lnTo>
                <a:lnTo>
                  <a:pt x="1190625" y="1952625"/>
                </a:lnTo>
                <a:lnTo>
                  <a:pt x="1228725" y="2000250"/>
                </a:lnTo>
                <a:lnTo>
                  <a:pt x="1266825" y="1962150"/>
                </a:lnTo>
                <a:lnTo>
                  <a:pt x="1257300" y="2019300"/>
                </a:lnTo>
                <a:lnTo>
                  <a:pt x="1219200" y="2000250"/>
                </a:lnTo>
                <a:lnTo>
                  <a:pt x="1190625" y="1971675"/>
                </a:lnTo>
                <a:lnTo>
                  <a:pt x="1152525" y="2028825"/>
                </a:lnTo>
                <a:lnTo>
                  <a:pt x="1152525" y="2076450"/>
                </a:lnTo>
                <a:lnTo>
                  <a:pt x="1152525" y="2162175"/>
                </a:lnTo>
                <a:lnTo>
                  <a:pt x="1209675" y="2171700"/>
                </a:lnTo>
                <a:lnTo>
                  <a:pt x="1200150" y="2209800"/>
                </a:lnTo>
                <a:lnTo>
                  <a:pt x="1143000" y="2219325"/>
                </a:lnTo>
                <a:lnTo>
                  <a:pt x="1162050" y="2247900"/>
                </a:lnTo>
                <a:lnTo>
                  <a:pt x="1162050" y="2286000"/>
                </a:lnTo>
                <a:lnTo>
                  <a:pt x="1152525" y="2362200"/>
                </a:lnTo>
                <a:lnTo>
                  <a:pt x="1133475" y="2400300"/>
                </a:lnTo>
                <a:lnTo>
                  <a:pt x="1133475" y="2457450"/>
                </a:lnTo>
                <a:lnTo>
                  <a:pt x="1152525" y="2486025"/>
                </a:lnTo>
                <a:lnTo>
                  <a:pt x="1181100" y="2495550"/>
                </a:lnTo>
                <a:lnTo>
                  <a:pt x="1181100" y="2505075"/>
                </a:lnTo>
                <a:lnTo>
                  <a:pt x="1162050" y="2505075"/>
                </a:lnTo>
                <a:lnTo>
                  <a:pt x="1200150" y="2476500"/>
                </a:lnTo>
                <a:lnTo>
                  <a:pt x="1219200" y="2533650"/>
                </a:lnTo>
                <a:lnTo>
                  <a:pt x="1200150" y="2581275"/>
                </a:lnTo>
                <a:lnTo>
                  <a:pt x="1171575" y="2609850"/>
                </a:lnTo>
                <a:lnTo>
                  <a:pt x="1152525" y="2657475"/>
                </a:lnTo>
                <a:lnTo>
                  <a:pt x="1133475" y="2657475"/>
                </a:lnTo>
                <a:lnTo>
                  <a:pt x="1104900" y="2705100"/>
                </a:lnTo>
                <a:lnTo>
                  <a:pt x="1095375" y="2686050"/>
                </a:lnTo>
                <a:lnTo>
                  <a:pt x="1057275" y="2667000"/>
                </a:lnTo>
                <a:lnTo>
                  <a:pt x="1038225" y="2724150"/>
                </a:lnTo>
                <a:lnTo>
                  <a:pt x="1019175" y="2705100"/>
                </a:lnTo>
                <a:lnTo>
                  <a:pt x="990600" y="2733675"/>
                </a:lnTo>
                <a:lnTo>
                  <a:pt x="981075" y="2724150"/>
                </a:lnTo>
                <a:lnTo>
                  <a:pt x="933450" y="2743200"/>
                </a:lnTo>
                <a:lnTo>
                  <a:pt x="914400" y="2762250"/>
                </a:lnTo>
                <a:lnTo>
                  <a:pt x="885825" y="2771775"/>
                </a:lnTo>
                <a:lnTo>
                  <a:pt x="876300" y="2819400"/>
                </a:lnTo>
                <a:lnTo>
                  <a:pt x="857250" y="2857500"/>
                </a:lnTo>
                <a:lnTo>
                  <a:pt x="847725" y="2828925"/>
                </a:lnTo>
                <a:lnTo>
                  <a:pt x="838200" y="2886075"/>
                </a:lnTo>
                <a:lnTo>
                  <a:pt x="819150" y="2886075"/>
                </a:lnTo>
                <a:lnTo>
                  <a:pt x="771525" y="2876550"/>
                </a:lnTo>
                <a:lnTo>
                  <a:pt x="771525" y="2905125"/>
                </a:lnTo>
                <a:lnTo>
                  <a:pt x="742950" y="2905125"/>
                </a:lnTo>
                <a:lnTo>
                  <a:pt x="771525" y="2914650"/>
                </a:lnTo>
                <a:lnTo>
                  <a:pt x="714375" y="2924175"/>
                </a:lnTo>
                <a:lnTo>
                  <a:pt x="704850" y="2962275"/>
                </a:lnTo>
                <a:lnTo>
                  <a:pt x="657225" y="2952750"/>
                </a:lnTo>
                <a:lnTo>
                  <a:pt x="628650" y="2971800"/>
                </a:lnTo>
                <a:lnTo>
                  <a:pt x="609600" y="3009900"/>
                </a:lnTo>
                <a:lnTo>
                  <a:pt x="628650" y="3009900"/>
                </a:lnTo>
                <a:lnTo>
                  <a:pt x="571500" y="3028950"/>
                </a:lnTo>
                <a:lnTo>
                  <a:pt x="561975" y="3057525"/>
                </a:lnTo>
                <a:lnTo>
                  <a:pt x="533400" y="3067050"/>
                </a:lnTo>
                <a:lnTo>
                  <a:pt x="504825" y="30384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-1666875" y="3819525"/>
            <a:ext cx="1171575" cy="2733675"/>
          </a:xfrm>
          <a:custGeom>
            <a:avLst/>
            <a:gdLst/>
            <a:ahLst/>
            <a:cxnLst/>
            <a:rect l="l" t="t" r="r" b="b"/>
            <a:pathLst>
              <a:path w="1171575" h="2733675">
                <a:moveTo>
                  <a:pt x="466725" y="2724150"/>
                </a:moveTo>
                <a:lnTo>
                  <a:pt x="400050" y="2638425"/>
                </a:lnTo>
                <a:lnTo>
                  <a:pt x="342900" y="2733675"/>
                </a:lnTo>
                <a:lnTo>
                  <a:pt x="409575" y="2724150"/>
                </a:lnTo>
                <a:lnTo>
                  <a:pt x="390525" y="2609850"/>
                </a:lnTo>
                <a:lnTo>
                  <a:pt x="371475" y="2638425"/>
                </a:lnTo>
                <a:lnTo>
                  <a:pt x="352425" y="2600325"/>
                </a:lnTo>
                <a:lnTo>
                  <a:pt x="390525" y="2647950"/>
                </a:lnTo>
                <a:lnTo>
                  <a:pt x="381000" y="2543175"/>
                </a:lnTo>
                <a:lnTo>
                  <a:pt x="361950" y="2476500"/>
                </a:lnTo>
                <a:lnTo>
                  <a:pt x="333375" y="2514600"/>
                </a:lnTo>
                <a:lnTo>
                  <a:pt x="323850" y="2505075"/>
                </a:lnTo>
                <a:lnTo>
                  <a:pt x="285750" y="2438400"/>
                </a:lnTo>
                <a:lnTo>
                  <a:pt x="342900" y="2419350"/>
                </a:lnTo>
                <a:lnTo>
                  <a:pt x="295275" y="2352675"/>
                </a:lnTo>
                <a:lnTo>
                  <a:pt x="285750" y="2333625"/>
                </a:lnTo>
                <a:lnTo>
                  <a:pt x="257175" y="2314575"/>
                </a:lnTo>
                <a:lnTo>
                  <a:pt x="200025" y="2219325"/>
                </a:lnTo>
                <a:lnTo>
                  <a:pt x="190500" y="2200275"/>
                </a:lnTo>
                <a:lnTo>
                  <a:pt x="180975" y="2238375"/>
                </a:lnTo>
                <a:lnTo>
                  <a:pt x="171450" y="2247900"/>
                </a:lnTo>
                <a:lnTo>
                  <a:pt x="142875" y="2228850"/>
                </a:lnTo>
                <a:lnTo>
                  <a:pt x="133350" y="2200275"/>
                </a:lnTo>
                <a:lnTo>
                  <a:pt x="133350" y="2152650"/>
                </a:lnTo>
                <a:lnTo>
                  <a:pt x="133350" y="2124075"/>
                </a:lnTo>
                <a:lnTo>
                  <a:pt x="142875" y="2095500"/>
                </a:lnTo>
                <a:lnTo>
                  <a:pt x="133350" y="2047875"/>
                </a:lnTo>
                <a:lnTo>
                  <a:pt x="114300" y="2028825"/>
                </a:lnTo>
                <a:lnTo>
                  <a:pt x="76200" y="1990725"/>
                </a:lnTo>
                <a:lnTo>
                  <a:pt x="95250" y="1952625"/>
                </a:lnTo>
                <a:lnTo>
                  <a:pt x="104775" y="1876425"/>
                </a:lnTo>
                <a:lnTo>
                  <a:pt x="76200" y="1828800"/>
                </a:lnTo>
                <a:lnTo>
                  <a:pt x="85725" y="1809750"/>
                </a:lnTo>
                <a:lnTo>
                  <a:pt x="85725" y="1762125"/>
                </a:lnTo>
                <a:lnTo>
                  <a:pt x="104775" y="1647825"/>
                </a:lnTo>
                <a:lnTo>
                  <a:pt x="123825" y="1571625"/>
                </a:lnTo>
                <a:lnTo>
                  <a:pt x="133350" y="1666875"/>
                </a:lnTo>
                <a:lnTo>
                  <a:pt x="57150" y="1666875"/>
                </a:lnTo>
                <a:lnTo>
                  <a:pt x="85725" y="1657350"/>
                </a:lnTo>
                <a:lnTo>
                  <a:pt x="76200" y="1619250"/>
                </a:lnTo>
                <a:lnTo>
                  <a:pt x="66675" y="1552575"/>
                </a:lnTo>
                <a:lnTo>
                  <a:pt x="0" y="1562100"/>
                </a:lnTo>
                <a:lnTo>
                  <a:pt x="104775" y="1543050"/>
                </a:lnTo>
                <a:lnTo>
                  <a:pt x="95250" y="1562100"/>
                </a:lnTo>
                <a:lnTo>
                  <a:pt x="38100" y="1543050"/>
                </a:lnTo>
                <a:lnTo>
                  <a:pt x="47625" y="1466850"/>
                </a:lnTo>
                <a:lnTo>
                  <a:pt x="47625" y="1524000"/>
                </a:lnTo>
                <a:lnTo>
                  <a:pt x="19050" y="1504950"/>
                </a:lnTo>
                <a:lnTo>
                  <a:pt x="57150" y="1514475"/>
                </a:lnTo>
                <a:lnTo>
                  <a:pt x="76200" y="1495425"/>
                </a:lnTo>
                <a:lnTo>
                  <a:pt x="38100" y="1419225"/>
                </a:lnTo>
                <a:lnTo>
                  <a:pt x="38100" y="1400175"/>
                </a:lnTo>
                <a:lnTo>
                  <a:pt x="38100" y="1400175"/>
                </a:lnTo>
                <a:lnTo>
                  <a:pt x="114300" y="1390650"/>
                </a:lnTo>
                <a:lnTo>
                  <a:pt x="85725" y="1381125"/>
                </a:lnTo>
                <a:lnTo>
                  <a:pt x="104775" y="1371600"/>
                </a:lnTo>
                <a:lnTo>
                  <a:pt x="133350" y="1295400"/>
                </a:lnTo>
                <a:lnTo>
                  <a:pt x="85725" y="1219200"/>
                </a:lnTo>
                <a:lnTo>
                  <a:pt x="95250" y="1247775"/>
                </a:lnTo>
                <a:lnTo>
                  <a:pt x="133350" y="1266825"/>
                </a:lnTo>
                <a:lnTo>
                  <a:pt x="123825" y="1171575"/>
                </a:lnTo>
                <a:lnTo>
                  <a:pt x="133350" y="1133475"/>
                </a:lnTo>
                <a:lnTo>
                  <a:pt x="104775" y="1123950"/>
                </a:lnTo>
                <a:lnTo>
                  <a:pt x="85725" y="1095375"/>
                </a:lnTo>
                <a:lnTo>
                  <a:pt x="76200" y="1085850"/>
                </a:lnTo>
                <a:lnTo>
                  <a:pt x="104775" y="1076325"/>
                </a:lnTo>
                <a:lnTo>
                  <a:pt x="76200" y="1038225"/>
                </a:lnTo>
                <a:lnTo>
                  <a:pt x="85725" y="1047750"/>
                </a:lnTo>
                <a:lnTo>
                  <a:pt x="133350" y="1019175"/>
                </a:lnTo>
                <a:lnTo>
                  <a:pt x="114300" y="962025"/>
                </a:lnTo>
                <a:lnTo>
                  <a:pt x="152400" y="952500"/>
                </a:lnTo>
                <a:lnTo>
                  <a:pt x="114300" y="923925"/>
                </a:lnTo>
                <a:lnTo>
                  <a:pt x="142875" y="895350"/>
                </a:lnTo>
                <a:lnTo>
                  <a:pt x="161925" y="876300"/>
                </a:lnTo>
                <a:lnTo>
                  <a:pt x="161925" y="876300"/>
                </a:lnTo>
                <a:lnTo>
                  <a:pt x="133350" y="838200"/>
                </a:lnTo>
                <a:lnTo>
                  <a:pt x="171450" y="809625"/>
                </a:lnTo>
                <a:lnTo>
                  <a:pt x="152400" y="819150"/>
                </a:lnTo>
                <a:lnTo>
                  <a:pt x="180975" y="800100"/>
                </a:lnTo>
                <a:lnTo>
                  <a:pt x="171450" y="781050"/>
                </a:lnTo>
                <a:lnTo>
                  <a:pt x="161925" y="762000"/>
                </a:lnTo>
                <a:lnTo>
                  <a:pt x="200025" y="723900"/>
                </a:lnTo>
                <a:lnTo>
                  <a:pt x="190500" y="695325"/>
                </a:lnTo>
                <a:lnTo>
                  <a:pt x="247650" y="666750"/>
                </a:lnTo>
                <a:lnTo>
                  <a:pt x="190500" y="638175"/>
                </a:lnTo>
                <a:lnTo>
                  <a:pt x="200025" y="590550"/>
                </a:lnTo>
                <a:lnTo>
                  <a:pt x="238125" y="590550"/>
                </a:lnTo>
                <a:lnTo>
                  <a:pt x="228600" y="600075"/>
                </a:lnTo>
                <a:lnTo>
                  <a:pt x="257175" y="542925"/>
                </a:lnTo>
                <a:lnTo>
                  <a:pt x="247650" y="533400"/>
                </a:lnTo>
                <a:lnTo>
                  <a:pt x="247650" y="485775"/>
                </a:lnTo>
                <a:lnTo>
                  <a:pt x="285750" y="466725"/>
                </a:lnTo>
                <a:lnTo>
                  <a:pt x="247650" y="476250"/>
                </a:lnTo>
                <a:lnTo>
                  <a:pt x="247650" y="438150"/>
                </a:lnTo>
                <a:lnTo>
                  <a:pt x="257175" y="428625"/>
                </a:lnTo>
                <a:lnTo>
                  <a:pt x="257175" y="409575"/>
                </a:lnTo>
                <a:lnTo>
                  <a:pt x="295275" y="352425"/>
                </a:lnTo>
                <a:lnTo>
                  <a:pt x="276225" y="381000"/>
                </a:lnTo>
                <a:lnTo>
                  <a:pt x="295275" y="342900"/>
                </a:lnTo>
                <a:lnTo>
                  <a:pt x="323850" y="342900"/>
                </a:lnTo>
                <a:lnTo>
                  <a:pt x="333375" y="333375"/>
                </a:lnTo>
                <a:lnTo>
                  <a:pt x="333375" y="304800"/>
                </a:lnTo>
                <a:lnTo>
                  <a:pt x="352425" y="304800"/>
                </a:lnTo>
                <a:lnTo>
                  <a:pt x="371475" y="314325"/>
                </a:lnTo>
                <a:lnTo>
                  <a:pt x="371475" y="238125"/>
                </a:lnTo>
                <a:lnTo>
                  <a:pt x="419100" y="266700"/>
                </a:lnTo>
                <a:lnTo>
                  <a:pt x="428625" y="219075"/>
                </a:lnTo>
                <a:lnTo>
                  <a:pt x="457200" y="228600"/>
                </a:lnTo>
                <a:lnTo>
                  <a:pt x="428625" y="219075"/>
                </a:lnTo>
                <a:lnTo>
                  <a:pt x="485775" y="200025"/>
                </a:lnTo>
                <a:lnTo>
                  <a:pt x="504825" y="190500"/>
                </a:lnTo>
                <a:lnTo>
                  <a:pt x="476250" y="209550"/>
                </a:lnTo>
                <a:lnTo>
                  <a:pt x="514350" y="180975"/>
                </a:lnTo>
                <a:lnTo>
                  <a:pt x="495300" y="171450"/>
                </a:lnTo>
                <a:lnTo>
                  <a:pt x="561975" y="152400"/>
                </a:lnTo>
                <a:lnTo>
                  <a:pt x="542925" y="104775"/>
                </a:lnTo>
                <a:lnTo>
                  <a:pt x="561975" y="142875"/>
                </a:lnTo>
                <a:lnTo>
                  <a:pt x="609600" y="114300"/>
                </a:lnTo>
                <a:lnTo>
                  <a:pt x="609600" y="142875"/>
                </a:lnTo>
                <a:lnTo>
                  <a:pt x="619125" y="114300"/>
                </a:lnTo>
                <a:lnTo>
                  <a:pt x="619125" y="95250"/>
                </a:lnTo>
                <a:lnTo>
                  <a:pt x="647700" y="85725"/>
                </a:lnTo>
                <a:lnTo>
                  <a:pt x="685800" y="66675"/>
                </a:lnTo>
                <a:lnTo>
                  <a:pt x="676275" y="57150"/>
                </a:lnTo>
                <a:lnTo>
                  <a:pt x="733425" y="57150"/>
                </a:lnTo>
                <a:lnTo>
                  <a:pt x="714375" y="57150"/>
                </a:lnTo>
                <a:lnTo>
                  <a:pt x="733425" y="9525"/>
                </a:lnTo>
                <a:lnTo>
                  <a:pt x="733425" y="19050"/>
                </a:lnTo>
                <a:lnTo>
                  <a:pt x="752475" y="0"/>
                </a:lnTo>
                <a:lnTo>
                  <a:pt x="790575" y="19050"/>
                </a:lnTo>
                <a:lnTo>
                  <a:pt x="781050" y="47625"/>
                </a:lnTo>
                <a:lnTo>
                  <a:pt x="781050" y="38100"/>
                </a:lnTo>
                <a:lnTo>
                  <a:pt x="771525" y="95250"/>
                </a:lnTo>
                <a:lnTo>
                  <a:pt x="781050" y="133350"/>
                </a:lnTo>
                <a:lnTo>
                  <a:pt x="800100" y="123825"/>
                </a:lnTo>
                <a:lnTo>
                  <a:pt x="819150" y="123825"/>
                </a:lnTo>
                <a:lnTo>
                  <a:pt x="819150" y="171450"/>
                </a:lnTo>
                <a:lnTo>
                  <a:pt x="857250" y="190500"/>
                </a:lnTo>
                <a:lnTo>
                  <a:pt x="838200" y="219075"/>
                </a:lnTo>
                <a:lnTo>
                  <a:pt x="847725" y="266700"/>
                </a:lnTo>
                <a:lnTo>
                  <a:pt x="866775" y="276225"/>
                </a:lnTo>
                <a:lnTo>
                  <a:pt x="914400" y="266700"/>
                </a:lnTo>
                <a:lnTo>
                  <a:pt x="866775" y="295275"/>
                </a:lnTo>
                <a:lnTo>
                  <a:pt x="914400" y="314325"/>
                </a:lnTo>
                <a:lnTo>
                  <a:pt x="933450" y="361950"/>
                </a:lnTo>
                <a:lnTo>
                  <a:pt x="923925" y="352425"/>
                </a:lnTo>
                <a:lnTo>
                  <a:pt x="933450" y="381000"/>
                </a:lnTo>
                <a:lnTo>
                  <a:pt x="942975" y="419100"/>
                </a:lnTo>
                <a:lnTo>
                  <a:pt x="971550" y="457200"/>
                </a:lnTo>
                <a:lnTo>
                  <a:pt x="981075" y="438150"/>
                </a:lnTo>
                <a:lnTo>
                  <a:pt x="962025" y="476250"/>
                </a:lnTo>
                <a:lnTo>
                  <a:pt x="1000125" y="495300"/>
                </a:lnTo>
                <a:lnTo>
                  <a:pt x="981075" y="523875"/>
                </a:lnTo>
                <a:lnTo>
                  <a:pt x="1009650" y="552450"/>
                </a:lnTo>
                <a:lnTo>
                  <a:pt x="981075" y="552450"/>
                </a:lnTo>
                <a:lnTo>
                  <a:pt x="1000125" y="609600"/>
                </a:lnTo>
                <a:lnTo>
                  <a:pt x="1057275" y="628650"/>
                </a:lnTo>
                <a:lnTo>
                  <a:pt x="1057275" y="628650"/>
                </a:lnTo>
                <a:lnTo>
                  <a:pt x="1057275" y="666750"/>
                </a:lnTo>
                <a:lnTo>
                  <a:pt x="1085850" y="685800"/>
                </a:lnTo>
                <a:lnTo>
                  <a:pt x="1057275" y="695325"/>
                </a:lnTo>
                <a:lnTo>
                  <a:pt x="1066800" y="723900"/>
                </a:lnTo>
                <a:lnTo>
                  <a:pt x="1076325" y="762000"/>
                </a:lnTo>
                <a:lnTo>
                  <a:pt x="1076325" y="809625"/>
                </a:lnTo>
                <a:lnTo>
                  <a:pt x="1123950" y="790575"/>
                </a:lnTo>
                <a:lnTo>
                  <a:pt x="1104900" y="809625"/>
                </a:lnTo>
                <a:lnTo>
                  <a:pt x="1019175" y="876300"/>
                </a:lnTo>
                <a:lnTo>
                  <a:pt x="1066800" y="942975"/>
                </a:lnTo>
                <a:lnTo>
                  <a:pt x="1095375" y="933450"/>
                </a:lnTo>
                <a:lnTo>
                  <a:pt x="1171575" y="962025"/>
                </a:lnTo>
                <a:lnTo>
                  <a:pt x="1104900" y="952500"/>
                </a:lnTo>
                <a:lnTo>
                  <a:pt x="1085850" y="1019175"/>
                </a:lnTo>
                <a:lnTo>
                  <a:pt x="1019175" y="1038225"/>
                </a:lnTo>
                <a:lnTo>
                  <a:pt x="1047750" y="1095375"/>
                </a:lnTo>
                <a:lnTo>
                  <a:pt x="1057275" y="1114425"/>
                </a:lnTo>
                <a:lnTo>
                  <a:pt x="1028700" y="1152525"/>
                </a:lnTo>
                <a:lnTo>
                  <a:pt x="1057275" y="1133475"/>
                </a:lnTo>
                <a:lnTo>
                  <a:pt x="1028700" y="1285875"/>
                </a:lnTo>
                <a:lnTo>
                  <a:pt x="1057275" y="1285875"/>
                </a:lnTo>
                <a:lnTo>
                  <a:pt x="1085850" y="1276350"/>
                </a:lnTo>
                <a:lnTo>
                  <a:pt x="1076325" y="1238250"/>
                </a:lnTo>
                <a:lnTo>
                  <a:pt x="1095375" y="1266825"/>
                </a:lnTo>
                <a:lnTo>
                  <a:pt x="1143000" y="1295400"/>
                </a:lnTo>
                <a:lnTo>
                  <a:pt x="1143000" y="1257300"/>
                </a:lnTo>
                <a:lnTo>
                  <a:pt x="1133475" y="1343025"/>
                </a:lnTo>
                <a:lnTo>
                  <a:pt x="1152525" y="1295400"/>
                </a:lnTo>
                <a:lnTo>
                  <a:pt x="1162050" y="1352550"/>
                </a:lnTo>
                <a:lnTo>
                  <a:pt x="1171575" y="1381125"/>
                </a:lnTo>
                <a:lnTo>
                  <a:pt x="1133475" y="1428750"/>
                </a:lnTo>
                <a:lnTo>
                  <a:pt x="1162050" y="1419225"/>
                </a:lnTo>
                <a:lnTo>
                  <a:pt x="1162050" y="1485900"/>
                </a:lnTo>
                <a:lnTo>
                  <a:pt x="1171575" y="1504950"/>
                </a:lnTo>
                <a:lnTo>
                  <a:pt x="1143000" y="1543050"/>
                </a:lnTo>
                <a:lnTo>
                  <a:pt x="1028700" y="1647825"/>
                </a:lnTo>
                <a:lnTo>
                  <a:pt x="1066800" y="1609725"/>
                </a:lnTo>
                <a:lnTo>
                  <a:pt x="1047750" y="1666875"/>
                </a:lnTo>
                <a:lnTo>
                  <a:pt x="1143000" y="1666875"/>
                </a:lnTo>
                <a:lnTo>
                  <a:pt x="1066800" y="1724025"/>
                </a:lnTo>
                <a:lnTo>
                  <a:pt x="1057275" y="1704975"/>
                </a:lnTo>
                <a:lnTo>
                  <a:pt x="1066800" y="1714500"/>
                </a:lnTo>
                <a:lnTo>
                  <a:pt x="1114425" y="1685925"/>
                </a:lnTo>
                <a:lnTo>
                  <a:pt x="1095375" y="1685925"/>
                </a:lnTo>
                <a:lnTo>
                  <a:pt x="1095375" y="1695450"/>
                </a:lnTo>
                <a:lnTo>
                  <a:pt x="1133475" y="1733550"/>
                </a:lnTo>
                <a:lnTo>
                  <a:pt x="1114425" y="1733550"/>
                </a:lnTo>
                <a:lnTo>
                  <a:pt x="1104900" y="1762125"/>
                </a:lnTo>
                <a:lnTo>
                  <a:pt x="1095375" y="1781175"/>
                </a:lnTo>
                <a:lnTo>
                  <a:pt x="1085850" y="1828800"/>
                </a:lnTo>
                <a:lnTo>
                  <a:pt x="1076325" y="1866900"/>
                </a:lnTo>
                <a:lnTo>
                  <a:pt x="1095375" y="1933575"/>
                </a:lnTo>
                <a:lnTo>
                  <a:pt x="1038225" y="1924050"/>
                </a:lnTo>
                <a:lnTo>
                  <a:pt x="1038225" y="1971675"/>
                </a:lnTo>
                <a:lnTo>
                  <a:pt x="1057275" y="1981200"/>
                </a:lnTo>
                <a:lnTo>
                  <a:pt x="1095375" y="1981200"/>
                </a:lnTo>
                <a:lnTo>
                  <a:pt x="1028700" y="2019300"/>
                </a:lnTo>
                <a:lnTo>
                  <a:pt x="1066800" y="2057400"/>
                </a:lnTo>
                <a:lnTo>
                  <a:pt x="1028700" y="2133600"/>
                </a:lnTo>
                <a:lnTo>
                  <a:pt x="1076325" y="2133600"/>
                </a:lnTo>
                <a:lnTo>
                  <a:pt x="1038225" y="2162175"/>
                </a:lnTo>
                <a:lnTo>
                  <a:pt x="1000125" y="2162175"/>
                </a:lnTo>
                <a:lnTo>
                  <a:pt x="1066800" y="2190750"/>
                </a:lnTo>
                <a:lnTo>
                  <a:pt x="1076325" y="2238375"/>
                </a:lnTo>
                <a:lnTo>
                  <a:pt x="1085850" y="2247900"/>
                </a:lnTo>
                <a:lnTo>
                  <a:pt x="1028700" y="2314575"/>
                </a:lnTo>
                <a:lnTo>
                  <a:pt x="1038225" y="2286000"/>
                </a:lnTo>
                <a:lnTo>
                  <a:pt x="1019175" y="2324100"/>
                </a:lnTo>
                <a:lnTo>
                  <a:pt x="1019175" y="2324100"/>
                </a:lnTo>
                <a:lnTo>
                  <a:pt x="981075" y="2324100"/>
                </a:lnTo>
                <a:lnTo>
                  <a:pt x="1009650" y="2362200"/>
                </a:lnTo>
                <a:lnTo>
                  <a:pt x="981075" y="2381250"/>
                </a:lnTo>
                <a:lnTo>
                  <a:pt x="933450" y="2362200"/>
                </a:lnTo>
                <a:lnTo>
                  <a:pt x="914400" y="2390775"/>
                </a:lnTo>
                <a:lnTo>
                  <a:pt x="895350" y="2390775"/>
                </a:lnTo>
                <a:lnTo>
                  <a:pt x="866775" y="2457450"/>
                </a:lnTo>
                <a:lnTo>
                  <a:pt x="857250" y="2447925"/>
                </a:lnTo>
                <a:lnTo>
                  <a:pt x="838200" y="2438400"/>
                </a:lnTo>
                <a:lnTo>
                  <a:pt x="819150" y="2438400"/>
                </a:lnTo>
                <a:lnTo>
                  <a:pt x="828675" y="2486025"/>
                </a:lnTo>
                <a:lnTo>
                  <a:pt x="781050" y="2476500"/>
                </a:lnTo>
                <a:lnTo>
                  <a:pt x="781050" y="2514600"/>
                </a:lnTo>
                <a:lnTo>
                  <a:pt x="771525" y="2514600"/>
                </a:lnTo>
                <a:lnTo>
                  <a:pt x="762000" y="2533650"/>
                </a:lnTo>
                <a:lnTo>
                  <a:pt x="742950" y="2562225"/>
                </a:lnTo>
                <a:lnTo>
                  <a:pt x="695325" y="2562225"/>
                </a:lnTo>
                <a:lnTo>
                  <a:pt x="685800" y="2600325"/>
                </a:lnTo>
                <a:lnTo>
                  <a:pt x="657225" y="2581275"/>
                </a:lnTo>
                <a:lnTo>
                  <a:pt x="685800" y="2609850"/>
                </a:lnTo>
                <a:lnTo>
                  <a:pt x="638175" y="2581275"/>
                </a:lnTo>
                <a:lnTo>
                  <a:pt x="609600" y="2628900"/>
                </a:lnTo>
                <a:lnTo>
                  <a:pt x="600075" y="2647950"/>
                </a:lnTo>
                <a:lnTo>
                  <a:pt x="590550" y="2609850"/>
                </a:lnTo>
                <a:lnTo>
                  <a:pt x="542925" y="2667000"/>
                </a:lnTo>
                <a:lnTo>
                  <a:pt x="552450" y="2686050"/>
                </a:lnTo>
                <a:lnTo>
                  <a:pt x="523875" y="2695575"/>
                </a:lnTo>
                <a:lnTo>
                  <a:pt x="523875" y="2705100"/>
                </a:lnTo>
                <a:lnTo>
                  <a:pt x="495300" y="2705100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-1457325" y="28384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104775"/>
                </a:moveTo>
                <a:lnTo>
                  <a:pt x="152400" y="161925"/>
                </a:lnTo>
                <a:lnTo>
                  <a:pt x="133350" y="209550"/>
                </a:lnTo>
                <a:lnTo>
                  <a:pt x="85725" y="180975"/>
                </a:lnTo>
                <a:lnTo>
                  <a:pt x="19050" y="152400"/>
                </a:lnTo>
                <a:lnTo>
                  <a:pt x="28575" y="123825"/>
                </a:lnTo>
                <a:lnTo>
                  <a:pt x="0" y="38100"/>
                </a:lnTo>
                <a:lnTo>
                  <a:pt x="66675" y="28575"/>
                </a:lnTo>
                <a:lnTo>
                  <a:pt x="123825" y="0"/>
                </a:lnTo>
                <a:lnTo>
                  <a:pt x="190500" y="4762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-1933575" y="6276975"/>
            <a:ext cx="333375" cy="361950"/>
          </a:xfrm>
          <a:custGeom>
            <a:avLst/>
            <a:gdLst/>
            <a:ahLst/>
            <a:cxnLst/>
            <a:rect l="l" t="t" r="r" b="b"/>
            <a:pathLst>
              <a:path w="333375" h="361950">
                <a:moveTo>
                  <a:pt x="333375" y="228600"/>
                </a:moveTo>
                <a:lnTo>
                  <a:pt x="295275" y="285750"/>
                </a:lnTo>
                <a:lnTo>
                  <a:pt x="180975" y="361950"/>
                </a:lnTo>
                <a:lnTo>
                  <a:pt x="104775" y="342900"/>
                </a:lnTo>
                <a:lnTo>
                  <a:pt x="19050" y="342900"/>
                </a:lnTo>
                <a:lnTo>
                  <a:pt x="47625" y="180975"/>
                </a:lnTo>
                <a:lnTo>
                  <a:pt x="0" y="95250"/>
                </a:lnTo>
                <a:lnTo>
                  <a:pt x="76200" y="57150"/>
                </a:lnTo>
                <a:lnTo>
                  <a:pt x="180975" y="0"/>
                </a:lnTo>
                <a:lnTo>
                  <a:pt x="276225" y="76200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-1104900" y="2314575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5" y="142875"/>
                </a:moveTo>
                <a:lnTo>
                  <a:pt x="228600" y="200025"/>
                </a:lnTo>
                <a:lnTo>
                  <a:pt x="161925" y="266700"/>
                </a:lnTo>
                <a:lnTo>
                  <a:pt x="85725" y="266700"/>
                </a:lnTo>
                <a:lnTo>
                  <a:pt x="9525" y="228600"/>
                </a:lnTo>
                <a:lnTo>
                  <a:pt x="0" y="161925"/>
                </a:lnTo>
                <a:lnTo>
                  <a:pt x="9525" y="66675"/>
                </a:lnTo>
                <a:lnTo>
                  <a:pt x="95250" y="57150"/>
                </a:lnTo>
                <a:lnTo>
                  <a:pt x="171450" y="0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552450" y="7105650"/>
            <a:ext cx="219075" cy="257175"/>
          </a:xfrm>
          <a:custGeom>
            <a:avLst/>
            <a:gdLst/>
            <a:ahLst/>
            <a:cxnLst/>
            <a:rect l="l" t="t" r="r" b="b"/>
            <a:pathLst>
              <a:path w="219075" h="257175">
                <a:moveTo>
                  <a:pt x="219075" y="152400"/>
                </a:moveTo>
                <a:lnTo>
                  <a:pt x="200025" y="219075"/>
                </a:lnTo>
                <a:lnTo>
                  <a:pt x="190500" y="257175"/>
                </a:lnTo>
                <a:lnTo>
                  <a:pt x="85725" y="209550"/>
                </a:lnTo>
                <a:lnTo>
                  <a:pt x="0" y="209550"/>
                </a:lnTo>
                <a:lnTo>
                  <a:pt x="9525" y="133350"/>
                </a:lnTo>
                <a:lnTo>
                  <a:pt x="38100" y="47625"/>
                </a:lnTo>
                <a:lnTo>
                  <a:pt x="95250" y="38100"/>
                </a:lnTo>
                <a:lnTo>
                  <a:pt x="161925" y="0"/>
                </a:lnTo>
                <a:lnTo>
                  <a:pt x="171450" y="95250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85750" y="2733675"/>
            <a:ext cx="142875" cy="180975"/>
          </a:xfrm>
          <a:custGeom>
            <a:avLst/>
            <a:gdLst/>
            <a:ahLst/>
            <a:cxnLst/>
            <a:rect l="l" t="t" r="r" b="b"/>
            <a:pathLst>
              <a:path w="142875" h="180975">
                <a:moveTo>
                  <a:pt x="142875" y="66675"/>
                </a:moveTo>
                <a:lnTo>
                  <a:pt x="142875" y="133350"/>
                </a:lnTo>
                <a:lnTo>
                  <a:pt x="104775" y="180975"/>
                </a:lnTo>
                <a:lnTo>
                  <a:pt x="57150" y="133350"/>
                </a:lnTo>
                <a:lnTo>
                  <a:pt x="0" y="114300"/>
                </a:lnTo>
                <a:lnTo>
                  <a:pt x="9525" y="66675"/>
                </a:lnTo>
                <a:lnTo>
                  <a:pt x="28575" y="28575"/>
                </a:lnTo>
                <a:lnTo>
                  <a:pt x="57150" y="19050"/>
                </a:lnTo>
                <a:lnTo>
                  <a:pt x="104775" y="0"/>
                </a:lnTo>
                <a:lnTo>
                  <a:pt x="133350" y="47625"/>
                </a:lnTo>
                <a:close/>
              </a:path>
            </a:pathLst>
          </a:custGeom>
          <a:solidFill>
            <a:srgbClr val="F7B733">
              <a:alpha val="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-2819400" y="4743450"/>
            <a:ext cx="390525" cy="333375"/>
          </a:xfrm>
          <a:custGeom>
            <a:avLst/>
            <a:gdLst/>
            <a:ahLst/>
            <a:cxnLst/>
            <a:rect l="l" t="t" r="r" b="b"/>
            <a:pathLst>
              <a:path w="390525" h="333375">
                <a:moveTo>
                  <a:pt x="390525" y="142875"/>
                </a:moveTo>
                <a:lnTo>
                  <a:pt x="304800" y="257175"/>
                </a:lnTo>
                <a:lnTo>
                  <a:pt x="247650" y="333375"/>
                </a:lnTo>
                <a:lnTo>
                  <a:pt x="123825" y="276225"/>
                </a:lnTo>
                <a:lnTo>
                  <a:pt x="38100" y="238125"/>
                </a:lnTo>
                <a:lnTo>
                  <a:pt x="19050" y="104775"/>
                </a:lnTo>
                <a:lnTo>
                  <a:pt x="0" y="38100"/>
                </a:lnTo>
                <a:lnTo>
                  <a:pt x="142875" y="9525"/>
                </a:lnTo>
                <a:lnTo>
                  <a:pt x="247650" y="0"/>
                </a:lnTo>
                <a:lnTo>
                  <a:pt x="333375" y="47625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-2635567" y="2639378"/>
            <a:ext cx="4425315" cy="4524375"/>
          </a:xfrm>
          <a:custGeom>
            <a:avLst/>
            <a:gdLst/>
            <a:ahLst/>
            <a:cxnLst/>
            <a:rect l="l" t="t" r="r" b="b"/>
            <a:pathLst>
              <a:path w="4425315" h="4524375">
                <a:moveTo>
                  <a:pt x="1835468" y="3971925"/>
                </a:moveTo>
                <a:lnTo>
                  <a:pt x="1844040" y="3980497"/>
                </a:lnTo>
                <a:lnTo>
                  <a:pt x="1835468" y="3989070"/>
                </a:lnTo>
                <a:lnTo>
                  <a:pt x="1826895" y="3980497"/>
                </a:lnTo>
                <a:close/>
                <a:moveTo>
                  <a:pt x="2835593" y="981075"/>
                </a:moveTo>
                <a:lnTo>
                  <a:pt x="2844165" y="989647"/>
                </a:lnTo>
                <a:lnTo>
                  <a:pt x="2835593" y="998220"/>
                </a:lnTo>
                <a:lnTo>
                  <a:pt x="2827020" y="989647"/>
                </a:lnTo>
                <a:close/>
                <a:moveTo>
                  <a:pt x="3549968" y="1773555"/>
                </a:moveTo>
                <a:lnTo>
                  <a:pt x="3566160" y="1789747"/>
                </a:lnTo>
                <a:lnTo>
                  <a:pt x="3549968" y="1805940"/>
                </a:lnTo>
                <a:lnTo>
                  <a:pt x="3533775" y="1789747"/>
                </a:lnTo>
                <a:close/>
                <a:moveTo>
                  <a:pt x="1149667" y="817245"/>
                </a:moveTo>
                <a:lnTo>
                  <a:pt x="1160145" y="827722"/>
                </a:lnTo>
                <a:lnTo>
                  <a:pt x="1149667" y="838200"/>
                </a:lnTo>
                <a:lnTo>
                  <a:pt x="1139190" y="827722"/>
                </a:lnTo>
                <a:close/>
                <a:moveTo>
                  <a:pt x="2073593" y="502920"/>
                </a:moveTo>
                <a:lnTo>
                  <a:pt x="2084070" y="513397"/>
                </a:lnTo>
                <a:lnTo>
                  <a:pt x="2073593" y="523875"/>
                </a:lnTo>
                <a:lnTo>
                  <a:pt x="2063115" y="513397"/>
                </a:lnTo>
                <a:close/>
                <a:moveTo>
                  <a:pt x="2302193" y="3408045"/>
                </a:moveTo>
                <a:lnTo>
                  <a:pt x="2322195" y="3428047"/>
                </a:lnTo>
                <a:lnTo>
                  <a:pt x="2302193" y="3448050"/>
                </a:lnTo>
                <a:lnTo>
                  <a:pt x="2282190" y="3428047"/>
                </a:lnTo>
                <a:close/>
                <a:moveTo>
                  <a:pt x="2549843" y="3561398"/>
                </a:moveTo>
                <a:lnTo>
                  <a:pt x="2568892" y="3580448"/>
                </a:lnTo>
                <a:lnTo>
                  <a:pt x="2549843" y="3599497"/>
                </a:lnTo>
                <a:lnTo>
                  <a:pt x="2530793" y="3580448"/>
                </a:lnTo>
                <a:close/>
                <a:moveTo>
                  <a:pt x="140017" y="1065847"/>
                </a:moveTo>
                <a:lnTo>
                  <a:pt x="149542" y="1075372"/>
                </a:lnTo>
                <a:lnTo>
                  <a:pt x="140017" y="1084897"/>
                </a:lnTo>
                <a:lnTo>
                  <a:pt x="130492" y="1075372"/>
                </a:lnTo>
                <a:close/>
                <a:moveTo>
                  <a:pt x="787717" y="1453515"/>
                </a:moveTo>
                <a:lnTo>
                  <a:pt x="809625" y="1475422"/>
                </a:lnTo>
                <a:lnTo>
                  <a:pt x="787717" y="1497330"/>
                </a:lnTo>
                <a:lnTo>
                  <a:pt x="765810" y="1475422"/>
                </a:lnTo>
                <a:close/>
                <a:moveTo>
                  <a:pt x="2702243" y="743902"/>
                </a:moveTo>
                <a:lnTo>
                  <a:pt x="2709863" y="751522"/>
                </a:lnTo>
                <a:lnTo>
                  <a:pt x="2702243" y="759142"/>
                </a:lnTo>
                <a:lnTo>
                  <a:pt x="2694623" y="751522"/>
                </a:lnTo>
                <a:close/>
                <a:moveTo>
                  <a:pt x="16192" y="1811655"/>
                </a:moveTo>
                <a:lnTo>
                  <a:pt x="32385" y="1827847"/>
                </a:lnTo>
                <a:lnTo>
                  <a:pt x="16192" y="1844040"/>
                </a:lnTo>
                <a:lnTo>
                  <a:pt x="0" y="1827847"/>
                </a:lnTo>
                <a:close/>
                <a:moveTo>
                  <a:pt x="4121467" y="2753678"/>
                </a:moveTo>
                <a:lnTo>
                  <a:pt x="4138613" y="2770822"/>
                </a:lnTo>
                <a:lnTo>
                  <a:pt x="4121467" y="2787967"/>
                </a:lnTo>
                <a:lnTo>
                  <a:pt x="4104323" y="2770822"/>
                </a:lnTo>
                <a:close/>
                <a:moveTo>
                  <a:pt x="1549717" y="209550"/>
                </a:moveTo>
                <a:lnTo>
                  <a:pt x="1558290" y="218122"/>
                </a:lnTo>
                <a:lnTo>
                  <a:pt x="1549717" y="226695"/>
                </a:lnTo>
                <a:lnTo>
                  <a:pt x="1541145" y="218122"/>
                </a:lnTo>
                <a:close/>
                <a:moveTo>
                  <a:pt x="3130868" y="2977515"/>
                </a:moveTo>
                <a:lnTo>
                  <a:pt x="3152775" y="2999422"/>
                </a:lnTo>
                <a:lnTo>
                  <a:pt x="3130868" y="3021330"/>
                </a:lnTo>
                <a:lnTo>
                  <a:pt x="3108960" y="2999422"/>
                </a:lnTo>
                <a:close/>
                <a:moveTo>
                  <a:pt x="463867" y="357188"/>
                </a:moveTo>
                <a:lnTo>
                  <a:pt x="477203" y="370522"/>
                </a:lnTo>
                <a:lnTo>
                  <a:pt x="463867" y="383857"/>
                </a:lnTo>
                <a:lnTo>
                  <a:pt x="450532" y="370522"/>
                </a:lnTo>
                <a:close/>
                <a:moveTo>
                  <a:pt x="3616643" y="3068955"/>
                </a:moveTo>
                <a:lnTo>
                  <a:pt x="3623310" y="3075623"/>
                </a:lnTo>
                <a:lnTo>
                  <a:pt x="3616643" y="3082290"/>
                </a:lnTo>
                <a:lnTo>
                  <a:pt x="3609975" y="3075623"/>
                </a:lnTo>
                <a:close/>
                <a:moveTo>
                  <a:pt x="4302443" y="1961197"/>
                </a:moveTo>
                <a:lnTo>
                  <a:pt x="4321493" y="1980248"/>
                </a:lnTo>
                <a:lnTo>
                  <a:pt x="4302443" y="1999297"/>
                </a:lnTo>
                <a:lnTo>
                  <a:pt x="4283393" y="1980248"/>
                </a:lnTo>
                <a:close/>
                <a:moveTo>
                  <a:pt x="749617" y="2670810"/>
                </a:moveTo>
                <a:lnTo>
                  <a:pt x="763905" y="2685097"/>
                </a:lnTo>
                <a:lnTo>
                  <a:pt x="749617" y="2699385"/>
                </a:lnTo>
                <a:lnTo>
                  <a:pt x="735330" y="2685097"/>
                </a:lnTo>
                <a:close/>
                <a:moveTo>
                  <a:pt x="2883217" y="3217545"/>
                </a:moveTo>
                <a:lnTo>
                  <a:pt x="2893695" y="3228022"/>
                </a:lnTo>
                <a:lnTo>
                  <a:pt x="2883217" y="3238500"/>
                </a:lnTo>
                <a:lnTo>
                  <a:pt x="2872740" y="3228022"/>
                </a:lnTo>
                <a:close/>
                <a:moveTo>
                  <a:pt x="263842" y="2771775"/>
                </a:moveTo>
                <a:lnTo>
                  <a:pt x="272415" y="2780348"/>
                </a:lnTo>
                <a:lnTo>
                  <a:pt x="263842" y="2788920"/>
                </a:lnTo>
                <a:lnTo>
                  <a:pt x="255270" y="2780348"/>
                </a:lnTo>
                <a:close/>
                <a:moveTo>
                  <a:pt x="625792" y="2214563"/>
                </a:moveTo>
                <a:lnTo>
                  <a:pt x="639127" y="2227897"/>
                </a:lnTo>
                <a:lnTo>
                  <a:pt x="625792" y="2241232"/>
                </a:lnTo>
                <a:lnTo>
                  <a:pt x="612457" y="2227897"/>
                </a:lnTo>
                <a:close/>
                <a:moveTo>
                  <a:pt x="187642" y="2403157"/>
                </a:moveTo>
                <a:lnTo>
                  <a:pt x="202882" y="2418398"/>
                </a:lnTo>
                <a:lnTo>
                  <a:pt x="187642" y="2433638"/>
                </a:lnTo>
                <a:lnTo>
                  <a:pt x="172402" y="2418398"/>
                </a:lnTo>
                <a:close/>
                <a:moveTo>
                  <a:pt x="2911792" y="3564255"/>
                </a:moveTo>
                <a:lnTo>
                  <a:pt x="2927985" y="3580448"/>
                </a:lnTo>
                <a:lnTo>
                  <a:pt x="2911792" y="3596640"/>
                </a:lnTo>
                <a:lnTo>
                  <a:pt x="2895600" y="3580448"/>
                </a:lnTo>
                <a:close/>
                <a:moveTo>
                  <a:pt x="2225992" y="4076700"/>
                </a:moveTo>
                <a:lnTo>
                  <a:pt x="2244090" y="4094797"/>
                </a:lnTo>
                <a:lnTo>
                  <a:pt x="2225992" y="4112895"/>
                </a:lnTo>
                <a:lnTo>
                  <a:pt x="2207895" y="4094797"/>
                </a:lnTo>
                <a:close/>
                <a:moveTo>
                  <a:pt x="3588068" y="1121092"/>
                </a:moveTo>
                <a:lnTo>
                  <a:pt x="3609023" y="1142047"/>
                </a:lnTo>
                <a:lnTo>
                  <a:pt x="3588068" y="1163002"/>
                </a:lnTo>
                <a:lnTo>
                  <a:pt x="3567113" y="1142047"/>
                </a:lnTo>
                <a:close/>
                <a:moveTo>
                  <a:pt x="1759268" y="3676650"/>
                </a:moveTo>
                <a:lnTo>
                  <a:pt x="1777365" y="3694747"/>
                </a:lnTo>
                <a:lnTo>
                  <a:pt x="1759268" y="3712845"/>
                </a:lnTo>
                <a:lnTo>
                  <a:pt x="1741170" y="3694747"/>
                </a:lnTo>
                <a:close/>
                <a:moveTo>
                  <a:pt x="1321117" y="734377"/>
                </a:moveTo>
                <a:lnTo>
                  <a:pt x="1328738" y="741997"/>
                </a:lnTo>
                <a:lnTo>
                  <a:pt x="1321117" y="749617"/>
                </a:lnTo>
                <a:lnTo>
                  <a:pt x="1313497" y="741997"/>
                </a:lnTo>
                <a:close/>
                <a:moveTo>
                  <a:pt x="4188143" y="1367790"/>
                </a:moveTo>
                <a:lnTo>
                  <a:pt x="4200525" y="1380172"/>
                </a:lnTo>
                <a:lnTo>
                  <a:pt x="4188143" y="1392555"/>
                </a:lnTo>
                <a:lnTo>
                  <a:pt x="4175760" y="1380172"/>
                </a:lnTo>
                <a:close/>
                <a:moveTo>
                  <a:pt x="2949893" y="3500438"/>
                </a:moveTo>
                <a:lnTo>
                  <a:pt x="2963227" y="3513772"/>
                </a:lnTo>
                <a:lnTo>
                  <a:pt x="2949893" y="3527107"/>
                </a:lnTo>
                <a:lnTo>
                  <a:pt x="2936558" y="3513772"/>
                </a:lnTo>
                <a:close/>
                <a:moveTo>
                  <a:pt x="1025843" y="3570922"/>
                </a:moveTo>
                <a:lnTo>
                  <a:pt x="1044892" y="3589973"/>
                </a:lnTo>
                <a:lnTo>
                  <a:pt x="1025843" y="3609023"/>
                </a:lnTo>
                <a:lnTo>
                  <a:pt x="1006792" y="3589973"/>
                </a:lnTo>
                <a:close/>
                <a:moveTo>
                  <a:pt x="2387918" y="3829050"/>
                </a:moveTo>
                <a:lnTo>
                  <a:pt x="2406015" y="3847148"/>
                </a:lnTo>
                <a:lnTo>
                  <a:pt x="2387918" y="3865245"/>
                </a:lnTo>
                <a:lnTo>
                  <a:pt x="2369820" y="3847148"/>
                </a:lnTo>
                <a:close/>
                <a:moveTo>
                  <a:pt x="3483292" y="1579245"/>
                </a:moveTo>
                <a:lnTo>
                  <a:pt x="3503295" y="1599247"/>
                </a:lnTo>
                <a:lnTo>
                  <a:pt x="3483292" y="1619250"/>
                </a:lnTo>
                <a:lnTo>
                  <a:pt x="3463290" y="1599247"/>
                </a:lnTo>
                <a:close/>
                <a:moveTo>
                  <a:pt x="568642" y="2164080"/>
                </a:moveTo>
                <a:lnTo>
                  <a:pt x="584835" y="2180273"/>
                </a:lnTo>
                <a:lnTo>
                  <a:pt x="568642" y="2196465"/>
                </a:lnTo>
                <a:lnTo>
                  <a:pt x="552450" y="2180273"/>
                </a:lnTo>
                <a:close/>
                <a:moveTo>
                  <a:pt x="2721293" y="4423410"/>
                </a:moveTo>
                <a:lnTo>
                  <a:pt x="2735580" y="4437697"/>
                </a:lnTo>
                <a:lnTo>
                  <a:pt x="2721293" y="4451985"/>
                </a:lnTo>
                <a:lnTo>
                  <a:pt x="2707005" y="4437697"/>
                </a:lnTo>
                <a:close/>
                <a:moveTo>
                  <a:pt x="4407218" y="1238250"/>
                </a:moveTo>
                <a:lnTo>
                  <a:pt x="4425315" y="1256347"/>
                </a:lnTo>
                <a:lnTo>
                  <a:pt x="4407218" y="1274445"/>
                </a:lnTo>
                <a:lnTo>
                  <a:pt x="4389120" y="1256347"/>
                </a:lnTo>
                <a:close/>
                <a:moveTo>
                  <a:pt x="1892618" y="4065270"/>
                </a:moveTo>
                <a:lnTo>
                  <a:pt x="1912620" y="4085273"/>
                </a:lnTo>
                <a:lnTo>
                  <a:pt x="1892618" y="4105275"/>
                </a:lnTo>
                <a:lnTo>
                  <a:pt x="1872615" y="4085273"/>
                </a:lnTo>
                <a:close/>
                <a:moveTo>
                  <a:pt x="1016317" y="3758565"/>
                </a:moveTo>
                <a:lnTo>
                  <a:pt x="1028700" y="3770948"/>
                </a:lnTo>
                <a:lnTo>
                  <a:pt x="1016317" y="3783330"/>
                </a:lnTo>
                <a:lnTo>
                  <a:pt x="1003935" y="3770948"/>
                </a:lnTo>
                <a:close/>
                <a:moveTo>
                  <a:pt x="4359593" y="1229677"/>
                </a:moveTo>
                <a:lnTo>
                  <a:pt x="4367213" y="1237297"/>
                </a:lnTo>
                <a:lnTo>
                  <a:pt x="4359593" y="1244918"/>
                </a:lnTo>
                <a:lnTo>
                  <a:pt x="4351972" y="1237297"/>
                </a:lnTo>
                <a:close/>
                <a:moveTo>
                  <a:pt x="530542" y="3585210"/>
                </a:moveTo>
                <a:lnTo>
                  <a:pt x="544830" y="3599497"/>
                </a:lnTo>
                <a:lnTo>
                  <a:pt x="530542" y="3613785"/>
                </a:lnTo>
                <a:lnTo>
                  <a:pt x="516255" y="3599497"/>
                </a:lnTo>
                <a:close/>
                <a:moveTo>
                  <a:pt x="1683068" y="4503420"/>
                </a:moveTo>
                <a:lnTo>
                  <a:pt x="1693545" y="4513898"/>
                </a:lnTo>
                <a:lnTo>
                  <a:pt x="1683068" y="4524375"/>
                </a:lnTo>
                <a:lnTo>
                  <a:pt x="1672590" y="4513898"/>
                </a:lnTo>
                <a:close/>
                <a:moveTo>
                  <a:pt x="3207068" y="358140"/>
                </a:moveTo>
                <a:lnTo>
                  <a:pt x="3219450" y="370522"/>
                </a:lnTo>
                <a:lnTo>
                  <a:pt x="3207068" y="382905"/>
                </a:lnTo>
                <a:lnTo>
                  <a:pt x="3194685" y="370522"/>
                </a:lnTo>
                <a:close/>
                <a:moveTo>
                  <a:pt x="1044892" y="78105"/>
                </a:moveTo>
                <a:lnTo>
                  <a:pt x="1061085" y="94297"/>
                </a:lnTo>
                <a:lnTo>
                  <a:pt x="1044892" y="110490"/>
                </a:lnTo>
                <a:lnTo>
                  <a:pt x="1028700" y="94297"/>
                </a:lnTo>
                <a:close/>
                <a:moveTo>
                  <a:pt x="1292542" y="3996690"/>
                </a:moveTo>
                <a:lnTo>
                  <a:pt x="1304925" y="4009072"/>
                </a:lnTo>
                <a:lnTo>
                  <a:pt x="1292542" y="4021455"/>
                </a:lnTo>
                <a:lnTo>
                  <a:pt x="1280160" y="4009072"/>
                </a:lnTo>
                <a:close/>
                <a:moveTo>
                  <a:pt x="3130868" y="585788"/>
                </a:moveTo>
                <a:lnTo>
                  <a:pt x="3153728" y="608647"/>
                </a:lnTo>
                <a:lnTo>
                  <a:pt x="3130868" y="631507"/>
                </a:lnTo>
                <a:lnTo>
                  <a:pt x="3108008" y="608647"/>
                </a:lnTo>
                <a:close/>
                <a:moveTo>
                  <a:pt x="997268" y="3821430"/>
                </a:moveTo>
                <a:lnTo>
                  <a:pt x="1003935" y="3828098"/>
                </a:lnTo>
                <a:lnTo>
                  <a:pt x="997268" y="3834765"/>
                </a:lnTo>
                <a:lnTo>
                  <a:pt x="990600" y="3828098"/>
                </a:lnTo>
                <a:close/>
                <a:moveTo>
                  <a:pt x="682942" y="1905952"/>
                </a:moveTo>
                <a:lnTo>
                  <a:pt x="700088" y="1923098"/>
                </a:lnTo>
                <a:lnTo>
                  <a:pt x="682942" y="1940242"/>
                </a:lnTo>
                <a:lnTo>
                  <a:pt x="665797" y="1923098"/>
                </a:lnTo>
                <a:close/>
                <a:moveTo>
                  <a:pt x="4064317" y="3050857"/>
                </a:moveTo>
                <a:lnTo>
                  <a:pt x="4079557" y="3066098"/>
                </a:lnTo>
                <a:lnTo>
                  <a:pt x="4064317" y="3081338"/>
                </a:lnTo>
                <a:lnTo>
                  <a:pt x="4049078" y="3066098"/>
                </a:lnTo>
                <a:close/>
                <a:moveTo>
                  <a:pt x="2730818" y="3733800"/>
                </a:moveTo>
                <a:lnTo>
                  <a:pt x="2739390" y="3742373"/>
                </a:lnTo>
                <a:lnTo>
                  <a:pt x="2730818" y="3750945"/>
                </a:lnTo>
                <a:lnTo>
                  <a:pt x="2722245" y="3742373"/>
                </a:lnTo>
                <a:close/>
                <a:moveTo>
                  <a:pt x="2178368" y="100965"/>
                </a:moveTo>
                <a:lnTo>
                  <a:pt x="2190750" y="113347"/>
                </a:lnTo>
                <a:lnTo>
                  <a:pt x="2178368" y="125730"/>
                </a:lnTo>
                <a:lnTo>
                  <a:pt x="2165985" y="113347"/>
                </a:lnTo>
                <a:close/>
                <a:moveTo>
                  <a:pt x="3911918" y="2855595"/>
                </a:moveTo>
                <a:lnTo>
                  <a:pt x="3922395" y="2866073"/>
                </a:lnTo>
                <a:lnTo>
                  <a:pt x="3911918" y="2876550"/>
                </a:lnTo>
                <a:lnTo>
                  <a:pt x="3901440" y="2866073"/>
                </a:lnTo>
                <a:close/>
                <a:moveTo>
                  <a:pt x="1844993" y="129540"/>
                </a:moveTo>
                <a:lnTo>
                  <a:pt x="1866900" y="151447"/>
                </a:lnTo>
                <a:lnTo>
                  <a:pt x="1844993" y="173355"/>
                </a:lnTo>
                <a:lnTo>
                  <a:pt x="1823085" y="151447"/>
                </a:lnTo>
                <a:close/>
                <a:moveTo>
                  <a:pt x="2168842" y="4107180"/>
                </a:moveTo>
                <a:lnTo>
                  <a:pt x="2175510" y="4113848"/>
                </a:lnTo>
                <a:lnTo>
                  <a:pt x="2168842" y="4120515"/>
                </a:lnTo>
                <a:lnTo>
                  <a:pt x="2162175" y="4113848"/>
                </a:lnTo>
                <a:close/>
                <a:moveTo>
                  <a:pt x="2883217" y="835342"/>
                </a:moveTo>
                <a:lnTo>
                  <a:pt x="2894648" y="846772"/>
                </a:lnTo>
                <a:lnTo>
                  <a:pt x="2883217" y="858202"/>
                </a:lnTo>
                <a:lnTo>
                  <a:pt x="2871788" y="846772"/>
                </a:lnTo>
                <a:close/>
                <a:moveTo>
                  <a:pt x="1054418" y="3828098"/>
                </a:moveTo>
                <a:lnTo>
                  <a:pt x="1063942" y="3837622"/>
                </a:lnTo>
                <a:lnTo>
                  <a:pt x="1054418" y="3847148"/>
                </a:lnTo>
                <a:lnTo>
                  <a:pt x="1044892" y="3837622"/>
                </a:lnTo>
                <a:close/>
                <a:moveTo>
                  <a:pt x="3607118" y="3368992"/>
                </a:moveTo>
                <a:lnTo>
                  <a:pt x="3628072" y="3389948"/>
                </a:lnTo>
                <a:lnTo>
                  <a:pt x="3607118" y="3410903"/>
                </a:lnTo>
                <a:lnTo>
                  <a:pt x="3586163" y="3389948"/>
                </a:lnTo>
                <a:close/>
                <a:moveTo>
                  <a:pt x="4254818" y="2513647"/>
                </a:moveTo>
                <a:lnTo>
                  <a:pt x="4264343" y="2523173"/>
                </a:lnTo>
                <a:lnTo>
                  <a:pt x="4254818" y="2532698"/>
                </a:lnTo>
                <a:lnTo>
                  <a:pt x="4245293" y="2523173"/>
                </a:lnTo>
                <a:close/>
                <a:moveTo>
                  <a:pt x="1254443" y="52388"/>
                </a:moveTo>
                <a:lnTo>
                  <a:pt x="1277302" y="75247"/>
                </a:lnTo>
                <a:lnTo>
                  <a:pt x="1254443" y="98107"/>
                </a:lnTo>
                <a:lnTo>
                  <a:pt x="1231582" y="75247"/>
                </a:lnTo>
                <a:close/>
                <a:moveTo>
                  <a:pt x="2197417" y="413385"/>
                </a:moveTo>
                <a:lnTo>
                  <a:pt x="2211705" y="427672"/>
                </a:lnTo>
                <a:lnTo>
                  <a:pt x="2197417" y="441960"/>
                </a:lnTo>
                <a:lnTo>
                  <a:pt x="2183130" y="427672"/>
                </a:lnTo>
                <a:close/>
                <a:moveTo>
                  <a:pt x="3140392" y="1093470"/>
                </a:moveTo>
                <a:lnTo>
                  <a:pt x="3160395" y="1113472"/>
                </a:lnTo>
                <a:lnTo>
                  <a:pt x="3140392" y="1133475"/>
                </a:lnTo>
                <a:lnTo>
                  <a:pt x="3120390" y="1113472"/>
                </a:lnTo>
                <a:close/>
                <a:moveTo>
                  <a:pt x="968693" y="1266825"/>
                </a:moveTo>
                <a:lnTo>
                  <a:pt x="986790" y="1284922"/>
                </a:lnTo>
                <a:lnTo>
                  <a:pt x="968693" y="1303020"/>
                </a:lnTo>
                <a:lnTo>
                  <a:pt x="950595" y="1284922"/>
                </a:lnTo>
                <a:close/>
                <a:moveTo>
                  <a:pt x="1721167" y="3704273"/>
                </a:moveTo>
                <a:lnTo>
                  <a:pt x="1730693" y="3713798"/>
                </a:lnTo>
                <a:lnTo>
                  <a:pt x="1721167" y="3723322"/>
                </a:lnTo>
                <a:lnTo>
                  <a:pt x="1711643" y="3713798"/>
                </a:lnTo>
                <a:close/>
                <a:moveTo>
                  <a:pt x="3607118" y="2187893"/>
                </a:moveTo>
                <a:lnTo>
                  <a:pt x="3628072" y="2208848"/>
                </a:lnTo>
                <a:lnTo>
                  <a:pt x="3607118" y="2229802"/>
                </a:lnTo>
                <a:lnTo>
                  <a:pt x="3586163" y="2208848"/>
                </a:lnTo>
                <a:close/>
                <a:moveTo>
                  <a:pt x="1559243" y="321945"/>
                </a:moveTo>
                <a:lnTo>
                  <a:pt x="1569720" y="332422"/>
                </a:lnTo>
                <a:lnTo>
                  <a:pt x="1559243" y="342900"/>
                </a:lnTo>
                <a:lnTo>
                  <a:pt x="1548765" y="332422"/>
                </a:lnTo>
                <a:close/>
                <a:moveTo>
                  <a:pt x="1340168" y="3919537"/>
                </a:moveTo>
                <a:lnTo>
                  <a:pt x="1353503" y="3932873"/>
                </a:lnTo>
                <a:lnTo>
                  <a:pt x="1340168" y="3946208"/>
                </a:lnTo>
                <a:lnTo>
                  <a:pt x="1326833" y="3932873"/>
                </a:lnTo>
                <a:close/>
                <a:moveTo>
                  <a:pt x="1178242" y="180022"/>
                </a:moveTo>
                <a:lnTo>
                  <a:pt x="1197293" y="199072"/>
                </a:lnTo>
                <a:lnTo>
                  <a:pt x="1178242" y="218122"/>
                </a:lnTo>
                <a:lnTo>
                  <a:pt x="1159193" y="199072"/>
                </a:lnTo>
                <a:close/>
                <a:moveTo>
                  <a:pt x="3730943" y="2960370"/>
                </a:moveTo>
                <a:lnTo>
                  <a:pt x="3741420" y="2970847"/>
                </a:lnTo>
                <a:lnTo>
                  <a:pt x="3730943" y="2981325"/>
                </a:lnTo>
                <a:lnTo>
                  <a:pt x="3720465" y="2970847"/>
                </a:lnTo>
                <a:close/>
                <a:moveTo>
                  <a:pt x="2416493" y="3477578"/>
                </a:moveTo>
                <a:lnTo>
                  <a:pt x="2424113" y="3485197"/>
                </a:lnTo>
                <a:lnTo>
                  <a:pt x="2416493" y="3492817"/>
                </a:lnTo>
                <a:lnTo>
                  <a:pt x="2408873" y="3485197"/>
                </a:lnTo>
                <a:close/>
                <a:moveTo>
                  <a:pt x="606742" y="1052513"/>
                </a:moveTo>
                <a:lnTo>
                  <a:pt x="629603" y="1075372"/>
                </a:lnTo>
                <a:lnTo>
                  <a:pt x="606742" y="1098232"/>
                </a:lnTo>
                <a:lnTo>
                  <a:pt x="583882" y="1075372"/>
                </a:lnTo>
                <a:close/>
                <a:moveTo>
                  <a:pt x="3597592" y="2179320"/>
                </a:moveTo>
                <a:lnTo>
                  <a:pt x="3608070" y="2189798"/>
                </a:lnTo>
                <a:lnTo>
                  <a:pt x="3597592" y="2200275"/>
                </a:lnTo>
                <a:lnTo>
                  <a:pt x="3587115" y="2189798"/>
                </a:lnTo>
                <a:close/>
                <a:moveTo>
                  <a:pt x="921067" y="3700463"/>
                </a:moveTo>
                <a:lnTo>
                  <a:pt x="934402" y="3713798"/>
                </a:lnTo>
                <a:lnTo>
                  <a:pt x="921067" y="3727132"/>
                </a:lnTo>
                <a:lnTo>
                  <a:pt x="907732" y="3713798"/>
                </a:lnTo>
                <a:close/>
                <a:moveTo>
                  <a:pt x="2845118" y="608647"/>
                </a:moveTo>
                <a:lnTo>
                  <a:pt x="2864168" y="627697"/>
                </a:lnTo>
                <a:lnTo>
                  <a:pt x="2845118" y="646747"/>
                </a:lnTo>
                <a:lnTo>
                  <a:pt x="2826067" y="627697"/>
                </a:lnTo>
                <a:close/>
                <a:moveTo>
                  <a:pt x="701992" y="3593782"/>
                </a:moveTo>
                <a:lnTo>
                  <a:pt x="717232" y="3609023"/>
                </a:lnTo>
                <a:lnTo>
                  <a:pt x="701992" y="3624263"/>
                </a:lnTo>
                <a:lnTo>
                  <a:pt x="686753" y="3609023"/>
                </a:lnTo>
                <a:close/>
                <a:moveTo>
                  <a:pt x="3626167" y="1301115"/>
                </a:moveTo>
                <a:lnTo>
                  <a:pt x="3638550" y="1313497"/>
                </a:lnTo>
                <a:lnTo>
                  <a:pt x="3626167" y="1325880"/>
                </a:lnTo>
                <a:lnTo>
                  <a:pt x="3613785" y="1313497"/>
                </a:lnTo>
                <a:close/>
                <a:moveTo>
                  <a:pt x="1587818" y="0"/>
                </a:moveTo>
                <a:lnTo>
                  <a:pt x="1596390" y="8572"/>
                </a:lnTo>
                <a:lnTo>
                  <a:pt x="1587818" y="17145"/>
                </a:lnTo>
                <a:lnTo>
                  <a:pt x="1579245" y="8572"/>
                </a:lnTo>
                <a:close/>
                <a:moveTo>
                  <a:pt x="3197542" y="1121092"/>
                </a:moveTo>
                <a:lnTo>
                  <a:pt x="3208973" y="1132522"/>
                </a:lnTo>
                <a:lnTo>
                  <a:pt x="3197542" y="1143952"/>
                </a:lnTo>
                <a:lnTo>
                  <a:pt x="3186113" y="1132522"/>
                </a:lnTo>
                <a:close/>
                <a:moveTo>
                  <a:pt x="3730943" y="3337560"/>
                </a:moveTo>
                <a:lnTo>
                  <a:pt x="3745230" y="3351848"/>
                </a:lnTo>
                <a:lnTo>
                  <a:pt x="3730943" y="3366135"/>
                </a:lnTo>
                <a:lnTo>
                  <a:pt x="3716655" y="3351848"/>
                </a:lnTo>
                <a:close/>
                <a:moveTo>
                  <a:pt x="730567" y="2318385"/>
                </a:moveTo>
                <a:lnTo>
                  <a:pt x="744855" y="2332673"/>
                </a:lnTo>
                <a:lnTo>
                  <a:pt x="730567" y="2346960"/>
                </a:lnTo>
                <a:lnTo>
                  <a:pt x="716280" y="2332673"/>
                </a:lnTo>
                <a:close/>
                <a:moveTo>
                  <a:pt x="501967" y="886777"/>
                </a:moveTo>
                <a:lnTo>
                  <a:pt x="509587" y="894397"/>
                </a:lnTo>
                <a:lnTo>
                  <a:pt x="501967" y="902017"/>
                </a:lnTo>
                <a:lnTo>
                  <a:pt x="494347" y="894397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-1609725" y="3689033"/>
            <a:ext cx="2245995" cy="2351723"/>
          </a:xfrm>
          <a:custGeom>
            <a:avLst/>
            <a:gdLst/>
            <a:ahLst/>
            <a:cxnLst/>
            <a:rect l="l" t="t" r="r" b="b"/>
            <a:pathLst>
              <a:path w="2245995" h="2351723">
                <a:moveTo>
                  <a:pt x="209550" y="708660"/>
                </a:moveTo>
                <a:lnTo>
                  <a:pt x="231458" y="730567"/>
                </a:lnTo>
                <a:lnTo>
                  <a:pt x="209550" y="752475"/>
                </a:lnTo>
                <a:lnTo>
                  <a:pt x="187642" y="730567"/>
                </a:lnTo>
                <a:close/>
                <a:moveTo>
                  <a:pt x="695325" y="1524952"/>
                </a:moveTo>
                <a:lnTo>
                  <a:pt x="710565" y="1540193"/>
                </a:lnTo>
                <a:lnTo>
                  <a:pt x="695325" y="1555433"/>
                </a:lnTo>
                <a:lnTo>
                  <a:pt x="680085" y="1540193"/>
                </a:lnTo>
                <a:close/>
                <a:moveTo>
                  <a:pt x="885825" y="1176338"/>
                </a:moveTo>
                <a:lnTo>
                  <a:pt x="906780" y="1197293"/>
                </a:lnTo>
                <a:lnTo>
                  <a:pt x="885825" y="1218248"/>
                </a:lnTo>
                <a:lnTo>
                  <a:pt x="864870" y="1197293"/>
                </a:lnTo>
                <a:close/>
                <a:moveTo>
                  <a:pt x="1266825" y="460058"/>
                </a:moveTo>
                <a:lnTo>
                  <a:pt x="1280160" y="473392"/>
                </a:lnTo>
                <a:lnTo>
                  <a:pt x="1266825" y="486727"/>
                </a:lnTo>
                <a:lnTo>
                  <a:pt x="1253490" y="473392"/>
                </a:lnTo>
                <a:close/>
                <a:moveTo>
                  <a:pt x="276225" y="101917"/>
                </a:moveTo>
                <a:lnTo>
                  <a:pt x="295275" y="120967"/>
                </a:lnTo>
                <a:lnTo>
                  <a:pt x="276225" y="140017"/>
                </a:lnTo>
                <a:lnTo>
                  <a:pt x="257175" y="120967"/>
                </a:lnTo>
                <a:close/>
                <a:moveTo>
                  <a:pt x="1390650" y="96202"/>
                </a:moveTo>
                <a:lnTo>
                  <a:pt x="1405890" y="111442"/>
                </a:lnTo>
                <a:lnTo>
                  <a:pt x="1390650" y="126683"/>
                </a:lnTo>
                <a:lnTo>
                  <a:pt x="1375410" y="111442"/>
                </a:lnTo>
                <a:close/>
                <a:moveTo>
                  <a:pt x="2238375" y="1180147"/>
                </a:moveTo>
                <a:lnTo>
                  <a:pt x="2245995" y="1187768"/>
                </a:lnTo>
                <a:lnTo>
                  <a:pt x="2238375" y="1195387"/>
                </a:lnTo>
                <a:lnTo>
                  <a:pt x="2230755" y="1187768"/>
                </a:lnTo>
                <a:close/>
                <a:moveTo>
                  <a:pt x="1200150" y="1922145"/>
                </a:moveTo>
                <a:lnTo>
                  <a:pt x="1218248" y="1940242"/>
                </a:lnTo>
                <a:lnTo>
                  <a:pt x="1200150" y="1958340"/>
                </a:lnTo>
                <a:lnTo>
                  <a:pt x="1182053" y="1940242"/>
                </a:lnTo>
                <a:close/>
                <a:moveTo>
                  <a:pt x="1466850" y="1674495"/>
                </a:moveTo>
                <a:lnTo>
                  <a:pt x="1475423" y="1683068"/>
                </a:lnTo>
                <a:lnTo>
                  <a:pt x="1466850" y="1691640"/>
                </a:lnTo>
                <a:lnTo>
                  <a:pt x="1458278" y="1683068"/>
                </a:lnTo>
                <a:close/>
                <a:moveTo>
                  <a:pt x="285750" y="1350645"/>
                </a:moveTo>
                <a:lnTo>
                  <a:pt x="303848" y="1368743"/>
                </a:lnTo>
                <a:lnTo>
                  <a:pt x="285750" y="1386840"/>
                </a:lnTo>
                <a:lnTo>
                  <a:pt x="267652" y="1368743"/>
                </a:lnTo>
                <a:close/>
                <a:moveTo>
                  <a:pt x="561975" y="656272"/>
                </a:moveTo>
                <a:lnTo>
                  <a:pt x="569595" y="663892"/>
                </a:lnTo>
                <a:lnTo>
                  <a:pt x="561975" y="671513"/>
                </a:lnTo>
                <a:lnTo>
                  <a:pt x="554355" y="663892"/>
                </a:lnTo>
                <a:close/>
                <a:moveTo>
                  <a:pt x="1828800" y="615315"/>
                </a:moveTo>
                <a:lnTo>
                  <a:pt x="1839277" y="625792"/>
                </a:lnTo>
                <a:lnTo>
                  <a:pt x="1828800" y="636270"/>
                </a:lnTo>
                <a:lnTo>
                  <a:pt x="1818323" y="625792"/>
                </a:lnTo>
                <a:close/>
                <a:moveTo>
                  <a:pt x="200025" y="262890"/>
                </a:moveTo>
                <a:lnTo>
                  <a:pt x="220027" y="282892"/>
                </a:lnTo>
                <a:lnTo>
                  <a:pt x="200025" y="302895"/>
                </a:lnTo>
                <a:lnTo>
                  <a:pt x="180023" y="282892"/>
                </a:lnTo>
                <a:close/>
                <a:moveTo>
                  <a:pt x="390525" y="1169670"/>
                </a:moveTo>
                <a:lnTo>
                  <a:pt x="408623" y="1187768"/>
                </a:lnTo>
                <a:lnTo>
                  <a:pt x="390525" y="1205865"/>
                </a:lnTo>
                <a:lnTo>
                  <a:pt x="372427" y="1187768"/>
                </a:lnTo>
                <a:close/>
                <a:moveTo>
                  <a:pt x="9525" y="863917"/>
                </a:moveTo>
                <a:lnTo>
                  <a:pt x="19050" y="873442"/>
                </a:lnTo>
                <a:lnTo>
                  <a:pt x="9525" y="882967"/>
                </a:lnTo>
                <a:lnTo>
                  <a:pt x="0" y="873442"/>
                </a:lnTo>
                <a:close/>
                <a:moveTo>
                  <a:pt x="1285875" y="1451610"/>
                </a:moveTo>
                <a:lnTo>
                  <a:pt x="1298258" y="1463992"/>
                </a:lnTo>
                <a:lnTo>
                  <a:pt x="1285875" y="1476375"/>
                </a:lnTo>
                <a:lnTo>
                  <a:pt x="1273493" y="1463992"/>
                </a:lnTo>
                <a:close/>
                <a:moveTo>
                  <a:pt x="1952625" y="1285875"/>
                </a:moveTo>
                <a:lnTo>
                  <a:pt x="1968817" y="1302068"/>
                </a:lnTo>
                <a:lnTo>
                  <a:pt x="1952625" y="1318260"/>
                </a:lnTo>
                <a:lnTo>
                  <a:pt x="1936433" y="1302068"/>
                </a:lnTo>
                <a:close/>
                <a:moveTo>
                  <a:pt x="1847850" y="1310640"/>
                </a:moveTo>
                <a:lnTo>
                  <a:pt x="1867852" y="1330643"/>
                </a:lnTo>
                <a:lnTo>
                  <a:pt x="1847850" y="1350645"/>
                </a:lnTo>
                <a:lnTo>
                  <a:pt x="1827848" y="1330643"/>
                </a:lnTo>
                <a:close/>
                <a:moveTo>
                  <a:pt x="685800" y="1924050"/>
                </a:moveTo>
                <a:lnTo>
                  <a:pt x="692468" y="1930718"/>
                </a:lnTo>
                <a:lnTo>
                  <a:pt x="685800" y="1937385"/>
                </a:lnTo>
                <a:lnTo>
                  <a:pt x="679133" y="1930718"/>
                </a:lnTo>
                <a:close/>
                <a:moveTo>
                  <a:pt x="1666875" y="25717"/>
                </a:moveTo>
                <a:lnTo>
                  <a:pt x="1676400" y="35242"/>
                </a:lnTo>
                <a:lnTo>
                  <a:pt x="1666875" y="44767"/>
                </a:lnTo>
                <a:lnTo>
                  <a:pt x="1657350" y="35242"/>
                </a:lnTo>
                <a:close/>
                <a:moveTo>
                  <a:pt x="1285875" y="2053590"/>
                </a:moveTo>
                <a:lnTo>
                  <a:pt x="1296353" y="2064068"/>
                </a:lnTo>
                <a:lnTo>
                  <a:pt x="1285875" y="2074545"/>
                </a:lnTo>
                <a:lnTo>
                  <a:pt x="1275398" y="2064068"/>
                </a:lnTo>
                <a:close/>
                <a:moveTo>
                  <a:pt x="904875" y="2056448"/>
                </a:moveTo>
                <a:lnTo>
                  <a:pt x="922020" y="2073593"/>
                </a:lnTo>
                <a:lnTo>
                  <a:pt x="904875" y="2090737"/>
                </a:lnTo>
                <a:lnTo>
                  <a:pt x="887730" y="2073593"/>
                </a:lnTo>
                <a:close/>
                <a:moveTo>
                  <a:pt x="1666875" y="903922"/>
                </a:moveTo>
                <a:lnTo>
                  <a:pt x="1674495" y="911542"/>
                </a:lnTo>
                <a:lnTo>
                  <a:pt x="1666875" y="919162"/>
                </a:lnTo>
                <a:lnTo>
                  <a:pt x="1659255" y="911542"/>
                </a:lnTo>
                <a:close/>
                <a:moveTo>
                  <a:pt x="1819275" y="1775460"/>
                </a:moveTo>
                <a:lnTo>
                  <a:pt x="1831658" y="1787843"/>
                </a:lnTo>
                <a:lnTo>
                  <a:pt x="1819275" y="1800225"/>
                </a:lnTo>
                <a:lnTo>
                  <a:pt x="1806892" y="1787843"/>
                </a:lnTo>
                <a:close/>
                <a:moveTo>
                  <a:pt x="942975" y="0"/>
                </a:moveTo>
                <a:lnTo>
                  <a:pt x="959168" y="16192"/>
                </a:lnTo>
                <a:lnTo>
                  <a:pt x="942975" y="32385"/>
                </a:lnTo>
                <a:lnTo>
                  <a:pt x="926782" y="16192"/>
                </a:lnTo>
                <a:close/>
                <a:moveTo>
                  <a:pt x="1257300" y="2309812"/>
                </a:moveTo>
                <a:lnTo>
                  <a:pt x="1278255" y="2330768"/>
                </a:lnTo>
                <a:lnTo>
                  <a:pt x="1257300" y="2351723"/>
                </a:lnTo>
                <a:lnTo>
                  <a:pt x="1236345" y="2330768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-2816542" y="2466975"/>
            <a:ext cx="4634865" cy="4562475"/>
          </a:xfrm>
          <a:custGeom>
            <a:avLst/>
            <a:gdLst/>
            <a:ahLst/>
            <a:cxnLst/>
            <a:rect l="l" t="t" r="r" b="b"/>
            <a:pathLst>
              <a:path w="4634865" h="4562475">
                <a:moveTo>
                  <a:pt x="4550093" y="1323975"/>
                </a:moveTo>
                <a:lnTo>
                  <a:pt x="4559618" y="1333500"/>
                </a:lnTo>
                <a:lnTo>
                  <a:pt x="4550093" y="1343025"/>
                </a:lnTo>
                <a:lnTo>
                  <a:pt x="4540568" y="1333500"/>
                </a:lnTo>
                <a:close/>
                <a:moveTo>
                  <a:pt x="1073468" y="3258503"/>
                </a:moveTo>
                <a:lnTo>
                  <a:pt x="1082040" y="3267075"/>
                </a:lnTo>
                <a:lnTo>
                  <a:pt x="1073468" y="3275648"/>
                </a:lnTo>
                <a:lnTo>
                  <a:pt x="1064895" y="3267075"/>
                </a:lnTo>
                <a:close/>
                <a:moveTo>
                  <a:pt x="16192" y="2031683"/>
                </a:moveTo>
                <a:lnTo>
                  <a:pt x="32385" y="2047875"/>
                </a:lnTo>
                <a:lnTo>
                  <a:pt x="16192" y="2064068"/>
                </a:lnTo>
                <a:lnTo>
                  <a:pt x="0" y="2047875"/>
                </a:lnTo>
                <a:close/>
                <a:moveTo>
                  <a:pt x="2978468" y="512445"/>
                </a:moveTo>
                <a:lnTo>
                  <a:pt x="2999422" y="533400"/>
                </a:lnTo>
                <a:lnTo>
                  <a:pt x="2978468" y="554355"/>
                </a:lnTo>
                <a:lnTo>
                  <a:pt x="2957513" y="533400"/>
                </a:lnTo>
                <a:close/>
                <a:moveTo>
                  <a:pt x="320992" y="1592580"/>
                </a:moveTo>
                <a:lnTo>
                  <a:pt x="328613" y="1600200"/>
                </a:lnTo>
                <a:lnTo>
                  <a:pt x="320992" y="1607820"/>
                </a:lnTo>
                <a:lnTo>
                  <a:pt x="313372" y="1600200"/>
                </a:lnTo>
                <a:close/>
                <a:moveTo>
                  <a:pt x="3092768" y="383858"/>
                </a:moveTo>
                <a:lnTo>
                  <a:pt x="3108960" y="400050"/>
                </a:lnTo>
                <a:lnTo>
                  <a:pt x="3092768" y="416242"/>
                </a:lnTo>
                <a:lnTo>
                  <a:pt x="3076575" y="400050"/>
                </a:lnTo>
                <a:close/>
                <a:moveTo>
                  <a:pt x="359092" y="1961197"/>
                </a:moveTo>
                <a:lnTo>
                  <a:pt x="369570" y="1971675"/>
                </a:lnTo>
                <a:lnTo>
                  <a:pt x="359092" y="1982153"/>
                </a:lnTo>
                <a:lnTo>
                  <a:pt x="348615" y="1971675"/>
                </a:lnTo>
                <a:close/>
                <a:moveTo>
                  <a:pt x="3530918" y="4255770"/>
                </a:moveTo>
                <a:lnTo>
                  <a:pt x="3551873" y="4276725"/>
                </a:lnTo>
                <a:lnTo>
                  <a:pt x="3530918" y="4297680"/>
                </a:lnTo>
                <a:lnTo>
                  <a:pt x="3509963" y="4276725"/>
                </a:lnTo>
                <a:close/>
                <a:moveTo>
                  <a:pt x="1568768" y="716280"/>
                </a:moveTo>
                <a:lnTo>
                  <a:pt x="1585913" y="733425"/>
                </a:lnTo>
                <a:lnTo>
                  <a:pt x="1568768" y="750570"/>
                </a:lnTo>
                <a:lnTo>
                  <a:pt x="1551622" y="733425"/>
                </a:lnTo>
                <a:close/>
                <a:moveTo>
                  <a:pt x="3845243" y="2708910"/>
                </a:moveTo>
                <a:lnTo>
                  <a:pt x="3860483" y="2724150"/>
                </a:lnTo>
                <a:lnTo>
                  <a:pt x="3845243" y="2739390"/>
                </a:lnTo>
                <a:lnTo>
                  <a:pt x="3830003" y="2724150"/>
                </a:lnTo>
                <a:close/>
                <a:moveTo>
                  <a:pt x="797242" y="671513"/>
                </a:moveTo>
                <a:lnTo>
                  <a:pt x="811530" y="685800"/>
                </a:lnTo>
                <a:lnTo>
                  <a:pt x="797242" y="700088"/>
                </a:lnTo>
                <a:lnTo>
                  <a:pt x="782955" y="685800"/>
                </a:lnTo>
                <a:close/>
                <a:moveTo>
                  <a:pt x="1063942" y="396240"/>
                </a:moveTo>
                <a:lnTo>
                  <a:pt x="1077277" y="409575"/>
                </a:lnTo>
                <a:lnTo>
                  <a:pt x="1063942" y="422910"/>
                </a:lnTo>
                <a:lnTo>
                  <a:pt x="1050607" y="409575"/>
                </a:lnTo>
                <a:close/>
                <a:moveTo>
                  <a:pt x="1406842" y="522922"/>
                </a:moveTo>
                <a:lnTo>
                  <a:pt x="1426845" y="542925"/>
                </a:lnTo>
                <a:lnTo>
                  <a:pt x="1406842" y="562928"/>
                </a:lnTo>
                <a:lnTo>
                  <a:pt x="1386840" y="542925"/>
                </a:lnTo>
                <a:close/>
                <a:moveTo>
                  <a:pt x="3111817" y="3974783"/>
                </a:moveTo>
                <a:lnTo>
                  <a:pt x="3128010" y="3990975"/>
                </a:lnTo>
                <a:lnTo>
                  <a:pt x="3111817" y="4007168"/>
                </a:lnTo>
                <a:lnTo>
                  <a:pt x="3095625" y="3990975"/>
                </a:lnTo>
                <a:close/>
                <a:moveTo>
                  <a:pt x="2216468" y="4006215"/>
                </a:moveTo>
                <a:lnTo>
                  <a:pt x="2239328" y="4029075"/>
                </a:lnTo>
                <a:lnTo>
                  <a:pt x="2216468" y="4051935"/>
                </a:lnTo>
                <a:lnTo>
                  <a:pt x="2193608" y="4029075"/>
                </a:lnTo>
                <a:close/>
                <a:moveTo>
                  <a:pt x="3854768" y="3532823"/>
                </a:moveTo>
                <a:lnTo>
                  <a:pt x="3874770" y="3552825"/>
                </a:lnTo>
                <a:lnTo>
                  <a:pt x="3854768" y="3572828"/>
                </a:lnTo>
                <a:lnTo>
                  <a:pt x="3834765" y="3552825"/>
                </a:lnTo>
                <a:close/>
                <a:moveTo>
                  <a:pt x="3635693" y="3112770"/>
                </a:moveTo>
                <a:lnTo>
                  <a:pt x="3656647" y="3133725"/>
                </a:lnTo>
                <a:lnTo>
                  <a:pt x="3635693" y="3154680"/>
                </a:lnTo>
                <a:lnTo>
                  <a:pt x="3614738" y="3133725"/>
                </a:lnTo>
                <a:close/>
                <a:moveTo>
                  <a:pt x="3616643" y="1659255"/>
                </a:moveTo>
                <a:lnTo>
                  <a:pt x="3633788" y="1676400"/>
                </a:lnTo>
                <a:lnTo>
                  <a:pt x="3616643" y="1693545"/>
                </a:lnTo>
                <a:lnTo>
                  <a:pt x="3599497" y="1676400"/>
                </a:lnTo>
                <a:close/>
                <a:moveTo>
                  <a:pt x="3130868" y="1047750"/>
                </a:moveTo>
                <a:lnTo>
                  <a:pt x="3140392" y="1057275"/>
                </a:lnTo>
                <a:lnTo>
                  <a:pt x="3130868" y="1066800"/>
                </a:lnTo>
                <a:lnTo>
                  <a:pt x="3121343" y="1057275"/>
                </a:lnTo>
                <a:close/>
                <a:moveTo>
                  <a:pt x="4026218" y="2105025"/>
                </a:moveTo>
                <a:lnTo>
                  <a:pt x="4035742" y="2114550"/>
                </a:lnTo>
                <a:lnTo>
                  <a:pt x="4026218" y="2124075"/>
                </a:lnTo>
                <a:lnTo>
                  <a:pt x="4016693" y="2114550"/>
                </a:lnTo>
                <a:close/>
                <a:moveTo>
                  <a:pt x="3092768" y="0"/>
                </a:moveTo>
                <a:lnTo>
                  <a:pt x="3102293" y="9525"/>
                </a:lnTo>
                <a:lnTo>
                  <a:pt x="3092768" y="19050"/>
                </a:lnTo>
                <a:lnTo>
                  <a:pt x="3083242" y="9525"/>
                </a:lnTo>
                <a:close/>
                <a:moveTo>
                  <a:pt x="892492" y="1352550"/>
                </a:moveTo>
                <a:lnTo>
                  <a:pt x="902017" y="1362075"/>
                </a:lnTo>
                <a:lnTo>
                  <a:pt x="892492" y="1371600"/>
                </a:lnTo>
                <a:lnTo>
                  <a:pt x="882967" y="1362075"/>
                </a:lnTo>
                <a:close/>
                <a:moveTo>
                  <a:pt x="1187768" y="368617"/>
                </a:moveTo>
                <a:lnTo>
                  <a:pt x="1200150" y="381000"/>
                </a:lnTo>
                <a:lnTo>
                  <a:pt x="1187768" y="393383"/>
                </a:lnTo>
                <a:lnTo>
                  <a:pt x="1175385" y="381000"/>
                </a:lnTo>
                <a:close/>
                <a:moveTo>
                  <a:pt x="4626293" y="2791778"/>
                </a:moveTo>
                <a:lnTo>
                  <a:pt x="4634865" y="2800350"/>
                </a:lnTo>
                <a:lnTo>
                  <a:pt x="4626293" y="2808923"/>
                </a:lnTo>
                <a:lnTo>
                  <a:pt x="4617720" y="2800350"/>
                </a:lnTo>
                <a:close/>
                <a:moveTo>
                  <a:pt x="1102043" y="448628"/>
                </a:moveTo>
                <a:lnTo>
                  <a:pt x="1110615" y="457200"/>
                </a:lnTo>
                <a:lnTo>
                  <a:pt x="1102043" y="465772"/>
                </a:lnTo>
                <a:lnTo>
                  <a:pt x="1093470" y="457200"/>
                </a:lnTo>
                <a:close/>
                <a:moveTo>
                  <a:pt x="3607118" y="3600450"/>
                </a:moveTo>
                <a:lnTo>
                  <a:pt x="3626167" y="3619500"/>
                </a:lnTo>
                <a:lnTo>
                  <a:pt x="3607118" y="3638550"/>
                </a:lnTo>
                <a:lnTo>
                  <a:pt x="3588068" y="3619500"/>
                </a:lnTo>
                <a:close/>
                <a:moveTo>
                  <a:pt x="2149793" y="793433"/>
                </a:moveTo>
                <a:lnTo>
                  <a:pt x="2165985" y="809625"/>
                </a:lnTo>
                <a:lnTo>
                  <a:pt x="2149793" y="825817"/>
                </a:lnTo>
                <a:lnTo>
                  <a:pt x="2133600" y="809625"/>
                </a:lnTo>
                <a:close/>
                <a:moveTo>
                  <a:pt x="3854768" y="2630805"/>
                </a:moveTo>
                <a:lnTo>
                  <a:pt x="3862387" y="2638425"/>
                </a:lnTo>
                <a:lnTo>
                  <a:pt x="3854768" y="2646045"/>
                </a:lnTo>
                <a:lnTo>
                  <a:pt x="3847148" y="2638425"/>
                </a:lnTo>
                <a:close/>
                <a:moveTo>
                  <a:pt x="1073468" y="2802255"/>
                </a:moveTo>
                <a:lnTo>
                  <a:pt x="1090613" y="2819400"/>
                </a:lnTo>
                <a:lnTo>
                  <a:pt x="1073468" y="2836545"/>
                </a:lnTo>
                <a:lnTo>
                  <a:pt x="1056322" y="2819400"/>
                </a:lnTo>
                <a:close/>
                <a:moveTo>
                  <a:pt x="492442" y="1075372"/>
                </a:moveTo>
                <a:lnTo>
                  <a:pt x="512445" y="1095375"/>
                </a:lnTo>
                <a:lnTo>
                  <a:pt x="492442" y="1115378"/>
                </a:lnTo>
                <a:lnTo>
                  <a:pt x="472440" y="1095375"/>
                </a:lnTo>
                <a:close/>
                <a:moveTo>
                  <a:pt x="2997517" y="4524375"/>
                </a:moveTo>
                <a:lnTo>
                  <a:pt x="3016568" y="4543425"/>
                </a:lnTo>
                <a:lnTo>
                  <a:pt x="2997517" y="4562475"/>
                </a:lnTo>
                <a:lnTo>
                  <a:pt x="2978468" y="4543425"/>
                </a:lnTo>
                <a:close/>
                <a:moveTo>
                  <a:pt x="2349818" y="3157538"/>
                </a:moveTo>
                <a:lnTo>
                  <a:pt x="2364105" y="3171825"/>
                </a:lnTo>
                <a:lnTo>
                  <a:pt x="2349818" y="3186113"/>
                </a:lnTo>
                <a:lnTo>
                  <a:pt x="2335530" y="3171825"/>
                </a:lnTo>
                <a:close/>
                <a:moveTo>
                  <a:pt x="2054542" y="3551873"/>
                </a:moveTo>
                <a:lnTo>
                  <a:pt x="2065020" y="3562350"/>
                </a:lnTo>
                <a:lnTo>
                  <a:pt x="2054542" y="3572828"/>
                </a:lnTo>
                <a:lnTo>
                  <a:pt x="2044065" y="3562350"/>
                </a:lnTo>
                <a:close/>
                <a:moveTo>
                  <a:pt x="1730693" y="2584132"/>
                </a:moveTo>
                <a:lnTo>
                  <a:pt x="1746885" y="2600325"/>
                </a:lnTo>
                <a:lnTo>
                  <a:pt x="1730693" y="2616518"/>
                </a:lnTo>
                <a:lnTo>
                  <a:pt x="1714500" y="2600325"/>
                </a:lnTo>
                <a:close/>
                <a:moveTo>
                  <a:pt x="3445193" y="2842260"/>
                </a:moveTo>
                <a:lnTo>
                  <a:pt x="3460432" y="2857500"/>
                </a:lnTo>
                <a:lnTo>
                  <a:pt x="3445193" y="2872740"/>
                </a:lnTo>
                <a:lnTo>
                  <a:pt x="3429953" y="2857500"/>
                </a:lnTo>
                <a:close/>
                <a:moveTo>
                  <a:pt x="3121343" y="1840230"/>
                </a:moveTo>
                <a:lnTo>
                  <a:pt x="3128963" y="1847850"/>
                </a:lnTo>
                <a:lnTo>
                  <a:pt x="3121343" y="1855470"/>
                </a:lnTo>
                <a:lnTo>
                  <a:pt x="3113722" y="1847850"/>
                </a:lnTo>
                <a:close/>
                <a:moveTo>
                  <a:pt x="2635568" y="3261360"/>
                </a:moveTo>
                <a:lnTo>
                  <a:pt x="2650808" y="3276600"/>
                </a:lnTo>
                <a:lnTo>
                  <a:pt x="2635568" y="3291840"/>
                </a:lnTo>
                <a:lnTo>
                  <a:pt x="2620327" y="3276600"/>
                </a:lnTo>
                <a:close/>
                <a:moveTo>
                  <a:pt x="2845118" y="2030730"/>
                </a:moveTo>
                <a:lnTo>
                  <a:pt x="2862263" y="2047875"/>
                </a:lnTo>
                <a:lnTo>
                  <a:pt x="2845118" y="2065020"/>
                </a:lnTo>
                <a:lnTo>
                  <a:pt x="2827972" y="2047875"/>
                </a:lnTo>
                <a:close/>
                <a:moveTo>
                  <a:pt x="3340417" y="1799272"/>
                </a:moveTo>
                <a:lnTo>
                  <a:pt x="3360420" y="1819275"/>
                </a:lnTo>
                <a:lnTo>
                  <a:pt x="3340417" y="1839278"/>
                </a:lnTo>
                <a:lnTo>
                  <a:pt x="3320415" y="1819275"/>
                </a:lnTo>
                <a:close/>
                <a:moveTo>
                  <a:pt x="2921318" y="2833688"/>
                </a:moveTo>
                <a:lnTo>
                  <a:pt x="2935605" y="2847975"/>
                </a:lnTo>
                <a:lnTo>
                  <a:pt x="2921318" y="2862263"/>
                </a:lnTo>
                <a:lnTo>
                  <a:pt x="2907030" y="2847975"/>
                </a:lnTo>
                <a:close/>
                <a:moveTo>
                  <a:pt x="1892618" y="2172653"/>
                </a:moveTo>
                <a:lnTo>
                  <a:pt x="1901190" y="2181225"/>
                </a:lnTo>
                <a:lnTo>
                  <a:pt x="1892618" y="2189798"/>
                </a:lnTo>
                <a:lnTo>
                  <a:pt x="1884045" y="218122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-2457450" y="2771775"/>
            <a:ext cx="3819525" cy="3943350"/>
          </a:xfrm>
          <a:custGeom>
            <a:avLst/>
            <a:gdLst/>
            <a:ahLst/>
            <a:cxnLst/>
            <a:rect l="l" t="t" r="r" b="b"/>
            <a:pathLst>
              <a:path w="3819525" h="3943350">
                <a:moveTo>
                  <a:pt x="3114675" y="3838575"/>
                </a:moveTo>
                <a:quadBezTo>
                  <a:pt x="2990850" y="3867150"/>
                  <a:pt x="2857500" y="3943350"/>
                </a:quadBezTo>
                <a:moveTo>
                  <a:pt x="2295525" y="381000"/>
                </a:moveTo>
                <a:quadBezTo>
                  <a:pt x="2400300" y="352425"/>
                  <a:pt x="2514600" y="371475"/>
                </a:quadBezTo>
                <a:moveTo>
                  <a:pt x="1962150" y="257175"/>
                </a:moveTo>
                <a:quadBezTo>
                  <a:pt x="2028825" y="228600"/>
                  <a:pt x="2085975" y="238125"/>
                </a:quadBezTo>
                <a:moveTo>
                  <a:pt x="247650" y="3562350"/>
                </a:moveTo>
                <a:quadBezTo>
                  <a:pt x="123825" y="3467100"/>
                  <a:pt x="0" y="3400425"/>
                </a:quadBezTo>
                <a:moveTo>
                  <a:pt x="3171825" y="609600"/>
                </a:moveTo>
                <a:quadBezTo>
                  <a:pt x="3219450" y="647700"/>
                  <a:pt x="3267075" y="723900"/>
                </a:quadBezTo>
                <a:moveTo>
                  <a:pt x="409575" y="2876550"/>
                </a:moveTo>
                <a:quadBezTo>
                  <a:pt x="342900" y="2790825"/>
                  <a:pt x="276225" y="2743200"/>
                </a:quadBezTo>
                <a:moveTo>
                  <a:pt x="3257550" y="276225"/>
                </a:moveTo>
                <a:quadBezTo>
                  <a:pt x="3362325" y="333375"/>
                  <a:pt x="3467100" y="428625"/>
                </a:quadBezTo>
                <a:moveTo>
                  <a:pt x="3800475" y="1562100"/>
                </a:moveTo>
                <a:quadBezTo>
                  <a:pt x="3810000" y="1628775"/>
                  <a:pt x="3819525" y="1724025"/>
                </a:quadBezTo>
                <a:moveTo>
                  <a:pt x="1362075" y="104775"/>
                </a:moveTo>
                <a:quadBezTo>
                  <a:pt x="1419225" y="66675"/>
                  <a:pt x="1485900" y="66675"/>
                </a:quadBezTo>
                <a:moveTo>
                  <a:pt x="3171825" y="3209925"/>
                </a:moveTo>
                <a:quadBezTo>
                  <a:pt x="3105150" y="3267075"/>
                  <a:pt x="3048000" y="3371850"/>
                </a:quadBezTo>
                <a:moveTo>
                  <a:pt x="447675" y="1743075"/>
                </a:moveTo>
                <a:quadBezTo>
                  <a:pt x="457200" y="1647825"/>
                  <a:pt x="466725" y="1600200"/>
                </a:quadBezTo>
                <a:moveTo>
                  <a:pt x="2381250" y="3505200"/>
                </a:moveTo>
                <a:quadBezTo>
                  <a:pt x="2324100" y="3495675"/>
                  <a:pt x="2257425" y="3533775"/>
                </a:quadBezTo>
                <a:moveTo>
                  <a:pt x="3476625" y="742950"/>
                </a:moveTo>
                <a:quadBezTo>
                  <a:pt x="3524250" y="781050"/>
                  <a:pt x="3571875" y="847725"/>
                </a:quadBezTo>
                <a:moveTo>
                  <a:pt x="676275" y="57150"/>
                </a:moveTo>
                <a:quadBezTo>
                  <a:pt x="742950" y="9525"/>
                  <a:pt x="809625" y="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2400300" y="5448300"/>
            <a:ext cx="2714625" cy="847725"/>
          </a:xfrm>
          <a:custGeom>
            <a:avLst/>
            <a:gdLst/>
            <a:ahLst/>
            <a:cxnLst/>
            <a:rect l="l" t="t" r="r" b="b"/>
            <a:pathLst>
              <a:path w="2714625" h="847725">
                <a:moveTo>
                  <a:pt x="400050" y="66675"/>
                </a:moveTo>
                <a:lnTo>
                  <a:pt x="19050" y="276225"/>
                </a:lnTo>
                <a:moveTo>
                  <a:pt x="390525" y="47625"/>
                </a:moveTo>
                <a:lnTo>
                  <a:pt x="114300" y="200025"/>
                </a:lnTo>
                <a:moveTo>
                  <a:pt x="381000" y="19050"/>
                </a:moveTo>
                <a:lnTo>
                  <a:pt x="0" y="228600"/>
                </a:lnTo>
                <a:moveTo>
                  <a:pt x="361950" y="0"/>
                </a:moveTo>
                <a:lnTo>
                  <a:pt x="9525" y="200025"/>
                </a:lnTo>
                <a:moveTo>
                  <a:pt x="1066800" y="152400"/>
                </a:moveTo>
                <a:lnTo>
                  <a:pt x="923925" y="504825"/>
                </a:lnTo>
                <a:moveTo>
                  <a:pt x="1038225" y="142875"/>
                </a:moveTo>
                <a:lnTo>
                  <a:pt x="895350" y="504825"/>
                </a:lnTo>
                <a:moveTo>
                  <a:pt x="1009650" y="133350"/>
                </a:moveTo>
                <a:lnTo>
                  <a:pt x="885825" y="438150"/>
                </a:lnTo>
                <a:moveTo>
                  <a:pt x="981075" y="123825"/>
                </a:moveTo>
                <a:lnTo>
                  <a:pt x="838200" y="476250"/>
                </a:lnTo>
                <a:moveTo>
                  <a:pt x="2619375" y="342900"/>
                </a:moveTo>
                <a:lnTo>
                  <a:pt x="2714625" y="723900"/>
                </a:lnTo>
                <a:moveTo>
                  <a:pt x="2590800" y="342900"/>
                </a:moveTo>
                <a:lnTo>
                  <a:pt x="2714625" y="819150"/>
                </a:lnTo>
                <a:moveTo>
                  <a:pt x="2552700" y="352425"/>
                </a:moveTo>
                <a:lnTo>
                  <a:pt x="2686050" y="847725"/>
                </a:lnTo>
                <a:moveTo>
                  <a:pt x="2524125" y="361950"/>
                </a:moveTo>
                <a:lnTo>
                  <a:pt x="2638425" y="8001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2238375" y="4676775"/>
            <a:ext cx="3048000" cy="4171950"/>
          </a:xfrm>
          <a:custGeom>
            <a:avLst/>
            <a:gdLst/>
            <a:ahLst/>
            <a:cxnLst/>
            <a:rect l="l" t="t" r="r" b="b"/>
            <a:pathLst>
              <a:path w="3048000" h="4171950">
                <a:moveTo>
                  <a:pt x="1743075" y="4086225"/>
                </a:moveTo>
                <a:lnTo>
                  <a:pt x="1790700" y="4171950"/>
                </a:lnTo>
                <a:lnTo>
                  <a:pt x="1704975" y="4095750"/>
                </a:lnTo>
                <a:lnTo>
                  <a:pt x="1685925" y="4029075"/>
                </a:lnTo>
                <a:lnTo>
                  <a:pt x="1666875" y="4000500"/>
                </a:lnTo>
                <a:lnTo>
                  <a:pt x="1533525" y="3981450"/>
                </a:lnTo>
                <a:lnTo>
                  <a:pt x="1514475" y="3971925"/>
                </a:lnTo>
                <a:lnTo>
                  <a:pt x="1409700" y="3914775"/>
                </a:lnTo>
                <a:lnTo>
                  <a:pt x="1381125" y="3829050"/>
                </a:lnTo>
                <a:lnTo>
                  <a:pt x="1295400" y="3695700"/>
                </a:lnTo>
                <a:lnTo>
                  <a:pt x="1276350" y="3695700"/>
                </a:lnTo>
                <a:lnTo>
                  <a:pt x="1238250" y="3667125"/>
                </a:lnTo>
                <a:lnTo>
                  <a:pt x="1257300" y="3638550"/>
                </a:lnTo>
                <a:lnTo>
                  <a:pt x="1257300" y="3600450"/>
                </a:lnTo>
                <a:lnTo>
                  <a:pt x="1276350" y="3543300"/>
                </a:lnTo>
                <a:lnTo>
                  <a:pt x="1200150" y="3505200"/>
                </a:lnTo>
                <a:lnTo>
                  <a:pt x="1171575" y="3486150"/>
                </a:lnTo>
                <a:lnTo>
                  <a:pt x="1114425" y="3390900"/>
                </a:lnTo>
                <a:lnTo>
                  <a:pt x="1143000" y="3448050"/>
                </a:lnTo>
                <a:lnTo>
                  <a:pt x="1162050" y="3438525"/>
                </a:lnTo>
                <a:lnTo>
                  <a:pt x="1133475" y="3457575"/>
                </a:lnTo>
                <a:lnTo>
                  <a:pt x="1123950" y="3400425"/>
                </a:lnTo>
                <a:lnTo>
                  <a:pt x="1009650" y="3305175"/>
                </a:lnTo>
                <a:lnTo>
                  <a:pt x="933450" y="3267075"/>
                </a:lnTo>
                <a:lnTo>
                  <a:pt x="847725" y="3257550"/>
                </a:lnTo>
                <a:lnTo>
                  <a:pt x="895350" y="3257550"/>
                </a:lnTo>
                <a:lnTo>
                  <a:pt x="838200" y="3133725"/>
                </a:lnTo>
                <a:lnTo>
                  <a:pt x="742950" y="3095625"/>
                </a:lnTo>
                <a:lnTo>
                  <a:pt x="676275" y="3114675"/>
                </a:lnTo>
                <a:lnTo>
                  <a:pt x="628650" y="3076575"/>
                </a:lnTo>
                <a:lnTo>
                  <a:pt x="600075" y="3038475"/>
                </a:lnTo>
                <a:lnTo>
                  <a:pt x="600075" y="2990850"/>
                </a:lnTo>
                <a:lnTo>
                  <a:pt x="533400" y="2914650"/>
                </a:lnTo>
                <a:lnTo>
                  <a:pt x="571500" y="2886075"/>
                </a:lnTo>
                <a:lnTo>
                  <a:pt x="447675" y="2905125"/>
                </a:lnTo>
                <a:lnTo>
                  <a:pt x="390525" y="2952750"/>
                </a:lnTo>
                <a:lnTo>
                  <a:pt x="257175" y="2800350"/>
                </a:lnTo>
                <a:lnTo>
                  <a:pt x="285750" y="2743200"/>
                </a:lnTo>
                <a:lnTo>
                  <a:pt x="219075" y="2724150"/>
                </a:lnTo>
                <a:lnTo>
                  <a:pt x="295275" y="2638425"/>
                </a:lnTo>
                <a:lnTo>
                  <a:pt x="361950" y="2562225"/>
                </a:lnTo>
                <a:lnTo>
                  <a:pt x="352425" y="2543175"/>
                </a:lnTo>
                <a:lnTo>
                  <a:pt x="419100" y="2486025"/>
                </a:lnTo>
                <a:lnTo>
                  <a:pt x="409575" y="2447925"/>
                </a:lnTo>
                <a:lnTo>
                  <a:pt x="409575" y="2362200"/>
                </a:lnTo>
                <a:lnTo>
                  <a:pt x="390525" y="2324100"/>
                </a:lnTo>
                <a:lnTo>
                  <a:pt x="361950" y="2305050"/>
                </a:lnTo>
                <a:lnTo>
                  <a:pt x="400050" y="2247900"/>
                </a:lnTo>
                <a:lnTo>
                  <a:pt x="457200" y="2133600"/>
                </a:lnTo>
                <a:lnTo>
                  <a:pt x="571500" y="2200275"/>
                </a:lnTo>
                <a:lnTo>
                  <a:pt x="533400" y="2019300"/>
                </a:lnTo>
                <a:lnTo>
                  <a:pt x="447675" y="2038350"/>
                </a:lnTo>
                <a:lnTo>
                  <a:pt x="466725" y="2047875"/>
                </a:lnTo>
                <a:lnTo>
                  <a:pt x="438150" y="1981200"/>
                </a:lnTo>
                <a:lnTo>
                  <a:pt x="476250" y="1885950"/>
                </a:lnTo>
                <a:lnTo>
                  <a:pt x="400050" y="1885950"/>
                </a:lnTo>
                <a:lnTo>
                  <a:pt x="333375" y="1876425"/>
                </a:lnTo>
                <a:lnTo>
                  <a:pt x="304800" y="1847850"/>
                </a:lnTo>
                <a:lnTo>
                  <a:pt x="295275" y="1733550"/>
                </a:lnTo>
                <a:lnTo>
                  <a:pt x="209550" y="1771650"/>
                </a:lnTo>
                <a:lnTo>
                  <a:pt x="180975" y="1752600"/>
                </a:lnTo>
                <a:lnTo>
                  <a:pt x="85725" y="1724025"/>
                </a:lnTo>
                <a:lnTo>
                  <a:pt x="47625" y="1762125"/>
                </a:lnTo>
                <a:lnTo>
                  <a:pt x="38100" y="1685925"/>
                </a:lnTo>
                <a:lnTo>
                  <a:pt x="0" y="1619250"/>
                </a:lnTo>
                <a:lnTo>
                  <a:pt x="76200" y="1514475"/>
                </a:lnTo>
                <a:lnTo>
                  <a:pt x="57150" y="1524000"/>
                </a:lnTo>
                <a:lnTo>
                  <a:pt x="66675" y="1504950"/>
                </a:lnTo>
                <a:lnTo>
                  <a:pt x="76200" y="1419225"/>
                </a:lnTo>
                <a:lnTo>
                  <a:pt x="152400" y="1428750"/>
                </a:lnTo>
                <a:lnTo>
                  <a:pt x="152400" y="1409700"/>
                </a:lnTo>
                <a:lnTo>
                  <a:pt x="152400" y="1371600"/>
                </a:lnTo>
                <a:lnTo>
                  <a:pt x="209550" y="1323975"/>
                </a:lnTo>
                <a:lnTo>
                  <a:pt x="180975" y="1276350"/>
                </a:lnTo>
                <a:lnTo>
                  <a:pt x="200025" y="1295400"/>
                </a:lnTo>
                <a:lnTo>
                  <a:pt x="228600" y="1219200"/>
                </a:lnTo>
                <a:lnTo>
                  <a:pt x="238125" y="1171575"/>
                </a:lnTo>
                <a:lnTo>
                  <a:pt x="295275" y="1181100"/>
                </a:lnTo>
                <a:lnTo>
                  <a:pt x="323850" y="1143000"/>
                </a:lnTo>
                <a:lnTo>
                  <a:pt x="295275" y="1133475"/>
                </a:lnTo>
                <a:lnTo>
                  <a:pt x="304800" y="1038225"/>
                </a:lnTo>
                <a:lnTo>
                  <a:pt x="323850" y="1000125"/>
                </a:lnTo>
                <a:lnTo>
                  <a:pt x="333375" y="1009650"/>
                </a:lnTo>
                <a:lnTo>
                  <a:pt x="333375" y="952500"/>
                </a:lnTo>
                <a:lnTo>
                  <a:pt x="371475" y="914400"/>
                </a:lnTo>
                <a:lnTo>
                  <a:pt x="361950" y="914400"/>
                </a:lnTo>
                <a:lnTo>
                  <a:pt x="419100" y="857250"/>
                </a:lnTo>
                <a:lnTo>
                  <a:pt x="400050" y="838200"/>
                </a:lnTo>
                <a:lnTo>
                  <a:pt x="428625" y="819150"/>
                </a:lnTo>
                <a:lnTo>
                  <a:pt x="447675" y="809625"/>
                </a:lnTo>
                <a:lnTo>
                  <a:pt x="485775" y="752475"/>
                </a:lnTo>
                <a:lnTo>
                  <a:pt x="514350" y="723900"/>
                </a:lnTo>
                <a:lnTo>
                  <a:pt x="533400" y="695325"/>
                </a:lnTo>
                <a:lnTo>
                  <a:pt x="504825" y="628650"/>
                </a:lnTo>
                <a:lnTo>
                  <a:pt x="504825" y="638175"/>
                </a:lnTo>
                <a:lnTo>
                  <a:pt x="542925" y="581025"/>
                </a:lnTo>
                <a:lnTo>
                  <a:pt x="552450" y="561975"/>
                </a:lnTo>
                <a:lnTo>
                  <a:pt x="571500" y="647700"/>
                </a:lnTo>
                <a:lnTo>
                  <a:pt x="695325" y="666750"/>
                </a:lnTo>
                <a:lnTo>
                  <a:pt x="742950" y="762000"/>
                </a:lnTo>
                <a:lnTo>
                  <a:pt x="695325" y="657225"/>
                </a:lnTo>
                <a:lnTo>
                  <a:pt x="638175" y="733425"/>
                </a:lnTo>
                <a:lnTo>
                  <a:pt x="752475" y="685800"/>
                </a:lnTo>
                <a:lnTo>
                  <a:pt x="752475" y="581025"/>
                </a:lnTo>
                <a:lnTo>
                  <a:pt x="838200" y="628650"/>
                </a:lnTo>
                <a:lnTo>
                  <a:pt x="895350" y="542925"/>
                </a:lnTo>
                <a:lnTo>
                  <a:pt x="866775" y="590550"/>
                </a:lnTo>
                <a:lnTo>
                  <a:pt x="828675" y="504825"/>
                </a:lnTo>
                <a:lnTo>
                  <a:pt x="838200" y="485775"/>
                </a:lnTo>
                <a:lnTo>
                  <a:pt x="914400" y="428625"/>
                </a:lnTo>
                <a:lnTo>
                  <a:pt x="838200" y="390525"/>
                </a:lnTo>
                <a:lnTo>
                  <a:pt x="819150" y="390525"/>
                </a:lnTo>
                <a:lnTo>
                  <a:pt x="857250" y="333375"/>
                </a:lnTo>
                <a:lnTo>
                  <a:pt x="866775" y="352425"/>
                </a:lnTo>
                <a:lnTo>
                  <a:pt x="828675" y="342900"/>
                </a:lnTo>
                <a:lnTo>
                  <a:pt x="1047750" y="323850"/>
                </a:lnTo>
                <a:lnTo>
                  <a:pt x="1038225" y="352425"/>
                </a:lnTo>
                <a:lnTo>
                  <a:pt x="1076325" y="238125"/>
                </a:lnTo>
                <a:lnTo>
                  <a:pt x="1076325" y="247650"/>
                </a:lnTo>
                <a:lnTo>
                  <a:pt x="1095375" y="219075"/>
                </a:lnTo>
                <a:lnTo>
                  <a:pt x="1181100" y="161925"/>
                </a:lnTo>
                <a:lnTo>
                  <a:pt x="1200150" y="228600"/>
                </a:lnTo>
                <a:lnTo>
                  <a:pt x="1162050" y="171450"/>
                </a:lnTo>
                <a:lnTo>
                  <a:pt x="1190625" y="152400"/>
                </a:lnTo>
                <a:lnTo>
                  <a:pt x="1190625" y="152400"/>
                </a:lnTo>
                <a:lnTo>
                  <a:pt x="1257300" y="123825"/>
                </a:lnTo>
                <a:lnTo>
                  <a:pt x="1323975" y="28575"/>
                </a:lnTo>
                <a:lnTo>
                  <a:pt x="1390650" y="9525"/>
                </a:lnTo>
                <a:lnTo>
                  <a:pt x="1457325" y="0"/>
                </a:lnTo>
                <a:lnTo>
                  <a:pt x="1533525" y="9525"/>
                </a:lnTo>
                <a:lnTo>
                  <a:pt x="1600200" y="95250"/>
                </a:lnTo>
                <a:lnTo>
                  <a:pt x="1619250" y="123825"/>
                </a:lnTo>
                <a:lnTo>
                  <a:pt x="1638300" y="180975"/>
                </a:lnTo>
                <a:lnTo>
                  <a:pt x="1695450" y="114300"/>
                </a:lnTo>
                <a:lnTo>
                  <a:pt x="1724025" y="171450"/>
                </a:lnTo>
                <a:lnTo>
                  <a:pt x="1819275" y="228600"/>
                </a:lnTo>
                <a:lnTo>
                  <a:pt x="1866900" y="276225"/>
                </a:lnTo>
                <a:lnTo>
                  <a:pt x="1838325" y="247650"/>
                </a:lnTo>
                <a:lnTo>
                  <a:pt x="1924050" y="323850"/>
                </a:lnTo>
                <a:lnTo>
                  <a:pt x="2038350" y="304800"/>
                </a:lnTo>
                <a:lnTo>
                  <a:pt x="2047875" y="257175"/>
                </a:lnTo>
                <a:lnTo>
                  <a:pt x="2105025" y="295275"/>
                </a:lnTo>
                <a:lnTo>
                  <a:pt x="2143125" y="314325"/>
                </a:lnTo>
                <a:lnTo>
                  <a:pt x="2143125" y="266700"/>
                </a:lnTo>
                <a:lnTo>
                  <a:pt x="2152650" y="323850"/>
                </a:lnTo>
                <a:lnTo>
                  <a:pt x="2276475" y="314325"/>
                </a:lnTo>
                <a:lnTo>
                  <a:pt x="2343150" y="342900"/>
                </a:lnTo>
                <a:lnTo>
                  <a:pt x="2381250" y="381000"/>
                </a:lnTo>
                <a:lnTo>
                  <a:pt x="2428875" y="381000"/>
                </a:lnTo>
                <a:lnTo>
                  <a:pt x="2438400" y="447675"/>
                </a:lnTo>
                <a:lnTo>
                  <a:pt x="2486025" y="419100"/>
                </a:lnTo>
                <a:lnTo>
                  <a:pt x="2543175" y="495300"/>
                </a:lnTo>
                <a:lnTo>
                  <a:pt x="2647950" y="457200"/>
                </a:lnTo>
                <a:lnTo>
                  <a:pt x="2695575" y="485775"/>
                </a:lnTo>
                <a:lnTo>
                  <a:pt x="2733675" y="504825"/>
                </a:lnTo>
                <a:lnTo>
                  <a:pt x="2790825" y="514350"/>
                </a:lnTo>
                <a:lnTo>
                  <a:pt x="2838450" y="514350"/>
                </a:lnTo>
                <a:lnTo>
                  <a:pt x="2895600" y="514350"/>
                </a:lnTo>
                <a:lnTo>
                  <a:pt x="2933700" y="561975"/>
                </a:lnTo>
                <a:lnTo>
                  <a:pt x="2981325" y="571500"/>
                </a:lnTo>
                <a:lnTo>
                  <a:pt x="2981325" y="600075"/>
                </a:lnTo>
                <a:lnTo>
                  <a:pt x="2914650" y="704850"/>
                </a:lnTo>
                <a:lnTo>
                  <a:pt x="2952750" y="676275"/>
                </a:lnTo>
                <a:lnTo>
                  <a:pt x="3000375" y="838200"/>
                </a:lnTo>
                <a:lnTo>
                  <a:pt x="3028950" y="800100"/>
                </a:lnTo>
                <a:lnTo>
                  <a:pt x="3038475" y="781050"/>
                </a:lnTo>
                <a:lnTo>
                  <a:pt x="2981325" y="790575"/>
                </a:lnTo>
                <a:lnTo>
                  <a:pt x="3019425" y="762000"/>
                </a:lnTo>
                <a:lnTo>
                  <a:pt x="2990850" y="857250"/>
                </a:lnTo>
                <a:lnTo>
                  <a:pt x="2962275" y="885825"/>
                </a:lnTo>
                <a:lnTo>
                  <a:pt x="3048000" y="971550"/>
                </a:lnTo>
                <a:lnTo>
                  <a:pt x="3038475" y="1047750"/>
                </a:lnTo>
                <a:lnTo>
                  <a:pt x="2952750" y="990600"/>
                </a:lnTo>
                <a:lnTo>
                  <a:pt x="2924175" y="1095375"/>
                </a:lnTo>
                <a:lnTo>
                  <a:pt x="2847975" y="1114425"/>
                </a:lnTo>
                <a:lnTo>
                  <a:pt x="2876550" y="1190625"/>
                </a:lnTo>
                <a:lnTo>
                  <a:pt x="2819400" y="1200150"/>
                </a:lnTo>
                <a:lnTo>
                  <a:pt x="2828925" y="1238250"/>
                </a:lnTo>
                <a:lnTo>
                  <a:pt x="2895600" y="1228725"/>
                </a:lnTo>
                <a:lnTo>
                  <a:pt x="2895600" y="1257300"/>
                </a:lnTo>
                <a:lnTo>
                  <a:pt x="2924175" y="1314450"/>
                </a:lnTo>
                <a:lnTo>
                  <a:pt x="2838450" y="1381125"/>
                </a:lnTo>
                <a:lnTo>
                  <a:pt x="2867025" y="1400175"/>
                </a:lnTo>
                <a:lnTo>
                  <a:pt x="2847975" y="1504950"/>
                </a:lnTo>
                <a:lnTo>
                  <a:pt x="2847975" y="1581150"/>
                </a:lnTo>
                <a:lnTo>
                  <a:pt x="2828925" y="1600200"/>
                </a:lnTo>
                <a:lnTo>
                  <a:pt x="2876550" y="1590675"/>
                </a:lnTo>
                <a:lnTo>
                  <a:pt x="2924175" y="1685925"/>
                </a:lnTo>
                <a:lnTo>
                  <a:pt x="2924175" y="1704975"/>
                </a:lnTo>
                <a:lnTo>
                  <a:pt x="2905125" y="1752600"/>
                </a:lnTo>
                <a:lnTo>
                  <a:pt x="2895600" y="1781175"/>
                </a:lnTo>
                <a:lnTo>
                  <a:pt x="2952750" y="1781175"/>
                </a:lnTo>
                <a:lnTo>
                  <a:pt x="2981325" y="1819275"/>
                </a:lnTo>
                <a:lnTo>
                  <a:pt x="2981325" y="1885950"/>
                </a:lnTo>
                <a:lnTo>
                  <a:pt x="2952750" y="1885950"/>
                </a:lnTo>
                <a:lnTo>
                  <a:pt x="2914650" y="1933575"/>
                </a:lnTo>
                <a:lnTo>
                  <a:pt x="2867025" y="2038350"/>
                </a:lnTo>
                <a:lnTo>
                  <a:pt x="2847975" y="2038350"/>
                </a:lnTo>
                <a:lnTo>
                  <a:pt x="2838450" y="2066925"/>
                </a:lnTo>
                <a:lnTo>
                  <a:pt x="2847975" y="2114550"/>
                </a:lnTo>
                <a:lnTo>
                  <a:pt x="2800350" y="2171700"/>
                </a:lnTo>
                <a:lnTo>
                  <a:pt x="2781300" y="2228850"/>
                </a:lnTo>
                <a:lnTo>
                  <a:pt x="2733675" y="2276475"/>
                </a:lnTo>
                <a:lnTo>
                  <a:pt x="2705100" y="2352675"/>
                </a:lnTo>
                <a:lnTo>
                  <a:pt x="2695575" y="2352675"/>
                </a:lnTo>
                <a:lnTo>
                  <a:pt x="2695575" y="2438400"/>
                </a:lnTo>
                <a:lnTo>
                  <a:pt x="2667000" y="2447925"/>
                </a:lnTo>
                <a:lnTo>
                  <a:pt x="2628900" y="2524125"/>
                </a:lnTo>
                <a:lnTo>
                  <a:pt x="2657475" y="2581275"/>
                </a:lnTo>
                <a:lnTo>
                  <a:pt x="2600325" y="2628900"/>
                </a:lnTo>
                <a:lnTo>
                  <a:pt x="2600325" y="2686050"/>
                </a:lnTo>
                <a:lnTo>
                  <a:pt x="2533650" y="2743200"/>
                </a:lnTo>
                <a:lnTo>
                  <a:pt x="2562225" y="2752725"/>
                </a:lnTo>
                <a:lnTo>
                  <a:pt x="2505075" y="2790825"/>
                </a:lnTo>
                <a:lnTo>
                  <a:pt x="2533650" y="2867025"/>
                </a:lnTo>
                <a:lnTo>
                  <a:pt x="2533650" y="2933700"/>
                </a:lnTo>
                <a:lnTo>
                  <a:pt x="2486025" y="2962275"/>
                </a:lnTo>
                <a:lnTo>
                  <a:pt x="2457450" y="3019425"/>
                </a:lnTo>
                <a:lnTo>
                  <a:pt x="2409825" y="3038475"/>
                </a:lnTo>
                <a:lnTo>
                  <a:pt x="2381250" y="3086100"/>
                </a:lnTo>
                <a:lnTo>
                  <a:pt x="2362200" y="3133725"/>
                </a:lnTo>
                <a:lnTo>
                  <a:pt x="2381250" y="3162300"/>
                </a:lnTo>
                <a:lnTo>
                  <a:pt x="2352675" y="3248025"/>
                </a:lnTo>
                <a:lnTo>
                  <a:pt x="2314575" y="3276600"/>
                </a:lnTo>
                <a:lnTo>
                  <a:pt x="2257425" y="3305175"/>
                </a:lnTo>
                <a:lnTo>
                  <a:pt x="2266950" y="3390900"/>
                </a:lnTo>
                <a:lnTo>
                  <a:pt x="2400300" y="3467100"/>
                </a:lnTo>
                <a:lnTo>
                  <a:pt x="2257425" y="3505200"/>
                </a:lnTo>
                <a:lnTo>
                  <a:pt x="2314575" y="3524250"/>
                </a:lnTo>
                <a:lnTo>
                  <a:pt x="2276475" y="3419475"/>
                </a:lnTo>
                <a:lnTo>
                  <a:pt x="2343150" y="3514725"/>
                </a:lnTo>
                <a:lnTo>
                  <a:pt x="2314575" y="3600450"/>
                </a:lnTo>
                <a:lnTo>
                  <a:pt x="2219325" y="3619500"/>
                </a:lnTo>
                <a:lnTo>
                  <a:pt x="2238375" y="3562350"/>
                </a:lnTo>
                <a:lnTo>
                  <a:pt x="2076450" y="3600450"/>
                </a:lnTo>
                <a:lnTo>
                  <a:pt x="2066925" y="3657600"/>
                </a:lnTo>
                <a:lnTo>
                  <a:pt x="2047875" y="3686175"/>
                </a:lnTo>
                <a:lnTo>
                  <a:pt x="2057400" y="3686175"/>
                </a:lnTo>
                <a:lnTo>
                  <a:pt x="1981200" y="3724275"/>
                </a:lnTo>
                <a:lnTo>
                  <a:pt x="1952625" y="3714750"/>
                </a:lnTo>
                <a:lnTo>
                  <a:pt x="1857375" y="3743325"/>
                </a:lnTo>
                <a:lnTo>
                  <a:pt x="1971675" y="3790950"/>
                </a:lnTo>
                <a:lnTo>
                  <a:pt x="1943100" y="3762375"/>
                </a:lnTo>
                <a:lnTo>
                  <a:pt x="1971675" y="3724275"/>
                </a:lnTo>
                <a:lnTo>
                  <a:pt x="1952625" y="3800475"/>
                </a:lnTo>
                <a:lnTo>
                  <a:pt x="1876425" y="3810000"/>
                </a:lnTo>
                <a:lnTo>
                  <a:pt x="1847850" y="3819525"/>
                </a:lnTo>
                <a:lnTo>
                  <a:pt x="1847850" y="3924300"/>
                </a:lnTo>
                <a:lnTo>
                  <a:pt x="1847850" y="3952875"/>
                </a:lnTo>
                <a:lnTo>
                  <a:pt x="1857375" y="3905250"/>
                </a:lnTo>
                <a:lnTo>
                  <a:pt x="1857375" y="3914775"/>
                </a:lnTo>
                <a:lnTo>
                  <a:pt x="1819275" y="3990975"/>
                </a:lnTo>
                <a:lnTo>
                  <a:pt x="1800225" y="4010025"/>
                </a:lnTo>
                <a:lnTo>
                  <a:pt x="1800225" y="4076700"/>
                </a:lnTo>
                <a:lnTo>
                  <a:pt x="1781175" y="4076700"/>
                </a:lnTo>
                <a:lnTo>
                  <a:pt x="1743075" y="4105275"/>
                </a:lnTo>
                <a:close/>
              </a:path>
            </a:pathLst>
          </a:custGeom>
          <a:solidFill>
            <a:srgbClr val="E86A5E">
              <a:alpha val="1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-2486025" y="4362450"/>
            <a:ext cx="3581400" cy="4733925"/>
          </a:xfrm>
          <a:custGeom>
            <a:avLst/>
            <a:gdLst/>
            <a:ahLst/>
            <a:cxnLst/>
            <a:rect l="l" t="t" r="r" b="b"/>
            <a:pathLst>
              <a:path w="3581400" h="4733925">
                <a:moveTo>
                  <a:pt x="1981200" y="4733925"/>
                </a:moveTo>
                <a:lnTo>
                  <a:pt x="2038350" y="4572000"/>
                </a:lnTo>
                <a:lnTo>
                  <a:pt x="1971675" y="4657725"/>
                </a:lnTo>
                <a:lnTo>
                  <a:pt x="1914525" y="4562475"/>
                </a:lnTo>
                <a:lnTo>
                  <a:pt x="1943100" y="4686300"/>
                </a:lnTo>
                <a:lnTo>
                  <a:pt x="1762125" y="4591050"/>
                </a:lnTo>
                <a:lnTo>
                  <a:pt x="1695450" y="4533900"/>
                </a:lnTo>
                <a:lnTo>
                  <a:pt x="1638300" y="4457700"/>
                </a:lnTo>
                <a:lnTo>
                  <a:pt x="1571625" y="4486275"/>
                </a:lnTo>
                <a:lnTo>
                  <a:pt x="1543050" y="4362450"/>
                </a:lnTo>
                <a:lnTo>
                  <a:pt x="1514475" y="4381500"/>
                </a:lnTo>
                <a:lnTo>
                  <a:pt x="1457325" y="4324350"/>
                </a:lnTo>
                <a:lnTo>
                  <a:pt x="1495425" y="4267200"/>
                </a:lnTo>
                <a:lnTo>
                  <a:pt x="1381125" y="4200525"/>
                </a:lnTo>
                <a:lnTo>
                  <a:pt x="1362075" y="4133850"/>
                </a:lnTo>
                <a:lnTo>
                  <a:pt x="1400175" y="4124325"/>
                </a:lnTo>
                <a:lnTo>
                  <a:pt x="1362075" y="4019550"/>
                </a:lnTo>
                <a:lnTo>
                  <a:pt x="1409700" y="4010025"/>
                </a:lnTo>
                <a:lnTo>
                  <a:pt x="1371600" y="4019550"/>
                </a:lnTo>
                <a:lnTo>
                  <a:pt x="1400175" y="4048125"/>
                </a:lnTo>
                <a:lnTo>
                  <a:pt x="1314450" y="3981450"/>
                </a:lnTo>
                <a:lnTo>
                  <a:pt x="1266825" y="3971925"/>
                </a:lnTo>
                <a:lnTo>
                  <a:pt x="1190625" y="3905250"/>
                </a:lnTo>
                <a:lnTo>
                  <a:pt x="1066800" y="3810000"/>
                </a:lnTo>
                <a:lnTo>
                  <a:pt x="981075" y="3829050"/>
                </a:lnTo>
                <a:lnTo>
                  <a:pt x="971550" y="3714750"/>
                </a:lnTo>
                <a:lnTo>
                  <a:pt x="838200" y="3695700"/>
                </a:lnTo>
                <a:lnTo>
                  <a:pt x="781050" y="3609975"/>
                </a:lnTo>
                <a:lnTo>
                  <a:pt x="790575" y="3600450"/>
                </a:lnTo>
                <a:lnTo>
                  <a:pt x="695325" y="3562350"/>
                </a:lnTo>
                <a:lnTo>
                  <a:pt x="666750" y="3543300"/>
                </a:lnTo>
                <a:lnTo>
                  <a:pt x="600075" y="3438525"/>
                </a:lnTo>
                <a:lnTo>
                  <a:pt x="609600" y="3400425"/>
                </a:lnTo>
                <a:lnTo>
                  <a:pt x="514350" y="3543300"/>
                </a:lnTo>
                <a:lnTo>
                  <a:pt x="295275" y="3314700"/>
                </a:lnTo>
                <a:lnTo>
                  <a:pt x="304800" y="3238500"/>
                </a:lnTo>
                <a:lnTo>
                  <a:pt x="266700" y="3295650"/>
                </a:lnTo>
                <a:lnTo>
                  <a:pt x="400050" y="3286125"/>
                </a:lnTo>
                <a:lnTo>
                  <a:pt x="438150" y="3181350"/>
                </a:lnTo>
                <a:lnTo>
                  <a:pt x="428625" y="3095625"/>
                </a:lnTo>
                <a:lnTo>
                  <a:pt x="400050" y="3009900"/>
                </a:lnTo>
                <a:lnTo>
                  <a:pt x="390525" y="2847975"/>
                </a:lnTo>
                <a:lnTo>
                  <a:pt x="419100" y="2876550"/>
                </a:lnTo>
                <a:lnTo>
                  <a:pt x="409575" y="2809875"/>
                </a:lnTo>
                <a:lnTo>
                  <a:pt x="466725" y="2800350"/>
                </a:lnTo>
                <a:lnTo>
                  <a:pt x="476250" y="2676525"/>
                </a:lnTo>
                <a:lnTo>
                  <a:pt x="485775" y="2590800"/>
                </a:lnTo>
                <a:lnTo>
                  <a:pt x="438150" y="2524125"/>
                </a:lnTo>
                <a:lnTo>
                  <a:pt x="476250" y="2524125"/>
                </a:lnTo>
                <a:lnTo>
                  <a:pt x="514350" y="2524125"/>
                </a:lnTo>
                <a:lnTo>
                  <a:pt x="447675" y="2590800"/>
                </a:lnTo>
                <a:lnTo>
                  <a:pt x="504825" y="2457450"/>
                </a:lnTo>
                <a:lnTo>
                  <a:pt x="533400" y="2390775"/>
                </a:lnTo>
                <a:lnTo>
                  <a:pt x="523875" y="2381250"/>
                </a:lnTo>
                <a:lnTo>
                  <a:pt x="542925" y="2295525"/>
                </a:lnTo>
                <a:lnTo>
                  <a:pt x="495300" y="2228850"/>
                </a:lnTo>
                <a:lnTo>
                  <a:pt x="381000" y="2133600"/>
                </a:lnTo>
                <a:lnTo>
                  <a:pt x="219075" y="2209800"/>
                </a:lnTo>
                <a:lnTo>
                  <a:pt x="276225" y="2095500"/>
                </a:lnTo>
                <a:lnTo>
                  <a:pt x="266700" y="2085975"/>
                </a:lnTo>
                <a:lnTo>
                  <a:pt x="161925" y="2009775"/>
                </a:lnTo>
                <a:lnTo>
                  <a:pt x="180975" y="2000250"/>
                </a:lnTo>
                <a:lnTo>
                  <a:pt x="95250" y="1933575"/>
                </a:lnTo>
                <a:lnTo>
                  <a:pt x="9525" y="1943100"/>
                </a:lnTo>
                <a:lnTo>
                  <a:pt x="0" y="1885950"/>
                </a:lnTo>
                <a:lnTo>
                  <a:pt x="9525" y="1866900"/>
                </a:lnTo>
                <a:lnTo>
                  <a:pt x="38100" y="1790700"/>
                </a:lnTo>
                <a:lnTo>
                  <a:pt x="66675" y="1724025"/>
                </a:lnTo>
                <a:lnTo>
                  <a:pt x="85725" y="1704975"/>
                </a:lnTo>
                <a:lnTo>
                  <a:pt x="114300" y="1628775"/>
                </a:lnTo>
                <a:lnTo>
                  <a:pt x="123825" y="1657350"/>
                </a:lnTo>
                <a:lnTo>
                  <a:pt x="152400" y="1628775"/>
                </a:lnTo>
                <a:lnTo>
                  <a:pt x="219075" y="1552575"/>
                </a:lnTo>
                <a:lnTo>
                  <a:pt x="228600" y="1514475"/>
                </a:lnTo>
                <a:lnTo>
                  <a:pt x="228600" y="1466850"/>
                </a:lnTo>
                <a:lnTo>
                  <a:pt x="295275" y="1447800"/>
                </a:lnTo>
                <a:lnTo>
                  <a:pt x="276225" y="1390650"/>
                </a:lnTo>
                <a:lnTo>
                  <a:pt x="342900" y="1381125"/>
                </a:lnTo>
                <a:lnTo>
                  <a:pt x="352425" y="1323975"/>
                </a:lnTo>
                <a:lnTo>
                  <a:pt x="352425" y="1285875"/>
                </a:lnTo>
                <a:lnTo>
                  <a:pt x="390525" y="1238250"/>
                </a:lnTo>
                <a:lnTo>
                  <a:pt x="419100" y="1209675"/>
                </a:lnTo>
                <a:lnTo>
                  <a:pt x="390525" y="1152525"/>
                </a:lnTo>
                <a:lnTo>
                  <a:pt x="400050" y="1133475"/>
                </a:lnTo>
                <a:lnTo>
                  <a:pt x="457200" y="1123950"/>
                </a:lnTo>
                <a:lnTo>
                  <a:pt x="476250" y="1085850"/>
                </a:lnTo>
                <a:lnTo>
                  <a:pt x="447675" y="1028700"/>
                </a:lnTo>
                <a:lnTo>
                  <a:pt x="457200" y="1000125"/>
                </a:lnTo>
                <a:lnTo>
                  <a:pt x="523875" y="952500"/>
                </a:lnTo>
                <a:lnTo>
                  <a:pt x="552450" y="923925"/>
                </a:lnTo>
                <a:lnTo>
                  <a:pt x="542925" y="885825"/>
                </a:lnTo>
                <a:lnTo>
                  <a:pt x="581025" y="885825"/>
                </a:lnTo>
                <a:lnTo>
                  <a:pt x="581025" y="790575"/>
                </a:lnTo>
                <a:lnTo>
                  <a:pt x="619125" y="781050"/>
                </a:lnTo>
                <a:lnTo>
                  <a:pt x="590550" y="714375"/>
                </a:lnTo>
                <a:lnTo>
                  <a:pt x="609600" y="704850"/>
                </a:lnTo>
                <a:lnTo>
                  <a:pt x="638175" y="647700"/>
                </a:lnTo>
                <a:lnTo>
                  <a:pt x="657225" y="685800"/>
                </a:lnTo>
                <a:lnTo>
                  <a:pt x="704850" y="552450"/>
                </a:lnTo>
                <a:lnTo>
                  <a:pt x="704850" y="685800"/>
                </a:lnTo>
                <a:lnTo>
                  <a:pt x="819150" y="800100"/>
                </a:lnTo>
                <a:lnTo>
                  <a:pt x="1038225" y="733425"/>
                </a:lnTo>
                <a:lnTo>
                  <a:pt x="1009650" y="714375"/>
                </a:lnTo>
                <a:lnTo>
                  <a:pt x="942975" y="714375"/>
                </a:lnTo>
                <a:lnTo>
                  <a:pt x="962025" y="714375"/>
                </a:lnTo>
                <a:lnTo>
                  <a:pt x="942975" y="638175"/>
                </a:lnTo>
                <a:lnTo>
                  <a:pt x="952500" y="638175"/>
                </a:lnTo>
                <a:lnTo>
                  <a:pt x="990600" y="628650"/>
                </a:lnTo>
                <a:lnTo>
                  <a:pt x="971550" y="590550"/>
                </a:lnTo>
                <a:lnTo>
                  <a:pt x="990600" y="514350"/>
                </a:lnTo>
                <a:lnTo>
                  <a:pt x="1047750" y="476250"/>
                </a:lnTo>
                <a:lnTo>
                  <a:pt x="1038225" y="447675"/>
                </a:lnTo>
                <a:lnTo>
                  <a:pt x="1009650" y="419100"/>
                </a:lnTo>
                <a:lnTo>
                  <a:pt x="1104900" y="342900"/>
                </a:lnTo>
                <a:lnTo>
                  <a:pt x="1066800" y="257175"/>
                </a:lnTo>
                <a:lnTo>
                  <a:pt x="1171575" y="400050"/>
                </a:lnTo>
                <a:lnTo>
                  <a:pt x="1143000" y="361950"/>
                </a:lnTo>
                <a:lnTo>
                  <a:pt x="1219200" y="323850"/>
                </a:lnTo>
                <a:lnTo>
                  <a:pt x="1247775" y="295275"/>
                </a:lnTo>
                <a:lnTo>
                  <a:pt x="1304925" y="257175"/>
                </a:lnTo>
                <a:lnTo>
                  <a:pt x="1333500" y="238125"/>
                </a:lnTo>
                <a:lnTo>
                  <a:pt x="1371600" y="257175"/>
                </a:lnTo>
                <a:lnTo>
                  <a:pt x="1371600" y="171450"/>
                </a:lnTo>
                <a:lnTo>
                  <a:pt x="1419225" y="190500"/>
                </a:lnTo>
                <a:lnTo>
                  <a:pt x="1400175" y="161925"/>
                </a:lnTo>
                <a:lnTo>
                  <a:pt x="1447800" y="114300"/>
                </a:lnTo>
                <a:lnTo>
                  <a:pt x="1562100" y="152400"/>
                </a:lnTo>
                <a:lnTo>
                  <a:pt x="1619250" y="104775"/>
                </a:lnTo>
                <a:lnTo>
                  <a:pt x="1685925" y="0"/>
                </a:lnTo>
                <a:lnTo>
                  <a:pt x="1800225" y="66675"/>
                </a:lnTo>
                <a:lnTo>
                  <a:pt x="1743075" y="28575"/>
                </a:lnTo>
                <a:lnTo>
                  <a:pt x="1828800" y="228600"/>
                </a:lnTo>
                <a:lnTo>
                  <a:pt x="1885950" y="257175"/>
                </a:lnTo>
                <a:lnTo>
                  <a:pt x="1981200" y="247650"/>
                </a:lnTo>
                <a:lnTo>
                  <a:pt x="2028825" y="304800"/>
                </a:lnTo>
                <a:lnTo>
                  <a:pt x="2038350" y="266700"/>
                </a:lnTo>
                <a:lnTo>
                  <a:pt x="2181225" y="295275"/>
                </a:lnTo>
                <a:lnTo>
                  <a:pt x="2228850" y="409575"/>
                </a:lnTo>
                <a:lnTo>
                  <a:pt x="2238375" y="323850"/>
                </a:lnTo>
                <a:lnTo>
                  <a:pt x="2295525" y="304800"/>
                </a:lnTo>
                <a:lnTo>
                  <a:pt x="2362200" y="295275"/>
                </a:lnTo>
                <a:lnTo>
                  <a:pt x="2438400" y="276225"/>
                </a:lnTo>
                <a:lnTo>
                  <a:pt x="2428875" y="333375"/>
                </a:lnTo>
                <a:lnTo>
                  <a:pt x="2476500" y="342900"/>
                </a:lnTo>
                <a:lnTo>
                  <a:pt x="2562225" y="352425"/>
                </a:lnTo>
                <a:lnTo>
                  <a:pt x="2647950" y="447675"/>
                </a:lnTo>
                <a:lnTo>
                  <a:pt x="2686050" y="409575"/>
                </a:lnTo>
                <a:lnTo>
                  <a:pt x="2676525" y="428625"/>
                </a:lnTo>
                <a:lnTo>
                  <a:pt x="2828925" y="485775"/>
                </a:lnTo>
                <a:lnTo>
                  <a:pt x="2876550" y="466725"/>
                </a:lnTo>
                <a:lnTo>
                  <a:pt x="2962275" y="504825"/>
                </a:lnTo>
                <a:lnTo>
                  <a:pt x="3019425" y="533400"/>
                </a:lnTo>
                <a:lnTo>
                  <a:pt x="3038475" y="581025"/>
                </a:lnTo>
                <a:lnTo>
                  <a:pt x="3095625" y="600075"/>
                </a:lnTo>
                <a:lnTo>
                  <a:pt x="3143250" y="590550"/>
                </a:lnTo>
                <a:lnTo>
                  <a:pt x="3276600" y="561975"/>
                </a:lnTo>
                <a:lnTo>
                  <a:pt x="3267075" y="619125"/>
                </a:lnTo>
                <a:lnTo>
                  <a:pt x="3295650" y="619125"/>
                </a:lnTo>
                <a:lnTo>
                  <a:pt x="3371850" y="676275"/>
                </a:lnTo>
                <a:lnTo>
                  <a:pt x="3476625" y="657225"/>
                </a:lnTo>
                <a:lnTo>
                  <a:pt x="3486150" y="657225"/>
                </a:lnTo>
                <a:lnTo>
                  <a:pt x="3486150" y="866775"/>
                </a:lnTo>
                <a:lnTo>
                  <a:pt x="3429000" y="666750"/>
                </a:lnTo>
                <a:lnTo>
                  <a:pt x="3524250" y="666750"/>
                </a:lnTo>
                <a:lnTo>
                  <a:pt x="3486150" y="933450"/>
                </a:lnTo>
                <a:lnTo>
                  <a:pt x="3581400" y="990600"/>
                </a:lnTo>
                <a:lnTo>
                  <a:pt x="3486150" y="971550"/>
                </a:lnTo>
                <a:lnTo>
                  <a:pt x="3390900" y="914400"/>
                </a:lnTo>
                <a:lnTo>
                  <a:pt x="3486150" y="1000125"/>
                </a:lnTo>
                <a:lnTo>
                  <a:pt x="3524250" y="1085850"/>
                </a:lnTo>
                <a:lnTo>
                  <a:pt x="3448050" y="1171575"/>
                </a:lnTo>
                <a:lnTo>
                  <a:pt x="3467100" y="1190625"/>
                </a:lnTo>
                <a:lnTo>
                  <a:pt x="3486150" y="1152525"/>
                </a:lnTo>
                <a:lnTo>
                  <a:pt x="3438525" y="1266825"/>
                </a:lnTo>
                <a:lnTo>
                  <a:pt x="3390900" y="1228725"/>
                </a:lnTo>
                <a:lnTo>
                  <a:pt x="3352800" y="1314450"/>
                </a:lnTo>
                <a:lnTo>
                  <a:pt x="3295650" y="1419225"/>
                </a:lnTo>
                <a:lnTo>
                  <a:pt x="3219450" y="1504950"/>
                </a:lnTo>
                <a:lnTo>
                  <a:pt x="3314700" y="1390650"/>
                </a:lnTo>
                <a:lnTo>
                  <a:pt x="3257550" y="1495425"/>
                </a:lnTo>
                <a:lnTo>
                  <a:pt x="3381375" y="1533525"/>
                </a:lnTo>
                <a:lnTo>
                  <a:pt x="3295650" y="1685925"/>
                </a:lnTo>
                <a:lnTo>
                  <a:pt x="3362325" y="1781175"/>
                </a:lnTo>
                <a:lnTo>
                  <a:pt x="3324225" y="1838325"/>
                </a:lnTo>
                <a:lnTo>
                  <a:pt x="3295650" y="1866900"/>
                </a:lnTo>
                <a:lnTo>
                  <a:pt x="3352800" y="1828800"/>
                </a:lnTo>
                <a:lnTo>
                  <a:pt x="3371850" y="1895475"/>
                </a:lnTo>
                <a:lnTo>
                  <a:pt x="3390900" y="1905000"/>
                </a:lnTo>
                <a:lnTo>
                  <a:pt x="3371850" y="1943100"/>
                </a:lnTo>
                <a:lnTo>
                  <a:pt x="3381375" y="2000250"/>
                </a:lnTo>
                <a:lnTo>
                  <a:pt x="3409950" y="2009775"/>
                </a:lnTo>
                <a:lnTo>
                  <a:pt x="3429000" y="2076450"/>
                </a:lnTo>
                <a:lnTo>
                  <a:pt x="3467100" y="2085975"/>
                </a:lnTo>
                <a:lnTo>
                  <a:pt x="3495675" y="2114550"/>
                </a:lnTo>
                <a:lnTo>
                  <a:pt x="3448050" y="2219325"/>
                </a:lnTo>
                <a:lnTo>
                  <a:pt x="3371850" y="2266950"/>
                </a:lnTo>
                <a:lnTo>
                  <a:pt x="3352800" y="2333625"/>
                </a:lnTo>
                <a:lnTo>
                  <a:pt x="3343275" y="2362200"/>
                </a:lnTo>
                <a:lnTo>
                  <a:pt x="3324225" y="2419350"/>
                </a:lnTo>
                <a:lnTo>
                  <a:pt x="3324225" y="2505075"/>
                </a:lnTo>
                <a:lnTo>
                  <a:pt x="3276600" y="2533650"/>
                </a:lnTo>
                <a:lnTo>
                  <a:pt x="3238500" y="2581275"/>
                </a:lnTo>
                <a:lnTo>
                  <a:pt x="3200400" y="2638425"/>
                </a:lnTo>
                <a:lnTo>
                  <a:pt x="3181350" y="2686050"/>
                </a:lnTo>
                <a:lnTo>
                  <a:pt x="3162300" y="2733675"/>
                </a:lnTo>
                <a:lnTo>
                  <a:pt x="3152775" y="2790825"/>
                </a:lnTo>
                <a:lnTo>
                  <a:pt x="3086100" y="2876550"/>
                </a:lnTo>
                <a:lnTo>
                  <a:pt x="3067050" y="2914650"/>
                </a:lnTo>
                <a:lnTo>
                  <a:pt x="3067050" y="3000375"/>
                </a:lnTo>
                <a:lnTo>
                  <a:pt x="3009900" y="3038475"/>
                </a:lnTo>
                <a:lnTo>
                  <a:pt x="3000375" y="3114675"/>
                </a:lnTo>
                <a:lnTo>
                  <a:pt x="3019425" y="3143250"/>
                </a:lnTo>
                <a:lnTo>
                  <a:pt x="2990850" y="3248025"/>
                </a:lnTo>
                <a:lnTo>
                  <a:pt x="2943225" y="3257550"/>
                </a:lnTo>
                <a:lnTo>
                  <a:pt x="2933700" y="3343275"/>
                </a:lnTo>
                <a:lnTo>
                  <a:pt x="2876550" y="3381375"/>
                </a:lnTo>
                <a:lnTo>
                  <a:pt x="2867025" y="3448050"/>
                </a:lnTo>
                <a:lnTo>
                  <a:pt x="2819400" y="3505200"/>
                </a:lnTo>
                <a:lnTo>
                  <a:pt x="2781300" y="3533775"/>
                </a:lnTo>
                <a:lnTo>
                  <a:pt x="2762250" y="3609975"/>
                </a:lnTo>
                <a:lnTo>
                  <a:pt x="2743200" y="3629025"/>
                </a:lnTo>
                <a:lnTo>
                  <a:pt x="2714625" y="3686175"/>
                </a:lnTo>
                <a:lnTo>
                  <a:pt x="2676525" y="3733800"/>
                </a:lnTo>
                <a:lnTo>
                  <a:pt x="2638425" y="3790950"/>
                </a:lnTo>
                <a:lnTo>
                  <a:pt x="2667000" y="3886200"/>
                </a:lnTo>
                <a:lnTo>
                  <a:pt x="2705100" y="3952875"/>
                </a:lnTo>
                <a:lnTo>
                  <a:pt x="2600325" y="3971925"/>
                </a:lnTo>
                <a:lnTo>
                  <a:pt x="2676525" y="3990975"/>
                </a:lnTo>
                <a:lnTo>
                  <a:pt x="2657475" y="4057650"/>
                </a:lnTo>
                <a:lnTo>
                  <a:pt x="2600325" y="3990975"/>
                </a:lnTo>
                <a:lnTo>
                  <a:pt x="2590800" y="4057650"/>
                </a:lnTo>
                <a:lnTo>
                  <a:pt x="2562225" y="4095750"/>
                </a:lnTo>
                <a:lnTo>
                  <a:pt x="2590800" y="4219575"/>
                </a:lnTo>
                <a:lnTo>
                  <a:pt x="2390775" y="4048125"/>
                </a:lnTo>
                <a:lnTo>
                  <a:pt x="2457450" y="4162425"/>
                </a:lnTo>
                <a:lnTo>
                  <a:pt x="2428875" y="4267200"/>
                </a:lnTo>
                <a:lnTo>
                  <a:pt x="2438400" y="4324350"/>
                </a:lnTo>
                <a:lnTo>
                  <a:pt x="2352675" y="4314825"/>
                </a:lnTo>
                <a:lnTo>
                  <a:pt x="2266950" y="4400550"/>
                </a:lnTo>
                <a:lnTo>
                  <a:pt x="2228850" y="4343400"/>
                </a:lnTo>
                <a:lnTo>
                  <a:pt x="2143125" y="4314825"/>
                </a:lnTo>
                <a:lnTo>
                  <a:pt x="2076450" y="4352925"/>
                </a:lnTo>
                <a:lnTo>
                  <a:pt x="2114550" y="4324350"/>
                </a:lnTo>
                <a:lnTo>
                  <a:pt x="2238375" y="4352925"/>
                </a:lnTo>
                <a:lnTo>
                  <a:pt x="2247900" y="4410075"/>
                </a:lnTo>
                <a:lnTo>
                  <a:pt x="2200275" y="4419600"/>
                </a:lnTo>
                <a:lnTo>
                  <a:pt x="2171700" y="4495800"/>
                </a:lnTo>
                <a:lnTo>
                  <a:pt x="2171700" y="4533900"/>
                </a:lnTo>
                <a:lnTo>
                  <a:pt x="2152650" y="4572000"/>
                </a:lnTo>
                <a:lnTo>
                  <a:pt x="2124075" y="4619625"/>
                </a:lnTo>
                <a:lnTo>
                  <a:pt x="2124075" y="4648200"/>
                </a:lnTo>
                <a:lnTo>
                  <a:pt x="2085975" y="4657725"/>
                </a:lnTo>
                <a:lnTo>
                  <a:pt x="2143125" y="4705350"/>
                </a:lnTo>
                <a:lnTo>
                  <a:pt x="2057400" y="4686300"/>
                </a:lnTo>
                <a:lnTo>
                  <a:pt x="2000250" y="4676775"/>
                </a:lnTo>
                <a:lnTo>
                  <a:pt x="2028825" y="470535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-2514600" y="4410075"/>
            <a:ext cx="3648075" cy="4724400"/>
          </a:xfrm>
          <a:custGeom>
            <a:avLst/>
            <a:gdLst/>
            <a:ahLst/>
            <a:cxnLst/>
            <a:rect l="l" t="t" r="r" b="b"/>
            <a:pathLst>
              <a:path w="3648075" h="4724400">
                <a:moveTo>
                  <a:pt x="2047875" y="4695825"/>
                </a:moveTo>
                <a:lnTo>
                  <a:pt x="2028825" y="4591050"/>
                </a:lnTo>
                <a:lnTo>
                  <a:pt x="2066925" y="4543425"/>
                </a:lnTo>
                <a:lnTo>
                  <a:pt x="2114550" y="4676775"/>
                </a:lnTo>
                <a:lnTo>
                  <a:pt x="1962150" y="4629150"/>
                </a:lnTo>
                <a:lnTo>
                  <a:pt x="1905000" y="4581525"/>
                </a:lnTo>
                <a:lnTo>
                  <a:pt x="1790700" y="4486275"/>
                </a:lnTo>
                <a:lnTo>
                  <a:pt x="1704975" y="4457700"/>
                </a:lnTo>
                <a:lnTo>
                  <a:pt x="1600200" y="4438650"/>
                </a:lnTo>
                <a:lnTo>
                  <a:pt x="1552575" y="4400550"/>
                </a:lnTo>
                <a:lnTo>
                  <a:pt x="1581150" y="4314825"/>
                </a:lnTo>
                <a:lnTo>
                  <a:pt x="1543050" y="4210050"/>
                </a:lnTo>
                <a:lnTo>
                  <a:pt x="1476375" y="4219575"/>
                </a:lnTo>
                <a:lnTo>
                  <a:pt x="1457325" y="4210050"/>
                </a:lnTo>
                <a:lnTo>
                  <a:pt x="1485900" y="4048125"/>
                </a:lnTo>
                <a:lnTo>
                  <a:pt x="1466850" y="4086225"/>
                </a:lnTo>
                <a:lnTo>
                  <a:pt x="1390650" y="3971925"/>
                </a:lnTo>
                <a:lnTo>
                  <a:pt x="1409700" y="4000500"/>
                </a:lnTo>
                <a:lnTo>
                  <a:pt x="1390650" y="3981450"/>
                </a:lnTo>
                <a:lnTo>
                  <a:pt x="1333500" y="3952875"/>
                </a:lnTo>
                <a:lnTo>
                  <a:pt x="1304925" y="3933825"/>
                </a:lnTo>
                <a:lnTo>
                  <a:pt x="1200150" y="3848100"/>
                </a:lnTo>
                <a:lnTo>
                  <a:pt x="1181100" y="3838575"/>
                </a:lnTo>
                <a:lnTo>
                  <a:pt x="1076325" y="3781425"/>
                </a:lnTo>
                <a:lnTo>
                  <a:pt x="990600" y="3771900"/>
                </a:lnTo>
                <a:lnTo>
                  <a:pt x="1047750" y="3714750"/>
                </a:lnTo>
                <a:lnTo>
                  <a:pt x="981075" y="3638550"/>
                </a:lnTo>
                <a:lnTo>
                  <a:pt x="895350" y="3619500"/>
                </a:lnTo>
                <a:lnTo>
                  <a:pt x="838200" y="3581400"/>
                </a:lnTo>
                <a:lnTo>
                  <a:pt x="790575" y="3533775"/>
                </a:lnTo>
                <a:lnTo>
                  <a:pt x="704850" y="3505200"/>
                </a:lnTo>
                <a:lnTo>
                  <a:pt x="714375" y="3457575"/>
                </a:lnTo>
                <a:lnTo>
                  <a:pt x="619125" y="3381375"/>
                </a:lnTo>
                <a:lnTo>
                  <a:pt x="428625" y="3486150"/>
                </a:lnTo>
                <a:lnTo>
                  <a:pt x="428625" y="3390900"/>
                </a:lnTo>
                <a:lnTo>
                  <a:pt x="361950" y="3362325"/>
                </a:lnTo>
                <a:lnTo>
                  <a:pt x="333375" y="3257550"/>
                </a:lnTo>
                <a:lnTo>
                  <a:pt x="371475" y="3095625"/>
                </a:lnTo>
                <a:lnTo>
                  <a:pt x="342900" y="3019425"/>
                </a:lnTo>
                <a:lnTo>
                  <a:pt x="381000" y="2952750"/>
                </a:lnTo>
                <a:lnTo>
                  <a:pt x="409575" y="2943225"/>
                </a:lnTo>
                <a:lnTo>
                  <a:pt x="428625" y="2886075"/>
                </a:lnTo>
                <a:lnTo>
                  <a:pt x="476250" y="2819400"/>
                </a:lnTo>
                <a:lnTo>
                  <a:pt x="428625" y="2819400"/>
                </a:lnTo>
                <a:lnTo>
                  <a:pt x="466725" y="2724150"/>
                </a:lnTo>
                <a:lnTo>
                  <a:pt x="590550" y="2790825"/>
                </a:lnTo>
                <a:lnTo>
                  <a:pt x="581025" y="2686050"/>
                </a:lnTo>
                <a:lnTo>
                  <a:pt x="571500" y="2571750"/>
                </a:lnTo>
                <a:lnTo>
                  <a:pt x="495300" y="2447925"/>
                </a:lnTo>
                <a:lnTo>
                  <a:pt x="514350" y="2514600"/>
                </a:lnTo>
                <a:lnTo>
                  <a:pt x="466725" y="2562225"/>
                </a:lnTo>
                <a:lnTo>
                  <a:pt x="533400" y="2428875"/>
                </a:lnTo>
                <a:lnTo>
                  <a:pt x="609600" y="2371725"/>
                </a:lnTo>
                <a:lnTo>
                  <a:pt x="476250" y="2352675"/>
                </a:lnTo>
                <a:lnTo>
                  <a:pt x="409575" y="2247900"/>
                </a:lnTo>
                <a:lnTo>
                  <a:pt x="409575" y="2247900"/>
                </a:lnTo>
                <a:lnTo>
                  <a:pt x="419100" y="2095500"/>
                </a:lnTo>
                <a:lnTo>
                  <a:pt x="323850" y="2152650"/>
                </a:lnTo>
                <a:lnTo>
                  <a:pt x="333375" y="2105025"/>
                </a:lnTo>
                <a:lnTo>
                  <a:pt x="285750" y="1990725"/>
                </a:lnTo>
                <a:lnTo>
                  <a:pt x="190500" y="1971675"/>
                </a:lnTo>
                <a:lnTo>
                  <a:pt x="180975" y="1952625"/>
                </a:lnTo>
                <a:lnTo>
                  <a:pt x="133350" y="1885950"/>
                </a:lnTo>
                <a:lnTo>
                  <a:pt x="66675" y="1847850"/>
                </a:lnTo>
                <a:lnTo>
                  <a:pt x="0" y="1866900"/>
                </a:lnTo>
                <a:lnTo>
                  <a:pt x="47625" y="1781175"/>
                </a:lnTo>
                <a:lnTo>
                  <a:pt x="47625" y="1743075"/>
                </a:lnTo>
                <a:lnTo>
                  <a:pt x="57150" y="1714500"/>
                </a:lnTo>
                <a:lnTo>
                  <a:pt x="114300" y="1657350"/>
                </a:lnTo>
                <a:lnTo>
                  <a:pt x="123825" y="1590675"/>
                </a:lnTo>
                <a:lnTo>
                  <a:pt x="200025" y="1590675"/>
                </a:lnTo>
                <a:lnTo>
                  <a:pt x="190500" y="1533525"/>
                </a:lnTo>
                <a:lnTo>
                  <a:pt x="219075" y="1524000"/>
                </a:lnTo>
                <a:lnTo>
                  <a:pt x="257175" y="1495425"/>
                </a:lnTo>
                <a:lnTo>
                  <a:pt x="295275" y="1438275"/>
                </a:lnTo>
                <a:lnTo>
                  <a:pt x="266700" y="1409700"/>
                </a:lnTo>
                <a:lnTo>
                  <a:pt x="323850" y="1371600"/>
                </a:lnTo>
                <a:lnTo>
                  <a:pt x="342900" y="1314450"/>
                </a:lnTo>
                <a:lnTo>
                  <a:pt x="381000" y="1276350"/>
                </a:lnTo>
                <a:lnTo>
                  <a:pt x="361950" y="1219200"/>
                </a:lnTo>
                <a:lnTo>
                  <a:pt x="428625" y="1219200"/>
                </a:lnTo>
                <a:lnTo>
                  <a:pt x="457200" y="1143000"/>
                </a:lnTo>
                <a:lnTo>
                  <a:pt x="438150" y="1114425"/>
                </a:lnTo>
                <a:lnTo>
                  <a:pt x="457200" y="1104900"/>
                </a:lnTo>
                <a:lnTo>
                  <a:pt x="504825" y="1057275"/>
                </a:lnTo>
                <a:lnTo>
                  <a:pt x="514350" y="1038225"/>
                </a:lnTo>
                <a:lnTo>
                  <a:pt x="495300" y="1000125"/>
                </a:lnTo>
                <a:lnTo>
                  <a:pt x="495300" y="981075"/>
                </a:lnTo>
                <a:lnTo>
                  <a:pt x="514350" y="933450"/>
                </a:lnTo>
                <a:lnTo>
                  <a:pt x="561975" y="904875"/>
                </a:lnTo>
                <a:lnTo>
                  <a:pt x="533400" y="857250"/>
                </a:lnTo>
                <a:lnTo>
                  <a:pt x="571500" y="771525"/>
                </a:lnTo>
                <a:lnTo>
                  <a:pt x="628650" y="781050"/>
                </a:lnTo>
                <a:lnTo>
                  <a:pt x="609600" y="733425"/>
                </a:lnTo>
                <a:lnTo>
                  <a:pt x="619125" y="704850"/>
                </a:lnTo>
                <a:lnTo>
                  <a:pt x="647700" y="628650"/>
                </a:lnTo>
                <a:lnTo>
                  <a:pt x="695325" y="600075"/>
                </a:lnTo>
                <a:lnTo>
                  <a:pt x="638175" y="657225"/>
                </a:lnTo>
                <a:lnTo>
                  <a:pt x="647700" y="885825"/>
                </a:lnTo>
                <a:lnTo>
                  <a:pt x="838200" y="876300"/>
                </a:lnTo>
                <a:lnTo>
                  <a:pt x="847725" y="714375"/>
                </a:lnTo>
                <a:lnTo>
                  <a:pt x="876300" y="762000"/>
                </a:lnTo>
                <a:lnTo>
                  <a:pt x="1000125" y="800100"/>
                </a:lnTo>
                <a:lnTo>
                  <a:pt x="1009650" y="676275"/>
                </a:lnTo>
                <a:lnTo>
                  <a:pt x="962025" y="685800"/>
                </a:lnTo>
                <a:lnTo>
                  <a:pt x="990600" y="609600"/>
                </a:lnTo>
                <a:lnTo>
                  <a:pt x="1066800" y="581025"/>
                </a:lnTo>
                <a:lnTo>
                  <a:pt x="1028700" y="609600"/>
                </a:lnTo>
                <a:lnTo>
                  <a:pt x="1009650" y="495300"/>
                </a:lnTo>
                <a:lnTo>
                  <a:pt x="1076325" y="495300"/>
                </a:lnTo>
                <a:lnTo>
                  <a:pt x="981075" y="485775"/>
                </a:lnTo>
                <a:lnTo>
                  <a:pt x="990600" y="409575"/>
                </a:lnTo>
                <a:lnTo>
                  <a:pt x="1047750" y="390525"/>
                </a:lnTo>
                <a:lnTo>
                  <a:pt x="1019175" y="352425"/>
                </a:lnTo>
                <a:lnTo>
                  <a:pt x="1152525" y="428625"/>
                </a:lnTo>
                <a:lnTo>
                  <a:pt x="1095375" y="466725"/>
                </a:lnTo>
                <a:lnTo>
                  <a:pt x="1181100" y="352425"/>
                </a:lnTo>
                <a:lnTo>
                  <a:pt x="1219200" y="304800"/>
                </a:lnTo>
                <a:lnTo>
                  <a:pt x="1266825" y="304800"/>
                </a:lnTo>
                <a:lnTo>
                  <a:pt x="1343025" y="238125"/>
                </a:lnTo>
                <a:lnTo>
                  <a:pt x="1409700" y="200025"/>
                </a:lnTo>
                <a:lnTo>
                  <a:pt x="1381125" y="123825"/>
                </a:lnTo>
                <a:lnTo>
                  <a:pt x="1457325" y="171450"/>
                </a:lnTo>
                <a:lnTo>
                  <a:pt x="1419225" y="123825"/>
                </a:lnTo>
                <a:lnTo>
                  <a:pt x="1438275" y="95250"/>
                </a:lnTo>
                <a:lnTo>
                  <a:pt x="1504950" y="95250"/>
                </a:lnTo>
                <a:lnTo>
                  <a:pt x="1562100" y="0"/>
                </a:lnTo>
                <a:lnTo>
                  <a:pt x="1657350" y="9525"/>
                </a:lnTo>
                <a:lnTo>
                  <a:pt x="1704975" y="0"/>
                </a:lnTo>
                <a:lnTo>
                  <a:pt x="1847850" y="66675"/>
                </a:lnTo>
                <a:lnTo>
                  <a:pt x="1876425" y="95250"/>
                </a:lnTo>
                <a:lnTo>
                  <a:pt x="1895475" y="133350"/>
                </a:lnTo>
                <a:lnTo>
                  <a:pt x="1914525" y="209550"/>
                </a:lnTo>
                <a:lnTo>
                  <a:pt x="2028825" y="228600"/>
                </a:lnTo>
                <a:lnTo>
                  <a:pt x="2085975" y="238125"/>
                </a:lnTo>
                <a:lnTo>
                  <a:pt x="2152650" y="257175"/>
                </a:lnTo>
                <a:lnTo>
                  <a:pt x="2171700" y="228600"/>
                </a:lnTo>
                <a:lnTo>
                  <a:pt x="2190750" y="152400"/>
                </a:lnTo>
                <a:lnTo>
                  <a:pt x="2286000" y="266700"/>
                </a:lnTo>
                <a:lnTo>
                  <a:pt x="2400300" y="247650"/>
                </a:lnTo>
                <a:lnTo>
                  <a:pt x="2409825" y="247650"/>
                </a:lnTo>
                <a:lnTo>
                  <a:pt x="2419350" y="266700"/>
                </a:lnTo>
                <a:lnTo>
                  <a:pt x="2505075" y="285750"/>
                </a:lnTo>
                <a:lnTo>
                  <a:pt x="2533650" y="361950"/>
                </a:lnTo>
                <a:lnTo>
                  <a:pt x="2581275" y="304800"/>
                </a:lnTo>
                <a:lnTo>
                  <a:pt x="2571750" y="352425"/>
                </a:lnTo>
                <a:lnTo>
                  <a:pt x="2686050" y="361950"/>
                </a:lnTo>
                <a:lnTo>
                  <a:pt x="2762250" y="409575"/>
                </a:lnTo>
                <a:lnTo>
                  <a:pt x="2838450" y="419100"/>
                </a:lnTo>
                <a:lnTo>
                  <a:pt x="2876550" y="476250"/>
                </a:lnTo>
                <a:lnTo>
                  <a:pt x="2971800" y="533400"/>
                </a:lnTo>
                <a:lnTo>
                  <a:pt x="3048000" y="542925"/>
                </a:lnTo>
                <a:lnTo>
                  <a:pt x="3086100" y="495300"/>
                </a:lnTo>
                <a:lnTo>
                  <a:pt x="3143250" y="514350"/>
                </a:lnTo>
                <a:lnTo>
                  <a:pt x="3228975" y="552450"/>
                </a:lnTo>
                <a:lnTo>
                  <a:pt x="3286125" y="523875"/>
                </a:lnTo>
                <a:lnTo>
                  <a:pt x="3352800" y="514350"/>
                </a:lnTo>
                <a:lnTo>
                  <a:pt x="3343275" y="552450"/>
                </a:lnTo>
                <a:lnTo>
                  <a:pt x="3438525" y="571500"/>
                </a:lnTo>
                <a:lnTo>
                  <a:pt x="3495675" y="590550"/>
                </a:lnTo>
                <a:lnTo>
                  <a:pt x="3486150" y="619125"/>
                </a:lnTo>
                <a:lnTo>
                  <a:pt x="3648075" y="809625"/>
                </a:lnTo>
                <a:lnTo>
                  <a:pt x="3581400" y="666750"/>
                </a:lnTo>
                <a:lnTo>
                  <a:pt x="3476625" y="847725"/>
                </a:lnTo>
                <a:lnTo>
                  <a:pt x="3524250" y="923925"/>
                </a:lnTo>
                <a:lnTo>
                  <a:pt x="3476625" y="838200"/>
                </a:lnTo>
                <a:lnTo>
                  <a:pt x="3467100" y="933450"/>
                </a:lnTo>
                <a:lnTo>
                  <a:pt x="3514725" y="962025"/>
                </a:lnTo>
                <a:lnTo>
                  <a:pt x="3514725" y="942975"/>
                </a:lnTo>
                <a:lnTo>
                  <a:pt x="3533775" y="866775"/>
                </a:lnTo>
                <a:lnTo>
                  <a:pt x="3619500" y="914400"/>
                </a:lnTo>
                <a:lnTo>
                  <a:pt x="3571875" y="1047750"/>
                </a:lnTo>
                <a:lnTo>
                  <a:pt x="3524250" y="1104900"/>
                </a:lnTo>
                <a:lnTo>
                  <a:pt x="3419475" y="1200150"/>
                </a:lnTo>
                <a:lnTo>
                  <a:pt x="3400425" y="1276350"/>
                </a:lnTo>
                <a:lnTo>
                  <a:pt x="3343275" y="1314450"/>
                </a:lnTo>
                <a:lnTo>
                  <a:pt x="3324225" y="1333500"/>
                </a:lnTo>
                <a:lnTo>
                  <a:pt x="3295650" y="1352550"/>
                </a:lnTo>
                <a:lnTo>
                  <a:pt x="3371850" y="1419225"/>
                </a:lnTo>
                <a:lnTo>
                  <a:pt x="3429000" y="1504950"/>
                </a:lnTo>
                <a:lnTo>
                  <a:pt x="3467100" y="1485900"/>
                </a:lnTo>
                <a:lnTo>
                  <a:pt x="3390900" y="1524000"/>
                </a:lnTo>
                <a:lnTo>
                  <a:pt x="3314700" y="1638300"/>
                </a:lnTo>
                <a:lnTo>
                  <a:pt x="3333750" y="1685925"/>
                </a:lnTo>
                <a:lnTo>
                  <a:pt x="3352800" y="1781175"/>
                </a:lnTo>
                <a:lnTo>
                  <a:pt x="3409950" y="1752600"/>
                </a:lnTo>
                <a:lnTo>
                  <a:pt x="3314700" y="1800225"/>
                </a:lnTo>
                <a:lnTo>
                  <a:pt x="3352800" y="1857375"/>
                </a:lnTo>
                <a:lnTo>
                  <a:pt x="3390900" y="1885950"/>
                </a:lnTo>
                <a:lnTo>
                  <a:pt x="3448050" y="1952625"/>
                </a:lnTo>
                <a:lnTo>
                  <a:pt x="3467100" y="2009775"/>
                </a:lnTo>
                <a:lnTo>
                  <a:pt x="3457575" y="2019300"/>
                </a:lnTo>
                <a:lnTo>
                  <a:pt x="3505200" y="2066925"/>
                </a:lnTo>
                <a:lnTo>
                  <a:pt x="3486150" y="2124075"/>
                </a:lnTo>
                <a:lnTo>
                  <a:pt x="3486150" y="2228850"/>
                </a:lnTo>
                <a:lnTo>
                  <a:pt x="3409950" y="2247900"/>
                </a:lnTo>
                <a:lnTo>
                  <a:pt x="3371850" y="2276475"/>
                </a:lnTo>
                <a:lnTo>
                  <a:pt x="3352800" y="2371725"/>
                </a:lnTo>
                <a:lnTo>
                  <a:pt x="3352800" y="2419350"/>
                </a:lnTo>
                <a:lnTo>
                  <a:pt x="3333750" y="2476500"/>
                </a:lnTo>
                <a:lnTo>
                  <a:pt x="3286125" y="2495550"/>
                </a:lnTo>
                <a:lnTo>
                  <a:pt x="3248025" y="2543175"/>
                </a:lnTo>
                <a:lnTo>
                  <a:pt x="3267075" y="2609850"/>
                </a:lnTo>
                <a:lnTo>
                  <a:pt x="3190875" y="2667000"/>
                </a:lnTo>
                <a:lnTo>
                  <a:pt x="3162300" y="2724150"/>
                </a:lnTo>
                <a:lnTo>
                  <a:pt x="3133725" y="2771775"/>
                </a:lnTo>
                <a:lnTo>
                  <a:pt x="3105150" y="2847975"/>
                </a:lnTo>
                <a:lnTo>
                  <a:pt x="3095625" y="2905125"/>
                </a:lnTo>
                <a:lnTo>
                  <a:pt x="3057525" y="2933700"/>
                </a:lnTo>
                <a:lnTo>
                  <a:pt x="3095625" y="3019425"/>
                </a:lnTo>
                <a:lnTo>
                  <a:pt x="3009900" y="3076575"/>
                </a:lnTo>
                <a:lnTo>
                  <a:pt x="3009900" y="3105150"/>
                </a:lnTo>
                <a:lnTo>
                  <a:pt x="2971800" y="3200400"/>
                </a:lnTo>
                <a:lnTo>
                  <a:pt x="2990850" y="3228975"/>
                </a:lnTo>
                <a:lnTo>
                  <a:pt x="2962275" y="3324225"/>
                </a:lnTo>
                <a:lnTo>
                  <a:pt x="2914650" y="3343275"/>
                </a:lnTo>
                <a:lnTo>
                  <a:pt x="2905125" y="3381375"/>
                </a:lnTo>
                <a:lnTo>
                  <a:pt x="2876550" y="3476625"/>
                </a:lnTo>
                <a:lnTo>
                  <a:pt x="2838450" y="3495675"/>
                </a:lnTo>
                <a:lnTo>
                  <a:pt x="2800350" y="3514725"/>
                </a:lnTo>
                <a:lnTo>
                  <a:pt x="2790825" y="3600450"/>
                </a:lnTo>
                <a:lnTo>
                  <a:pt x="2733675" y="3638550"/>
                </a:lnTo>
                <a:lnTo>
                  <a:pt x="2714625" y="3714750"/>
                </a:lnTo>
                <a:lnTo>
                  <a:pt x="2714625" y="3743325"/>
                </a:lnTo>
                <a:lnTo>
                  <a:pt x="2686050" y="3848100"/>
                </a:lnTo>
                <a:lnTo>
                  <a:pt x="2628900" y="4010025"/>
                </a:lnTo>
                <a:lnTo>
                  <a:pt x="2743200" y="3895725"/>
                </a:lnTo>
                <a:lnTo>
                  <a:pt x="2743200" y="4029075"/>
                </a:lnTo>
                <a:lnTo>
                  <a:pt x="2695575" y="4048125"/>
                </a:lnTo>
                <a:lnTo>
                  <a:pt x="2762250" y="4067175"/>
                </a:lnTo>
                <a:lnTo>
                  <a:pt x="2676525" y="4171950"/>
                </a:lnTo>
                <a:lnTo>
                  <a:pt x="2619375" y="4095750"/>
                </a:lnTo>
                <a:lnTo>
                  <a:pt x="2609850" y="4143375"/>
                </a:lnTo>
                <a:lnTo>
                  <a:pt x="2590800" y="4324350"/>
                </a:lnTo>
                <a:lnTo>
                  <a:pt x="2505075" y="4229100"/>
                </a:lnTo>
                <a:lnTo>
                  <a:pt x="2524125" y="4286250"/>
                </a:lnTo>
                <a:lnTo>
                  <a:pt x="2466975" y="4267200"/>
                </a:lnTo>
                <a:lnTo>
                  <a:pt x="2362200" y="4219575"/>
                </a:lnTo>
                <a:lnTo>
                  <a:pt x="2314575" y="4257675"/>
                </a:lnTo>
                <a:lnTo>
                  <a:pt x="2238375" y="4333875"/>
                </a:lnTo>
                <a:lnTo>
                  <a:pt x="2209800" y="4305300"/>
                </a:lnTo>
                <a:lnTo>
                  <a:pt x="2247900" y="4143375"/>
                </a:lnTo>
                <a:lnTo>
                  <a:pt x="2228850" y="4305300"/>
                </a:lnTo>
                <a:lnTo>
                  <a:pt x="2257425" y="4333875"/>
                </a:lnTo>
                <a:lnTo>
                  <a:pt x="2266950" y="4352925"/>
                </a:lnTo>
                <a:lnTo>
                  <a:pt x="2228850" y="4400550"/>
                </a:lnTo>
                <a:lnTo>
                  <a:pt x="2209800" y="4429125"/>
                </a:lnTo>
                <a:lnTo>
                  <a:pt x="2171700" y="4391025"/>
                </a:lnTo>
                <a:lnTo>
                  <a:pt x="2171700" y="4543425"/>
                </a:lnTo>
                <a:lnTo>
                  <a:pt x="2143125" y="4572000"/>
                </a:lnTo>
                <a:lnTo>
                  <a:pt x="2095500" y="4676775"/>
                </a:lnTo>
                <a:lnTo>
                  <a:pt x="2143125" y="4676775"/>
                </a:lnTo>
                <a:lnTo>
                  <a:pt x="2114550" y="4629150"/>
                </a:lnTo>
                <a:lnTo>
                  <a:pt x="2152650" y="4657725"/>
                </a:lnTo>
                <a:lnTo>
                  <a:pt x="2057400" y="4724400"/>
                </a:lnTo>
                <a:lnTo>
                  <a:pt x="2038350" y="472440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-1419225" y="5924550"/>
            <a:ext cx="1304925" cy="1676400"/>
          </a:xfrm>
          <a:custGeom>
            <a:avLst/>
            <a:gdLst/>
            <a:ahLst/>
            <a:cxnLst/>
            <a:rect l="l" t="t" r="r" b="b"/>
            <a:pathLst>
              <a:path w="1304925" h="1676400">
                <a:moveTo>
                  <a:pt x="704850" y="1647825"/>
                </a:moveTo>
                <a:lnTo>
                  <a:pt x="781050" y="1647825"/>
                </a:lnTo>
                <a:lnTo>
                  <a:pt x="733425" y="1676400"/>
                </a:lnTo>
                <a:lnTo>
                  <a:pt x="647700" y="1676400"/>
                </a:lnTo>
                <a:lnTo>
                  <a:pt x="695325" y="1619250"/>
                </a:lnTo>
                <a:lnTo>
                  <a:pt x="695325" y="1628775"/>
                </a:lnTo>
                <a:lnTo>
                  <a:pt x="647700" y="1619250"/>
                </a:lnTo>
                <a:lnTo>
                  <a:pt x="590550" y="1581150"/>
                </a:lnTo>
                <a:lnTo>
                  <a:pt x="552450" y="1581150"/>
                </a:lnTo>
                <a:lnTo>
                  <a:pt x="600075" y="1552575"/>
                </a:lnTo>
                <a:lnTo>
                  <a:pt x="609600" y="1562100"/>
                </a:lnTo>
                <a:lnTo>
                  <a:pt x="600075" y="1562100"/>
                </a:lnTo>
                <a:lnTo>
                  <a:pt x="542925" y="1495425"/>
                </a:lnTo>
                <a:lnTo>
                  <a:pt x="495300" y="1495425"/>
                </a:lnTo>
                <a:lnTo>
                  <a:pt x="495300" y="1466850"/>
                </a:lnTo>
                <a:lnTo>
                  <a:pt x="504825" y="1457325"/>
                </a:lnTo>
                <a:lnTo>
                  <a:pt x="485775" y="1409700"/>
                </a:lnTo>
                <a:lnTo>
                  <a:pt x="542925" y="1447800"/>
                </a:lnTo>
                <a:lnTo>
                  <a:pt x="476250" y="1352550"/>
                </a:lnTo>
                <a:lnTo>
                  <a:pt x="447675" y="1400175"/>
                </a:lnTo>
                <a:lnTo>
                  <a:pt x="447675" y="1400175"/>
                </a:lnTo>
                <a:lnTo>
                  <a:pt x="438150" y="1362075"/>
                </a:lnTo>
                <a:lnTo>
                  <a:pt x="428625" y="1390650"/>
                </a:lnTo>
                <a:lnTo>
                  <a:pt x="409575" y="1343025"/>
                </a:lnTo>
                <a:lnTo>
                  <a:pt x="352425" y="1343025"/>
                </a:lnTo>
                <a:lnTo>
                  <a:pt x="352425" y="1323975"/>
                </a:lnTo>
                <a:lnTo>
                  <a:pt x="342900" y="1266825"/>
                </a:lnTo>
                <a:lnTo>
                  <a:pt x="342900" y="1285875"/>
                </a:lnTo>
                <a:lnTo>
                  <a:pt x="295275" y="1276350"/>
                </a:lnTo>
                <a:lnTo>
                  <a:pt x="295275" y="1247775"/>
                </a:lnTo>
                <a:lnTo>
                  <a:pt x="257175" y="1219200"/>
                </a:lnTo>
                <a:lnTo>
                  <a:pt x="238125" y="1238250"/>
                </a:lnTo>
                <a:lnTo>
                  <a:pt x="209550" y="1190625"/>
                </a:lnTo>
                <a:lnTo>
                  <a:pt x="152400" y="1276350"/>
                </a:lnTo>
                <a:lnTo>
                  <a:pt x="161925" y="1219200"/>
                </a:lnTo>
                <a:lnTo>
                  <a:pt x="171450" y="1200150"/>
                </a:lnTo>
                <a:lnTo>
                  <a:pt x="123825" y="1133475"/>
                </a:lnTo>
                <a:lnTo>
                  <a:pt x="104775" y="1171575"/>
                </a:lnTo>
                <a:lnTo>
                  <a:pt x="180975" y="1133475"/>
                </a:lnTo>
                <a:lnTo>
                  <a:pt x="152400" y="1085850"/>
                </a:lnTo>
                <a:lnTo>
                  <a:pt x="171450" y="1076325"/>
                </a:lnTo>
                <a:lnTo>
                  <a:pt x="123825" y="1076325"/>
                </a:lnTo>
                <a:lnTo>
                  <a:pt x="171450" y="1000125"/>
                </a:lnTo>
                <a:lnTo>
                  <a:pt x="180975" y="981075"/>
                </a:lnTo>
                <a:lnTo>
                  <a:pt x="171450" y="981075"/>
                </a:lnTo>
                <a:lnTo>
                  <a:pt x="180975" y="942975"/>
                </a:lnTo>
                <a:lnTo>
                  <a:pt x="180975" y="914400"/>
                </a:lnTo>
                <a:lnTo>
                  <a:pt x="190500" y="895350"/>
                </a:lnTo>
                <a:lnTo>
                  <a:pt x="209550" y="895350"/>
                </a:lnTo>
                <a:lnTo>
                  <a:pt x="123825" y="838200"/>
                </a:lnTo>
                <a:lnTo>
                  <a:pt x="247650" y="790575"/>
                </a:lnTo>
                <a:lnTo>
                  <a:pt x="266700" y="828675"/>
                </a:lnTo>
                <a:lnTo>
                  <a:pt x="209550" y="838200"/>
                </a:lnTo>
                <a:lnTo>
                  <a:pt x="238125" y="800100"/>
                </a:lnTo>
                <a:lnTo>
                  <a:pt x="219075" y="790575"/>
                </a:lnTo>
                <a:lnTo>
                  <a:pt x="219075" y="733425"/>
                </a:lnTo>
                <a:lnTo>
                  <a:pt x="161925" y="742950"/>
                </a:lnTo>
                <a:lnTo>
                  <a:pt x="171450" y="752475"/>
                </a:lnTo>
                <a:lnTo>
                  <a:pt x="171450" y="733425"/>
                </a:lnTo>
                <a:lnTo>
                  <a:pt x="142875" y="695325"/>
                </a:lnTo>
                <a:lnTo>
                  <a:pt x="66675" y="704850"/>
                </a:lnTo>
                <a:lnTo>
                  <a:pt x="57150" y="638175"/>
                </a:lnTo>
                <a:lnTo>
                  <a:pt x="47625" y="714375"/>
                </a:lnTo>
                <a:lnTo>
                  <a:pt x="38100" y="704850"/>
                </a:lnTo>
                <a:lnTo>
                  <a:pt x="0" y="666750"/>
                </a:lnTo>
                <a:lnTo>
                  <a:pt x="38100" y="638175"/>
                </a:lnTo>
                <a:lnTo>
                  <a:pt x="47625" y="619125"/>
                </a:lnTo>
                <a:lnTo>
                  <a:pt x="57150" y="609600"/>
                </a:lnTo>
                <a:lnTo>
                  <a:pt x="66675" y="581025"/>
                </a:lnTo>
                <a:lnTo>
                  <a:pt x="38100" y="571500"/>
                </a:lnTo>
                <a:lnTo>
                  <a:pt x="57150" y="561975"/>
                </a:lnTo>
                <a:lnTo>
                  <a:pt x="85725" y="561975"/>
                </a:lnTo>
                <a:lnTo>
                  <a:pt x="95250" y="561975"/>
                </a:lnTo>
                <a:lnTo>
                  <a:pt x="85725" y="552450"/>
                </a:lnTo>
                <a:lnTo>
                  <a:pt x="104775" y="523875"/>
                </a:lnTo>
                <a:lnTo>
                  <a:pt x="123825" y="523875"/>
                </a:lnTo>
                <a:lnTo>
                  <a:pt x="114300" y="495300"/>
                </a:lnTo>
                <a:lnTo>
                  <a:pt x="133350" y="476250"/>
                </a:lnTo>
                <a:lnTo>
                  <a:pt x="142875" y="476250"/>
                </a:lnTo>
                <a:lnTo>
                  <a:pt x="161925" y="476250"/>
                </a:lnTo>
                <a:lnTo>
                  <a:pt x="152400" y="457200"/>
                </a:lnTo>
                <a:lnTo>
                  <a:pt x="152400" y="419100"/>
                </a:lnTo>
                <a:lnTo>
                  <a:pt x="142875" y="400050"/>
                </a:lnTo>
                <a:lnTo>
                  <a:pt x="161925" y="390525"/>
                </a:lnTo>
                <a:lnTo>
                  <a:pt x="152400" y="381000"/>
                </a:lnTo>
                <a:lnTo>
                  <a:pt x="171450" y="371475"/>
                </a:lnTo>
                <a:lnTo>
                  <a:pt x="200025" y="381000"/>
                </a:lnTo>
                <a:lnTo>
                  <a:pt x="209550" y="361950"/>
                </a:lnTo>
                <a:lnTo>
                  <a:pt x="190500" y="342900"/>
                </a:lnTo>
                <a:lnTo>
                  <a:pt x="180975" y="342900"/>
                </a:lnTo>
                <a:lnTo>
                  <a:pt x="209550" y="333375"/>
                </a:lnTo>
                <a:lnTo>
                  <a:pt x="219075" y="295275"/>
                </a:lnTo>
                <a:lnTo>
                  <a:pt x="200025" y="276225"/>
                </a:lnTo>
                <a:lnTo>
                  <a:pt x="219075" y="285750"/>
                </a:lnTo>
                <a:lnTo>
                  <a:pt x="228600" y="285750"/>
                </a:lnTo>
                <a:lnTo>
                  <a:pt x="228600" y="247650"/>
                </a:lnTo>
                <a:lnTo>
                  <a:pt x="238125" y="247650"/>
                </a:lnTo>
                <a:lnTo>
                  <a:pt x="161925" y="276225"/>
                </a:lnTo>
                <a:lnTo>
                  <a:pt x="276225" y="295275"/>
                </a:lnTo>
                <a:lnTo>
                  <a:pt x="257175" y="266700"/>
                </a:lnTo>
                <a:lnTo>
                  <a:pt x="285750" y="285750"/>
                </a:lnTo>
                <a:lnTo>
                  <a:pt x="342900" y="276225"/>
                </a:lnTo>
                <a:lnTo>
                  <a:pt x="381000" y="219075"/>
                </a:lnTo>
                <a:lnTo>
                  <a:pt x="371475" y="285750"/>
                </a:lnTo>
                <a:lnTo>
                  <a:pt x="342900" y="247650"/>
                </a:lnTo>
                <a:lnTo>
                  <a:pt x="361950" y="228600"/>
                </a:lnTo>
                <a:lnTo>
                  <a:pt x="361950" y="209550"/>
                </a:lnTo>
                <a:lnTo>
                  <a:pt x="342900" y="200025"/>
                </a:lnTo>
                <a:lnTo>
                  <a:pt x="371475" y="190500"/>
                </a:lnTo>
                <a:lnTo>
                  <a:pt x="342900" y="228600"/>
                </a:lnTo>
                <a:lnTo>
                  <a:pt x="400050" y="180975"/>
                </a:lnTo>
                <a:lnTo>
                  <a:pt x="361950" y="142875"/>
                </a:lnTo>
                <a:lnTo>
                  <a:pt x="342900" y="171450"/>
                </a:lnTo>
                <a:lnTo>
                  <a:pt x="409575" y="180975"/>
                </a:lnTo>
                <a:lnTo>
                  <a:pt x="400050" y="161925"/>
                </a:lnTo>
                <a:lnTo>
                  <a:pt x="457200" y="133350"/>
                </a:lnTo>
                <a:lnTo>
                  <a:pt x="419100" y="152400"/>
                </a:lnTo>
                <a:lnTo>
                  <a:pt x="428625" y="114300"/>
                </a:lnTo>
                <a:lnTo>
                  <a:pt x="428625" y="104775"/>
                </a:lnTo>
                <a:lnTo>
                  <a:pt x="457200" y="114300"/>
                </a:lnTo>
                <a:lnTo>
                  <a:pt x="504825" y="95250"/>
                </a:lnTo>
                <a:lnTo>
                  <a:pt x="495300" y="47625"/>
                </a:lnTo>
                <a:lnTo>
                  <a:pt x="514350" y="57150"/>
                </a:lnTo>
                <a:lnTo>
                  <a:pt x="542925" y="66675"/>
                </a:lnTo>
                <a:lnTo>
                  <a:pt x="504825" y="85725"/>
                </a:lnTo>
                <a:lnTo>
                  <a:pt x="552450" y="76200"/>
                </a:lnTo>
                <a:lnTo>
                  <a:pt x="561975" y="28575"/>
                </a:lnTo>
                <a:lnTo>
                  <a:pt x="590550" y="19050"/>
                </a:lnTo>
                <a:lnTo>
                  <a:pt x="590550" y="38100"/>
                </a:lnTo>
                <a:lnTo>
                  <a:pt x="609600" y="28575"/>
                </a:lnTo>
                <a:lnTo>
                  <a:pt x="619125" y="19050"/>
                </a:lnTo>
                <a:lnTo>
                  <a:pt x="638175" y="0"/>
                </a:lnTo>
                <a:lnTo>
                  <a:pt x="676275" y="85725"/>
                </a:lnTo>
                <a:lnTo>
                  <a:pt x="733425" y="76200"/>
                </a:lnTo>
                <a:lnTo>
                  <a:pt x="704850" y="133350"/>
                </a:lnTo>
                <a:lnTo>
                  <a:pt x="762000" y="123825"/>
                </a:lnTo>
                <a:lnTo>
                  <a:pt x="762000" y="104775"/>
                </a:lnTo>
                <a:lnTo>
                  <a:pt x="781050" y="123825"/>
                </a:lnTo>
                <a:lnTo>
                  <a:pt x="781050" y="85725"/>
                </a:lnTo>
                <a:lnTo>
                  <a:pt x="819150" y="104775"/>
                </a:lnTo>
                <a:lnTo>
                  <a:pt x="847725" y="104775"/>
                </a:lnTo>
                <a:lnTo>
                  <a:pt x="847725" y="123825"/>
                </a:lnTo>
                <a:lnTo>
                  <a:pt x="876300" y="133350"/>
                </a:lnTo>
                <a:lnTo>
                  <a:pt x="876300" y="123825"/>
                </a:lnTo>
                <a:lnTo>
                  <a:pt x="895350" y="152400"/>
                </a:lnTo>
                <a:lnTo>
                  <a:pt x="923925" y="161925"/>
                </a:lnTo>
                <a:lnTo>
                  <a:pt x="904875" y="123825"/>
                </a:lnTo>
                <a:lnTo>
                  <a:pt x="971550" y="133350"/>
                </a:lnTo>
                <a:lnTo>
                  <a:pt x="990600" y="152400"/>
                </a:lnTo>
                <a:lnTo>
                  <a:pt x="1019175" y="161925"/>
                </a:lnTo>
                <a:lnTo>
                  <a:pt x="1009650" y="190500"/>
                </a:lnTo>
                <a:lnTo>
                  <a:pt x="1038225" y="180975"/>
                </a:lnTo>
                <a:lnTo>
                  <a:pt x="1085850" y="209550"/>
                </a:lnTo>
                <a:lnTo>
                  <a:pt x="1114425" y="200025"/>
                </a:lnTo>
                <a:lnTo>
                  <a:pt x="1123950" y="180975"/>
                </a:lnTo>
                <a:lnTo>
                  <a:pt x="1162050" y="209550"/>
                </a:lnTo>
                <a:lnTo>
                  <a:pt x="1171575" y="219075"/>
                </a:lnTo>
                <a:lnTo>
                  <a:pt x="1171575" y="209550"/>
                </a:lnTo>
                <a:lnTo>
                  <a:pt x="1181100" y="238125"/>
                </a:lnTo>
                <a:lnTo>
                  <a:pt x="1200150" y="257175"/>
                </a:lnTo>
                <a:lnTo>
                  <a:pt x="1209675" y="247650"/>
                </a:lnTo>
                <a:lnTo>
                  <a:pt x="1295400" y="304800"/>
                </a:lnTo>
                <a:lnTo>
                  <a:pt x="1304925" y="381000"/>
                </a:lnTo>
                <a:lnTo>
                  <a:pt x="1257300" y="333375"/>
                </a:lnTo>
                <a:lnTo>
                  <a:pt x="1219200" y="342900"/>
                </a:lnTo>
                <a:lnTo>
                  <a:pt x="1276350" y="371475"/>
                </a:lnTo>
                <a:lnTo>
                  <a:pt x="1228725" y="381000"/>
                </a:lnTo>
                <a:lnTo>
                  <a:pt x="1200150" y="352425"/>
                </a:lnTo>
                <a:lnTo>
                  <a:pt x="1219200" y="352425"/>
                </a:lnTo>
                <a:lnTo>
                  <a:pt x="1304925" y="400050"/>
                </a:lnTo>
                <a:lnTo>
                  <a:pt x="1190625" y="466725"/>
                </a:lnTo>
                <a:lnTo>
                  <a:pt x="1238250" y="400050"/>
                </a:lnTo>
                <a:lnTo>
                  <a:pt x="1200150" y="409575"/>
                </a:lnTo>
                <a:lnTo>
                  <a:pt x="1162050" y="428625"/>
                </a:lnTo>
                <a:lnTo>
                  <a:pt x="1190625" y="428625"/>
                </a:lnTo>
                <a:lnTo>
                  <a:pt x="1181100" y="476250"/>
                </a:lnTo>
                <a:lnTo>
                  <a:pt x="1152525" y="485775"/>
                </a:lnTo>
                <a:lnTo>
                  <a:pt x="1219200" y="514350"/>
                </a:lnTo>
                <a:lnTo>
                  <a:pt x="1257300" y="533400"/>
                </a:lnTo>
                <a:lnTo>
                  <a:pt x="1209675" y="523875"/>
                </a:lnTo>
                <a:lnTo>
                  <a:pt x="1181100" y="542925"/>
                </a:lnTo>
                <a:lnTo>
                  <a:pt x="1228725" y="514350"/>
                </a:lnTo>
                <a:lnTo>
                  <a:pt x="1219200" y="571500"/>
                </a:lnTo>
                <a:lnTo>
                  <a:pt x="1152525" y="561975"/>
                </a:lnTo>
                <a:lnTo>
                  <a:pt x="1162050" y="666750"/>
                </a:lnTo>
                <a:lnTo>
                  <a:pt x="1209675" y="638175"/>
                </a:lnTo>
                <a:lnTo>
                  <a:pt x="1181100" y="647700"/>
                </a:lnTo>
                <a:lnTo>
                  <a:pt x="1190625" y="685800"/>
                </a:lnTo>
                <a:lnTo>
                  <a:pt x="1200150" y="695325"/>
                </a:lnTo>
                <a:lnTo>
                  <a:pt x="1209675" y="733425"/>
                </a:lnTo>
                <a:lnTo>
                  <a:pt x="1200150" y="733425"/>
                </a:lnTo>
                <a:lnTo>
                  <a:pt x="1219200" y="723900"/>
                </a:lnTo>
                <a:lnTo>
                  <a:pt x="1209675" y="733425"/>
                </a:lnTo>
                <a:lnTo>
                  <a:pt x="1219200" y="762000"/>
                </a:lnTo>
                <a:lnTo>
                  <a:pt x="1181100" y="790575"/>
                </a:lnTo>
                <a:lnTo>
                  <a:pt x="1200150" y="828675"/>
                </a:lnTo>
                <a:lnTo>
                  <a:pt x="1171575" y="828675"/>
                </a:lnTo>
                <a:lnTo>
                  <a:pt x="1152525" y="828675"/>
                </a:lnTo>
                <a:lnTo>
                  <a:pt x="1171575" y="866775"/>
                </a:lnTo>
                <a:lnTo>
                  <a:pt x="1143000" y="895350"/>
                </a:lnTo>
                <a:lnTo>
                  <a:pt x="1162050" y="885825"/>
                </a:lnTo>
                <a:lnTo>
                  <a:pt x="1133475" y="933450"/>
                </a:lnTo>
                <a:lnTo>
                  <a:pt x="1123950" y="933450"/>
                </a:lnTo>
                <a:lnTo>
                  <a:pt x="1114425" y="942975"/>
                </a:lnTo>
                <a:lnTo>
                  <a:pt x="1104900" y="971550"/>
                </a:lnTo>
                <a:lnTo>
                  <a:pt x="1104900" y="990600"/>
                </a:lnTo>
                <a:lnTo>
                  <a:pt x="1076325" y="1019175"/>
                </a:lnTo>
                <a:lnTo>
                  <a:pt x="1095375" y="1028700"/>
                </a:lnTo>
                <a:lnTo>
                  <a:pt x="1095375" y="1028700"/>
                </a:lnTo>
                <a:lnTo>
                  <a:pt x="1076325" y="1076325"/>
                </a:lnTo>
                <a:lnTo>
                  <a:pt x="1057275" y="1104900"/>
                </a:lnTo>
                <a:lnTo>
                  <a:pt x="1057275" y="1095375"/>
                </a:lnTo>
                <a:lnTo>
                  <a:pt x="1028700" y="1143000"/>
                </a:lnTo>
                <a:lnTo>
                  <a:pt x="1047750" y="1162050"/>
                </a:lnTo>
                <a:lnTo>
                  <a:pt x="1057275" y="1181100"/>
                </a:lnTo>
                <a:lnTo>
                  <a:pt x="1028700" y="1209675"/>
                </a:lnTo>
                <a:lnTo>
                  <a:pt x="1000125" y="1209675"/>
                </a:lnTo>
                <a:lnTo>
                  <a:pt x="981075" y="1238250"/>
                </a:lnTo>
                <a:lnTo>
                  <a:pt x="1000125" y="1238250"/>
                </a:lnTo>
                <a:lnTo>
                  <a:pt x="981075" y="1257300"/>
                </a:lnTo>
                <a:lnTo>
                  <a:pt x="971550" y="1276350"/>
                </a:lnTo>
                <a:lnTo>
                  <a:pt x="971550" y="1295400"/>
                </a:lnTo>
                <a:lnTo>
                  <a:pt x="952500" y="1304925"/>
                </a:lnTo>
                <a:lnTo>
                  <a:pt x="923925" y="1323975"/>
                </a:lnTo>
                <a:lnTo>
                  <a:pt x="923925" y="1362075"/>
                </a:lnTo>
                <a:lnTo>
                  <a:pt x="962025" y="1304925"/>
                </a:lnTo>
                <a:lnTo>
                  <a:pt x="847725" y="1371600"/>
                </a:lnTo>
                <a:lnTo>
                  <a:pt x="838200" y="1447800"/>
                </a:lnTo>
                <a:lnTo>
                  <a:pt x="923925" y="1419225"/>
                </a:lnTo>
                <a:lnTo>
                  <a:pt x="876300" y="1495425"/>
                </a:lnTo>
                <a:lnTo>
                  <a:pt x="904875" y="1485900"/>
                </a:lnTo>
                <a:lnTo>
                  <a:pt x="857250" y="1562100"/>
                </a:lnTo>
                <a:lnTo>
                  <a:pt x="914400" y="1485900"/>
                </a:lnTo>
                <a:lnTo>
                  <a:pt x="895350" y="1485900"/>
                </a:lnTo>
                <a:lnTo>
                  <a:pt x="885825" y="1428750"/>
                </a:lnTo>
                <a:lnTo>
                  <a:pt x="895350" y="1438275"/>
                </a:lnTo>
                <a:lnTo>
                  <a:pt x="838200" y="1514475"/>
                </a:lnTo>
                <a:lnTo>
                  <a:pt x="809625" y="1504950"/>
                </a:lnTo>
                <a:lnTo>
                  <a:pt x="800100" y="1485900"/>
                </a:lnTo>
                <a:lnTo>
                  <a:pt x="800100" y="1524000"/>
                </a:lnTo>
                <a:lnTo>
                  <a:pt x="762000" y="1514475"/>
                </a:lnTo>
                <a:lnTo>
                  <a:pt x="809625" y="1504950"/>
                </a:lnTo>
                <a:lnTo>
                  <a:pt x="771525" y="1514475"/>
                </a:lnTo>
                <a:lnTo>
                  <a:pt x="781050" y="1543050"/>
                </a:lnTo>
                <a:lnTo>
                  <a:pt x="809625" y="1571625"/>
                </a:lnTo>
                <a:lnTo>
                  <a:pt x="762000" y="1562100"/>
                </a:lnTo>
                <a:lnTo>
                  <a:pt x="742950" y="1581150"/>
                </a:lnTo>
                <a:lnTo>
                  <a:pt x="762000" y="1600200"/>
                </a:lnTo>
                <a:lnTo>
                  <a:pt x="742950" y="1609725"/>
                </a:lnTo>
                <a:lnTo>
                  <a:pt x="762000" y="1619250"/>
                </a:lnTo>
                <a:lnTo>
                  <a:pt x="771525" y="1657350"/>
                </a:lnTo>
                <a:lnTo>
                  <a:pt x="781050" y="1647825"/>
                </a:lnTo>
                <a:lnTo>
                  <a:pt x="742950" y="1638300"/>
                </a:lnTo>
                <a:lnTo>
                  <a:pt x="762000" y="1638300"/>
                </a:lnTo>
                <a:lnTo>
                  <a:pt x="762000" y="1657350"/>
                </a:lnTo>
                <a:lnTo>
                  <a:pt x="733425" y="1657350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-1457325" y="5172075"/>
            <a:ext cx="1809750" cy="2381250"/>
          </a:xfrm>
          <a:custGeom>
            <a:avLst/>
            <a:gdLst/>
            <a:ahLst/>
            <a:cxnLst/>
            <a:rect l="l" t="t" r="r" b="b"/>
            <a:pathLst>
              <a:path w="1809750" h="2381250">
                <a:moveTo>
                  <a:pt x="971550" y="2314575"/>
                </a:moveTo>
                <a:lnTo>
                  <a:pt x="885825" y="2381250"/>
                </a:lnTo>
                <a:lnTo>
                  <a:pt x="914400" y="2238375"/>
                </a:lnTo>
                <a:lnTo>
                  <a:pt x="942975" y="2209800"/>
                </a:lnTo>
                <a:lnTo>
                  <a:pt x="962025" y="2286000"/>
                </a:lnTo>
                <a:lnTo>
                  <a:pt x="933450" y="2171700"/>
                </a:lnTo>
                <a:lnTo>
                  <a:pt x="838200" y="2133600"/>
                </a:lnTo>
                <a:lnTo>
                  <a:pt x="790575" y="2200275"/>
                </a:lnTo>
                <a:lnTo>
                  <a:pt x="771525" y="2162175"/>
                </a:lnTo>
                <a:lnTo>
                  <a:pt x="742950" y="2143125"/>
                </a:lnTo>
                <a:lnTo>
                  <a:pt x="714375" y="2162175"/>
                </a:lnTo>
                <a:lnTo>
                  <a:pt x="723900" y="2085975"/>
                </a:lnTo>
                <a:lnTo>
                  <a:pt x="714375" y="2057400"/>
                </a:lnTo>
                <a:lnTo>
                  <a:pt x="685800" y="2057400"/>
                </a:lnTo>
                <a:lnTo>
                  <a:pt x="657225" y="2038350"/>
                </a:lnTo>
                <a:lnTo>
                  <a:pt x="666750" y="2009775"/>
                </a:lnTo>
                <a:lnTo>
                  <a:pt x="685800" y="1952625"/>
                </a:lnTo>
                <a:lnTo>
                  <a:pt x="704850" y="1981200"/>
                </a:lnTo>
                <a:lnTo>
                  <a:pt x="666750" y="2009775"/>
                </a:lnTo>
                <a:lnTo>
                  <a:pt x="647700" y="1981200"/>
                </a:lnTo>
                <a:lnTo>
                  <a:pt x="647700" y="1962150"/>
                </a:lnTo>
                <a:lnTo>
                  <a:pt x="581025" y="1905000"/>
                </a:lnTo>
                <a:lnTo>
                  <a:pt x="571500" y="1924050"/>
                </a:lnTo>
                <a:lnTo>
                  <a:pt x="542925" y="1924050"/>
                </a:lnTo>
                <a:lnTo>
                  <a:pt x="485775" y="1857375"/>
                </a:lnTo>
                <a:lnTo>
                  <a:pt x="495300" y="1876425"/>
                </a:lnTo>
                <a:lnTo>
                  <a:pt x="457200" y="1781175"/>
                </a:lnTo>
                <a:lnTo>
                  <a:pt x="400050" y="1743075"/>
                </a:lnTo>
                <a:lnTo>
                  <a:pt x="409575" y="1781175"/>
                </a:lnTo>
                <a:lnTo>
                  <a:pt x="371475" y="1752600"/>
                </a:lnTo>
                <a:lnTo>
                  <a:pt x="333375" y="1695450"/>
                </a:lnTo>
                <a:lnTo>
                  <a:pt x="314325" y="1695450"/>
                </a:lnTo>
                <a:lnTo>
                  <a:pt x="285750" y="1657350"/>
                </a:lnTo>
                <a:lnTo>
                  <a:pt x="238125" y="1600200"/>
                </a:lnTo>
                <a:lnTo>
                  <a:pt x="257175" y="1562100"/>
                </a:lnTo>
                <a:lnTo>
                  <a:pt x="247650" y="1514475"/>
                </a:lnTo>
                <a:lnTo>
                  <a:pt x="123825" y="1590675"/>
                </a:lnTo>
                <a:lnTo>
                  <a:pt x="190500" y="1581150"/>
                </a:lnTo>
                <a:lnTo>
                  <a:pt x="200025" y="1562100"/>
                </a:lnTo>
                <a:lnTo>
                  <a:pt x="238125" y="1495425"/>
                </a:lnTo>
                <a:lnTo>
                  <a:pt x="209550" y="1447800"/>
                </a:lnTo>
                <a:lnTo>
                  <a:pt x="247650" y="1314450"/>
                </a:lnTo>
                <a:lnTo>
                  <a:pt x="200025" y="1304925"/>
                </a:lnTo>
                <a:lnTo>
                  <a:pt x="200025" y="1304925"/>
                </a:lnTo>
                <a:lnTo>
                  <a:pt x="228600" y="1352550"/>
                </a:lnTo>
                <a:lnTo>
                  <a:pt x="238125" y="1381125"/>
                </a:lnTo>
                <a:lnTo>
                  <a:pt x="219075" y="1247775"/>
                </a:lnTo>
                <a:lnTo>
                  <a:pt x="238125" y="1247775"/>
                </a:lnTo>
                <a:lnTo>
                  <a:pt x="247650" y="1209675"/>
                </a:lnTo>
                <a:lnTo>
                  <a:pt x="295275" y="1209675"/>
                </a:lnTo>
                <a:lnTo>
                  <a:pt x="381000" y="1190625"/>
                </a:lnTo>
                <a:lnTo>
                  <a:pt x="314325" y="1143000"/>
                </a:lnTo>
                <a:lnTo>
                  <a:pt x="285750" y="1171575"/>
                </a:lnTo>
                <a:lnTo>
                  <a:pt x="257175" y="1152525"/>
                </a:lnTo>
                <a:lnTo>
                  <a:pt x="266700" y="1104900"/>
                </a:lnTo>
                <a:lnTo>
                  <a:pt x="228600" y="1038225"/>
                </a:lnTo>
                <a:lnTo>
                  <a:pt x="209550" y="1028700"/>
                </a:lnTo>
                <a:lnTo>
                  <a:pt x="104775" y="1038225"/>
                </a:lnTo>
                <a:lnTo>
                  <a:pt x="114300" y="981075"/>
                </a:lnTo>
                <a:lnTo>
                  <a:pt x="142875" y="981075"/>
                </a:lnTo>
                <a:lnTo>
                  <a:pt x="85725" y="971550"/>
                </a:lnTo>
                <a:lnTo>
                  <a:pt x="66675" y="942975"/>
                </a:lnTo>
                <a:lnTo>
                  <a:pt x="85725" y="952500"/>
                </a:lnTo>
                <a:lnTo>
                  <a:pt x="57150" y="895350"/>
                </a:lnTo>
                <a:lnTo>
                  <a:pt x="19050" y="914400"/>
                </a:lnTo>
                <a:lnTo>
                  <a:pt x="0" y="914400"/>
                </a:lnTo>
                <a:lnTo>
                  <a:pt x="19050" y="838200"/>
                </a:lnTo>
                <a:lnTo>
                  <a:pt x="19050" y="828675"/>
                </a:lnTo>
                <a:lnTo>
                  <a:pt x="47625" y="819150"/>
                </a:lnTo>
                <a:lnTo>
                  <a:pt x="66675" y="828675"/>
                </a:lnTo>
                <a:lnTo>
                  <a:pt x="85725" y="781050"/>
                </a:lnTo>
                <a:lnTo>
                  <a:pt x="66675" y="762000"/>
                </a:lnTo>
                <a:lnTo>
                  <a:pt x="104775" y="733425"/>
                </a:lnTo>
                <a:lnTo>
                  <a:pt x="133350" y="723900"/>
                </a:lnTo>
                <a:lnTo>
                  <a:pt x="123825" y="733425"/>
                </a:lnTo>
                <a:lnTo>
                  <a:pt x="142875" y="676275"/>
                </a:lnTo>
                <a:lnTo>
                  <a:pt x="123825" y="666750"/>
                </a:lnTo>
                <a:lnTo>
                  <a:pt x="152400" y="676275"/>
                </a:lnTo>
                <a:lnTo>
                  <a:pt x="171450" y="647700"/>
                </a:lnTo>
                <a:lnTo>
                  <a:pt x="161925" y="628650"/>
                </a:lnTo>
                <a:lnTo>
                  <a:pt x="190500" y="590550"/>
                </a:lnTo>
                <a:lnTo>
                  <a:pt x="190500" y="581025"/>
                </a:lnTo>
                <a:lnTo>
                  <a:pt x="219075" y="533400"/>
                </a:lnTo>
                <a:lnTo>
                  <a:pt x="238125" y="561975"/>
                </a:lnTo>
                <a:lnTo>
                  <a:pt x="219075" y="533400"/>
                </a:lnTo>
                <a:lnTo>
                  <a:pt x="238125" y="514350"/>
                </a:lnTo>
                <a:lnTo>
                  <a:pt x="247650" y="457200"/>
                </a:lnTo>
                <a:lnTo>
                  <a:pt x="257175" y="438150"/>
                </a:lnTo>
                <a:lnTo>
                  <a:pt x="238125" y="447675"/>
                </a:lnTo>
                <a:lnTo>
                  <a:pt x="276225" y="419100"/>
                </a:lnTo>
                <a:lnTo>
                  <a:pt x="285750" y="419100"/>
                </a:lnTo>
                <a:lnTo>
                  <a:pt x="276225" y="400050"/>
                </a:lnTo>
                <a:lnTo>
                  <a:pt x="266700" y="390525"/>
                </a:lnTo>
                <a:lnTo>
                  <a:pt x="285750" y="371475"/>
                </a:lnTo>
                <a:lnTo>
                  <a:pt x="314325" y="333375"/>
                </a:lnTo>
                <a:lnTo>
                  <a:pt x="314325" y="333375"/>
                </a:lnTo>
                <a:lnTo>
                  <a:pt x="323850" y="314325"/>
                </a:lnTo>
                <a:lnTo>
                  <a:pt x="419100" y="171450"/>
                </a:lnTo>
                <a:lnTo>
                  <a:pt x="323850" y="190500"/>
                </a:lnTo>
                <a:lnTo>
                  <a:pt x="390525" y="209550"/>
                </a:lnTo>
                <a:lnTo>
                  <a:pt x="419100" y="381000"/>
                </a:lnTo>
                <a:lnTo>
                  <a:pt x="457200" y="304800"/>
                </a:lnTo>
                <a:lnTo>
                  <a:pt x="361950" y="276225"/>
                </a:lnTo>
                <a:lnTo>
                  <a:pt x="428625" y="304800"/>
                </a:lnTo>
                <a:lnTo>
                  <a:pt x="466725" y="342900"/>
                </a:lnTo>
                <a:lnTo>
                  <a:pt x="533400" y="323850"/>
                </a:lnTo>
                <a:lnTo>
                  <a:pt x="466725" y="314325"/>
                </a:lnTo>
                <a:lnTo>
                  <a:pt x="495300" y="266700"/>
                </a:lnTo>
                <a:lnTo>
                  <a:pt x="504825" y="266700"/>
                </a:lnTo>
                <a:lnTo>
                  <a:pt x="438150" y="247650"/>
                </a:lnTo>
                <a:lnTo>
                  <a:pt x="466725" y="228600"/>
                </a:lnTo>
                <a:lnTo>
                  <a:pt x="485775" y="228600"/>
                </a:lnTo>
                <a:lnTo>
                  <a:pt x="495300" y="200025"/>
                </a:lnTo>
                <a:lnTo>
                  <a:pt x="504825" y="104775"/>
                </a:lnTo>
                <a:lnTo>
                  <a:pt x="495300" y="190500"/>
                </a:lnTo>
                <a:lnTo>
                  <a:pt x="590550" y="209550"/>
                </a:lnTo>
                <a:lnTo>
                  <a:pt x="581025" y="171450"/>
                </a:lnTo>
                <a:lnTo>
                  <a:pt x="609600" y="133350"/>
                </a:lnTo>
                <a:lnTo>
                  <a:pt x="638175" y="123825"/>
                </a:lnTo>
                <a:lnTo>
                  <a:pt x="647700" y="104775"/>
                </a:lnTo>
                <a:lnTo>
                  <a:pt x="676275" y="85725"/>
                </a:lnTo>
                <a:lnTo>
                  <a:pt x="638175" y="76200"/>
                </a:lnTo>
                <a:lnTo>
                  <a:pt x="609600" y="85725"/>
                </a:lnTo>
                <a:lnTo>
                  <a:pt x="685800" y="85725"/>
                </a:lnTo>
                <a:lnTo>
                  <a:pt x="685800" y="76200"/>
                </a:lnTo>
                <a:lnTo>
                  <a:pt x="723900" y="28575"/>
                </a:lnTo>
                <a:lnTo>
                  <a:pt x="781050" y="57150"/>
                </a:lnTo>
                <a:lnTo>
                  <a:pt x="828675" y="9525"/>
                </a:lnTo>
                <a:lnTo>
                  <a:pt x="809625" y="0"/>
                </a:lnTo>
                <a:lnTo>
                  <a:pt x="885825" y="0"/>
                </a:lnTo>
                <a:lnTo>
                  <a:pt x="866775" y="57150"/>
                </a:lnTo>
                <a:lnTo>
                  <a:pt x="904875" y="66675"/>
                </a:lnTo>
                <a:lnTo>
                  <a:pt x="942975" y="95250"/>
                </a:lnTo>
                <a:lnTo>
                  <a:pt x="962025" y="104775"/>
                </a:lnTo>
                <a:lnTo>
                  <a:pt x="1028700" y="104775"/>
                </a:lnTo>
                <a:lnTo>
                  <a:pt x="1057275" y="114300"/>
                </a:lnTo>
                <a:lnTo>
                  <a:pt x="1076325" y="123825"/>
                </a:lnTo>
                <a:lnTo>
                  <a:pt x="1123950" y="85725"/>
                </a:lnTo>
                <a:lnTo>
                  <a:pt x="1066800" y="85725"/>
                </a:lnTo>
                <a:lnTo>
                  <a:pt x="1104900" y="85725"/>
                </a:lnTo>
                <a:lnTo>
                  <a:pt x="1152525" y="123825"/>
                </a:lnTo>
                <a:lnTo>
                  <a:pt x="1209675" y="142875"/>
                </a:lnTo>
                <a:lnTo>
                  <a:pt x="1228725" y="133350"/>
                </a:lnTo>
                <a:lnTo>
                  <a:pt x="1228725" y="133350"/>
                </a:lnTo>
                <a:lnTo>
                  <a:pt x="1266825" y="152400"/>
                </a:lnTo>
                <a:lnTo>
                  <a:pt x="1285875" y="190500"/>
                </a:lnTo>
                <a:lnTo>
                  <a:pt x="1276350" y="247650"/>
                </a:lnTo>
                <a:lnTo>
                  <a:pt x="1371600" y="228600"/>
                </a:lnTo>
                <a:lnTo>
                  <a:pt x="1390650" y="219075"/>
                </a:lnTo>
                <a:lnTo>
                  <a:pt x="1428750" y="266700"/>
                </a:lnTo>
                <a:lnTo>
                  <a:pt x="1428750" y="238125"/>
                </a:lnTo>
                <a:lnTo>
                  <a:pt x="1447800" y="238125"/>
                </a:lnTo>
                <a:lnTo>
                  <a:pt x="1495425" y="266700"/>
                </a:lnTo>
                <a:lnTo>
                  <a:pt x="1514475" y="238125"/>
                </a:lnTo>
                <a:lnTo>
                  <a:pt x="1524000" y="285750"/>
                </a:lnTo>
                <a:lnTo>
                  <a:pt x="1590675" y="266700"/>
                </a:lnTo>
                <a:lnTo>
                  <a:pt x="1619250" y="266700"/>
                </a:lnTo>
                <a:lnTo>
                  <a:pt x="1638300" y="285750"/>
                </a:lnTo>
                <a:lnTo>
                  <a:pt x="1676400" y="276225"/>
                </a:lnTo>
                <a:lnTo>
                  <a:pt x="1685925" y="295275"/>
                </a:lnTo>
                <a:lnTo>
                  <a:pt x="1704975" y="304800"/>
                </a:lnTo>
                <a:lnTo>
                  <a:pt x="1657350" y="323850"/>
                </a:lnTo>
                <a:lnTo>
                  <a:pt x="1762125" y="266700"/>
                </a:lnTo>
                <a:lnTo>
                  <a:pt x="1685925" y="304800"/>
                </a:lnTo>
                <a:lnTo>
                  <a:pt x="1743075" y="457200"/>
                </a:lnTo>
                <a:lnTo>
                  <a:pt x="1733550" y="476250"/>
                </a:lnTo>
                <a:lnTo>
                  <a:pt x="1809750" y="466725"/>
                </a:lnTo>
                <a:lnTo>
                  <a:pt x="1781175" y="504825"/>
                </a:lnTo>
                <a:lnTo>
                  <a:pt x="1714500" y="485775"/>
                </a:lnTo>
                <a:lnTo>
                  <a:pt x="1714500" y="485775"/>
                </a:lnTo>
                <a:lnTo>
                  <a:pt x="1619250" y="504825"/>
                </a:lnTo>
                <a:lnTo>
                  <a:pt x="1676400" y="590550"/>
                </a:lnTo>
                <a:lnTo>
                  <a:pt x="1704975" y="533400"/>
                </a:lnTo>
                <a:lnTo>
                  <a:pt x="1695450" y="609600"/>
                </a:lnTo>
                <a:lnTo>
                  <a:pt x="1657350" y="581025"/>
                </a:lnTo>
                <a:lnTo>
                  <a:pt x="1619250" y="638175"/>
                </a:lnTo>
                <a:lnTo>
                  <a:pt x="1628775" y="647700"/>
                </a:lnTo>
                <a:lnTo>
                  <a:pt x="1619250" y="685800"/>
                </a:lnTo>
                <a:lnTo>
                  <a:pt x="1657350" y="600075"/>
                </a:lnTo>
                <a:lnTo>
                  <a:pt x="1685925" y="647700"/>
                </a:lnTo>
                <a:lnTo>
                  <a:pt x="1685925" y="733425"/>
                </a:lnTo>
                <a:lnTo>
                  <a:pt x="1704975" y="790575"/>
                </a:lnTo>
                <a:lnTo>
                  <a:pt x="1628775" y="847725"/>
                </a:lnTo>
                <a:lnTo>
                  <a:pt x="1638300" y="885825"/>
                </a:lnTo>
                <a:lnTo>
                  <a:pt x="1657350" y="876300"/>
                </a:lnTo>
                <a:lnTo>
                  <a:pt x="1609725" y="904875"/>
                </a:lnTo>
                <a:lnTo>
                  <a:pt x="1647825" y="933450"/>
                </a:lnTo>
                <a:lnTo>
                  <a:pt x="1638300" y="914400"/>
                </a:lnTo>
                <a:lnTo>
                  <a:pt x="1628775" y="933450"/>
                </a:lnTo>
                <a:lnTo>
                  <a:pt x="1657350" y="962025"/>
                </a:lnTo>
                <a:lnTo>
                  <a:pt x="1695450" y="981075"/>
                </a:lnTo>
                <a:lnTo>
                  <a:pt x="1695450" y="971550"/>
                </a:lnTo>
                <a:lnTo>
                  <a:pt x="1714500" y="1009650"/>
                </a:lnTo>
                <a:lnTo>
                  <a:pt x="1714500" y="1028700"/>
                </a:lnTo>
                <a:lnTo>
                  <a:pt x="1676400" y="1066800"/>
                </a:lnTo>
                <a:lnTo>
                  <a:pt x="1685925" y="1095375"/>
                </a:lnTo>
                <a:lnTo>
                  <a:pt x="1647825" y="1133475"/>
                </a:lnTo>
                <a:lnTo>
                  <a:pt x="1666875" y="1152525"/>
                </a:lnTo>
                <a:lnTo>
                  <a:pt x="1638300" y="1171575"/>
                </a:lnTo>
                <a:lnTo>
                  <a:pt x="1638300" y="1209675"/>
                </a:lnTo>
                <a:lnTo>
                  <a:pt x="1619250" y="1238250"/>
                </a:lnTo>
                <a:lnTo>
                  <a:pt x="1590675" y="1247775"/>
                </a:lnTo>
                <a:lnTo>
                  <a:pt x="1581150" y="1295400"/>
                </a:lnTo>
                <a:lnTo>
                  <a:pt x="1562100" y="1333500"/>
                </a:lnTo>
                <a:lnTo>
                  <a:pt x="1552575" y="1323975"/>
                </a:lnTo>
                <a:lnTo>
                  <a:pt x="1524000" y="1352550"/>
                </a:lnTo>
                <a:lnTo>
                  <a:pt x="1504950" y="1419225"/>
                </a:lnTo>
                <a:lnTo>
                  <a:pt x="1514475" y="1419225"/>
                </a:lnTo>
                <a:lnTo>
                  <a:pt x="1524000" y="1457325"/>
                </a:lnTo>
                <a:lnTo>
                  <a:pt x="1524000" y="1447800"/>
                </a:lnTo>
                <a:lnTo>
                  <a:pt x="1485900" y="1485900"/>
                </a:lnTo>
                <a:lnTo>
                  <a:pt x="1457325" y="1524000"/>
                </a:lnTo>
                <a:lnTo>
                  <a:pt x="1476375" y="1581150"/>
                </a:lnTo>
                <a:lnTo>
                  <a:pt x="1466850" y="1581150"/>
                </a:lnTo>
                <a:lnTo>
                  <a:pt x="1447800" y="1590675"/>
                </a:lnTo>
                <a:lnTo>
                  <a:pt x="1428750" y="1647825"/>
                </a:lnTo>
                <a:lnTo>
                  <a:pt x="1419225" y="1685925"/>
                </a:lnTo>
                <a:lnTo>
                  <a:pt x="1400175" y="1695450"/>
                </a:lnTo>
                <a:lnTo>
                  <a:pt x="1390650" y="1714500"/>
                </a:lnTo>
                <a:lnTo>
                  <a:pt x="1362075" y="1771650"/>
                </a:lnTo>
                <a:lnTo>
                  <a:pt x="1333500" y="1790700"/>
                </a:lnTo>
                <a:lnTo>
                  <a:pt x="1352550" y="1809750"/>
                </a:lnTo>
                <a:lnTo>
                  <a:pt x="1333500" y="1828800"/>
                </a:lnTo>
                <a:lnTo>
                  <a:pt x="1323975" y="1838325"/>
                </a:lnTo>
                <a:lnTo>
                  <a:pt x="1304925" y="1876425"/>
                </a:lnTo>
                <a:lnTo>
                  <a:pt x="1057275" y="2057400"/>
                </a:lnTo>
                <a:lnTo>
                  <a:pt x="1076325" y="1933575"/>
                </a:lnTo>
                <a:lnTo>
                  <a:pt x="1238250" y="1943100"/>
                </a:lnTo>
                <a:lnTo>
                  <a:pt x="1295400" y="1962150"/>
                </a:lnTo>
                <a:lnTo>
                  <a:pt x="1209675" y="2000250"/>
                </a:lnTo>
                <a:lnTo>
                  <a:pt x="1285875" y="2095500"/>
                </a:lnTo>
                <a:lnTo>
                  <a:pt x="1190625" y="2057400"/>
                </a:lnTo>
                <a:lnTo>
                  <a:pt x="1257300" y="2047875"/>
                </a:lnTo>
                <a:lnTo>
                  <a:pt x="1162050" y="2047875"/>
                </a:lnTo>
                <a:lnTo>
                  <a:pt x="1143000" y="2009775"/>
                </a:lnTo>
                <a:lnTo>
                  <a:pt x="1228725" y="2085975"/>
                </a:lnTo>
                <a:lnTo>
                  <a:pt x="1200150" y="2085975"/>
                </a:lnTo>
                <a:lnTo>
                  <a:pt x="1143000" y="2047875"/>
                </a:lnTo>
                <a:lnTo>
                  <a:pt x="1104900" y="2047875"/>
                </a:lnTo>
                <a:lnTo>
                  <a:pt x="1114425" y="2085975"/>
                </a:lnTo>
                <a:lnTo>
                  <a:pt x="1057275" y="2114550"/>
                </a:lnTo>
                <a:lnTo>
                  <a:pt x="1095375" y="2133600"/>
                </a:lnTo>
                <a:lnTo>
                  <a:pt x="1162050" y="2066925"/>
                </a:lnTo>
                <a:lnTo>
                  <a:pt x="1095375" y="2143125"/>
                </a:lnTo>
                <a:lnTo>
                  <a:pt x="1123950" y="2143125"/>
                </a:lnTo>
                <a:lnTo>
                  <a:pt x="1076325" y="2162175"/>
                </a:lnTo>
                <a:lnTo>
                  <a:pt x="1066800" y="2152650"/>
                </a:lnTo>
                <a:lnTo>
                  <a:pt x="1047750" y="2181225"/>
                </a:lnTo>
                <a:lnTo>
                  <a:pt x="1066800" y="2238375"/>
                </a:lnTo>
                <a:lnTo>
                  <a:pt x="1057275" y="2238375"/>
                </a:lnTo>
                <a:lnTo>
                  <a:pt x="1057275" y="2286000"/>
                </a:lnTo>
                <a:lnTo>
                  <a:pt x="1057275" y="2276475"/>
                </a:lnTo>
                <a:lnTo>
                  <a:pt x="1057275" y="2286000"/>
                </a:lnTo>
                <a:lnTo>
                  <a:pt x="1066800" y="2276475"/>
                </a:lnTo>
                <a:lnTo>
                  <a:pt x="1066800" y="2305050"/>
                </a:lnTo>
                <a:lnTo>
                  <a:pt x="990600" y="233362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-1304925" y="4991100"/>
            <a:ext cx="1905000" cy="2562225"/>
          </a:xfrm>
          <a:custGeom>
            <a:avLst/>
            <a:gdLst/>
            <a:ahLst/>
            <a:cxnLst/>
            <a:rect l="l" t="t" r="r" b="b"/>
            <a:pathLst>
              <a:path w="1905000" h="2562225">
                <a:moveTo>
                  <a:pt x="1047750" y="2457450"/>
                </a:moveTo>
                <a:lnTo>
                  <a:pt x="1009650" y="2533650"/>
                </a:lnTo>
                <a:lnTo>
                  <a:pt x="1028700" y="2562225"/>
                </a:lnTo>
                <a:lnTo>
                  <a:pt x="990600" y="2457450"/>
                </a:lnTo>
                <a:lnTo>
                  <a:pt x="1028700" y="2390775"/>
                </a:lnTo>
                <a:lnTo>
                  <a:pt x="923925" y="2362200"/>
                </a:lnTo>
                <a:lnTo>
                  <a:pt x="942975" y="2371725"/>
                </a:lnTo>
                <a:lnTo>
                  <a:pt x="866775" y="2362200"/>
                </a:lnTo>
                <a:lnTo>
                  <a:pt x="819150" y="2295525"/>
                </a:lnTo>
                <a:lnTo>
                  <a:pt x="828675" y="2295525"/>
                </a:lnTo>
                <a:lnTo>
                  <a:pt x="771525" y="2276475"/>
                </a:lnTo>
                <a:lnTo>
                  <a:pt x="809625" y="2238375"/>
                </a:lnTo>
                <a:lnTo>
                  <a:pt x="781050" y="2200275"/>
                </a:lnTo>
                <a:lnTo>
                  <a:pt x="790575" y="2181225"/>
                </a:lnTo>
                <a:lnTo>
                  <a:pt x="742950" y="2171700"/>
                </a:lnTo>
                <a:lnTo>
                  <a:pt x="752475" y="2143125"/>
                </a:lnTo>
                <a:lnTo>
                  <a:pt x="733425" y="2076450"/>
                </a:lnTo>
                <a:lnTo>
                  <a:pt x="666750" y="2038350"/>
                </a:lnTo>
                <a:lnTo>
                  <a:pt x="704850" y="2066925"/>
                </a:lnTo>
                <a:lnTo>
                  <a:pt x="733425" y="2057400"/>
                </a:lnTo>
                <a:lnTo>
                  <a:pt x="704850" y="2047875"/>
                </a:lnTo>
                <a:lnTo>
                  <a:pt x="704850" y="2038350"/>
                </a:lnTo>
                <a:lnTo>
                  <a:pt x="666750" y="2009775"/>
                </a:lnTo>
                <a:lnTo>
                  <a:pt x="561975" y="1981200"/>
                </a:lnTo>
                <a:lnTo>
                  <a:pt x="523875" y="1933575"/>
                </a:lnTo>
                <a:lnTo>
                  <a:pt x="495300" y="1933575"/>
                </a:lnTo>
                <a:lnTo>
                  <a:pt x="485775" y="1876425"/>
                </a:lnTo>
                <a:lnTo>
                  <a:pt x="485775" y="1905000"/>
                </a:lnTo>
                <a:lnTo>
                  <a:pt x="428625" y="1866900"/>
                </a:lnTo>
                <a:lnTo>
                  <a:pt x="381000" y="1885950"/>
                </a:lnTo>
                <a:lnTo>
                  <a:pt x="409575" y="1809750"/>
                </a:lnTo>
                <a:lnTo>
                  <a:pt x="323850" y="1790700"/>
                </a:lnTo>
                <a:lnTo>
                  <a:pt x="323850" y="1743075"/>
                </a:lnTo>
                <a:lnTo>
                  <a:pt x="276225" y="1885950"/>
                </a:lnTo>
                <a:lnTo>
                  <a:pt x="323850" y="1781175"/>
                </a:lnTo>
                <a:lnTo>
                  <a:pt x="123825" y="1762125"/>
                </a:lnTo>
                <a:lnTo>
                  <a:pt x="171450" y="1695450"/>
                </a:lnTo>
                <a:lnTo>
                  <a:pt x="238125" y="1695450"/>
                </a:lnTo>
                <a:lnTo>
                  <a:pt x="285750" y="1733550"/>
                </a:lnTo>
                <a:lnTo>
                  <a:pt x="304800" y="1666875"/>
                </a:lnTo>
                <a:lnTo>
                  <a:pt x="247650" y="1543050"/>
                </a:lnTo>
                <a:lnTo>
                  <a:pt x="200025" y="1600200"/>
                </a:lnTo>
                <a:lnTo>
                  <a:pt x="228600" y="1514475"/>
                </a:lnTo>
                <a:lnTo>
                  <a:pt x="228600" y="1466850"/>
                </a:lnTo>
                <a:lnTo>
                  <a:pt x="257175" y="1428750"/>
                </a:lnTo>
                <a:lnTo>
                  <a:pt x="247650" y="1409700"/>
                </a:lnTo>
                <a:lnTo>
                  <a:pt x="295275" y="1314450"/>
                </a:lnTo>
                <a:lnTo>
                  <a:pt x="295275" y="1314450"/>
                </a:lnTo>
                <a:lnTo>
                  <a:pt x="276225" y="1304925"/>
                </a:lnTo>
                <a:lnTo>
                  <a:pt x="285750" y="1219200"/>
                </a:lnTo>
                <a:lnTo>
                  <a:pt x="323850" y="1133475"/>
                </a:lnTo>
                <a:lnTo>
                  <a:pt x="285750" y="1152525"/>
                </a:lnTo>
                <a:lnTo>
                  <a:pt x="314325" y="1247775"/>
                </a:lnTo>
                <a:lnTo>
                  <a:pt x="228600" y="1219200"/>
                </a:lnTo>
                <a:lnTo>
                  <a:pt x="219075" y="1181100"/>
                </a:lnTo>
                <a:lnTo>
                  <a:pt x="247650" y="1171575"/>
                </a:lnTo>
                <a:lnTo>
                  <a:pt x="238125" y="1114425"/>
                </a:lnTo>
                <a:lnTo>
                  <a:pt x="190500" y="1133475"/>
                </a:lnTo>
                <a:lnTo>
                  <a:pt x="161925" y="1114425"/>
                </a:lnTo>
                <a:lnTo>
                  <a:pt x="152400" y="1028700"/>
                </a:lnTo>
                <a:lnTo>
                  <a:pt x="142875" y="1057275"/>
                </a:lnTo>
                <a:lnTo>
                  <a:pt x="0" y="990600"/>
                </a:lnTo>
                <a:lnTo>
                  <a:pt x="9525" y="990600"/>
                </a:lnTo>
                <a:lnTo>
                  <a:pt x="28575" y="981075"/>
                </a:lnTo>
                <a:lnTo>
                  <a:pt x="9525" y="981075"/>
                </a:lnTo>
                <a:lnTo>
                  <a:pt x="9525" y="942975"/>
                </a:lnTo>
                <a:lnTo>
                  <a:pt x="47625" y="923925"/>
                </a:lnTo>
                <a:lnTo>
                  <a:pt x="104775" y="876300"/>
                </a:lnTo>
                <a:lnTo>
                  <a:pt x="95250" y="857250"/>
                </a:lnTo>
                <a:lnTo>
                  <a:pt x="95250" y="838200"/>
                </a:lnTo>
                <a:lnTo>
                  <a:pt x="76200" y="866775"/>
                </a:lnTo>
                <a:lnTo>
                  <a:pt x="114300" y="828675"/>
                </a:lnTo>
                <a:lnTo>
                  <a:pt x="152400" y="819150"/>
                </a:lnTo>
                <a:lnTo>
                  <a:pt x="161925" y="781050"/>
                </a:lnTo>
                <a:lnTo>
                  <a:pt x="171450" y="762000"/>
                </a:lnTo>
                <a:lnTo>
                  <a:pt x="161925" y="752475"/>
                </a:lnTo>
                <a:lnTo>
                  <a:pt x="171450" y="742950"/>
                </a:lnTo>
                <a:lnTo>
                  <a:pt x="171450" y="714375"/>
                </a:lnTo>
                <a:lnTo>
                  <a:pt x="190500" y="676275"/>
                </a:lnTo>
                <a:lnTo>
                  <a:pt x="200025" y="657225"/>
                </a:lnTo>
                <a:lnTo>
                  <a:pt x="238125" y="638175"/>
                </a:lnTo>
                <a:lnTo>
                  <a:pt x="219075" y="657225"/>
                </a:lnTo>
                <a:lnTo>
                  <a:pt x="228600" y="638175"/>
                </a:lnTo>
                <a:lnTo>
                  <a:pt x="247650" y="581025"/>
                </a:lnTo>
                <a:lnTo>
                  <a:pt x="266700" y="571500"/>
                </a:lnTo>
                <a:lnTo>
                  <a:pt x="285750" y="542925"/>
                </a:lnTo>
                <a:lnTo>
                  <a:pt x="285750" y="523875"/>
                </a:lnTo>
                <a:lnTo>
                  <a:pt x="304800" y="523875"/>
                </a:lnTo>
                <a:lnTo>
                  <a:pt x="304800" y="504825"/>
                </a:lnTo>
                <a:lnTo>
                  <a:pt x="285750" y="485775"/>
                </a:lnTo>
                <a:lnTo>
                  <a:pt x="314325" y="466725"/>
                </a:lnTo>
                <a:lnTo>
                  <a:pt x="314325" y="428625"/>
                </a:lnTo>
                <a:lnTo>
                  <a:pt x="342900" y="409575"/>
                </a:lnTo>
                <a:lnTo>
                  <a:pt x="342900" y="390525"/>
                </a:lnTo>
                <a:lnTo>
                  <a:pt x="342900" y="390525"/>
                </a:lnTo>
                <a:lnTo>
                  <a:pt x="352425" y="342900"/>
                </a:lnTo>
                <a:lnTo>
                  <a:pt x="381000" y="333375"/>
                </a:lnTo>
                <a:lnTo>
                  <a:pt x="485775" y="238125"/>
                </a:lnTo>
                <a:lnTo>
                  <a:pt x="419100" y="361950"/>
                </a:lnTo>
                <a:lnTo>
                  <a:pt x="419100" y="323850"/>
                </a:lnTo>
                <a:lnTo>
                  <a:pt x="447675" y="400050"/>
                </a:lnTo>
                <a:lnTo>
                  <a:pt x="504825" y="419100"/>
                </a:lnTo>
                <a:lnTo>
                  <a:pt x="504825" y="409575"/>
                </a:lnTo>
                <a:lnTo>
                  <a:pt x="457200" y="457200"/>
                </a:lnTo>
                <a:lnTo>
                  <a:pt x="514350" y="361950"/>
                </a:lnTo>
                <a:lnTo>
                  <a:pt x="504825" y="257175"/>
                </a:lnTo>
                <a:lnTo>
                  <a:pt x="533400" y="285750"/>
                </a:lnTo>
                <a:lnTo>
                  <a:pt x="552450" y="314325"/>
                </a:lnTo>
                <a:lnTo>
                  <a:pt x="542925" y="276225"/>
                </a:lnTo>
                <a:lnTo>
                  <a:pt x="504825" y="247650"/>
                </a:lnTo>
                <a:lnTo>
                  <a:pt x="533400" y="276225"/>
                </a:lnTo>
                <a:lnTo>
                  <a:pt x="523875" y="219075"/>
                </a:lnTo>
                <a:lnTo>
                  <a:pt x="533400" y="219075"/>
                </a:lnTo>
                <a:lnTo>
                  <a:pt x="552450" y="285750"/>
                </a:lnTo>
                <a:lnTo>
                  <a:pt x="561975" y="247650"/>
                </a:lnTo>
                <a:lnTo>
                  <a:pt x="619125" y="247650"/>
                </a:lnTo>
                <a:lnTo>
                  <a:pt x="638175" y="200025"/>
                </a:lnTo>
                <a:lnTo>
                  <a:pt x="581025" y="161925"/>
                </a:lnTo>
                <a:lnTo>
                  <a:pt x="647700" y="171450"/>
                </a:lnTo>
                <a:lnTo>
                  <a:pt x="714375" y="142875"/>
                </a:lnTo>
                <a:lnTo>
                  <a:pt x="742950" y="133350"/>
                </a:lnTo>
                <a:lnTo>
                  <a:pt x="781050" y="85725"/>
                </a:lnTo>
                <a:lnTo>
                  <a:pt x="771525" y="76200"/>
                </a:lnTo>
                <a:lnTo>
                  <a:pt x="752475" y="57150"/>
                </a:lnTo>
                <a:lnTo>
                  <a:pt x="742950" y="85725"/>
                </a:lnTo>
                <a:lnTo>
                  <a:pt x="762000" y="104775"/>
                </a:lnTo>
                <a:lnTo>
                  <a:pt x="771525" y="28575"/>
                </a:lnTo>
                <a:lnTo>
                  <a:pt x="847725" y="38100"/>
                </a:lnTo>
                <a:lnTo>
                  <a:pt x="885825" y="19050"/>
                </a:lnTo>
                <a:lnTo>
                  <a:pt x="952500" y="0"/>
                </a:lnTo>
                <a:lnTo>
                  <a:pt x="1047750" y="104775"/>
                </a:lnTo>
                <a:lnTo>
                  <a:pt x="1028700" y="95250"/>
                </a:lnTo>
                <a:lnTo>
                  <a:pt x="990600" y="104775"/>
                </a:lnTo>
                <a:lnTo>
                  <a:pt x="981075" y="104775"/>
                </a:lnTo>
                <a:lnTo>
                  <a:pt x="1019175" y="76200"/>
                </a:lnTo>
                <a:lnTo>
                  <a:pt x="1114425" y="123825"/>
                </a:lnTo>
                <a:lnTo>
                  <a:pt x="1133475" y="171450"/>
                </a:lnTo>
                <a:lnTo>
                  <a:pt x="1162050" y="142875"/>
                </a:lnTo>
                <a:lnTo>
                  <a:pt x="1162050" y="161925"/>
                </a:lnTo>
                <a:lnTo>
                  <a:pt x="1209675" y="123825"/>
                </a:lnTo>
                <a:lnTo>
                  <a:pt x="1266825" y="161925"/>
                </a:lnTo>
                <a:lnTo>
                  <a:pt x="1247775" y="180975"/>
                </a:lnTo>
                <a:lnTo>
                  <a:pt x="1285875" y="171450"/>
                </a:lnTo>
                <a:lnTo>
                  <a:pt x="1304925" y="209550"/>
                </a:lnTo>
                <a:lnTo>
                  <a:pt x="1323975" y="180975"/>
                </a:lnTo>
                <a:lnTo>
                  <a:pt x="1428750" y="247650"/>
                </a:lnTo>
                <a:lnTo>
                  <a:pt x="1466850" y="238125"/>
                </a:lnTo>
                <a:lnTo>
                  <a:pt x="1457325" y="219075"/>
                </a:lnTo>
                <a:lnTo>
                  <a:pt x="1457325" y="247650"/>
                </a:lnTo>
                <a:lnTo>
                  <a:pt x="1524000" y="257175"/>
                </a:lnTo>
                <a:lnTo>
                  <a:pt x="1571625" y="285750"/>
                </a:lnTo>
                <a:lnTo>
                  <a:pt x="1581150" y="295275"/>
                </a:lnTo>
                <a:lnTo>
                  <a:pt x="1600200" y="285750"/>
                </a:lnTo>
                <a:lnTo>
                  <a:pt x="1628775" y="276225"/>
                </a:lnTo>
                <a:lnTo>
                  <a:pt x="1647825" y="285750"/>
                </a:lnTo>
                <a:lnTo>
                  <a:pt x="1695450" y="304800"/>
                </a:lnTo>
                <a:lnTo>
                  <a:pt x="1714500" y="323850"/>
                </a:lnTo>
                <a:lnTo>
                  <a:pt x="1733550" y="323850"/>
                </a:lnTo>
                <a:lnTo>
                  <a:pt x="1771650" y="333375"/>
                </a:lnTo>
                <a:lnTo>
                  <a:pt x="1790700" y="361950"/>
                </a:lnTo>
                <a:lnTo>
                  <a:pt x="1828800" y="342900"/>
                </a:lnTo>
                <a:lnTo>
                  <a:pt x="1685925" y="447675"/>
                </a:lnTo>
                <a:lnTo>
                  <a:pt x="1771650" y="495300"/>
                </a:lnTo>
                <a:lnTo>
                  <a:pt x="1771650" y="438150"/>
                </a:lnTo>
                <a:lnTo>
                  <a:pt x="1828800" y="476250"/>
                </a:lnTo>
                <a:lnTo>
                  <a:pt x="1733550" y="514350"/>
                </a:lnTo>
                <a:lnTo>
                  <a:pt x="1771650" y="419100"/>
                </a:lnTo>
                <a:lnTo>
                  <a:pt x="1800225" y="514350"/>
                </a:lnTo>
                <a:lnTo>
                  <a:pt x="1809750" y="542925"/>
                </a:lnTo>
                <a:lnTo>
                  <a:pt x="1771650" y="457200"/>
                </a:lnTo>
                <a:lnTo>
                  <a:pt x="1905000" y="619125"/>
                </a:lnTo>
                <a:lnTo>
                  <a:pt x="1895475" y="657225"/>
                </a:lnTo>
                <a:lnTo>
                  <a:pt x="1800225" y="628650"/>
                </a:lnTo>
                <a:lnTo>
                  <a:pt x="1828800" y="628650"/>
                </a:lnTo>
                <a:lnTo>
                  <a:pt x="1790700" y="619125"/>
                </a:lnTo>
                <a:lnTo>
                  <a:pt x="1743075" y="638175"/>
                </a:lnTo>
                <a:lnTo>
                  <a:pt x="1743075" y="704850"/>
                </a:lnTo>
                <a:lnTo>
                  <a:pt x="1781175" y="809625"/>
                </a:lnTo>
                <a:lnTo>
                  <a:pt x="1800225" y="723900"/>
                </a:lnTo>
                <a:lnTo>
                  <a:pt x="1809750" y="704850"/>
                </a:lnTo>
                <a:lnTo>
                  <a:pt x="1781175" y="800100"/>
                </a:lnTo>
                <a:lnTo>
                  <a:pt x="1781175" y="866775"/>
                </a:lnTo>
                <a:lnTo>
                  <a:pt x="1857375" y="828675"/>
                </a:lnTo>
                <a:lnTo>
                  <a:pt x="1781175" y="866775"/>
                </a:lnTo>
                <a:lnTo>
                  <a:pt x="1724025" y="952500"/>
                </a:lnTo>
                <a:lnTo>
                  <a:pt x="1762125" y="933450"/>
                </a:lnTo>
                <a:lnTo>
                  <a:pt x="1762125" y="971550"/>
                </a:lnTo>
                <a:lnTo>
                  <a:pt x="1790700" y="990600"/>
                </a:lnTo>
                <a:lnTo>
                  <a:pt x="1733550" y="1028700"/>
                </a:lnTo>
                <a:lnTo>
                  <a:pt x="1800225" y="1019175"/>
                </a:lnTo>
                <a:lnTo>
                  <a:pt x="1771650" y="1038225"/>
                </a:lnTo>
                <a:lnTo>
                  <a:pt x="1819275" y="1047750"/>
                </a:lnTo>
                <a:lnTo>
                  <a:pt x="1819275" y="1095375"/>
                </a:lnTo>
                <a:lnTo>
                  <a:pt x="1790700" y="1076325"/>
                </a:lnTo>
                <a:lnTo>
                  <a:pt x="1771650" y="1133475"/>
                </a:lnTo>
                <a:lnTo>
                  <a:pt x="1743075" y="1200150"/>
                </a:lnTo>
                <a:lnTo>
                  <a:pt x="1771650" y="1219200"/>
                </a:lnTo>
                <a:lnTo>
                  <a:pt x="1714500" y="1228725"/>
                </a:lnTo>
                <a:lnTo>
                  <a:pt x="1714500" y="1276350"/>
                </a:lnTo>
                <a:lnTo>
                  <a:pt x="1733550" y="1276350"/>
                </a:lnTo>
                <a:lnTo>
                  <a:pt x="1695450" y="1314450"/>
                </a:lnTo>
                <a:lnTo>
                  <a:pt x="1676400" y="1343025"/>
                </a:lnTo>
                <a:lnTo>
                  <a:pt x="1657350" y="1343025"/>
                </a:lnTo>
                <a:lnTo>
                  <a:pt x="1628775" y="1371600"/>
                </a:lnTo>
                <a:lnTo>
                  <a:pt x="1657350" y="1400175"/>
                </a:lnTo>
                <a:lnTo>
                  <a:pt x="1628775" y="1457325"/>
                </a:lnTo>
                <a:lnTo>
                  <a:pt x="1628775" y="1485900"/>
                </a:lnTo>
                <a:lnTo>
                  <a:pt x="1628775" y="1495425"/>
                </a:lnTo>
                <a:lnTo>
                  <a:pt x="1600200" y="1543050"/>
                </a:lnTo>
                <a:lnTo>
                  <a:pt x="1619250" y="1552575"/>
                </a:lnTo>
                <a:lnTo>
                  <a:pt x="1600200" y="1609725"/>
                </a:lnTo>
                <a:lnTo>
                  <a:pt x="1552575" y="1638300"/>
                </a:lnTo>
                <a:lnTo>
                  <a:pt x="1571625" y="1638300"/>
                </a:lnTo>
                <a:lnTo>
                  <a:pt x="1552575" y="1685925"/>
                </a:lnTo>
                <a:lnTo>
                  <a:pt x="1533525" y="1685925"/>
                </a:lnTo>
                <a:lnTo>
                  <a:pt x="1514475" y="1714500"/>
                </a:lnTo>
                <a:lnTo>
                  <a:pt x="1485900" y="1790700"/>
                </a:lnTo>
                <a:lnTo>
                  <a:pt x="1466850" y="1781175"/>
                </a:lnTo>
                <a:lnTo>
                  <a:pt x="1476375" y="1809750"/>
                </a:lnTo>
                <a:lnTo>
                  <a:pt x="1457325" y="1866900"/>
                </a:lnTo>
                <a:lnTo>
                  <a:pt x="1457325" y="1895475"/>
                </a:lnTo>
                <a:lnTo>
                  <a:pt x="1428750" y="1885950"/>
                </a:lnTo>
                <a:lnTo>
                  <a:pt x="1428750" y="1943100"/>
                </a:lnTo>
                <a:lnTo>
                  <a:pt x="1381125" y="1952625"/>
                </a:lnTo>
                <a:lnTo>
                  <a:pt x="1400175" y="1971675"/>
                </a:lnTo>
                <a:lnTo>
                  <a:pt x="1304925" y="2105025"/>
                </a:lnTo>
                <a:lnTo>
                  <a:pt x="1247775" y="1952625"/>
                </a:lnTo>
                <a:lnTo>
                  <a:pt x="1257300" y="2105025"/>
                </a:lnTo>
                <a:lnTo>
                  <a:pt x="1409700" y="2114550"/>
                </a:lnTo>
                <a:lnTo>
                  <a:pt x="1314450" y="2219325"/>
                </a:lnTo>
                <a:lnTo>
                  <a:pt x="1333500" y="2190750"/>
                </a:lnTo>
                <a:lnTo>
                  <a:pt x="1362075" y="2181225"/>
                </a:lnTo>
                <a:lnTo>
                  <a:pt x="1352550" y="2143125"/>
                </a:lnTo>
                <a:lnTo>
                  <a:pt x="1447800" y="2286000"/>
                </a:lnTo>
                <a:lnTo>
                  <a:pt x="1343025" y="2219325"/>
                </a:lnTo>
                <a:lnTo>
                  <a:pt x="1266825" y="2228850"/>
                </a:lnTo>
                <a:lnTo>
                  <a:pt x="1257300" y="2219325"/>
                </a:lnTo>
                <a:lnTo>
                  <a:pt x="1257300" y="2219325"/>
                </a:lnTo>
                <a:lnTo>
                  <a:pt x="1247775" y="2200275"/>
                </a:lnTo>
                <a:lnTo>
                  <a:pt x="1228725" y="2209800"/>
                </a:lnTo>
                <a:lnTo>
                  <a:pt x="1152525" y="2228850"/>
                </a:lnTo>
                <a:lnTo>
                  <a:pt x="1228725" y="2190750"/>
                </a:lnTo>
                <a:lnTo>
                  <a:pt x="1209675" y="2200275"/>
                </a:lnTo>
                <a:lnTo>
                  <a:pt x="1200150" y="2257425"/>
                </a:lnTo>
                <a:lnTo>
                  <a:pt x="1190625" y="2276475"/>
                </a:lnTo>
                <a:lnTo>
                  <a:pt x="1095375" y="2352675"/>
                </a:lnTo>
                <a:lnTo>
                  <a:pt x="1095375" y="2343150"/>
                </a:lnTo>
                <a:lnTo>
                  <a:pt x="1104900" y="2343150"/>
                </a:lnTo>
                <a:lnTo>
                  <a:pt x="1114425" y="2343150"/>
                </a:lnTo>
                <a:lnTo>
                  <a:pt x="1066800" y="2314575"/>
                </a:lnTo>
                <a:lnTo>
                  <a:pt x="1057275" y="2371725"/>
                </a:lnTo>
                <a:lnTo>
                  <a:pt x="1057275" y="2362200"/>
                </a:lnTo>
                <a:lnTo>
                  <a:pt x="1095375" y="2438400"/>
                </a:lnTo>
                <a:lnTo>
                  <a:pt x="1162050" y="2428875"/>
                </a:lnTo>
                <a:lnTo>
                  <a:pt x="1123950" y="2447925"/>
                </a:lnTo>
                <a:lnTo>
                  <a:pt x="1104900" y="2457450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-1981200" y="5248275"/>
            <a:ext cx="247650" cy="228600"/>
          </a:xfrm>
          <a:custGeom>
            <a:avLst/>
            <a:gdLst/>
            <a:ahLst/>
            <a:cxnLst/>
            <a:rect l="l" t="t" r="r" b="b"/>
            <a:pathLst>
              <a:path w="247650" h="228600">
                <a:moveTo>
                  <a:pt x="247650" y="95250"/>
                </a:moveTo>
                <a:lnTo>
                  <a:pt x="209550" y="171450"/>
                </a:lnTo>
                <a:lnTo>
                  <a:pt x="171450" y="228600"/>
                </a:lnTo>
                <a:lnTo>
                  <a:pt x="104775" y="209550"/>
                </a:lnTo>
                <a:lnTo>
                  <a:pt x="47625" y="190500"/>
                </a:lnTo>
                <a:lnTo>
                  <a:pt x="28575" y="123825"/>
                </a:lnTo>
                <a:lnTo>
                  <a:pt x="0" y="47625"/>
                </a:lnTo>
                <a:lnTo>
                  <a:pt x="76200" y="0"/>
                </a:lnTo>
                <a:lnTo>
                  <a:pt x="161925" y="9525"/>
                </a:lnTo>
                <a:lnTo>
                  <a:pt x="228600" y="666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219200" y="6962775"/>
            <a:ext cx="257175" cy="238125"/>
          </a:xfrm>
          <a:custGeom>
            <a:avLst/>
            <a:gdLst/>
            <a:ahLst/>
            <a:cxnLst/>
            <a:rect l="l" t="t" r="r" b="b"/>
            <a:pathLst>
              <a:path w="257175" h="238125">
                <a:moveTo>
                  <a:pt x="257175" y="114300"/>
                </a:moveTo>
                <a:lnTo>
                  <a:pt x="219075" y="171450"/>
                </a:lnTo>
                <a:lnTo>
                  <a:pt x="161925" y="238125"/>
                </a:lnTo>
                <a:lnTo>
                  <a:pt x="76200" y="209550"/>
                </a:lnTo>
                <a:lnTo>
                  <a:pt x="19050" y="190500"/>
                </a:lnTo>
                <a:lnTo>
                  <a:pt x="19050" y="104775"/>
                </a:lnTo>
                <a:lnTo>
                  <a:pt x="0" y="76200"/>
                </a:lnTo>
                <a:lnTo>
                  <a:pt x="66675" y="38100"/>
                </a:lnTo>
                <a:lnTo>
                  <a:pt x="161925" y="0"/>
                </a:lnTo>
                <a:lnTo>
                  <a:pt x="200025" y="47625"/>
                </a:lnTo>
                <a:close/>
              </a:path>
            </a:pathLst>
          </a:custGeom>
          <a:solidFill>
            <a:srgbClr val="E86A5E">
              <a:alpha val="7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-1962150" y="795337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104775"/>
                </a:moveTo>
                <a:lnTo>
                  <a:pt x="123825" y="161925"/>
                </a:lnTo>
                <a:lnTo>
                  <a:pt x="95250" y="171450"/>
                </a:lnTo>
                <a:lnTo>
                  <a:pt x="57150" y="142875"/>
                </a:lnTo>
                <a:lnTo>
                  <a:pt x="0" y="142875"/>
                </a:lnTo>
                <a:lnTo>
                  <a:pt x="0" y="95250"/>
                </a:lnTo>
                <a:lnTo>
                  <a:pt x="28575" y="57150"/>
                </a:lnTo>
                <a:lnTo>
                  <a:pt x="66675" y="28575"/>
                </a:lnTo>
                <a:lnTo>
                  <a:pt x="95250" y="0"/>
                </a:lnTo>
                <a:lnTo>
                  <a:pt x="114300" y="57150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28600" y="784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80975"/>
                </a:moveTo>
                <a:lnTo>
                  <a:pt x="238125" y="238125"/>
                </a:lnTo>
                <a:lnTo>
                  <a:pt x="171450" y="304800"/>
                </a:lnTo>
                <a:lnTo>
                  <a:pt x="104775" y="266700"/>
                </a:lnTo>
                <a:lnTo>
                  <a:pt x="57150" y="247650"/>
                </a:lnTo>
                <a:lnTo>
                  <a:pt x="9525" y="171450"/>
                </a:lnTo>
                <a:lnTo>
                  <a:pt x="0" y="104775"/>
                </a:lnTo>
                <a:lnTo>
                  <a:pt x="76200" y="66675"/>
                </a:lnTo>
                <a:lnTo>
                  <a:pt x="171450" y="0"/>
                </a:lnTo>
                <a:lnTo>
                  <a:pt x="238125" y="85725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-2705100" y="5915025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104775"/>
                </a:moveTo>
                <a:lnTo>
                  <a:pt x="171450" y="171450"/>
                </a:lnTo>
                <a:lnTo>
                  <a:pt x="123825" y="238125"/>
                </a:lnTo>
                <a:lnTo>
                  <a:pt x="47625" y="209550"/>
                </a:lnTo>
                <a:lnTo>
                  <a:pt x="9525" y="161925"/>
                </a:lnTo>
                <a:lnTo>
                  <a:pt x="0" y="104775"/>
                </a:lnTo>
                <a:lnTo>
                  <a:pt x="0" y="57150"/>
                </a:lnTo>
                <a:lnTo>
                  <a:pt x="66675" y="38100"/>
                </a:lnTo>
                <a:lnTo>
                  <a:pt x="123825" y="0"/>
                </a:lnTo>
                <a:lnTo>
                  <a:pt x="171450" y="5715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04900" y="6400800"/>
            <a:ext cx="295275" cy="266700"/>
          </a:xfrm>
          <a:custGeom>
            <a:avLst/>
            <a:gdLst/>
            <a:ahLst/>
            <a:cxnLst/>
            <a:rect l="l" t="t" r="r" b="b"/>
            <a:pathLst>
              <a:path w="295275" h="266700">
                <a:moveTo>
                  <a:pt x="295275" y="95250"/>
                </a:moveTo>
                <a:lnTo>
                  <a:pt x="257175" y="180975"/>
                </a:lnTo>
                <a:lnTo>
                  <a:pt x="219075" y="266700"/>
                </a:lnTo>
                <a:lnTo>
                  <a:pt x="104775" y="171450"/>
                </a:lnTo>
                <a:lnTo>
                  <a:pt x="9525" y="152400"/>
                </a:lnTo>
                <a:lnTo>
                  <a:pt x="0" y="66675"/>
                </a:lnTo>
                <a:lnTo>
                  <a:pt x="9525" y="9525"/>
                </a:lnTo>
                <a:lnTo>
                  <a:pt x="85725" y="9525"/>
                </a:lnTo>
                <a:lnTo>
                  <a:pt x="228600" y="0"/>
                </a:lnTo>
                <a:lnTo>
                  <a:pt x="24765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-2570797" y="4732020"/>
            <a:ext cx="3805237" cy="3670935"/>
          </a:xfrm>
          <a:custGeom>
            <a:avLst/>
            <a:gdLst/>
            <a:ahLst/>
            <a:cxnLst/>
            <a:rect l="l" t="t" r="r" b="b"/>
            <a:pathLst>
              <a:path w="3805237" h="3670935">
                <a:moveTo>
                  <a:pt x="3713798" y="2360295"/>
                </a:moveTo>
                <a:lnTo>
                  <a:pt x="3727132" y="2373630"/>
                </a:lnTo>
                <a:lnTo>
                  <a:pt x="3713798" y="2386965"/>
                </a:lnTo>
                <a:lnTo>
                  <a:pt x="3700463" y="2373630"/>
                </a:lnTo>
                <a:close/>
                <a:moveTo>
                  <a:pt x="1446847" y="77152"/>
                </a:moveTo>
                <a:lnTo>
                  <a:pt x="1457325" y="87630"/>
                </a:lnTo>
                <a:lnTo>
                  <a:pt x="1446847" y="98108"/>
                </a:lnTo>
                <a:lnTo>
                  <a:pt x="1436370" y="87630"/>
                </a:lnTo>
                <a:close/>
                <a:moveTo>
                  <a:pt x="665797" y="3313748"/>
                </a:moveTo>
                <a:lnTo>
                  <a:pt x="678180" y="3326130"/>
                </a:lnTo>
                <a:lnTo>
                  <a:pt x="665797" y="3338512"/>
                </a:lnTo>
                <a:lnTo>
                  <a:pt x="653415" y="3326130"/>
                </a:lnTo>
                <a:close/>
                <a:moveTo>
                  <a:pt x="3199447" y="2488883"/>
                </a:moveTo>
                <a:lnTo>
                  <a:pt x="3217545" y="2506980"/>
                </a:lnTo>
                <a:lnTo>
                  <a:pt x="3199447" y="2525078"/>
                </a:lnTo>
                <a:lnTo>
                  <a:pt x="3181350" y="2506980"/>
                </a:lnTo>
                <a:close/>
                <a:moveTo>
                  <a:pt x="1246822" y="3629025"/>
                </a:moveTo>
                <a:lnTo>
                  <a:pt x="1267777" y="3649980"/>
                </a:lnTo>
                <a:lnTo>
                  <a:pt x="1246822" y="3670935"/>
                </a:lnTo>
                <a:lnTo>
                  <a:pt x="1225868" y="3649980"/>
                </a:lnTo>
                <a:close/>
                <a:moveTo>
                  <a:pt x="3466148" y="2326005"/>
                </a:moveTo>
                <a:lnTo>
                  <a:pt x="3475673" y="2335530"/>
                </a:lnTo>
                <a:lnTo>
                  <a:pt x="3466148" y="2345055"/>
                </a:lnTo>
                <a:lnTo>
                  <a:pt x="3456622" y="2335530"/>
                </a:lnTo>
                <a:close/>
                <a:moveTo>
                  <a:pt x="3237548" y="553402"/>
                </a:moveTo>
                <a:lnTo>
                  <a:pt x="3257550" y="573405"/>
                </a:lnTo>
                <a:lnTo>
                  <a:pt x="3237548" y="593408"/>
                </a:lnTo>
                <a:lnTo>
                  <a:pt x="3217545" y="573405"/>
                </a:lnTo>
                <a:close/>
                <a:moveTo>
                  <a:pt x="2037398" y="3547110"/>
                </a:moveTo>
                <a:lnTo>
                  <a:pt x="2054542" y="3564255"/>
                </a:lnTo>
                <a:lnTo>
                  <a:pt x="2037398" y="3581400"/>
                </a:lnTo>
                <a:lnTo>
                  <a:pt x="2020252" y="3564255"/>
                </a:lnTo>
                <a:close/>
                <a:moveTo>
                  <a:pt x="722947" y="1947862"/>
                </a:moveTo>
                <a:lnTo>
                  <a:pt x="729615" y="1954530"/>
                </a:lnTo>
                <a:lnTo>
                  <a:pt x="722947" y="1961198"/>
                </a:lnTo>
                <a:lnTo>
                  <a:pt x="716280" y="1954530"/>
                </a:lnTo>
                <a:close/>
                <a:moveTo>
                  <a:pt x="1627822" y="550545"/>
                </a:moveTo>
                <a:lnTo>
                  <a:pt x="1641158" y="563880"/>
                </a:lnTo>
                <a:lnTo>
                  <a:pt x="1627822" y="577215"/>
                </a:lnTo>
                <a:lnTo>
                  <a:pt x="1614487" y="563880"/>
                </a:lnTo>
                <a:close/>
                <a:moveTo>
                  <a:pt x="1856422" y="506730"/>
                </a:moveTo>
                <a:lnTo>
                  <a:pt x="1865948" y="516255"/>
                </a:lnTo>
                <a:lnTo>
                  <a:pt x="1856422" y="525780"/>
                </a:lnTo>
                <a:lnTo>
                  <a:pt x="1846897" y="516255"/>
                </a:lnTo>
                <a:close/>
                <a:moveTo>
                  <a:pt x="694372" y="2058352"/>
                </a:moveTo>
                <a:lnTo>
                  <a:pt x="714375" y="2078355"/>
                </a:lnTo>
                <a:lnTo>
                  <a:pt x="694372" y="2098358"/>
                </a:lnTo>
                <a:lnTo>
                  <a:pt x="674370" y="2078355"/>
                </a:lnTo>
                <a:close/>
                <a:moveTo>
                  <a:pt x="3789998" y="1739265"/>
                </a:moveTo>
                <a:lnTo>
                  <a:pt x="3805237" y="1754505"/>
                </a:lnTo>
                <a:lnTo>
                  <a:pt x="3789998" y="1769745"/>
                </a:lnTo>
                <a:lnTo>
                  <a:pt x="3774758" y="1754505"/>
                </a:lnTo>
                <a:close/>
                <a:moveTo>
                  <a:pt x="2599372" y="765810"/>
                </a:moveTo>
                <a:lnTo>
                  <a:pt x="2606993" y="773430"/>
                </a:lnTo>
                <a:lnTo>
                  <a:pt x="2599372" y="781050"/>
                </a:lnTo>
                <a:lnTo>
                  <a:pt x="2591752" y="773430"/>
                </a:lnTo>
                <a:close/>
                <a:moveTo>
                  <a:pt x="1608772" y="2967037"/>
                </a:moveTo>
                <a:lnTo>
                  <a:pt x="1615440" y="2973705"/>
                </a:lnTo>
                <a:lnTo>
                  <a:pt x="1608772" y="2980373"/>
                </a:lnTo>
                <a:lnTo>
                  <a:pt x="1602105" y="2973705"/>
                </a:lnTo>
                <a:close/>
                <a:moveTo>
                  <a:pt x="961072" y="2334577"/>
                </a:moveTo>
                <a:lnTo>
                  <a:pt x="981075" y="2354580"/>
                </a:lnTo>
                <a:lnTo>
                  <a:pt x="961072" y="2374583"/>
                </a:lnTo>
                <a:lnTo>
                  <a:pt x="941070" y="2354580"/>
                </a:lnTo>
                <a:close/>
                <a:moveTo>
                  <a:pt x="3761423" y="1450658"/>
                </a:moveTo>
                <a:lnTo>
                  <a:pt x="3779520" y="1468755"/>
                </a:lnTo>
                <a:lnTo>
                  <a:pt x="3761423" y="1486852"/>
                </a:lnTo>
                <a:lnTo>
                  <a:pt x="3743325" y="1468755"/>
                </a:lnTo>
                <a:close/>
                <a:moveTo>
                  <a:pt x="1532572" y="3439478"/>
                </a:moveTo>
                <a:lnTo>
                  <a:pt x="1543050" y="3449955"/>
                </a:lnTo>
                <a:lnTo>
                  <a:pt x="1532572" y="3460433"/>
                </a:lnTo>
                <a:lnTo>
                  <a:pt x="1522095" y="3449955"/>
                </a:lnTo>
                <a:close/>
                <a:moveTo>
                  <a:pt x="3370897" y="2807970"/>
                </a:moveTo>
                <a:lnTo>
                  <a:pt x="3393757" y="2830830"/>
                </a:lnTo>
                <a:lnTo>
                  <a:pt x="3370897" y="2853690"/>
                </a:lnTo>
                <a:lnTo>
                  <a:pt x="3348038" y="2830830"/>
                </a:lnTo>
                <a:close/>
                <a:moveTo>
                  <a:pt x="2685097" y="922973"/>
                </a:moveTo>
                <a:lnTo>
                  <a:pt x="2707005" y="944880"/>
                </a:lnTo>
                <a:lnTo>
                  <a:pt x="2685097" y="966787"/>
                </a:lnTo>
                <a:lnTo>
                  <a:pt x="2663190" y="944880"/>
                </a:lnTo>
                <a:close/>
                <a:moveTo>
                  <a:pt x="894397" y="705802"/>
                </a:moveTo>
                <a:lnTo>
                  <a:pt x="904875" y="716280"/>
                </a:lnTo>
                <a:lnTo>
                  <a:pt x="894397" y="726758"/>
                </a:lnTo>
                <a:lnTo>
                  <a:pt x="883920" y="716280"/>
                </a:lnTo>
                <a:close/>
                <a:moveTo>
                  <a:pt x="3570922" y="2936558"/>
                </a:moveTo>
                <a:lnTo>
                  <a:pt x="3579495" y="2945130"/>
                </a:lnTo>
                <a:lnTo>
                  <a:pt x="3570922" y="2953703"/>
                </a:lnTo>
                <a:lnTo>
                  <a:pt x="3562350" y="2945130"/>
                </a:lnTo>
                <a:close/>
                <a:moveTo>
                  <a:pt x="2123123" y="3292793"/>
                </a:moveTo>
                <a:lnTo>
                  <a:pt x="2137410" y="3307080"/>
                </a:lnTo>
                <a:lnTo>
                  <a:pt x="2123123" y="3321368"/>
                </a:lnTo>
                <a:lnTo>
                  <a:pt x="2108835" y="3307080"/>
                </a:lnTo>
                <a:close/>
                <a:moveTo>
                  <a:pt x="3228022" y="1497330"/>
                </a:moveTo>
                <a:lnTo>
                  <a:pt x="3247073" y="1516380"/>
                </a:lnTo>
                <a:lnTo>
                  <a:pt x="3228022" y="1535430"/>
                </a:lnTo>
                <a:lnTo>
                  <a:pt x="3208973" y="1516380"/>
                </a:lnTo>
                <a:close/>
                <a:moveTo>
                  <a:pt x="561022" y="1262062"/>
                </a:moveTo>
                <a:lnTo>
                  <a:pt x="567690" y="1268730"/>
                </a:lnTo>
                <a:lnTo>
                  <a:pt x="561022" y="1275398"/>
                </a:lnTo>
                <a:lnTo>
                  <a:pt x="554355" y="1268730"/>
                </a:lnTo>
                <a:close/>
                <a:moveTo>
                  <a:pt x="275272" y="2599373"/>
                </a:moveTo>
                <a:lnTo>
                  <a:pt x="287655" y="2611755"/>
                </a:lnTo>
                <a:lnTo>
                  <a:pt x="275272" y="2624137"/>
                </a:lnTo>
                <a:lnTo>
                  <a:pt x="262890" y="2611755"/>
                </a:lnTo>
                <a:close/>
                <a:moveTo>
                  <a:pt x="3285172" y="1994535"/>
                </a:moveTo>
                <a:lnTo>
                  <a:pt x="3302318" y="2011680"/>
                </a:lnTo>
                <a:lnTo>
                  <a:pt x="3285172" y="2028825"/>
                </a:lnTo>
                <a:lnTo>
                  <a:pt x="3268028" y="2011680"/>
                </a:lnTo>
                <a:close/>
                <a:moveTo>
                  <a:pt x="665797" y="903923"/>
                </a:moveTo>
                <a:lnTo>
                  <a:pt x="687705" y="925830"/>
                </a:lnTo>
                <a:lnTo>
                  <a:pt x="665797" y="947737"/>
                </a:lnTo>
                <a:lnTo>
                  <a:pt x="643890" y="925830"/>
                </a:lnTo>
                <a:close/>
                <a:moveTo>
                  <a:pt x="3408998" y="1842135"/>
                </a:moveTo>
                <a:lnTo>
                  <a:pt x="3416618" y="1849755"/>
                </a:lnTo>
                <a:lnTo>
                  <a:pt x="3408998" y="1857375"/>
                </a:lnTo>
                <a:lnTo>
                  <a:pt x="3401377" y="1849755"/>
                </a:lnTo>
                <a:close/>
                <a:moveTo>
                  <a:pt x="3008948" y="426720"/>
                </a:moveTo>
                <a:lnTo>
                  <a:pt x="3022282" y="440055"/>
                </a:lnTo>
                <a:lnTo>
                  <a:pt x="3008948" y="453390"/>
                </a:lnTo>
                <a:lnTo>
                  <a:pt x="2995613" y="440055"/>
                </a:lnTo>
                <a:close/>
                <a:moveTo>
                  <a:pt x="1923098" y="294323"/>
                </a:moveTo>
                <a:lnTo>
                  <a:pt x="1935480" y="306705"/>
                </a:lnTo>
                <a:lnTo>
                  <a:pt x="1923098" y="319087"/>
                </a:lnTo>
                <a:lnTo>
                  <a:pt x="1910715" y="306705"/>
                </a:lnTo>
                <a:close/>
                <a:moveTo>
                  <a:pt x="3018473" y="3437573"/>
                </a:moveTo>
                <a:lnTo>
                  <a:pt x="3030855" y="3449955"/>
                </a:lnTo>
                <a:lnTo>
                  <a:pt x="3018473" y="3462337"/>
                </a:lnTo>
                <a:lnTo>
                  <a:pt x="3006090" y="3449955"/>
                </a:lnTo>
                <a:close/>
                <a:moveTo>
                  <a:pt x="3170872" y="416242"/>
                </a:moveTo>
                <a:lnTo>
                  <a:pt x="3185160" y="430530"/>
                </a:lnTo>
                <a:lnTo>
                  <a:pt x="3170872" y="444817"/>
                </a:lnTo>
                <a:lnTo>
                  <a:pt x="3156585" y="430530"/>
                </a:lnTo>
                <a:close/>
                <a:moveTo>
                  <a:pt x="2437448" y="0"/>
                </a:moveTo>
                <a:lnTo>
                  <a:pt x="2458402" y="20955"/>
                </a:lnTo>
                <a:lnTo>
                  <a:pt x="2437448" y="41910"/>
                </a:lnTo>
                <a:lnTo>
                  <a:pt x="2416493" y="20955"/>
                </a:lnTo>
                <a:close/>
                <a:moveTo>
                  <a:pt x="951547" y="124777"/>
                </a:moveTo>
                <a:lnTo>
                  <a:pt x="962025" y="135255"/>
                </a:lnTo>
                <a:lnTo>
                  <a:pt x="951547" y="145733"/>
                </a:lnTo>
                <a:lnTo>
                  <a:pt x="941070" y="135255"/>
                </a:lnTo>
                <a:close/>
                <a:moveTo>
                  <a:pt x="1380172" y="478155"/>
                </a:moveTo>
                <a:lnTo>
                  <a:pt x="1389697" y="487680"/>
                </a:lnTo>
                <a:lnTo>
                  <a:pt x="1380172" y="497205"/>
                </a:lnTo>
                <a:lnTo>
                  <a:pt x="1370647" y="487680"/>
                </a:lnTo>
                <a:close/>
                <a:moveTo>
                  <a:pt x="1018222" y="1082993"/>
                </a:moveTo>
                <a:lnTo>
                  <a:pt x="1032510" y="1097280"/>
                </a:lnTo>
                <a:lnTo>
                  <a:pt x="1018222" y="1111568"/>
                </a:lnTo>
                <a:lnTo>
                  <a:pt x="1003935" y="1097280"/>
                </a:lnTo>
                <a:close/>
                <a:moveTo>
                  <a:pt x="3304223" y="1797368"/>
                </a:moveTo>
                <a:lnTo>
                  <a:pt x="3318510" y="1811655"/>
                </a:lnTo>
                <a:lnTo>
                  <a:pt x="3304223" y="1825943"/>
                </a:lnTo>
                <a:lnTo>
                  <a:pt x="3289935" y="1811655"/>
                </a:lnTo>
                <a:close/>
                <a:moveTo>
                  <a:pt x="1580197" y="284798"/>
                </a:moveTo>
                <a:lnTo>
                  <a:pt x="1602105" y="306705"/>
                </a:lnTo>
                <a:lnTo>
                  <a:pt x="1580197" y="328612"/>
                </a:lnTo>
                <a:lnTo>
                  <a:pt x="1558290" y="306705"/>
                </a:lnTo>
                <a:close/>
                <a:moveTo>
                  <a:pt x="3542347" y="725805"/>
                </a:moveTo>
                <a:lnTo>
                  <a:pt x="3551873" y="735330"/>
                </a:lnTo>
                <a:lnTo>
                  <a:pt x="3542347" y="744855"/>
                </a:lnTo>
                <a:lnTo>
                  <a:pt x="3532823" y="735330"/>
                </a:lnTo>
                <a:close/>
                <a:moveTo>
                  <a:pt x="3256597" y="1002983"/>
                </a:moveTo>
                <a:lnTo>
                  <a:pt x="3274695" y="1021080"/>
                </a:lnTo>
                <a:lnTo>
                  <a:pt x="3256597" y="1039177"/>
                </a:lnTo>
                <a:lnTo>
                  <a:pt x="3238500" y="1021080"/>
                </a:lnTo>
                <a:close/>
                <a:moveTo>
                  <a:pt x="3485197" y="2018348"/>
                </a:moveTo>
                <a:lnTo>
                  <a:pt x="3507105" y="2040255"/>
                </a:lnTo>
                <a:lnTo>
                  <a:pt x="3485197" y="2062162"/>
                </a:lnTo>
                <a:lnTo>
                  <a:pt x="3463290" y="2040255"/>
                </a:lnTo>
                <a:close/>
                <a:moveTo>
                  <a:pt x="2932748" y="1284923"/>
                </a:moveTo>
                <a:lnTo>
                  <a:pt x="2945130" y="1297305"/>
                </a:lnTo>
                <a:lnTo>
                  <a:pt x="2932748" y="1309687"/>
                </a:lnTo>
                <a:lnTo>
                  <a:pt x="2920365" y="1297305"/>
                </a:lnTo>
                <a:close/>
                <a:moveTo>
                  <a:pt x="1561147" y="60960"/>
                </a:moveTo>
                <a:lnTo>
                  <a:pt x="1578292" y="78105"/>
                </a:lnTo>
                <a:lnTo>
                  <a:pt x="1561147" y="95250"/>
                </a:lnTo>
                <a:lnTo>
                  <a:pt x="1544002" y="78105"/>
                </a:lnTo>
                <a:close/>
                <a:moveTo>
                  <a:pt x="494347" y="3041333"/>
                </a:moveTo>
                <a:lnTo>
                  <a:pt x="512445" y="3059430"/>
                </a:lnTo>
                <a:lnTo>
                  <a:pt x="494347" y="3077527"/>
                </a:lnTo>
                <a:lnTo>
                  <a:pt x="476250" y="3059430"/>
                </a:lnTo>
                <a:close/>
                <a:moveTo>
                  <a:pt x="18097" y="1279208"/>
                </a:moveTo>
                <a:lnTo>
                  <a:pt x="36195" y="1297305"/>
                </a:lnTo>
                <a:lnTo>
                  <a:pt x="18097" y="1315402"/>
                </a:lnTo>
                <a:lnTo>
                  <a:pt x="0" y="1297305"/>
                </a:lnTo>
                <a:close/>
                <a:moveTo>
                  <a:pt x="3266123" y="1713548"/>
                </a:moveTo>
                <a:lnTo>
                  <a:pt x="3278505" y="1725930"/>
                </a:lnTo>
                <a:lnTo>
                  <a:pt x="3266123" y="1738312"/>
                </a:lnTo>
                <a:lnTo>
                  <a:pt x="3253740" y="1725930"/>
                </a:lnTo>
                <a:close/>
                <a:moveTo>
                  <a:pt x="465772" y="1943100"/>
                </a:moveTo>
                <a:lnTo>
                  <a:pt x="486727" y="1964055"/>
                </a:lnTo>
                <a:lnTo>
                  <a:pt x="465772" y="1985010"/>
                </a:lnTo>
                <a:lnTo>
                  <a:pt x="444817" y="1964055"/>
                </a:lnTo>
                <a:close/>
                <a:moveTo>
                  <a:pt x="3094673" y="3325178"/>
                </a:moveTo>
                <a:lnTo>
                  <a:pt x="3114675" y="3345180"/>
                </a:lnTo>
                <a:lnTo>
                  <a:pt x="3094673" y="3365183"/>
                </a:lnTo>
                <a:lnTo>
                  <a:pt x="3074670" y="3345180"/>
                </a:lnTo>
                <a:close/>
                <a:moveTo>
                  <a:pt x="1075372" y="971550"/>
                </a:moveTo>
                <a:lnTo>
                  <a:pt x="1096327" y="992505"/>
                </a:lnTo>
                <a:lnTo>
                  <a:pt x="1075372" y="1013460"/>
                </a:lnTo>
                <a:lnTo>
                  <a:pt x="1054418" y="992505"/>
                </a:lnTo>
                <a:close/>
                <a:moveTo>
                  <a:pt x="332422" y="887730"/>
                </a:moveTo>
                <a:lnTo>
                  <a:pt x="351472" y="906780"/>
                </a:lnTo>
                <a:lnTo>
                  <a:pt x="332422" y="925830"/>
                </a:lnTo>
                <a:lnTo>
                  <a:pt x="313372" y="906780"/>
                </a:lnTo>
                <a:close/>
                <a:moveTo>
                  <a:pt x="275272" y="1067752"/>
                </a:moveTo>
                <a:lnTo>
                  <a:pt x="285750" y="1078230"/>
                </a:lnTo>
                <a:lnTo>
                  <a:pt x="275272" y="1088708"/>
                </a:lnTo>
                <a:lnTo>
                  <a:pt x="264795" y="1078230"/>
                </a:lnTo>
                <a:close/>
                <a:moveTo>
                  <a:pt x="1323022" y="449580"/>
                </a:moveTo>
                <a:lnTo>
                  <a:pt x="1342072" y="468630"/>
                </a:lnTo>
                <a:lnTo>
                  <a:pt x="1323022" y="487680"/>
                </a:lnTo>
                <a:lnTo>
                  <a:pt x="1303972" y="468630"/>
                </a:lnTo>
                <a:close/>
                <a:moveTo>
                  <a:pt x="580072" y="2770823"/>
                </a:moveTo>
                <a:lnTo>
                  <a:pt x="592455" y="2783205"/>
                </a:lnTo>
                <a:lnTo>
                  <a:pt x="580072" y="2795587"/>
                </a:lnTo>
                <a:lnTo>
                  <a:pt x="567690" y="2783205"/>
                </a:lnTo>
                <a:close/>
                <a:moveTo>
                  <a:pt x="561022" y="1344930"/>
                </a:moveTo>
                <a:lnTo>
                  <a:pt x="580072" y="1363980"/>
                </a:lnTo>
                <a:lnTo>
                  <a:pt x="561022" y="1383030"/>
                </a:lnTo>
                <a:lnTo>
                  <a:pt x="541972" y="1363980"/>
                </a:lnTo>
                <a:close/>
                <a:moveTo>
                  <a:pt x="2065973" y="391477"/>
                </a:moveTo>
                <a:lnTo>
                  <a:pt x="2076450" y="401955"/>
                </a:lnTo>
                <a:lnTo>
                  <a:pt x="2065973" y="412433"/>
                </a:lnTo>
                <a:lnTo>
                  <a:pt x="2055495" y="401955"/>
                </a:lnTo>
                <a:close/>
                <a:moveTo>
                  <a:pt x="1932622" y="3113723"/>
                </a:moveTo>
                <a:lnTo>
                  <a:pt x="1945005" y="3126105"/>
                </a:lnTo>
                <a:lnTo>
                  <a:pt x="1932622" y="3138487"/>
                </a:lnTo>
                <a:lnTo>
                  <a:pt x="1920240" y="3126105"/>
                </a:lnTo>
                <a:close/>
                <a:moveTo>
                  <a:pt x="2599372" y="790575"/>
                </a:moveTo>
                <a:lnTo>
                  <a:pt x="2620327" y="811530"/>
                </a:lnTo>
                <a:lnTo>
                  <a:pt x="2599372" y="832485"/>
                </a:lnTo>
                <a:lnTo>
                  <a:pt x="2578418" y="811530"/>
                </a:lnTo>
                <a:close/>
                <a:moveTo>
                  <a:pt x="751522" y="317183"/>
                </a:moveTo>
                <a:lnTo>
                  <a:pt x="760095" y="325755"/>
                </a:lnTo>
                <a:lnTo>
                  <a:pt x="751522" y="334327"/>
                </a:lnTo>
                <a:lnTo>
                  <a:pt x="742950" y="325755"/>
                </a:lnTo>
                <a:close/>
                <a:moveTo>
                  <a:pt x="703897" y="3373755"/>
                </a:moveTo>
                <a:lnTo>
                  <a:pt x="722947" y="3392805"/>
                </a:lnTo>
                <a:lnTo>
                  <a:pt x="703897" y="3411855"/>
                </a:lnTo>
                <a:lnTo>
                  <a:pt x="684847" y="3392805"/>
                </a:lnTo>
                <a:close/>
                <a:moveTo>
                  <a:pt x="2513647" y="3070860"/>
                </a:moveTo>
                <a:lnTo>
                  <a:pt x="2521268" y="3078480"/>
                </a:lnTo>
                <a:lnTo>
                  <a:pt x="2513647" y="3086100"/>
                </a:lnTo>
                <a:lnTo>
                  <a:pt x="2506027" y="3078480"/>
                </a:lnTo>
                <a:close/>
                <a:moveTo>
                  <a:pt x="3294698" y="1560195"/>
                </a:moveTo>
                <a:lnTo>
                  <a:pt x="3317557" y="1583055"/>
                </a:lnTo>
                <a:lnTo>
                  <a:pt x="3294698" y="1605915"/>
                </a:lnTo>
                <a:lnTo>
                  <a:pt x="3271838" y="1583055"/>
                </a:lnTo>
                <a:close/>
                <a:moveTo>
                  <a:pt x="1961197" y="278130"/>
                </a:moveTo>
                <a:lnTo>
                  <a:pt x="1980248" y="297180"/>
                </a:lnTo>
                <a:lnTo>
                  <a:pt x="1961197" y="316230"/>
                </a:lnTo>
                <a:lnTo>
                  <a:pt x="1942147" y="297180"/>
                </a:lnTo>
                <a:close/>
                <a:moveTo>
                  <a:pt x="2256472" y="3190875"/>
                </a:moveTo>
                <a:lnTo>
                  <a:pt x="2267903" y="3202305"/>
                </a:lnTo>
                <a:lnTo>
                  <a:pt x="2256472" y="3213735"/>
                </a:lnTo>
                <a:lnTo>
                  <a:pt x="2245043" y="3202305"/>
                </a:lnTo>
                <a:close/>
                <a:moveTo>
                  <a:pt x="951547" y="532448"/>
                </a:moveTo>
                <a:lnTo>
                  <a:pt x="963930" y="544830"/>
                </a:lnTo>
                <a:lnTo>
                  <a:pt x="951547" y="557212"/>
                </a:lnTo>
                <a:lnTo>
                  <a:pt x="939165" y="544830"/>
                </a:lnTo>
                <a:close/>
                <a:moveTo>
                  <a:pt x="1646872" y="3441383"/>
                </a:moveTo>
                <a:lnTo>
                  <a:pt x="1655445" y="3449955"/>
                </a:lnTo>
                <a:lnTo>
                  <a:pt x="1646872" y="3458527"/>
                </a:lnTo>
                <a:lnTo>
                  <a:pt x="1638300" y="3449955"/>
                </a:lnTo>
                <a:close/>
                <a:moveTo>
                  <a:pt x="1380172" y="351473"/>
                </a:moveTo>
                <a:lnTo>
                  <a:pt x="1392555" y="363855"/>
                </a:lnTo>
                <a:lnTo>
                  <a:pt x="1380172" y="376237"/>
                </a:lnTo>
                <a:lnTo>
                  <a:pt x="1367790" y="363855"/>
                </a:lnTo>
                <a:close/>
                <a:moveTo>
                  <a:pt x="3408998" y="1611630"/>
                </a:moveTo>
                <a:lnTo>
                  <a:pt x="3428047" y="1630680"/>
                </a:lnTo>
                <a:lnTo>
                  <a:pt x="3408998" y="1649730"/>
                </a:lnTo>
                <a:lnTo>
                  <a:pt x="3389948" y="1630680"/>
                </a:lnTo>
                <a:close/>
                <a:moveTo>
                  <a:pt x="2046922" y="642937"/>
                </a:moveTo>
                <a:lnTo>
                  <a:pt x="2063115" y="659130"/>
                </a:lnTo>
                <a:lnTo>
                  <a:pt x="2046922" y="675323"/>
                </a:lnTo>
                <a:lnTo>
                  <a:pt x="2030730" y="659130"/>
                </a:lnTo>
                <a:close/>
                <a:moveTo>
                  <a:pt x="2208848" y="669608"/>
                </a:moveTo>
                <a:lnTo>
                  <a:pt x="2217420" y="678180"/>
                </a:lnTo>
                <a:lnTo>
                  <a:pt x="2208848" y="686752"/>
                </a:lnTo>
                <a:lnTo>
                  <a:pt x="2200275" y="678180"/>
                </a:lnTo>
                <a:close/>
                <a:moveTo>
                  <a:pt x="3685223" y="2628900"/>
                </a:moveTo>
                <a:lnTo>
                  <a:pt x="3706177" y="2649855"/>
                </a:lnTo>
                <a:lnTo>
                  <a:pt x="3685223" y="2670810"/>
                </a:lnTo>
                <a:lnTo>
                  <a:pt x="3664267" y="2649855"/>
                </a:lnTo>
                <a:close/>
                <a:moveTo>
                  <a:pt x="1189672" y="3522345"/>
                </a:moveTo>
                <a:lnTo>
                  <a:pt x="1203007" y="3535680"/>
                </a:lnTo>
                <a:lnTo>
                  <a:pt x="1189672" y="3549015"/>
                </a:lnTo>
                <a:lnTo>
                  <a:pt x="1176337" y="3535680"/>
                </a:lnTo>
                <a:close/>
                <a:moveTo>
                  <a:pt x="1265872" y="3353753"/>
                </a:moveTo>
                <a:lnTo>
                  <a:pt x="1276350" y="3364230"/>
                </a:lnTo>
                <a:lnTo>
                  <a:pt x="1265872" y="3374708"/>
                </a:lnTo>
                <a:lnTo>
                  <a:pt x="1255395" y="336423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-1636395" y="5674995"/>
            <a:ext cx="1929765" cy="1835468"/>
          </a:xfrm>
          <a:custGeom>
            <a:avLst/>
            <a:gdLst/>
            <a:ahLst/>
            <a:cxnLst/>
            <a:rect l="l" t="t" r="r" b="b"/>
            <a:pathLst>
              <a:path w="1929765" h="1835468">
                <a:moveTo>
                  <a:pt x="445770" y="67628"/>
                </a:moveTo>
                <a:lnTo>
                  <a:pt x="456248" y="78105"/>
                </a:lnTo>
                <a:lnTo>
                  <a:pt x="445770" y="88583"/>
                </a:lnTo>
                <a:lnTo>
                  <a:pt x="435293" y="78105"/>
                </a:lnTo>
                <a:close/>
                <a:moveTo>
                  <a:pt x="750570" y="259080"/>
                </a:moveTo>
                <a:lnTo>
                  <a:pt x="769620" y="278130"/>
                </a:lnTo>
                <a:lnTo>
                  <a:pt x="750570" y="297180"/>
                </a:lnTo>
                <a:lnTo>
                  <a:pt x="731520" y="278130"/>
                </a:lnTo>
                <a:close/>
                <a:moveTo>
                  <a:pt x="531495" y="407670"/>
                </a:moveTo>
                <a:lnTo>
                  <a:pt x="554355" y="430530"/>
                </a:lnTo>
                <a:lnTo>
                  <a:pt x="531495" y="453390"/>
                </a:lnTo>
                <a:lnTo>
                  <a:pt x="508635" y="430530"/>
                </a:lnTo>
                <a:close/>
                <a:moveTo>
                  <a:pt x="398145" y="370523"/>
                </a:moveTo>
                <a:lnTo>
                  <a:pt x="420053" y="392430"/>
                </a:lnTo>
                <a:lnTo>
                  <a:pt x="398145" y="414338"/>
                </a:lnTo>
                <a:lnTo>
                  <a:pt x="376238" y="392430"/>
                </a:lnTo>
                <a:close/>
                <a:moveTo>
                  <a:pt x="140970" y="1206818"/>
                </a:moveTo>
                <a:lnTo>
                  <a:pt x="155258" y="1221105"/>
                </a:lnTo>
                <a:lnTo>
                  <a:pt x="140970" y="1235393"/>
                </a:lnTo>
                <a:lnTo>
                  <a:pt x="126683" y="1221105"/>
                </a:lnTo>
                <a:close/>
                <a:moveTo>
                  <a:pt x="1255395" y="1744028"/>
                </a:moveTo>
                <a:lnTo>
                  <a:pt x="1265873" y="1754505"/>
                </a:lnTo>
                <a:lnTo>
                  <a:pt x="1255395" y="1764983"/>
                </a:lnTo>
                <a:lnTo>
                  <a:pt x="1244918" y="1754505"/>
                </a:lnTo>
                <a:close/>
                <a:moveTo>
                  <a:pt x="655320" y="1257300"/>
                </a:moveTo>
                <a:lnTo>
                  <a:pt x="666750" y="1268730"/>
                </a:lnTo>
                <a:lnTo>
                  <a:pt x="655320" y="1280160"/>
                </a:lnTo>
                <a:lnTo>
                  <a:pt x="643890" y="1268730"/>
                </a:lnTo>
                <a:close/>
                <a:moveTo>
                  <a:pt x="1760220" y="909638"/>
                </a:moveTo>
                <a:lnTo>
                  <a:pt x="1776413" y="925830"/>
                </a:lnTo>
                <a:lnTo>
                  <a:pt x="1760220" y="942023"/>
                </a:lnTo>
                <a:lnTo>
                  <a:pt x="1744028" y="925830"/>
                </a:lnTo>
                <a:close/>
                <a:moveTo>
                  <a:pt x="1245870" y="261937"/>
                </a:moveTo>
                <a:lnTo>
                  <a:pt x="1262063" y="278130"/>
                </a:lnTo>
                <a:lnTo>
                  <a:pt x="1245870" y="294323"/>
                </a:lnTo>
                <a:lnTo>
                  <a:pt x="1229678" y="278130"/>
                </a:lnTo>
                <a:close/>
                <a:moveTo>
                  <a:pt x="1179195" y="1547813"/>
                </a:moveTo>
                <a:lnTo>
                  <a:pt x="1195388" y="1564005"/>
                </a:lnTo>
                <a:lnTo>
                  <a:pt x="1179195" y="1580198"/>
                </a:lnTo>
                <a:lnTo>
                  <a:pt x="1163003" y="1564005"/>
                </a:lnTo>
                <a:close/>
                <a:moveTo>
                  <a:pt x="188595" y="942975"/>
                </a:moveTo>
                <a:lnTo>
                  <a:pt x="200025" y="954405"/>
                </a:lnTo>
                <a:lnTo>
                  <a:pt x="188595" y="965835"/>
                </a:lnTo>
                <a:lnTo>
                  <a:pt x="177165" y="954405"/>
                </a:lnTo>
                <a:close/>
                <a:moveTo>
                  <a:pt x="1074420" y="1761173"/>
                </a:moveTo>
                <a:lnTo>
                  <a:pt x="1096328" y="1783080"/>
                </a:lnTo>
                <a:lnTo>
                  <a:pt x="1074420" y="1804988"/>
                </a:lnTo>
                <a:lnTo>
                  <a:pt x="1052513" y="1783080"/>
                </a:lnTo>
                <a:close/>
                <a:moveTo>
                  <a:pt x="1483995" y="0"/>
                </a:moveTo>
                <a:lnTo>
                  <a:pt x="1504950" y="20955"/>
                </a:lnTo>
                <a:lnTo>
                  <a:pt x="1483995" y="41910"/>
                </a:lnTo>
                <a:lnTo>
                  <a:pt x="1463040" y="20955"/>
                </a:lnTo>
                <a:close/>
                <a:moveTo>
                  <a:pt x="1864995" y="1295400"/>
                </a:moveTo>
                <a:lnTo>
                  <a:pt x="1876425" y="1306830"/>
                </a:lnTo>
                <a:lnTo>
                  <a:pt x="1864995" y="1318260"/>
                </a:lnTo>
                <a:lnTo>
                  <a:pt x="1853565" y="1306830"/>
                </a:lnTo>
                <a:close/>
                <a:moveTo>
                  <a:pt x="1112520" y="1504950"/>
                </a:moveTo>
                <a:lnTo>
                  <a:pt x="1123950" y="1516380"/>
                </a:lnTo>
                <a:lnTo>
                  <a:pt x="1112520" y="1527810"/>
                </a:lnTo>
                <a:lnTo>
                  <a:pt x="1101090" y="1516380"/>
                </a:lnTo>
                <a:close/>
                <a:moveTo>
                  <a:pt x="1512570" y="98108"/>
                </a:moveTo>
                <a:lnTo>
                  <a:pt x="1530668" y="116205"/>
                </a:lnTo>
                <a:lnTo>
                  <a:pt x="1512570" y="134303"/>
                </a:lnTo>
                <a:lnTo>
                  <a:pt x="1494473" y="116205"/>
                </a:lnTo>
                <a:close/>
                <a:moveTo>
                  <a:pt x="17145" y="556260"/>
                </a:moveTo>
                <a:lnTo>
                  <a:pt x="34290" y="573405"/>
                </a:lnTo>
                <a:lnTo>
                  <a:pt x="17145" y="590550"/>
                </a:lnTo>
                <a:lnTo>
                  <a:pt x="0" y="573405"/>
                </a:lnTo>
                <a:close/>
                <a:moveTo>
                  <a:pt x="93345" y="362903"/>
                </a:moveTo>
                <a:lnTo>
                  <a:pt x="103823" y="373380"/>
                </a:lnTo>
                <a:lnTo>
                  <a:pt x="93345" y="383858"/>
                </a:lnTo>
                <a:lnTo>
                  <a:pt x="82868" y="373380"/>
                </a:lnTo>
                <a:close/>
                <a:moveTo>
                  <a:pt x="588645" y="1382078"/>
                </a:moveTo>
                <a:lnTo>
                  <a:pt x="599123" y="1392555"/>
                </a:lnTo>
                <a:lnTo>
                  <a:pt x="588645" y="1403033"/>
                </a:lnTo>
                <a:lnTo>
                  <a:pt x="578168" y="1392555"/>
                </a:lnTo>
                <a:close/>
                <a:moveTo>
                  <a:pt x="531495" y="261937"/>
                </a:moveTo>
                <a:lnTo>
                  <a:pt x="547688" y="278130"/>
                </a:lnTo>
                <a:lnTo>
                  <a:pt x="531495" y="294323"/>
                </a:lnTo>
                <a:lnTo>
                  <a:pt x="515303" y="278130"/>
                </a:lnTo>
                <a:close/>
                <a:moveTo>
                  <a:pt x="1341120" y="115253"/>
                </a:moveTo>
                <a:lnTo>
                  <a:pt x="1361123" y="135255"/>
                </a:lnTo>
                <a:lnTo>
                  <a:pt x="1341120" y="155258"/>
                </a:lnTo>
                <a:lnTo>
                  <a:pt x="1321118" y="135255"/>
                </a:lnTo>
                <a:close/>
                <a:moveTo>
                  <a:pt x="1369695" y="1026795"/>
                </a:moveTo>
                <a:lnTo>
                  <a:pt x="1383030" y="1040130"/>
                </a:lnTo>
                <a:lnTo>
                  <a:pt x="1369695" y="1053465"/>
                </a:lnTo>
                <a:lnTo>
                  <a:pt x="1356360" y="1040130"/>
                </a:lnTo>
                <a:close/>
                <a:moveTo>
                  <a:pt x="1922145" y="413385"/>
                </a:moveTo>
                <a:lnTo>
                  <a:pt x="1929765" y="421005"/>
                </a:lnTo>
                <a:lnTo>
                  <a:pt x="1922145" y="428625"/>
                </a:lnTo>
                <a:lnTo>
                  <a:pt x="1914525" y="421005"/>
                </a:lnTo>
                <a:close/>
                <a:moveTo>
                  <a:pt x="1150620" y="917258"/>
                </a:moveTo>
                <a:lnTo>
                  <a:pt x="1168718" y="935355"/>
                </a:lnTo>
                <a:lnTo>
                  <a:pt x="1150620" y="953453"/>
                </a:lnTo>
                <a:lnTo>
                  <a:pt x="1132523" y="935355"/>
                </a:lnTo>
                <a:close/>
                <a:moveTo>
                  <a:pt x="1407795" y="1806893"/>
                </a:moveTo>
                <a:lnTo>
                  <a:pt x="1422083" y="1821180"/>
                </a:lnTo>
                <a:lnTo>
                  <a:pt x="1407795" y="1835468"/>
                </a:lnTo>
                <a:lnTo>
                  <a:pt x="1393508" y="1821180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-2083117" y="4961573"/>
            <a:ext cx="3011805" cy="3295650"/>
          </a:xfrm>
          <a:custGeom>
            <a:avLst/>
            <a:gdLst/>
            <a:ahLst/>
            <a:cxnLst/>
            <a:rect l="l" t="t" r="r" b="b"/>
            <a:pathLst>
              <a:path w="3011805" h="3295650">
                <a:moveTo>
                  <a:pt x="149542" y="487680"/>
                </a:moveTo>
                <a:lnTo>
                  <a:pt x="167640" y="505778"/>
                </a:lnTo>
                <a:lnTo>
                  <a:pt x="149542" y="523875"/>
                </a:lnTo>
                <a:lnTo>
                  <a:pt x="131445" y="505778"/>
                </a:lnTo>
                <a:close/>
                <a:moveTo>
                  <a:pt x="749617" y="49530"/>
                </a:moveTo>
                <a:lnTo>
                  <a:pt x="758190" y="58103"/>
                </a:lnTo>
                <a:lnTo>
                  <a:pt x="749617" y="66675"/>
                </a:lnTo>
                <a:lnTo>
                  <a:pt x="741045" y="58103"/>
                </a:lnTo>
                <a:close/>
                <a:moveTo>
                  <a:pt x="25717" y="2466023"/>
                </a:moveTo>
                <a:lnTo>
                  <a:pt x="46672" y="2486978"/>
                </a:lnTo>
                <a:lnTo>
                  <a:pt x="25717" y="2507933"/>
                </a:lnTo>
                <a:lnTo>
                  <a:pt x="4763" y="2486978"/>
                </a:lnTo>
                <a:close/>
                <a:moveTo>
                  <a:pt x="2816543" y="1426845"/>
                </a:moveTo>
                <a:lnTo>
                  <a:pt x="2838450" y="1448753"/>
                </a:lnTo>
                <a:lnTo>
                  <a:pt x="2816543" y="1470660"/>
                </a:lnTo>
                <a:lnTo>
                  <a:pt x="2794635" y="1448753"/>
                </a:lnTo>
                <a:close/>
                <a:moveTo>
                  <a:pt x="16192" y="1032510"/>
                </a:moveTo>
                <a:lnTo>
                  <a:pt x="32385" y="1048703"/>
                </a:lnTo>
                <a:lnTo>
                  <a:pt x="16192" y="1064895"/>
                </a:lnTo>
                <a:lnTo>
                  <a:pt x="0" y="1048703"/>
                </a:lnTo>
                <a:close/>
                <a:moveTo>
                  <a:pt x="540067" y="0"/>
                </a:moveTo>
                <a:lnTo>
                  <a:pt x="550545" y="10478"/>
                </a:lnTo>
                <a:lnTo>
                  <a:pt x="540067" y="20955"/>
                </a:lnTo>
                <a:lnTo>
                  <a:pt x="529590" y="10478"/>
                </a:lnTo>
                <a:close/>
                <a:moveTo>
                  <a:pt x="711517" y="340995"/>
                </a:moveTo>
                <a:lnTo>
                  <a:pt x="723900" y="353378"/>
                </a:lnTo>
                <a:lnTo>
                  <a:pt x="711517" y="365760"/>
                </a:lnTo>
                <a:lnTo>
                  <a:pt x="699135" y="353378"/>
                </a:lnTo>
                <a:close/>
                <a:moveTo>
                  <a:pt x="2416493" y="3259455"/>
                </a:moveTo>
                <a:lnTo>
                  <a:pt x="2434590" y="3277553"/>
                </a:lnTo>
                <a:lnTo>
                  <a:pt x="2416493" y="3295650"/>
                </a:lnTo>
                <a:lnTo>
                  <a:pt x="2398395" y="3277553"/>
                </a:lnTo>
                <a:close/>
                <a:moveTo>
                  <a:pt x="978217" y="284797"/>
                </a:moveTo>
                <a:lnTo>
                  <a:pt x="999172" y="305753"/>
                </a:lnTo>
                <a:lnTo>
                  <a:pt x="978217" y="326708"/>
                </a:lnTo>
                <a:lnTo>
                  <a:pt x="957262" y="305753"/>
                </a:lnTo>
                <a:close/>
                <a:moveTo>
                  <a:pt x="1263967" y="2667000"/>
                </a:moveTo>
                <a:lnTo>
                  <a:pt x="1274445" y="2677478"/>
                </a:lnTo>
                <a:lnTo>
                  <a:pt x="1263967" y="2687955"/>
                </a:lnTo>
                <a:lnTo>
                  <a:pt x="1253490" y="2677478"/>
                </a:lnTo>
                <a:close/>
                <a:moveTo>
                  <a:pt x="2121218" y="257175"/>
                </a:moveTo>
                <a:lnTo>
                  <a:pt x="2131695" y="267653"/>
                </a:lnTo>
                <a:lnTo>
                  <a:pt x="2121218" y="278130"/>
                </a:lnTo>
                <a:lnTo>
                  <a:pt x="2110740" y="267653"/>
                </a:lnTo>
                <a:close/>
                <a:moveTo>
                  <a:pt x="673417" y="3062288"/>
                </a:moveTo>
                <a:lnTo>
                  <a:pt x="688657" y="3077528"/>
                </a:lnTo>
                <a:lnTo>
                  <a:pt x="673417" y="3092768"/>
                </a:lnTo>
                <a:lnTo>
                  <a:pt x="658178" y="3077528"/>
                </a:lnTo>
                <a:close/>
                <a:moveTo>
                  <a:pt x="2540317" y="1266825"/>
                </a:moveTo>
                <a:lnTo>
                  <a:pt x="2560320" y="1286828"/>
                </a:lnTo>
                <a:lnTo>
                  <a:pt x="2540317" y="1306830"/>
                </a:lnTo>
                <a:lnTo>
                  <a:pt x="2520315" y="1286828"/>
                </a:lnTo>
                <a:close/>
                <a:moveTo>
                  <a:pt x="873442" y="479108"/>
                </a:moveTo>
                <a:lnTo>
                  <a:pt x="881062" y="486728"/>
                </a:lnTo>
                <a:lnTo>
                  <a:pt x="873442" y="494347"/>
                </a:lnTo>
                <a:lnTo>
                  <a:pt x="865822" y="486728"/>
                </a:lnTo>
                <a:close/>
                <a:moveTo>
                  <a:pt x="1254443" y="3184208"/>
                </a:moveTo>
                <a:lnTo>
                  <a:pt x="1271588" y="3201353"/>
                </a:lnTo>
                <a:lnTo>
                  <a:pt x="1254443" y="3218498"/>
                </a:lnTo>
                <a:lnTo>
                  <a:pt x="1237297" y="3201353"/>
                </a:lnTo>
                <a:close/>
                <a:moveTo>
                  <a:pt x="1330643" y="54293"/>
                </a:moveTo>
                <a:lnTo>
                  <a:pt x="1353503" y="77153"/>
                </a:lnTo>
                <a:lnTo>
                  <a:pt x="1330643" y="100013"/>
                </a:lnTo>
                <a:lnTo>
                  <a:pt x="1307782" y="77153"/>
                </a:lnTo>
                <a:close/>
                <a:moveTo>
                  <a:pt x="425767" y="2104073"/>
                </a:moveTo>
                <a:lnTo>
                  <a:pt x="446722" y="2125028"/>
                </a:lnTo>
                <a:lnTo>
                  <a:pt x="425767" y="2145983"/>
                </a:lnTo>
                <a:lnTo>
                  <a:pt x="404813" y="2125028"/>
                </a:lnTo>
                <a:close/>
                <a:moveTo>
                  <a:pt x="25717" y="2040255"/>
                </a:moveTo>
                <a:lnTo>
                  <a:pt x="34290" y="2048828"/>
                </a:lnTo>
                <a:lnTo>
                  <a:pt x="25717" y="2057400"/>
                </a:lnTo>
                <a:lnTo>
                  <a:pt x="17145" y="2048828"/>
                </a:lnTo>
                <a:close/>
                <a:moveTo>
                  <a:pt x="254317" y="107633"/>
                </a:moveTo>
                <a:lnTo>
                  <a:pt x="271463" y="124778"/>
                </a:lnTo>
                <a:lnTo>
                  <a:pt x="254317" y="141922"/>
                </a:lnTo>
                <a:lnTo>
                  <a:pt x="237172" y="124778"/>
                </a:lnTo>
                <a:close/>
                <a:moveTo>
                  <a:pt x="2997517" y="1682115"/>
                </a:moveTo>
                <a:lnTo>
                  <a:pt x="3011805" y="1696403"/>
                </a:lnTo>
                <a:lnTo>
                  <a:pt x="2997517" y="1710690"/>
                </a:lnTo>
                <a:lnTo>
                  <a:pt x="2983230" y="1696403"/>
                </a:lnTo>
                <a:close/>
                <a:moveTo>
                  <a:pt x="2911792" y="392430"/>
                </a:moveTo>
                <a:lnTo>
                  <a:pt x="2929890" y="410528"/>
                </a:lnTo>
                <a:lnTo>
                  <a:pt x="2911792" y="428625"/>
                </a:lnTo>
                <a:lnTo>
                  <a:pt x="2893695" y="410528"/>
                </a:lnTo>
                <a:close/>
                <a:moveTo>
                  <a:pt x="311467" y="940118"/>
                </a:moveTo>
                <a:lnTo>
                  <a:pt x="324802" y="953453"/>
                </a:lnTo>
                <a:lnTo>
                  <a:pt x="311467" y="966788"/>
                </a:lnTo>
                <a:lnTo>
                  <a:pt x="298132" y="953453"/>
                </a:lnTo>
                <a:close/>
                <a:moveTo>
                  <a:pt x="1654493" y="3139440"/>
                </a:moveTo>
                <a:lnTo>
                  <a:pt x="1668780" y="3153728"/>
                </a:lnTo>
                <a:lnTo>
                  <a:pt x="1654493" y="3168015"/>
                </a:lnTo>
                <a:lnTo>
                  <a:pt x="1640205" y="3153728"/>
                </a:lnTo>
                <a:close/>
                <a:moveTo>
                  <a:pt x="1521142" y="741997"/>
                </a:moveTo>
                <a:lnTo>
                  <a:pt x="1542097" y="762953"/>
                </a:lnTo>
                <a:lnTo>
                  <a:pt x="1521142" y="783908"/>
                </a:lnTo>
                <a:lnTo>
                  <a:pt x="1500188" y="762953"/>
                </a:lnTo>
                <a:close/>
                <a:moveTo>
                  <a:pt x="2168842" y="1902143"/>
                </a:moveTo>
                <a:lnTo>
                  <a:pt x="2182178" y="1915478"/>
                </a:lnTo>
                <a:lnTo>
                  <a:pt x="2168842" y="1928813"/>
                </a:lnTo>
                <a:lnTo>
                  <a:pt x="2155507" y="1915478"/>
                </a:lnTo>
                <a:close/>
                <a:moveTo>
                  <a:pt x="2359343" y="1542097"/>
                </a:moveTo>
                <a:lnTo>
                  <a:pt x="2380298" y="1563053"/>
                </a:lnTo>
                <a:lnTo>
                  <a:pt x="2359343" y="1584008"/>
                </a:lnTo>
                <a:lnTo>
                  <a:pt x="2338388" y="1563053"/>
                </a:lnTo>
                <a:close/>
                <a:moveTo>
                  <a:pt x="2340292" y="1207770"/>
                </a:moveTo>
                <a:lnTo>
                  <a:pt x="2352675" y="1220153"/>
                </a:lnTo>
                <a:lnTo>
                  <a:pt x="2340292" y="1232535"/>
                </a:lnTo>
                <a:lnTo>
                  <a:pt x="2327910" y="1220153"/>
                </a:lnTo>
                <a:close/>
                <a:moveTo>
                  <a:pt x="2378393" y="1332547"/>
                </a:moveTo>
                <a:lnTo>
                  <a:pt x="2389823" y="1343978"/>
                </a:lnTo>
                <a:lnTo>
                  <a:pt x="2378393" y="1355408"/>
                </a:lnTo>
                <a:lnTo>
                  <a:pt x="2366963" y="1343978"/>
                </a:lnTo>
                <a:close/>
                <a:moveTo>
                  <a:pt x="844867" y="1581150"/>
                </a:moveTo>
                <a:lnTo>
                  <a:pt x="864870" y="1601153"/>
                </a:lnTo>
                <a:lnTo>
                  <a:pt x="844867" y="1621155"/>
                </a:lnTo>
                <a:lnTo>
                  <a:pt x="824865" y="1601153"/>
                </a:lnTo>
                <a:close/>
                <a:moveTo>
                  <a:pt x="501967" y="1821180"/>
                </a:moveTo>
                <a:lnTo>
                  <a:pt x="520065" y="1839278"/>
                </a:lnTo>
                <a:lnTo>
                  <a:pt x="501967" y="1857375"/>
                </a:lnTo>
                <a:lnTo>
                  <a:pt x="483870" y="183927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-2209800" y="5029200"/>
            <a:ext cx="3505200" cy="3390900"/>
          </a:xfrm>
          <a:custGeom>
            <a:avLst/>
            <a:gdLst/>
            <a:ahLst/>
            <a:cxnLst/>
            <a:rect l="l" t="t" r="r" b="b"/>
            <a:pathLst>
              <a:path w="3505200" h="3390900">
                <a:moveTo>
                  <a:pt x="276225" y="85725"/>
                </a:moveTo>
                <a:quadBezTo>
                  <a:pt x="352425" y="19050"/>
                  <a:pt x="438150" y="0"/>
                </a:quadBezTo>
                <a:moveTo>
                  <a:pt x="2733675" y="2714625"/>
                </a:moveTo>
                <a:quadBezTo>
                  <a:pt x="2628900" y="2762250"/>
                  <a:pt x="2524125" y="2847975"/>
                </a:quadBezTo>
                <a:moveTo>
                  <a:pt x="990600" y="238125"/>
                </a:moveTo>
                <a:quadBezTo>
                  <a:pt x="1038225" y="180975"/>
                  <a:pt x="1076325" y="171450"/>
                </a:quadBezTo>
                <a:moveTo>
                  <a:pt x="609600" y="2695575"/>
                </a:moveTo>
                <a:quadBezTo>
                  <a:pt x="523875" y="2619375"/>
                  <a:pt x="428625" y="2571750"/>
                </a:quadBezTo>
                <a:moveTo>
                  <a:pt x="304800" y="1533525"/>
                </a:moveTo>
                <a:quadBezTo>
                  <a:pt x="276225" y="1400175"/>
                  <a:pt x="257175" y="1304925"/>
                </a:quadBezTo>
                <a:moveTo>
                  <a:pt x="438150" y="733425"/>
                </a:moveTo>
                <a:quadBezTo>
                  <a:pt x="514350" y="600075"/>
                  <a:pt x="600075" y="495300"/>
                </a:quadBezTo>
                <a:moveTo>
                  <a:pt x="1057275" y="3390900"/>
                </a:moveTo>
                <a:quadBezTo>
                  <a:pt x="1009650" y="3343275"/>
                  <a:pt x="962025" y="3343275"/>
                </a:quadBezTo>
                <a:moveTo>
                  <a:pt x="257175" y="2505075"/>
                </a:moveTo>
                <a:quadBezTo>
                  <a:pt x="219075" y="2419350"/>
                  <a:pt x="171450" y="2371725"/>
                </a:quadBezTo>
                <a:moveTo>
                  <a:pt x="3228975" y="1628775"/>
                </a:moveTo>
                <a:quadBezTo>
                  <a:pt x="3248025" y="1733550"/>
                  <a:pt x="3276600" y="1876425"/>
                </a:quadBezTo>
                <a:moveTo>
                  <a:pt x="2181225" y="219075"/>
                </a:moveTo>
                <a:quadBezTo>
                  <a:pt x="2219325" y="228600"/>
                  <a:pt x="2266950" y="276225"/>
                </a:quadBezTo>
                <a:moveTo>
                  <a:pt x="952500" y="2952750"/>
                </a:moveTo>
                <a:quadBezTo>
                  <a:pt x="838200" y="2847975"/>
                  <a:pt x="723900" y="2781300"/>
                </a:quadBezTo>
                <a:moveTo>
                  <a:pt x="85725" y="1857375"/>
                </a:moveTo>
                <a:quadBezTo>
                  <a:pt x="38100" y="1733550"/>
                  <a:pt x="0" y="1638300"/>
                </a:quadBezTo>
                <a:moveTo>
                  <a:pt x="3067050" y="2476500"/>
                </a:moveTo>
                <a:quadBezTo>
                  <a:pt x="3028950" y="2514600"/>
                  <a:pt x="2981325" y="2590800"/>
                </a:quadBezTo>
                <a:moveTo>
                  <a:pt x="3476625" y="1390650"/>
                </a:moveTo>
                <a:quadBezTo>
                  <a:pt x="3486150" y="1514475"/>
                  <a:pt x="3505200" y="167640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-1724025" y="5553075"/>
            <a:ext cx="1047750" cy="2190750"/>
          </a:xfrm>
          <a:custGeom>
            <a:avLst/>
            <a:gdLst/>
            <a:ahLst/>
            <a:cxnLst/>
            <a:rect l="l" t="t" r="r" b="b"/>
            <a:pathLst>
              <a:path w="1047750" h="2190750">
                <a:moveTo>
                  <a:pt x="828675" y="1838325"/>
                </a:moveTo>
                <a:lnTo>
                  <a:pt x="1028700" y="2009775"/>
                </a:lnTo>
                <a:moveTo>
                  <a:pt x="800100" y="1866900"/>
                </a:moveTo>
                <a:lnTo>
                  <a:pt x="1047750" y="2076450"/>
                </a:lnTo>
                <a:moveTo>
                  <a:pt x="781050" y="1885950"/>
                </a:moveTo>
                <a:lnTo>
                  <a:pt x="981075" y="2057400"/>
                </a:lnTo>
                <a:moveTo>
                  <a:pt x="771525" y="1905000"/>
                </a:moveTo>
                <a:lnTo>
                  <a:pt x="1038225" y="2124075"/>
                </a:lnTo>
                <a:moveTo>
                  <a:pt x="542925" y="104775"/>
                </a:moveTo>
                <a:lnTo>
                  <a:pt x="190500" y="142875"/>
                </a:lnTo>
                <a:moveTo>
                  <a:pt x="542925" y="66675"/>
                </a:moveTo>
                <a:lnTo>
                  <a:pt x="47625" y="123825"/>
                </a:lnTo>
                <a:moveTo>
                  <a:pt x="542925" y="28575"/>
                </a:moveTo>
                <a:lnTo>
                  <a:pt x="0" y="95250"/>
                </a:lnTo>
                <a:moveTo>
                  <a:pt x="533400" y="0"/>
                </a:moveTo>
                <a:lnTo>
                  <a:pt x="85725" y="47625"/>
                </a:lnTo>
                <a:moveTo>
                  <a:pt x="723900" y="1914525"/>
                </a:moveTo>
                <a:lnTo>
                  <a:pt x="895350" y="2152650"/>
                </a:lnTo>
                <a:moveTo>
                  <a:pt x="695325" y="1933575"/>
                </a:moveTo>
                <a:lnTo>
                  <a:pt x="847725" y="2143125"/>
                </a:lnTo>
                <a:moveTo>
                  <a:pt x="676275" y="1952625"/>
                </a:moveTo>
                <a:lnTo>
                  <a:pt x="781050" y="2105025"/>
                </a:lnTo>
                <a:moveTo>
                  <a:pt x="638175" y="1981200"/>
                </a:moveTo>
                <a:lnTo>
                  <a:pt x="790575" y="21907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63300" y="-1647825"/>
            <a:ext cx="3057525" cy="6048375"/>
          </a:xfrm>
          <a:custGeom>
            <a:avLst/>
            <a:gdLst/>
            <a:ahLst/>
            <a:cxnLst/>
            <a:rect l="l" t="t" r="r" b="b"/>
            <a:pathLst>
              <a:path w="3057525" h="6048375">
                <a:moveTo>
                  <a:pt x="1657350" y="6048375"/>
                </a:moveTo>
                <a:lnTo>
                  <a:pt x="1657350" y="5934075"/>
                </a:lnTo>
                <a:lnTo>
                  <a:pt x="1619250" y="5981700"/>
                </a:lnTo>
                <a:lnTo>
                  <a:pt x="1362075" y="5734050"/>
                </a:lnTo>
                <a:lnTo>
                  <a:pt x="1466850" y="5857875"/>
                </a:lnTo>
                <a:lnTo>
                  <a:pt x="1476375" y="5829300"/>
                </a:lnTo>
                <a:lnTo>
                  <a:pt x="1600200" y="5695950"/>
                </a:lnTo>
                <a:lnTo>
                  <a:pt x="1590675" y="5591175"/>
                </a:lnTo>
                <a:lnTo>
                  <a:pt x="1466850" y="5524500"/>
                </a:lnTo>
                <a:lnTo>
                  <a:pt x="1390650" y="5419725"/>
                </a:lnTo>
                <a:lnTo>
                  <a:pt x="1438275" y="5391150"/>
                </a:lnTo>
                <a:lnTo>
                  <a:pt x="1381125" y="5372100"/>
                </a:lnTo>
                <a:lnTo>
                  <a:pt x="1333500" y="5286375"/>
                </a:lnTo>
                <a:lnTo>
                  <a:pt x="1266825" y="5248275"/>
                </a:lnTo>
                <a:lnTo>
                  <a:pt x="1266825" y="5210175"/>
                </a:lnTo>
                <a:lnTo>
                  <a:pt x="1247775" y="5229225"/>
                </a:lnTo>
                <a:lnTo>
                  <a:pt x="1257300" y="5257800"/>
                </a:lnTo>
                <a:lnTo>
                  <a:pt x="1381125" y="5200650"/>
                </a:lnTo>
                <a:lnTo>
                  <a:pt x="1228725" y="5219700"/>
                </a:lnTo>
                <a:lnTo>
                  <a:pt x="1190625" y="5181600"/>
                </a:lnTo>
                <a:lnTo>
                  <a:pt x="1162050" y="5000625"/>
                </a:lnTo>
                <a:lnTo>
                  <a:pt x="1162050" y="4991100"/>
                </a:lnTo>
                <a:lnTo>
                  <a:pt x="1200150" y="4914900"/>
                </a:lnTo>
                <a:lnTo>
                  <a:pt x="1190625" y="4829175"/>
                </a:lnTo>
                <a:lnTo>
                  <a:pt x="1133475" y="4667250"/>
                </a:lnTo>
                <a:lnTo>
                  <a:pt x="1057275" y="4552950"/>
                </a:lnTo>
                <a:lnTo>
                  <a:pt x="1085850" y="4476750"/>
                </a:lnTo>
                <a:lnTo>
                  <a:pt x="1047750" y="4457700"/>
                </a:lnTo>
                <a:lnTo>
                  <a:pt x="1057275" y="4448175"/>
                </a:lnTo>
                <a:lnTo>
                  <a:pt x="1038225" y="4400550"/>
                </a:lnTo>
                <a:lnTo>
                  <a:pt x="1028700" y="4286250"/>
                </a:lnTo>
                <a:lnTo>
                  <a:pt x="942975" y="4229100"/>
                </a:lnTo>
                <a:lnTo>
                  <a:pt x="876300" y="4219575"/>
                </a:lnTo>
                <a:lnTo>
                  <a:pt x="923925" y="4333875"/>
                </a:lnTo>
                <a:lnTo>
                  <a:pt x="933450" y="4114800"/>
                </a:lnTo>
                <a:lnTo>
                  <a:pt x="933450" y="4143375"/>
                </a:lnTo>
                <a:lnTo>
                  <a:pt x="800100" y="4095750"/>
                </a:lnTo>
                <a:lnTo>
                  <a:pt x="838200" y="4086225"/>
                </a:lnTo>
                <a:lnTo>
                  <a:pt x="714375" y="4114800"/>
                </a:lnTo>
                <a:lnTo>
                  <a:pt x="695325" y="4086225"/>
                </a:lnTo>
                <a:lnTo>
                  <a:pt x="590550" y="4019550"/>
                </a:lnTo>
                <a:lnTo>
                  <a:pt x="514350" y="3962400"/>
                </a:lnTo>
                <a:lnTo>
                  <a:pt x="590550" y="3829050"/>
                </a:lnTo>
                <a:lnTo>
                  <a:pt x="609600" y="3724275"/>
                </a:lnTo>
                <a:lnTo>
                  <a:pt x="600075" y="3638550"/>
                </a:lnTo>
                <a:lnTo>
                  <a:pt x="619125" y="3562350"/>
                </a:lnTo>
                <a:lnTo>
                  <a:pt x="676275" y="3533775"/>
                </a:lnTo>
                <a:lnTo>
                  <a:pt x="647700" y="3467100"/>
                </a:lnTo>
                <a:lnTo>
                  <a:pt x="609600" y="3429000"/>
                </a:lnTo>
                <a:lnTo>
                  <a:pt x="638175" y="3400425"/>
                </a:lnTo>
                <a:lnTo>
                  <a:pt x="647700" y="3352800"/>
                </a:lnTo>
                <a:lnTo>
                  <a:pt x="581025" y="3257550"/>
                </a:lnTo>
                <a:lnTo>
                  <a:pt x="504825" y="3248025"/>
                </a:lnTo>
                <a:lnTo>
                  <a:pt x="419100" y="3314700"/>
                </a:lnTo>
                <a:lnTo>
                  <a:pt x="342900" y="3152775"/>
                </a:lnTo>
                <a:lnTo>
                  <a:pt x="266700" y="3105150"/>
                </a:lnTo>
                <a:lnTo>
                  <a:pt x="257175" y="3076575"/>
                </a:lnTo>
                <a:lnTo>
                  <a:pt x="200025" y="2962275"/>
                </a:lnTo>
                <a:lnTo>
                  <a:pt x="209550" y="2933700"/>
                </a:lnTo>
                <a:lnTo>
                  <a:pt x="133350" y="2867025"/>
                </a:lnTo>
                <a:lnTo>
                  <a:pt x="133350" y="2838450"/>
                </a:lnTo>
                <a:lnTo>
                  <a:pt x="133350" y="2724150"/>
                </a:lnTo>
                <a:lnTo>
                  <a:pt x="76200" y="2686050"/>
                </a:lnTo>
                <a:lnTo>
                  <a:pt x="0" y="2638425"/>
                </a:lnTo>
                <a:lnTo>
                  <a:pt x="38100" y="2552700"/>
                </a:lnTo>
                <a:lnTo>
                  <a:pt x="9525" y="2505075"/>
                </a:lnTo>
                <a:lnTo>
                  <a:pt x="95250" y="2400300"/>
                </a:lnTo>
                <a:lnTo>
                  <a:pt x="133350" y="2314575"/>
                </a:lnTo>
                <a:lnTo>
                  <a:pt x="123825" y="2228850"/>
                </a:lnTo>
                <a:lnTo>
                  <a:pt x="133350" y="2162175"/>
                </a:lnTo>
                <a:lnTo>
                  <a:pt x="200025" y="2085975"/>
                </a:lnTo>
                <a:lnTo>
                  <a:pt x="200025" y="2076450"/>
                </a:lnTo>
                <a:lnTo>
                  <a:pt x="209550" y="1962150"/>
                </a:lnTo>
                <a:lnTo>
                  <a:pt x="209550" y="1933575"/>
                </a:lnTo>
                <a:lnTo>
                  <a:pt x="238125" y="1838325"/>
                </a:lnTo>
                <a:lnTo>
                  <a:pt x="304800" y="1762125"/>
                </a:lnTo>
                <a:lnTo>
                  <a:pt x="342900" y="1685925"/>
                </a:lnTo>
                <a:lnTo>
                  <a:pt x="314325" y="1638300"/>
                </a:lnTo>
                <a:lnTo>
                  <a:pt x="371475" y="1571625"/>
                </a:lnTo>
                <a:lnTo>
                  <a:pt x="371475" y="1457325"/>
                </a:lnTo>
                <a:lnTo>
                  <a:pt x="409575" y="1390650"/>
                </a:lnTo>
                <a:lnTo>
                  <a:pt x="457200" y="1352550"/>
                </a:lnTo>
                <a:lnTo>
                  <a:pt x="419100" y="1228725"/>
                </a:lnTo>
                <a:lnTo>
                  <a:pt x="457200" y="1162050"/>
                </a:lnTo>
                <a:lnTo>
                  <a:pt x="523875" y="1143000"/>
                </a:lnTo>
                <a:lnTo>
                  <a:pt x="514350" y="1057275"/>
                </a:lnTo>
                <a:lnTo>
                  <a:pt x="581025" y="981075"/>
                </a:lnTo>
                <a:lnTo>
                  <a:pt x="542925" y="895350"/>
                </a:lnTo>
                <a:lnTo>
                  <a:pt x="600075" y="809625"/>
                </a:lnTo>
                <a:lnTo>
                  <a:pt x="571500" y="762000"/>
                </a:lnTo>
                <a:lnTo>
                  <a:pt x="590550" y="714375"/>
                </a:lnTo>
                <a:lnTo>
                  <a:pt x="628650" y="619125"/>
                </a:lnTo>
                <a:lnTo>
                  <a:pt x="676275" y="523875"/>
                </a:lnTo>
                <a:lnTo>
                  <a:pt x="714375" y="476250"/>
                </a:lnTo>
                <a:lnTo>
                  <a:pt x="723900" y="400050"/>
                </a:lnTo>
                <a:lnTo>
                  <a:pt x="733425" y="333375"/>
                </a:lnTo>
                <a:lnTo>
                  <a:pt x="781050" y="285750"/>
                </a:lnTo>
                <a:lnTo>
                  <a:pt x="695325" y="209550"/>
                </a:lnTo>
                <a:lnTo>
                  <a:pt x="838200" y="133350"/>
                </a:lnTo>
                <a:lnTo>
                  <a:pt x="923925" y="152400"/>
                </a:lnTo>
                <a:lnTo>
                  <a:pt x="733425" y="209550"/>
                </a:lnTo>
                <a:lnTo>
                  <a:pt x="800100" y="9525"/>
                </a:lnTo>
                <a:lnTo>
                  <a:pt x="800100" y="142875"/>
                </a:lnTo>
                <a:lnTo>
                  <a:pt x="762000" y="133350"/>
                </a:lnTo>
                <a:lnTo>
                  <a:pt x="809625" y="142875"/>
                </a:lnTo>
                <a:lnTo>
                  <a:pt x="857250" y="0"/>
                </a:lnTo>
                <a:lnTo>
                  <a:pt x="952500" y="57150"/>
                </a:lnTo>
                <a:lnTo>
                  <a:pt x="962025" y="104775"/>
                </a:lnTo>
                <a:lnTo>
                  <a:pt x="1019175" y="66675"/>
                </a:lnTo>
                <a:lnTo>
                  <a:pt x="1104900" y="38100"/>
                </a:lnTo>
                <a:lnTo>
                  <a:pt x="1200150" y="104775"/>
                </a:lnTo>
                <a:lnTo>
                  <a:pt x="1276350" y="133350"/>
                </a:lnTo>
                <a:lnTo>
                  <a:pt x="1343025" y="142875"/>
                </a:lnTo>
                <a:lnTo>
                  <a:pt x="1333500" y="114300"/>
                </a:lnTo>
                <a:lnTo>
                  <a:pt x="1466850" y="190500"/>
                </a:lnTo>
                <a:lnTo>
                  <a:pt x="1571625" y="133350"/>
                </a:lnTo>
                <a:lnTo>
                  <a:pt x="1504950" y="133350"/>
                </a:lnTo>
                <a:lnTo>
                  <a:pt x="1609725" y="114300"/>
                </a:lnTo>
                <a:lnTo>
                  <a:pt x="1619250" y="104775"/>
                </a:lnTo>
                <a:lnTo>
                  <a:pt x="1743075" y="152400"/>
                </a:lnTo>
                <a:lnTo>
                  <a:pt x="1790700" y="104775"/>
                </a:lnTo>
                <a:lnTo>
                  <a:pt x="1809750" y="76200"/>
                </a:lnTo>
                <a:lnTo>
                  <a:pt x="1933575" y="161925"/>
                </a:lnTo>
                <a:lnTo>
                  <a:pt x="2000250" y="200025"/>
                </a:lnTo>
                <a:lnTo>
                  <a:pt x="2038350" y="190500"/>
                </a:lnTo>
                <a:lnTo>
                  <a:pt x="2066925" y="152400"/>
                </a:lnTo>
                <a:lnTo>
                  <a:pt x="2133600" y="190500"/>
                </a:lnTo>
                <a:lnTo>
                  <a:pt x="2152650" y="161925"/>
                </a:lnTo>
                <a:lnTo>
                  <a:pt x="2190750" y="171450"/>
                </a:lnTo>
                <a:lnTo>
                  <a:pt x="2228850" y="266700"/>
                </a:lnTo>
                <a:lnTo>
                  <a:pt x="2266950" y="314325"/>
                </a:lnTo>
                <a:lnTo>
                  <a:pt x="2295525" y="352425"/>
                </a:lnTo>
                <a:lnTo>
                  <a:pt x="2247900" y="333375"/>
                </a:lnTo>
                <a:lnTo>
                  <a:pt x="2266950" y="419100"/>
                </a:lnTo>
                <a:lnTo>
                  <a:pt x="2314575" y="466725"/>
                </a:lnTo>
                <a:lnTo>
                  <a:pt x="2333625" y="476250"/>
                </a:lnTo>
                <a:lnTo>
                  <a:pt x="2381250" y="542925"/>
                </a:lnTo>
                <a:lnTo>
                  <a:pt x="2390775" y="619125"/>
                </a:lnTo>
                <a:lnTo>
                  <a:pt x="2381250" y="638175"/>
                </a:lnTo>
                <a:lnTo>
                  <a:pt x="2428875" y="714375"/>
                </a:lnTo>
                <a:lnTo>
                  <a:pt x="2447925" y="742950"/>
                </a:lnTo>
                <a:lnTo>
                  <a:pt x="2447925" y="771525"/>
                </a:lnTo>
                <a:lnTo>
                  <a:pt x="2457450" y="819150"/>
                </a:lnTo>
                <a:lnTo>
                  <a:pt x="2476500" y="866775"/>
                </a:lnTo>
                <a:lnTo>
                  <a:pt x="2533650" y="923925"/>
                </a:lnTo>
                <a:lnTo>
                  <a:pt x="2514600" y="1009650"/>
                </a:lnTo>
                <a:lnTo>
                  <a:pt x="2552700" y="1000125"/>
                </a:lnTo>
                <a:lnTo>
                  <a:pt x="2562225" y="1038225"/>
                </a:lnTo>
                <a:lnTo>
                  <a:pt x="2571750" y="1114425"/>
                </a:lnTo>
                <a:lnTo>
                  <a:pt x="2638425" y="1133475"/>
                </a:lnTo>
                <a:lnTo>
                  <a:pt x="2600325" y="1162050"/>
                </a:lnTo>
                <a:lnTo>
                  <a:pt x="2628900" y="1257300"/>
                </a:lnTo>
                <a:lnTo>
                  <a:pt x="2705100" y="1276350"/>
                </a:lnTo>
                <a:lnTo>
                  <a:pt x="2657475" y="1314450"/>
                </a:lnTo>
                <a:lnTo>
                  <a:pt x="2695575" y="1409700"/>
                </a:lnTo>
                <a:lnTo>
                  <a:pt x="2752725" y="1428750"/>
                </a:lnTo>
                <a:lnTo>
                  <a:pt x="2733675" y="1504950"/>
                </a:lnTo>
                <a:lnTo>
                  <a:pt x="2800350" y="1524000"/>
                </a:lnTo>
                <a:lnTo>
                  <a:pt x="2781300" y="1552575"/>
                </a:lnTo>
                <a:lnTo>
                  <a:pt x="2819400" y="1600200"/>
                </a:lnTo>
                <a:lnTo>
                  <a:pt x="2809875" y="1666875"/>
                </a:lnTo>
                <a:lnTo>
                  <a:pt x="3057525" y="1695450"/>
                </a:lnTo>
                <a:lnTo>
                  <a:pt x="2933700" y="1885950"/>
                </a:lnTo>
                <a:lnTo>
                  <a:pt x="3009900" y="1943100"/>
                </a:lnTo>
                <a:lnTo>
                  <a:pt x="3048000" y="2066925"/>
                </a:lnTo>
                <a:lnTo>
                  <a:pt x="2962275" y="2066925"/>
                </a:lnTo>
                <a:lnTo>
                  <a:pt x="2962275" y="2105025"/>
                </a:lnTo>
                <a:lnTo>
                  <a:pt x="2895600" y="2181225"/>
                </a:lnTo>
                <a:lnTo>
                  <a:pt x="2914650" y="2152650"/>
                </a:lnTo>
                <a:lnTo>
                  <a:pt x="2952750" y="2152650"/>
                </a:lnTo>
                <a:lnTo>
                  <a:pt x="2876550" y="2305050"/>
                </a:lnTo>
                <a:lnTo>
                  <a:pt x="2895600" y="2362200"/>
                </a:lnTo>
                <a:lnTo>
                  <a:pt x="2905125" y="2428875"/>
                </a:lnTo>
                <a:lnTo>
                  <a:pt x="2943225" y="2486025"/>
                </a:lnTo>
                <a:lnTo>
                  <a:pt x="2914650" y="2476500"/>
                </a:lnTo>
                <a:lnTo>
                  <a:pt x="2905125" y="2524125"/>
                </a:lnTo>
                <a:lnTo>
                  <a:pt x="2876550" y="2590800"/>
                </a:lnTo>
                <a:lnTo>
                  <a:pt x="2857500" y="2724150"/>
                </a:lnTo>
                <a:lnTo>
                  <a:pt x="2943225" y="2714625"/>
                </a:lnTo>
                <a:lnTo>
                  <a:pt x="2819400" y="2733675"/>
                </a:lnTo>
                <a:lnTo>
                  <a:pt x="2752725" y="2714625"/>
                </a:lnTo>
                <a:lnTo>
                  <a:pt x="2828925" y="2847975"/>
                </a:lnTo>
                <a:lnTo>
                  <a:pt x="2809875" y="2952750"/>
                </a:lnTo>
                <a:lnTo>
                  <a:pt x="2809875" y="3076575"/>
                </a:lnTo>
                <a:lnTo>
                  <a:pt x="2819400" y="3133725"/>
                </a:lnTo>
                <a:lnTo>
                  <a:pt x="2828925" y="3181350"/>
                </a:lnTo>
                <a:lnTo>
                  <a:pt x="2847975" y="3228975"/>
                </a:lnTo>
                <a:lnTo>
                  <a:pt x="2895600" y="3305175"/>
                </a:lnTo>
                <a:lnTo>
                  <a:pt x="2952750" y="3333750"/>
                </a:lnTo>
                <a:lnTo>
                  <a:pt x="2924175" y="3438525"/>
                </a:lnTo>
                <a:lnTo>
                  <a:pt x="2933700" y="3486150"/>
                </a:lnTo>
                <a:lnTo>
                  <a:pt x="2962275" y="3476625"/>
                </a:lnTo>
                <a:lnTo>
                  <a:pt x="3038475" y="3571875"/>
                </a:lnTo>
                <a:lnTo>
                  <a:pt x="2952750" y="3486150"/>
                </a:lnTo>
                <a:lnTo>
                  <a:pt x="2981325" y="3600450"/>
                </a:lnTo>
                <a:lnTo>
                  <a:pt x="3057525" y="3648075"/>
                </a:lnTo>
                <a:lnTo>
                  <a:pt x="2990850" y="3676650"/>
                </a:lnTo>
                <a:lnTo>
                  <a:pt x="3028950" y="3657600"/>
                </a:lnTo>
                <a:lnTo>
                  <a:pt x="2990850" y="3743325"/>
                </a:lnTo>
                <a:lnTo>
                  <a:pt x="3000375" y="3781425"/>
                </a:lnTo>
                <a:lnTo>
                  <a:pt x="3028950" y="3790950"/>
                </a:lnTo>
                <a:lnTo>
                  <a:pt x="2990850" y="3848100"/>
                </a:lnTo>
                <a:lnTo>
                  <a:pt x="2952750" y="3876675"/>
                </a:lnTo>
                <a:lnTo>
                  <a:pt x="2943225" y="3867150"/>
                </a:lnTo>
                <a:lnTo>
                  <a:pt x="3019425" y="3876675"/>
                </a:lnTo>
                <a:lnTo>
                  <a:pt x="3009900" y="3838575"/>
                </a:lnTo>
                <a:lnTo>
                  <a:pt x="2886075" y="3867150"/>
                </a:lnTo>
                <a:lnTo>
                  <a:pt x="2847975" y="3857625"/>
                </a:lnTo>
                <a:lnTo>
                  <a:pt x="2828925" y="3971925"/>
                </a:lnTo>
                <a:lnTo>
                  <a:pt x="2771775" y="3905250"/>
                </a:lnTo>
                <a:lnTo>
                  <a:pt x="2705100" y="3971925"/>
                </a:lnTo>
                <a:lnTo>
                  <a:pt x="2752725" y="4133850"/>
                </a:lnTo>
                <a:lnTo>
                  <a:pt x="2762250" y="4048125"/>
                </a:lnTo>
                <a:lnTo>
                  <a:pt x="2724150" y="4152900"/>
                </a:lnTo>
                <a:lnTo>
                  <a:pt x="2752725" y="4219575"/>
                </a:lnTo>
                <a:lnTo>
                  <a:pt x="2752725" y="4219575"/>
                </a:lnTo>
                <a:lnTo>
                  <a:pt x="2733675" y="4276725"/>
                </a:lnTo>
                <a:lnTo>
                  <a:pt x="2609850" y="4295775"/>
                </a:lnTo>
                <a:lnTo>
                  <a:pt x="2676525" y="4410075"/>
                </a:lnTo>
                <a:lnTo>
                  <a:pt x="2628900" y="4391025"/>
                </a:lnTo>
                <a:lnTo>
                  <a:pt x="2657475" y="4381500"/>
                </a:lnTo>
                <a:lnTo>
                  <a:pt x="2676525" y="4343400"/>
                </a:lnTo>
                <a:lnTo>
                  <a:pt x="2619375" y="4352925"/>
                </a:lnTo>
                <a:lnTo>
                  <a:pt x="2628900" y="4438650"/>
                </a:lnTo>
                <a:lnTo>
                  <a:pt x="2647950" y="4476750"/>
                </a:lnTo>
                <a:lnTo>
                  <a:pt x="2571750" y="4362450"/>
                </a:lnTo>
                <a:lnTo>
                  <a:pt x="2590800" y="4476750"/>
                </a:lnTo>
                <a:lnTo>
                  <a:pt x="2543175" y="4505325"/>
                </a:lnTo>
                <a:lnTo>
                  <a:pt x="2495550" y="4600575"/>
                </a:lnTo>
                <a:lnTo>
                  <a:pt x="2428875" y="4667250"/>
                </a:lnTo>
                <a:lnTo>
                  <a:pt x="2419350" y="4762500"/>
                </a:lnTo>
                <a:lnTo>
                  <a:pt x="2438400" y="4819650"/>
                </a:lnTo>
                <a:lnTo>
                  <a:pt x="2419350" y="4848225"/>
                </a:lnTo>
                <a:lnTo>
                  <a:pt x="2371725" y="4933950"/>
                </a:lnTo>
                <a:lnTo>
                  <a:pt x="2286000" y="4943475"/>
                </a:lnTo>
                <a:lnTo>
                  <a:pt x="2371725" y="4981575"/>
                </a:lnTo>
                <a:lnTo>
                  <a:pt x="2333625" y="5000625"/>
                </a:lnTo>
                <a:lnTo>
                  <a:pt x="2276475" y="5019675"/>
                </a:lnTo>
                <a:lnTo>
                  <a:pt x="2286000" y="5105400"/>
                </a:lnTo>
                <a:lnTo>
                  <a:pt x="2276475" y="5133975"/>
                </a:lnTo>
                <a:lnTo>
                  <a:pt x="2171700" y="5172075"/>
                </a:lnTo>
                <a:lnTo>
                  <a:pt x="2105025" y="5181600"/>
                </a:lnTo>
                <a:lnTo>
                  <a:pt x="2114550" y="5276850"/>
                </a:lnTo>
                <a:lnTo>
                  <a:pt x="2114550" y="5353050"/>
                </a:lnTo>
                <a:lnTo>
                  <a:pt x="2105025" y="5400675"/>
                </a:lnTo>
                <a:lnTo>
                  <a:pt x="2095500" y="5410200"/>
                </a:lnTo>
                <a:lnTo>
                  <a:pt x="2047875" y="5553075"/>
                </a:lnTo>
                <a:lnTo>
                  <a:pt x="2057400" y="5572125"/>
                </a:lnTo>
                <a:lnTo>
                  <a:pt x="1971675" y="5667375"/>
                </a:lnTo>
                <a:lnTo>
                  <a:pt x="1933575" y="5667375"/>
                </a:lnTo>
                <a:lnTo>
                  <a:pt x="1905000" y="5705475"/>
                </a:lnTo>
                <a:lnTo>
                  <a:pt x="1866900" y="5734050"/>
                </a:lnTo>
                <a:lnTo>
                  <a:pt x="1857375" y="5781675"/>
                </a:lnTo>
                <a:lnTo>
                  <a:pt x="1800225" y="5876925"/>
                </a:lnTo>
                <a:lnTo>
                  <a:pt x="1762125" y="5905500"/>
                </a:lnTo>
                <a:lnTo>
                  <a:pt x="1752600" y="5981700"/>
                </a:lnTo>
                <a:close/>
              </a:path>
            </a:pathLst>
          </a:custGeom>
          <a:solidFill>
            <a:srgbClr val="F7B733">
              <a:alpha val="19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0915650" y="-2162175"/>
            <a:ext cx="3609975" cy="7000875"/>
          </a:xfrm>
          <a:custGeom>
            <a:avLst/>
            <a:gdLst/>
            <a:ahLst/>
            <a:cxnLst/>
            <a:rect l="l" t="t" r="r" b="b"/>
            <a:pathLst>
              <a:path w="3609975" h="7000875">
                <a:moveTo>
                  <a:pt x="1895475" y="7000875"/>
                </a:moveTo>
                <a:lnTo>
                  <a:pt x="1866900" y="6867525"/>
                </a:lnTo>
                <a:lnTo>
                  <a:pt x="1762125" y="6877050"/>
                </a:lnTo>
                <a:lnTo>
                  <a:pt x="1771650" y="6848475"/>
                </a:lnTo>
                <a:lnTo>
                  <a:pt x="1676400" y="6819900"/>
                </a:lnTo>
                <a:lnTo>
                  <a:pt x="1685925" y="6781800"/>
                </a:lnTo>
                <a:lnTo>
                  <a:pt x="1685925" y="6705600"/>
                </a:lnTo>
                <a:lnTo>
                  <a:pt x="1752600" y="6448425"/>
                </a:lnTo>
                <a:lnTo>
                  <a:pt x="1666875" y="6400800"/>
                </a:lnTo>
                <a:lnTo>
                  <a:pt x="1714500" y="6343650"/>
                </a:lnTo>
                <a:lnTo>
                  <a:pt x="1600200" y="6096000"/>
                </a:lnTo>
                <a:lnTo>
                  <a:pt x="1714500" y="6115050"/>
                </a:lnTo>
                <a:lnTo>
                  <a:pt x="1543050" y="6219825"/>
                </a:lnTo>
                <a:lnTo>
                  <a:pt x="1609725" y="6276975"/>
                </a:lnTo>
                <a:lnTo>
                  <a:pt x="1514475" y="6191250"/>
                </a:lnTo>
                <a:lnTo>
                  <a:pt x="1476375" y="6238875"/>
                </a:lnTo>
                <a:lnTo>
                  <a:pt x="1447800" y="6115050"/>
                </a:lnTo>
                <a:lnTo>
                  <a:pt x="1466850" y="6086475"/>
                </a:lnTo>
                <a:lnTo>
                  <a:pt x="1238250" y="5915025"/>
                </a:lnTo>
                <a:lnTo>
                  <a:pt x="1152525" y="5924550"/>
                </a:lnTo>
                <a:lnTo>
                  <a:pt x="1323975" y="5886450"/>
                </a:lnTo>
                <a:lnTo>
                  <a:pt x="1257300" y="5762625"/>
                </a:lnTo>
                <a:lnTo>
                  <a:pt x="1266825" y="5629275"/>
                </a:lnTo>
                <a:lnTo>
                  <a:pt x="1276350" y="5467350"/>
                </a:lnTo>
                <a:lnTo>
                  <a:pt x="1285875" y="5486400"/>
                </a:lnTo>
                <a:lnTo>
                  <a:pt x="1276350" y="5438775"/>
                </a:lnTo>
                <a:lnTo>
                  <a:pt x="1266825" y="5229225"/>
                </a:lnTo>
                <a:lnTo>
                  <a:pt x="1266825" y="5248275"/>
                </a:lnTo>
                <a:lnTo>
                  <a:pt x="1181100" y="5162550"/>
                </a:lnTo>
                <a:lnTo>
                  <a:pt x="1104900" y="5181600"/>
                </a:lnTo>
                <a:lnTo>
                  <a:pt x="1076325" y="5086350"/>
                </a:lnTo>
                <a:lnTo>
                  <a:pt x="1057275" y="4943475"/>
                </a:lnTo>
                <a:lnTo>
                  <a:pt x="1028700" y="4905375"/>
                </a:lnTo>
                <a:lnTo>
                  <a:pt x="1133475" y="4953000"/>
                </a:lnTo>
                <a:lnTo>
                  <a:pt x="1038225" y="4791075"/>
                </a:lnTo>
                <a:lnTo>
                  <a:pt x="971550" y="4762500"/>
                </a:lnTo>
                <a:lnTo>
                  <a:pt x="876300" y="4791075"/>
                </a:lnTo>
                <a:lnTo>
                  <a:pt x="942975" y="4667250"/>
                </a:lnTo>
                <a:lnTo>
                  <a:pt x="819150" y="4619625"/>
                </a:lnTo>
                <a:lnTo>
                  <a:pt x="714375" y="4581525"/>
                </a:lnTo>
                <a:lnTo>
                  <a:pt x="619125" y="4629150"/>
                </a:lnTo>
                <a:lnTo>
                  <a:pt x="619125" y="4457700"/>
                </a:lnTo>
                <a:lnTo>
                  <a:pt x="619125" y="4333875"/>
                </a:lnTo>
                <a:lnTo>
                  <a:pt x="581025" y="4381500"/>
                </a:lnTo>
                <a:lnTo>
                  <a:pt x="638175" y="4229100"/>
                </a:lnTo>
                <a:lnTo>
                  <a:pt x="581025" y="4191000"/>
                </a:lnTo>
                <a:lnTo>
                  <a:pt x="685800" y="4152900"/>
                </a:lnTo>
                <a:lnTo>
                  <a:pt x="723900" y="4105275"/>
                </a:lnTo>
                <a:lnTo>
                  <a:pt x="685800" y="4048125"/>
                </a:lnTo>
                <a:lnTo>
                  <a:pt x="723900" y="3914775"/>
                </a:lnTo>
                <a:lnTo>
                  <a:pt x="628650" y="3857625"/>
                </a:lnTo>
                <a:lnTo>
                  <a:pt x="552450" y="3857625"/>
                </a:lnTo>
                <a:lnTo>
                  <a:pt x="485775" y="3848100"/>
                </a:lnTo>
                <a:lnTo>
                  <a:pt x="466725" y="3819525"/>
                </a:lnTo>
                <a:lnTo>
                  <a:pt x="333375" y="3714750"/>
                </a:lnTo>
                <a:lnTo>
                  <a:pt x="266700" y="3667125"/>
                </a:lnTo>
                <a:lnTo>
                  <a:pt x="276225" y="3609975"/>
                </a:lnTo>
                <a:lnTo>
                  <a:pt x="171450" y="3486150"/>
                </a:lnTo>
                <a:lnTo>
                  <a:pt x="171450" y="3333750"/>
                </a:lnTo>
                <a:lnTo>
                  <a:pt x="180975" y="3343275"/>
                </a:lnTo>
                <a:lnTo>
                  <a:pt x="114300" y="3305175"/>
                </a:lnTo>
                <a:lnTo>
                  <a:pt x="123825" y="3295650"/>
                </a:lnTo>
                <a:lnTo>
                  <a:pt x="114300" y="3171825"/>
                </a:lnTo>
                <a:lnTo>
                  <a:pt x="28575" y="3038475"/>
                </a:lnTo>
                <a:lnTo>
                  <a:pt x="19050" y="3019425"/>
                </a:lnTo>
                <a:lnTo>
                  <a:pt x="0" y="2990850"/>
                </a:lnTo>
                <a:lnTo>
                  <a:pt x="38100" y="2828925"/>
                </a:lnTo>
                <a:lnTo>
                  <a:pt x="95250" y="2743200"/>
                </a:lnTo>
                <a:lnTo>
                  <a:pt x="95250" y="2628900"/>
                </a:lnTo>
                <a:lnTo>
                  <a:pt x="171450" y="2619375"/>
                </a:lnTo>
                <a:lnTo>
                  <a:pt x="133350" y="2495550"/>
                </a:lnTo>
                <a:lnTo>
                  <a:pt x="228600" y="2409825"/>
                </a:lnTo>
                <a:lnTo>
                  <a:pt x="200025" y="2352675"/>
                </a:lnTo>
                <a:lnTo>
                  <a:pt x="228600" y="2200275"/>
                </a:lnTo>
                <a:lnTo>
                  <a:pt x="238125" y="2114550"/>
                </a:lnTo>
                <a:lnTo>
                  <a:pt x="295275" y="2038350"/>
                </a:lnTo>
                <a:lnTo>
                  <a:pt x="314325" y="1962150"/>
                </a:lnTo>
                <a:lnTo>
                  <a:pt x="371475" y="1914525"/>
                </a:lnTo>
                <a:lnTo>
                  <a:pt x="342900" y="1847850"/>
                </a:lnTo>
                <a:lnTo>
                  <a:pt x="400050" y="1743075"/>
                </a:lnTo>
                <a:lnTo>
                  <a:pt x="438150" y="1685925"/>
                </a:lnTo>
                <a:lnTo>
                  <a:pt x="419100" y="1571625"/>
                </a:lnTo>
                <a:lnTo>
                  <a:pt x="438150" y="1495425"/>
                </a:lnTo>
                <a:lnTo>
                  <a:pt x="523875" y="1419225"/>
                </a:lnTo>
                <a:lnTo>
                  <a:pt x="561975" y="1333500"/>
                </a:lnTo>
                <a:lnTo>
                  <a:pt x="552450" y="1257300"/>
                </a:lnTo>
                <a:lnTo>
                  <a:pt x="600075" y="1152525"/>
                </a:lnTo>
                <a:lnTo>
                  <a:pt x="581025" y="1114425"/>
                </a:lnTo>
                <a:lnTo>
                  <a:pt x="638175" y="1000125"/>
                </a:lnTo>
                <a:lnTo>
                  <a:pt x="666750" y="923925"/>
                </a:lnTo>
                <a:lnTo>
                  <a:pt x="714375" y="847725"/>
                </a:lnTo>
                <a:lnTo>
                  <a:pt x="685800" y="742950"/>
                </a:lnTo>
                <a:lnTo>
                  <a:pt x="714375" y="676275"/>
                </a:lnTo>
                <a:lnTo>
                  <a:pt x="771525" y="561975"/>
                </a:lnTo>
                <a:lnTo>
                  <a:pt x="800100" y="523875"/>
                </a:lnTo>
                <a:lnTo>
                  <a:pt x="838200" y="438150"/>
                </a:lnTo>
                <a:lnTo>
                  <a:pt x="857250" y="333375"/>
                </a:lnTo>
                <a:lnTo>
                  <a:pt x="809625" y="323850"/>
                </a:lnTo>
                <a:lnTo>
                  <a:pt x="647700" y="114300"/>
                </a:lnTo>
                <a:lnTo>
                  <a:pt x="847725" y="190500"/>
                </a:lnTo>
                <a:lnTo>
                  <a:pt x="809625" y="238125"/>
                </a:lnTo>
                <a:lnTo>
                  <a:pt x="819150" y="285750"/>
                </a:lnTo>
                <a:lnTo>
                  <a:pt x="838200" y="257175"/>
                </a:lnTo>
                <a:lnTo>
                  <a:pt x="895350" y="276225"/>
                </a:lnTo>
                <a:lnTo>
                  <a:pt x="876300" y="180975"/>
                </a:lnTo>
                <a:lnTo>
                  <a:pt x="885825" y="114300"/>
                </a:lnTo>
                <a:lnTo>
                  <a:pt x="971550" y="123825"/>
                </a:lnTo>
                <a:lnTo>
                  <a:pt x="1104900" y="76200"/>
                </a:lnTo>
                <a:lnTo>
                  <a:pt x="1114425" y="66675"/>
                </a:lnTo>
                <a:lnTo>
                  <a:pt x="1247775" y="104775"/>
                </a:lnTo>
                <a:lnTo>
                  <a:pt x="1295400" y="152400"/>
                </a:lnTo>
                <a:lnTo>
                  <a:pt x="1428750" y="142875"/>
                </a:lnTo>
                <a:lnTo>
                  <a:pt x="1524000" y="238125"/>
                </a:lnTo>
                <a:lnTo>
                  <a:pt x="1647825" y="304800"/>
                </a:lnTo>
                <a:lnTo>
                  <a:pt x="1666875" y="323850"/>
                </a:lnTo>
                <a:lnTo>
                  <a:pt x="1609725" y="276225"/>
                </a:lnTo>
                <a:lnTo>
                  <a:pt x="1695450" y="133350"/>
                </a:lnTo>
                <a:lnTo>
                  <a:pt x="1828800" y="28575"/>
                </a:lnTo>
                <a:lnTo>
                  <a:pt x="1885950" y="0"/>
                </a:lnTo>
                <a:lnTo>
                  <a:pt x="1962150" y="114300"/>
                </a:lnTo>
                <a:lnTo>
                  <a:pt x="1990725" y="85725"/>
                </a:lnTo>
                <a:lnTo>
                  <a:pt x="2085975" y="247650"/>
                </a:lnTo>
                <a:lnTo>
                  <a:pt x="2133600" y="152400"/>
                </a:lnTo>
                <a:lnTo>
                  <a:pt x="2276475" y="161925"/>
                </a:lnTo>
                <a:lnTo>
                  <a:pt x="2305050" y="247650"/>
                </a:lnTo>
                <a:lnTo>
                  <a:pt x="2447925" y="266700"/>
                </a:lnTo>
                <a:lnTo>
                  <a:pt x="2419350" y="257175"/>
                </a:lnTo>
                <a:lnTo>
                  <a:pt x="2486025" y="228600"/>
                </a:lnTo>
                <a:lnTo>
                  <a:pt x="2562225" y="228600"/>
                </a:lnTo>
                <a:lnTo>
                  <a:pt x="2514600" y="333375"/>
                </a:lnTo>
                <a:lnTo>
                  <a:pt x="2543175" y="390525"/>
                </a:lnTo>
                <a:lnTo>
                  <a:pt x="2571750" y="428625"/>
                </a:lnTo>
                <a:lnTo>
                  <a:pt x="2571750" y="447675"/>
                </a:lnTo>
                <a:lnTo>
                  <a:pt x="2647950" y="514350"/>
                </a:lnTo>
                <a:lnTo>
                  <a:pt x="2628900" y="542925"/>
                </a:lnTo>
                <a:lnTo>
                  <a:pt x="2667000" y="657225"/>
                </a:lnTo>
                <a:lnTo>
                  <a:pt x="2676525" y="685800"/>
                </a:lnTo>
                <a:lnTo>
                  <a:pt x="2714625" y="676275"/>
                </a:lnTo>
                <a:lnTo>
                  <a:pt x="2743200" y="790575"/>
                </a:lnTo>
                <a:lnTo>
                  <a:pt x="2771775" y="790575"/>
                </a:lnTo>
                <a:lnTo>
                  <a:pt x="2752725" y="866775"/>
                </a:lnTo>
                <a:lnTo>
                  <a:pt x="2790825" y="933450"/>
                </a:lnTo>
                <a:lnTo>
                  <a:pt x="2847975" y="981075"/>
                </a:lnTo>
                <a:lnTo>
                  <a:pt x="2857500" y="1085850"/>
                </a:lnTo>
                <a:lnTo>
                  <a:pt x="2867025" y="1123950"/>
                </a:lnTo>
                <a:lnTo>
                  <a:pt x="2876550" y="1181100"/>
                </a:lnTo>
                <a:lnTo>
                  <a:pt x="2895600" y="1247775"/>
                </a:lnTo>
                <a:lnTo>
                  <a:pt x="2933700" y="1295400"/>
                </a:lnTo>
                <a:lnTo>
                  <a:pt x="3009900" y="1295400"/>
                </a:lnTo>
                <a:lnTo>
                  <a:pt x="3009900" y="1390650"/>
                </a:lnTo>
                <a:lnTo>
                  <a:pt x="2981325" y="1390650"/>
                </a:lnTo>
                <a:lnTo>
                  <a:pt x="3057525" y="1495425"/>
                </a:lnTo>
                <a:lnTo>
                  <a:pt x="3076575" y="1495425"/>
                </a:lnTo>
                <a:lnTo>
                  <a:pt x="3114675" y="1581150"/>
                </a:lnTo>
                <a:lnTo>
                  <a:pt x="3095625" y="1628775"/>
                </a:lnTo>
                <a:lnTo>
                  <a:pt x="3152775" y="1704975"/>
                </a:lnTo>
                <a:lnTo>
                  <a:pt x="3181350" y="1743075"/>
                </a:lnTo>
                <a:lnTo>
                  <a:pt x="3200400" y="1790700"/>
                </a:lnTo>
                <a:lnTo>
                  <a:pt x="3209925" y="1847850"/>
                </a:lnTo>
                <a:lnTo>
                  <a:pt x="3209925" y="1914525"/>
                </a:lnTo>
                <a:lnTo>
                  <a:pt x="3248025" y="1990725"/>
                </a:lnTo>
                <a:lnTo>
                  <a:pt x="3200400" y="2133600"/>
                </a:lnTo>
                <a:lnTo>
                  <a:pt x="3448050" y="2247900"/>
                </a:lnTo>
                <a:lnTo>
                  <a:pt x="3352800" y="2181225"/>
                </a:lnTo>
                <a:lnTo>
                  <a:pt x="3457575" y="2390775"/>
                </a:lnTo>
                <a:lnTo>
                  <a:pt x="3524250" y="2419350"/>
                </a:lnTo>
                <a:lnTo>
                  <a:pt x="3381375" y="2505075"/>
                </a:lnTo>
                <a:lnTo>
                  <a:pt x="3381375" y="2543175"/>
                </a:lnTo>
                <a:lnTo>
                  <a:pt x="3352800" y="2552700"/>
                </a:lnTo>
                <a:lnTo>
                  <a:pt x="3257550" y="2733675"/>
                </a:lnTo>
                <a:lnTo>
                  <a:pt x="3343275" y="2743200"/>
                </a:lnTo>
                <a:lnTo>
                  <a:pt x="3343275" y="2800350"/>
                </a:lnTo>
                <a:lnTo>
                  <a:pt x="3333750" y="2828925"/>
                </a:lnTo>
                <a:lnTo>
                  <a:pt x="3305175" y="2867025"/>
                </a:lnTo>
                <a:lnTo>
                  <a:pt x="3267075" y="2924175"/>
                </a:lnTo>
                <a:lnTo>
                  <a:pt x="3343275" y="2962275"/>
                </a:lnTo>
                <a:lnTo>
                  <a:pt x="3286125" y="3019425"/>
                </a:lnTo>
                <a:lnTo>
                  <a:pt x="3124200" y="3171825"/>
                </a:lnTo>
                <a:lnTo>
                  <a:pt x="3181350" y="3162300"/>
                </a:lnTo>
                <a:lnTo>
                  <a:pt x="3162300" y="3228975"/>
                </a:lnTo>
                <a:lnTo>
                  <a:pt x="3181350" y="3238500"/>
                </a:lnTo>
                <a:lnTo>
                  <a:pt x="3181350" y="3276600"/>
                </a:lnTo>
                <a:lnTo>
                  <a:pt x="3181350" y="3400425"/>
                </a:lnTo>
                <a:lnTo>
                  <a:pt x="3209925" y="3505200"/>
                </a:lnTo>
                <a:lnTo>
                  <a:pt x="3190875" y="3638550"/>
                </a:lnTo>
                <a:lnTo>
                  <a:pt x="3162300" y="3790950"/>
                </a:lnTo>
                <a:lnTo>
                  <a:pt x="3228975" y="3829050"/>
                </a:lnTo>
                <a:lnTo>
                  <a:pt x="3286125" y="3876675"/>
                </a:lnTo>
                <a:lnTo>
                  <a:pt x="3352800" y="3914775"/>
                </a:lnTo>
                <a:lnTo>
                  <a:pt x="3390900" y="3943350"/>
                </a:lnTo>
                <a:lnTo>
                  <a:pt x="3429000" y="4029075"/>
                </a:lnTo>
                <a:lnTo>
                  <a:pt x="3448050" y="4133850"/>
                </a:lnTo>
                <a:lnTo>
                  <a:pt x="3476625" y="4181475"/>
                </a:lnTo>
                <a:lnTo>
                  <a:pt x="3524250" y="3952875"/>
                </a:lnTo>
                <a:lnTo>
                  <a:pt x="3409950" y="4019550"/>
                </a:lnTo>
                <a:lnTo>
                  <a:pt x="3352800" y="4171950"/>
                </a:lnTo>
                <a:lnTo>
                  <a:pt x="3390900" y="4295775"/>
                </a:lnTo>
                <a:lnTo>
                  <a:pt x="3495675" y="4276725"/>
                </a:lnTo>
                <a:lnTo>
                  <a:pt x="3514725" y="4314825"/>
                </a:lnTo>
                <a:lnTo>
                  <a:pt x="3514725" y="4324350"/>
                </a:lnTo>
                <a:lnTo>
                  <a:pt x="3505200" y="4429125"/>
                </a:lnTo>
                <a:lnTo>
                  <a:pt x="3609975" y="4438650"/>
                </a:lnTo>
                <a:lnTo>
                  <a:pt x="3514725" y="4552950"/>
                </a:lnTo>
                <a:lnTo>
                  <a:pt x="3486150" y="4495800"/>
                </a:lnTo>
                <a:lnTo>
                  <a:pt x="3448050" y="4495800"/>
                </a:lnTo>
                <a:lnTo>
                  <a:pt x="3409950" y="4552950"/>
                </a:lnTo>
                <a:lnTo>
                  <a:pt x="3295650" y="4638675"/>
                </a:lnTo>
                <a:lnTo>
                  <a:pt x="3238500" y="4657725"/>
                </a:lnTo>
                <a:lnTo>
                  <a:pt x="3238500" y="4591050"/>
                </a:lnTo>
                <a:lnTo>
                  <a:pt x="3257550" y="4762500"/>
                </a:lnTo>
                <a:lnTo>
                  <a:pt x="3133725" y="4791075"/>
                </a:lnTo>
                <a:lnTo>
                  <a:pt x="3162300" y="4733925"/>
                </a:lnTo>
                <a:lnTo>
                  <a:pt x="3209925" y="4743450"/>
                </a:lnTo>
                <a:lnTo>
                  <a:pt x="3295650" y="4791075"/>
                </a:lnTo>
                <a:lnTo>
                  <a:pt x="3152775" y="4895850"/>
                </a:lnTo>
                <a:lnTo>
                  <a:pt x="3133725" y="4924425"/>
                </a:lnTo>
                <a:lnTo>
                  <a:pt x="3114675" y="4972050"/>
                </a:lnTo>
                <a:lnTo>
                  <a:pt x="3133725" y="4905375"/>
                </a:lnTo>
                <a:lnTo>
                  <a:pt x="3067050" y="4991100"/>
                </a:lnTo>
                <a:lnTo>
                  <a:pt x="3028950" y="5086350"/>
                </a:lnTo>
                <a:lnTo>
                  <a:pt x="3038475" y="5143500"/>
                </a:lnTo>
                <a:lnTo>
                  <a:pt x="3086100" y="5133975"/>
                </a:lnTo>
                <a:lnTo>
                  <a:pt x="3009900" y="5172075"/>
                </a:lnTo>
                <a:lnTo>
                  <a:pt x="3048000" y="5172075"/>
                </a:lnTo>
                <a:lnTo>
                  <a:pt x="3048000" y="5191125"/>
                </a:lnTo>
                <a:lnTo>
                  <a:pt x="2914650" y="5248275"/>
                </a:lnTo>
                <a:lnTo>
                  <a:pt x="2943225" y="5305425"/>
                </a:lnTo>
                <a:lnTo>
                  <a:pt x="2876550" y="5362575"/>
                </a:lnTo>
                <a:lnTo>
                  <a:pt x="2819400" y="5400675"/>
                </a:lnTo>
                <a:lnTo>
                  <a:pt x="2867025" y="5448300"/>
                </a:lnTo>
                <a:lnTo>
                  <a:pt x="2781300" y="5581650"/>
                </a:lnTo>
                <a:lnTo>
                  <a:pt x="2800350" y="5619750"/>
                </a:lnTo>
                <a:lnTo>
                  <a:pt x="2771775" y="5638800"/>
                </a:lnTo>
                <a:lnTo>
                  <a:pt x="2686050" y="5667375"/>
                </a:lnTo>
                <a:lnTo>
                  <a:pt x="2771775" y="5772150"/>
                </a:lnTo>
                <a:lnTo>
                  <a:pt x="2657475" y="5705475"/>
                </a:lnTo>
                <a:lnTo>
                  <a:pt x="2676525" y="5867400"/>
                </a:lnTo>
                <a:lnTo>
                  <a:pt x="2647950" y="5867400"/>
                </a:lnTo>
                <a:lnTo>
                  <a:pt x="2609850" y="5953125"/>
                </a:lnTo>
                <a:lnTo>
                  <a:pt x="2543175" y="6029325"/>
                </a:lnTo>
                <a:lnTo>
                  <a:pt x="2495550" y="6038850"/>
                </a:lnTo>
                <a:lnTo>
                  <a:pt x="2486025" y="6124575"/>
                </a:lnTo>
                <a:lnTo>
                  <a:pt x="2486025" y="6172200"/>
                </a:lnTo>
                <a:lnTo>
                  <a:pt x="2428875" y="6210300"/>
                </a:lnTo>
                <a:lnTo>
                  <a:pt x="2390775" y="6286500"/>
                </a:lnTo>
                <a:lnTo>
                  <a:pt x="2409825" y="6343650"/>
                </a:lnTo>
                <a:lnTo>
                  <a:pt x="2324100" y="6419850"/>
                </a:lnTo>
                <a:lnTo>
                  <a:pt x="2228850" y="6477000"/>
                </a:lnTo>
                <a:lnTo>
                  <a:pt x="2228850" y="6629400"/>
                </a:lnTo>
                <a:lnTo>
                  <a:pt x="2209800" y="6610350"/>
                </a:lnTo>
                <a:lnTo>
                  <a:pt x="2152650" y="6724650"/>
                </a:lnTo>
                <a:lnTo>
                  <a:pt x="2105025" y="6762750"/>
                </a:lnTo>
                <a:lnTo>
                  <a:pt x="2095500" y="6772275"/>
                </a:lnTo>
                <a:lnTo>
                  <a:pt x="2009775" y="6858000"/>
                </a:lnTo>
                <a:lnTo>
                  <a:pt x="1962150" y="6896100"/>
                </a:lnTo>
                <a:lnTo>
                  <a:pt x="1933575" y="6962775"/>
                </a:lnTo>
                <a:close/>
              </a:path>
            </a:pathLst>
          </a:custGeom>
          <a:solidFill>
            <a:srgbClr val="F7B733">
              <a:alpha val="1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906125" y="-2105025"/>
            <a:ext cx="3676650" cy="6981825"/>
          </a:xfrm>
          <a:custGeom>
            <a:avLst/>
            <a:gdLst/>
            <a:ahLst/>
            <a:cxnLst/>
            <a:rect l="l" t="t" r="r" b="b"/>
            <a:pathLst>
              <a:path w="3676650" h="6981825">
                <a:moveTo>
                  <a:pt x="1952625" y="6981825"/>
                </a:moveTo>
                <a:lnTo>
                  <a:pt x="1924050" y="6734175"/>
                </a:lnTo>
                <a:lnTo>
                  <a:pt x="1866900" y="6829425"/>
                </a:lnTo>
                <a:lnTo>
                  <a:pt x="1762125" y="6772275"/>
                </a:lnTo>
                <a:lnTo>
                  <a:pt x="1704975" y="6743700"/>
                </a:lnTo>
                <a:lnTo>
                  <a:pt x="1685925" y="6743700"/>
                </a:lnTo>
                <a:lnTo>
                  <a:pt x="1638300" y="6715125"/>
                </a:lnTo>
                <a:lnTo>
                  <a:pt x="1666875" y="6448425"/>
                </a:lnTo>
                <a:lnTo>
                  <a:pt x="1685925" y="6400800"/>
                </a:lnTo>
                <a:lnTo>
                  <a:pt x="1619250" y="6372225"/>
                </a:lnTo>
                <a:lnTo>
                  <a:pt x="1543050" y="6296025"/>
                </a:lnTo>
                <a:lnTo>
                  <a:pt x="1524000" y="6315075"/>
                </a:lnTo>
                <a:lnTo>
                  <a:pt x="1562100" y="6181725"/>
                </a:lnTo>
                <a:lnTo>
                  <a:pt x="1600200" y="6181725"/>
                </a:lnTo>
                <a:lnTo>
                  <a:pt x="1390650" y="6029325"/>
                </a:lnTo>
                <a:lnTo>
                  <a:pt x="1409700" y="6076950"/>
                </a:lnTo>
                <a:lnTo>
                  <a:pt x="1447800" y="6076950"/>
                </a:lnTo>
                <a:lnTo>
                  <a:pt x="1295400" y="5981700"/>
                </a:lnTo>
                <a:lnTo>
                  <a:pt x="1276350" y="5781675"/>
                </a:lnTo>
                <a:lnTo>
                  <a:pt x="1323975" y="5876925"/>
                </a:lnTo>
                <a:lnTo>
                  <a:pt x="1343025" y="5848350"/>
                </a:lnTo>
                <a:lnTo>
                  <a:pt x="1285875" y="5838825"/>
                </a:lnTo>
                <a:lnTo>
                  <a:pt x="1333500" y="5676900"/>
                </a:lnTo>
                <a:lnTo>
                  <a:pt x="1314450" y="5562600"/>
                </a:lnTo>
                <a:lnTo>
                  <a:pt x="1295400" y="5429250"/>
                </a:lnTo>
                <a:lnTo>
                  <a:pt x="1266825" y="5362575"/>
                </a:lnTo>
                <a:lnTo>
                  <a:pt x="1152525" y="5372100"/>
                </a:lnTo>
                <a:lnTo>
                  <a:pt x="1266825" y="5248275"/>
                </a:lnTo>
                <a:lnTo>
                  <a:pt x="1238250" y="5153025"/>
                </a:lnTo>
                <a:lnTo>
                  <a:pt x="1247775" y="5000625"/>
                </a:lnTo>
                <a:lnTo>
                  <a:pt x="1143000" y="5038725"/>
                </a:lnTo>
                <a:lnTo>
                  <a:pt x="1076325" y="4972050"/>
                </a:lnTo>
                <a:lnTo>
                  <a:pt x="1057275" y="4876800"/>
                </a:lnTo>
                <a:lnTo>
                  <a:pt x="1133475" y="4886325"/>
                </a:lnTo>
                <a:lnTo>
                  <a:pt x="828675" y="4772025"/>
                </a:lnTo>
                <a:lnTo>
                  <a:pt x="981075" y="4848225"/>
                </a:lnTo>
                <a:lnTo>
                  <a:pt x="895350" y="4752975"/>
                </a:lnTo>
                <a:lnTo>
                  <a:pt x="809625" y="4714875"/>
                </a:lnTo>
                <a:lnTo>
                  <a:pt x="714375" y="4667250"/>
                </a:lnTo>
                <a:lnTo>
                  <a:pt x="619125" y="4667250"/>
                </a:lnTo>
                <a:lnTo>
                  <a:pt x="628650" y="4581525"/>
                </a:lnTo>
                <a:lnTo>
                  <a:pt x="590550" y="4476750"/>
                </a:lnTo>
                <a:lnTo>
                  <a:pt x="495300" y="4343400"/>
                </a:lnTo>
                <a:lnTo>
                  <a:pt x="657225" y="4171950"/>
                </a:lnTo>
                <a:lnTo>
                  <a:pt x="600075" y="4200525"/>
                </a:lnTo>
                <a:lnTo>
                  <a:pt x="619125" y="4133850"/>
                </a:lnTo>
                <a:lnTo>
                  <a:pt x="723900" y="4076700"/>
                </a:lnTo>
                <a:lnTo>
                  <a:pt x="676275" y="4029075"/>
                </a:lnTo>
                <a:lnTo>
                  <a:pt x="704850" y="3981450"/>
                </a:lnTo>
                <a:lnTo>
                  <a:pt x="647700" y="3810000"/>
                </a:lnTo>
                <a:lnTo>
                  <a:pt x="600075" y="3810000"/>
                </a:lnTo>
                <a:lnTo>
                  <a:pt x="523875" y="3810000"/>
                </a:lnTo>
                <a:lnTo>
                  <a:pt x="514350" y="3752850"/>
                </a:lnTo>
                <a:lnTo>
                  <a:pt x="523875" y="3714750"/>
                </a:lnTo>
                <a:lnTo>
                  <a:pt x="409575" y="3590925"/>
                </a:lnTo>
                <a:lnTo>
                  <a:pt x="361950" y="3562350"/>
                </a:lnTo>
                <a:lnTo>
                  <a:pt x="276225" y="3533775"/>
                </a:lnTo>
                <a:lnTo>
                  <a:pt x="171450" y="3419475"/>
                </a:lnTo>
                <a:lnTo>
                  <a:pt x="190500" y="3362325"/>
                </a:lnTo>
                <a:lnTo>
                  <a:pt x="171450" y="3305175"/>
                </a:lnTo>
                <a:lnTo>
                  <a:pt x="142875" y="3257550"/>
                </a:lnTo>
                <a:lnTo>
                  <a:pt x="76200" y="3200400"/>
                </a:lnTo>
                <a:lnTo>
                  <a:pt x="0" y="3076575"/>
                </a:lnTo>
                <a:lnTo>
                  <a:pt x="66675" y="3038475"/>
                </a:lnTo>
                <a:lnTo>
                  <a:pt x="9525" y="2962275"/>
                </a:lnTo>
                <a:lnTo>
                  <a:pt x="57150" y="2876550"/>
                </a:lnTo>
                <a:lnTo>
                  <a:pt x="47625" y="2762250"/>
                </a:lnTo>
                <a:lnTo>
                  <a:pt x="57150" y="2686050"/>
                </a:lnTo>
                <a:lnTo>
                  <a:pt x="104775" y="2600325"/>
                </a:lnTo>
                <a:lnTo>
                  <a:pt x="171450" y="2486025"/>
                </a:lnTo>
                <a:lnTo>
                  <a:pt x="133350" y="2447925"/>
                </a:lnTo>
                <a:lnTo>
                  <a:pt x="200025" y="2343150"/>
                </a:lnTo>
                <a:lnTo>
                  <a:pt x="228600" y="2247900"/>
                </a:lnTo>
                <a:lnTo>
                  <a:pt x="247650" y="2152650"/>
                </a:lnTo>
                <a:lnTo>
                  <a:pt x="295275" y="2076450"/>
                </a:lnTo>
                <a:lnTo>
                  <a:pt x="342900" y="2009775"/>
                </a:lnTo>
                <a:lnTo>
                  <a:pt x="323850" y="1943100"/>
                </a:lnTo>
                <a:lnTo>
                  <a:pt x="381000" y="1828800"/>
                </a:lnTo>
                <a:lnTo>
                  <a:pt x="419100" y="1752600"/>
                </a:lnTo>
                <a:lnTo>
                  <a:pt x="400050" y="1685925"/>
                </a:lnTo>
                <a:lnTo>
                  <a:pt x="419100" y="1600200"/>
                </a:lnTo>
                <a:lnTo>
                  <a:pt x="476250" y="1524000"/>
                </a:lnTo>
                <a:lnTo>
                  <a:pt x="523875" y="1390650"/>
                </a:lnTo>
                <a:lnTo>
                  <a:pt x="504825" y="1352550"/>
                </a:lnTo>
                <a:lnTo>
                  <a:pt x="533400" y="1276350"/>
                </a:lnTo>
                <a:lnTo>
                  <a:pt x="542925" y="1162050"/>
                </a:lnTo>
                <a:lnTo>
                  <a:pt x="609600" y="1133475"/>
                </a:lnTo>
                <a:lnTo>
                  <a:pt x="571500" y="1047750"/>
                </a:lnTo>
                <a:lnTo>
                  <a:pt x="619125" y="933450"/>
                </a:lnTo>
                <a:lnTo>
                  <a:pt x="638175" y="885825"/>
                </a:lnTo>
                <a:lnTo>
                  <a:pt x="685800" y="752475"/>
                </a:lnTo>
                <a:lnTo>
                  <a:pt x="733425" y="676275"/>
                </a:lnTo>
                <a:lnTo>
                  <a:pt x="762000" y="581025"/>
                </a:lnTo>
                <a:lnTo>
                  <a:pt x="781050" y="514350"/>
                </a:lnTo>
                <a:lnTo>
                  <a:pt x="809625" y="476250"/>
                </a:lnTo>
                <a:lnTo>
                  <a:pt x="838200" y="400050"/>
                </a:lnTo>
                <a:lnTo>
                  <a:pt x="838200" y="304800"/>
                </a:lnTo>
                <a:lnTo>
                  <a:pt x="676275" y="95250"/>
                </a:lnTo>
                <a:lnTo>
                  <a:pt x="733425" y="114300"/>
                </a:lnTo>
                <a:lnTo>
                  <a:pt x="733425" y="342900"/>
                </a:lnTo>
                <a:lnTo>
                  <a:pt x="876300" y="161925"/>
                </a:lnTo>
                <a:lnTo>
                  <a:pt x="904875" y="266700"/>
                </a:lnTo>
                <a:lnTo>
                  <a:pt x="866775" y="209550"/>
                </a:lnTo>
                <a:lnTo>
                  <a:pt x="876300" y="152400"/>
                </a:lnTo>
                <a:lnTo>
                  <a:pt x="933450" y="104775"/>
                </a:lnTo>
                <a:lnTo>
                  <a:pt x="990600" y="66675"/>
                </a:lnTo>
                <a:lnTo>
                  <a:pt x="942975" y="0"/>
                </a:lnTo>
                <a:lnTo>
                  <a:pt x="1057275" y="38100"/>
                </a:lnTo>
                <a:lnTo>
                  <a:pt x="1143000" y="19050"/>
                </a:lnTo>
                <a:lnTo>
                  <a:pt x="1190625" y="76200"/>
                </a:lnTo>
                <a:lnTo>
                  <a:pt x="1343025" y="104775"/>
                </a:lnTo>
                <a:lnTo>
                  <a:pt x="1457325" y="152400"/>
                </a:lnTo>
                <a:lnTo>
                  <a:pt x="1562100" y="171450"/>
                </a:lnTo>
                <a:lnTo>
                  <a:pt x="1685925" y="200025"/>
                </a:lnTo>
                <a:lnTo>
                  <a:pt x="1628775" y="85725"/>
                </a:lnTo>
                <a:lnTo>
                  <a:pt x="1714500" y="47625"/>
                </a:lnTo>
                <a:lnTo>
                  <a:pt x="1752600" y="95250"/>
                </a:lnTo>
                <a:lnTo>
                  <a:pt x="1781175" y="190500"/>
                </a:lnTo>
                <a:lnTo>
                  <a:pt x="1876425" y="57150"/>
                </a:lnTo>
                <a:lnTo>
                  <a:pt x="1962150" y="19050"/>
                </a:lnTo>
                <a:lnTo>
                  <a:pt x="2009775" y="85725"/>
                </a:lnTo>
                <a:lnTo>
                  <a:pt x="2152650" y="95250"/>
                </a:lnTo>
                <a:lnTo>
                  <a:pt x="2219325" y="114300"/>
                </a:lnTo>
                <a:lnTo>
                  <a:pt x="2266950" y="142875"/>
                </a:lnTo>
                <a:lnTo>
                  <a:pt x="2343150" y="161925"/>
                </a:lnTo>
                <a:lnTo>
                  <a:pt x="2381250" y="228600"/>
                </a:lnTo>
                <a:lnTo>
                  <a:pt x="2438400" y="228600"/>
                </a:lnTo>
                <a:lnTo>
                  <a:pt x="2505075" y="200025"/>
                </a:lnTo>
                <a:lnTo>
                  <a:pt x="2514600" y="171450"/>
                </a:lnTo>
                <a:lnTo>
                  <a:pt x="2590800" y="295275"/>
                </a:lnTo>
                <a:lnTo>
                  <a:pt x="2543175" y="323850"/>
                </a:lnTo>
                <a:lnTo>
                  <a:pt x="2619375" y="381000"/>
                </a:lnTo>
                <a:lnTo>
                  <a:pt x="2590800" y="409575"/>
                </a:lnTo>
                <a:lnTo>
                  <a:pt x="2657475" y="457200"/>
                </a:lnTo>
                <a:lnTo>
                  <a:pt x="2647950" y="485775"/>
                </a:lnTo>
                <a:lnTo>
                  <a:pt x="2657475" y="533400"/>
                </a:lnTo>
                <a:lnTo>
                  <a:pt x="2695575" y="609600"/>
                </a:lnTo>
                <a:lnTo>
                  <a:pt x="2714625" y="657225"/>
                </a:lnTo>
                <a:lnTo>
                  <a:pt x="2733675" y="733425"/>
                </a:lnTo>
                <a:lnTo>
                  <a:pt x="2771775" y="733425"/>
                </a:lnTo>
                <a:lnTo>
                  <a:pt x="2790825" y="838200"/>
                </a:lnTo>
                <a:lnTo>
                  <a:pt x="2819400" y="914400"/>
                </a:lnTo>
                <a:lnTo>
                  <a:pt x="2809875" y="962025"/>
                </a:lnTo>
                <a:lnTo>
                  <a:pt x="2886075" y="981075"/>
                </a:lnTo>
                <a:lnTo>
                  <a:pt x="2886075" y="1066800"/>
                </a:lnTo>
                <a:lnTo>
                  <a:pt x="2905125" y="1057275"/>
                </a:lnTo>
                <a:lnTo>
                  <a:pt x="2962275" y="1152525"/>
                </a:lnTo>
                <a:lnTo>
                  <a:pt x="2943225" y="1190625"/>
                </a:lnTo>
                <a:lnTo>
                  <a:pt x="2981325" y="1257300"/>
                </a:lnTo>
                <a:lnTo>
                  <a:pt x="3009900" y="1314450"/>
                </a:lnTo>
                <a:lnTo>
                  <a:pt x="3019425" y="1390650"/>
                </a:lnTo>
                <a:lnTo>
                  <a:pt x="3076575" y="1400175"/>
                </a:lnTo>
                <a:lnTo>
                  <a:pt x="3095625" y="1438275"/>
                </a:lnTo>
                <a:lnTo>
                  <a:pt x="3105150" y="1552575"/>
                </a:lnTo>
                <a:lnTo>
                  <a:pt x="3143250" y="1590675"/>
                </a:lnTo>
                <a:lnTo>
                  <a:pt x="3143250" y="1609725"/>
                </a:lnTo>
                <a:lnTo>
                  <a:pt x="3152775" y="1685925"/>
                </a:lnTo>
                <a:lnTo>
                  <a:pt x="3190875" y="1714500"/>
                </a:lnTo>
                <a:lnTo>
                  <a:pt x="3248025" y="1762125"/>
                </a:lnTo>
                <a:lnTo>
                  <a:pt x="3238500" y="1828800"/>
                </a:lnTo>
                <a:lnTo>
                  <a:pt x="3295650" y="1924050"/>
                </a:lnTo>
                <a:lnTo>
                  <a:pt x="3209925" y="2000250"/>
                </a:lnTo>
                <a:lnTo>
                  <a:pt x="3362325" y="2057400"/>
                </a:lnTo>
                <a:lnTo>
                  <a:pt x="3371850" y="2266950"/>
                </a:lnTo>
                <a:lnTo>
                  <a:pt x="3476625" y="2352675"/>
                </a:lnTo>
                <a:lnTo>
                  <a:pt x="3448050" y="2362200"/>
                </a:lnTo>
                <a:lnTo>
                  <a:pt x="3352800" y="2390775"/>
                </a:lnTo>
                <a:lnTo>
                  <a:pt x="3390900" y="2447925"/>
                </a:lnTo>
                <a:lnTo>
                  <a:pt x="3362325" y="2514600"/>
                </a:lnTo>
                <a:lnTo>
                  <a:pt x="3371850" y="2533650"/>
                </a:lnTo>
                <a:lnTo>
                  <a:pt x="3200400" y="2609850"/>
                </a:lnTo>
                <a:lnTo>
                  <a:pt x="3343275" y="2733675"/>
                </a:lnTo>
                <a:lnTo>
                  <a:pt x="3333750" y="2800350"/>
                </a:lnTo>
                <a:lnTo>
                  <a:pt x="3295650" y="2828925"/>
                </a:lnTo>
                <a:lnTo>
                  <a:pt x="3295650" y="2876550"/>
                </a:lnTo>
                <a:lnTo>
                  <a:pt x="3362325" y="2924175"/>
                </a:lnTo>
                <a:lnTo>
                  <a:pt x="3267075" y="2962275"/>
                </a:lnTo>
                <a:lnTo>
                  <a:pt x="3248025" y="3038475"/>
                </a:lnTo>
                <a:lnTo>
                  <a:pt x="3343275" y="3143250"/>
                </a:lnTo>
                <a:lnTo>
                  <a:pt x="3295650" y="3124200"/>
                </a:lnTo>
                <a:lnTo>
                  <a:pt x="3190875" y="3162300"/>
                </a:lnTo>
                <a:lnTo>
                  <a:pt x="3267075" y="3124200"/>
                </a:lnTo>
                <a:lnTo>
                  <a:pt x="3314700" y="3295650"/>
                </a:lnTo>
                <a:lnTo>
                  <a:pt x="3286125" y="3457575"/>
                </a:lnTo>
                <a:lnTo>
                  <a:pt x="3238500" y="3600450"/>
                </a:lnTo>
                <a:lnTo>
                  <a:pt x="3295650" y="3609975"/>
                </a:lnTo>
                <a:lnTo>
                  <a:pt x="3352800" y="3762375"/>
                </a:lnTo>
                <a:lnTo>
                  <a:pt x="3305175" y="3771900"/>
                </a:lnTo>
                <a:lnTo>
                  <a:pt x="3352800" y="3857625"/>
                </a:lnTo>
                <a:lnTo>
                  <a:pt x="3400425" y="3895725"/>
                </a:lnTo>
                <a:lnTo>
                  <a:pt x="3409950" y="3981450"/>
                </a:lnTo>
                <a:lnTo>
                  <a:pt x="3467100" y="4029075"/>
                </a:lnTo>
                <a:lnTo>
                  <a:pt x="3476625" y="4076700"/>
                </a:lnTo>
                <a:lnTo>
                  <a:pt x="3457575" y="4152900"/>
                </a:lnTo>
                <a:lnTo>
                  <a:pt x="3362325" y="4076700"/>
                </a:lnTo>
                <a:lnTo>
                  <a:pt x="3390900" y="4095750"/>
                </a:lnTo>
                <a:lnTo>
                  <a:pt x="3390900" y="4248150"/>
                </a:lnTo>
                <a:lnTo>
                  <a:pt x="3476625" y="4371975"/>
                </a:lnTo>
                <a:lnTo>
                  <a:pt x="3552825" y="4362450"/>
                </a:lnTo>
                <a:lnTo>
                  <a:pt x="3505200" y="4371975"/>
                </a:lnTo>
                <a:lnTo>
                  <a:pt x="3486150" y="4352925"/>
                </a:lnTo>
                <a:lnTo>
                  <a:pt x="3676650" y="4419600"/>
                </a:lnTo>
                <a:lnTo>
                  <a:pt x="3552825" y="4505325"/>
                </a:lnTo>
                <a:lnTo>
                  <a:pt x="3552825" y="4543425"/>
                </a:lnTo>
                <a:lnTo>
                  <a:pt x="3438525" y="4476750"/>
                </a:lnTo>
                <a:lnTo>
                  <a:pt x="3457575" y="4524375"/>
                </a:lnTo>
                <a:lnTo>
                  <a:pt x="3381375" y="4552950"/>
                </a:lnTo>
                <a:lnTo>
                  <a:pt x="3371850" y="4552950"/>
                </a:lnTo>
                <a:lnTo>
                  <a:pt x="3286125" y="4552950"/>
                </a:lnTo>
                <a:lnTo>
                  <a:pt x="3419475" y="4543425"/>
                </a:lnTo>
                <a:lnTo>
                  <a:pt x="3228975" y="4695825"/>
                </a:lnTo>
                <a:lnTo>
                  <a:pt x="3267075" y="4667250"/>
                </a:lnTo>
                <a:lnTo>
                  <a:pt x="3190875" y="4714875"/>
                </a:lnTo>
                <a:lnTo>
                  <a:pt x="3124200" y="4686300"/>
                </a:lnTo>
                <a:lnTo>
                  <a:pt x="3152775" y="4829175"/>
                </a:lnTo>
                <a:lnTo>
                  <a:pt x="3086100" y="4867275"/>
                </a:lnTo>
                <a:lnTo>
                  <a:pt x="3095625" y="4924425"/>
                </a:lnTo>
                <a:lnTo>
                  <a:pt x="3124200" y="5000625"/>
                </a:lnTo>
                <a:lnTo>
                  <a:pt x="3105150" y="4991100"/>
                </a:lnTo>
                <a:lnTo>
                  <a:pt x="3009900" y="5000625"/>
                </a:lnTo>
                <a:lnTo>
                  <a:pt x="3028950" y="5057775"/>
                </a:lnTo>
                <a:lnTo>
                  <a:pt x="3067050" y="5133975"/>
                </a:lnTo>
                <a:lnTo>
                  <a:pt x="3028950" y="5153025"/>
                </a:lnTo>
                <a:lnTo>
                  <a:pt x="3009900" y="5162550"/>
                </a:lnTo>
                <a:lnTo>
                  <a:pt x="3038475" y="5114925"/>
                </a:lnTo>
                <a:lnTo>
                  <a:pt x="2924175" y="5229225"/>
                </a:lnTo>
                <a:lnTo>
                  <a:pt x="2800350" y="5257800"/>
                </a:lnTo>
                <a:lnTo>
                  <a:pt x="2876550" y="5286375"/>
                </a:lnTo>
                <a:lnTo>
                  <a:pt x="2867025" y="5276850"/>
                </a:lnTo>
                <a:lnTo>
                  <a:pt x="2838450" y="5419725"/>
                </a:lnTo>
                <a:lnTo>
                  <a:pt x="2752725" y="5476875"/>
                </a:lnTo>
                <a:lnTo>
                  <a:pt x="2800350" y="5581650"/>
                </a:lnTo>
                <a:lnTo>
                  <a:pt x="2781300" y="5610225"/>
                </a:lnTo>
                <a:lnTo>
                  <a:pt x="2733675" y="5676900"/>
                </a:lnTo>
                <a:lnTo>
                  <a:pt x="2724150" y="5657850"/>
                </a:lnTo>
                <a:lnTo>
                  <a:pt x="2667000" y="5734050"/>
                </a:lnTo>
                <a:lnTo>
                  <a:pt x="2628900" y="5800725"/>
                </a:lnTo>
                <a:lnTo>
                  <a:pt x="2647950" y="5895975"/>
                </a:lnTo>
                <a:lnTo>
                  <a:pt x="2657475" y="5886450"/>
                </a:lnTo>
                <a:lnTo>
                  <a:pt x="2505075" y="5934075"/>
                </a:lnTo>
                <a:lnTo>
                  <a:pt x="2486025" y="5991225"/>
                </a:lnTo>
                <a:lnTo>
                  <a:pt x="2438400" y="6105525"/>
                </a:lnTo>
                <a:lnTo>
                  <a:pt x="2486025" y="6115050"/>
                </a:lnTo>
                <a:lnTo>
                  <a:pt x="2447925" y="6210300"/>
                </a:lnTo>
                <a:lnTo>
                  <a:pt x="2419350" y="6219825"/>
                </a:lnTo>
                <a:lnTo>
                  <a:pt x="2352675" y="6315075"/>
                </a:lnTo>
                <a:lnTo>
                  <a:pt x="2324100" y="6400800"/>
                </a:lnTo>
                <a:lnTo>
                  <a:pt x="2257425" y="6505575"/>
                </a:lnTo>
                <a:lnTo>
                  <a:pt x="2228850" y="6572250"/>
                </a:lnTo>
                <a:lnTo>
                  <a:pt x="2228850" y="6629400"/>
                </a:lnTo>
                <a:lnTo>
                  <a:pt x="2171700" y="6638925"/>
                </a:lnTo>
                <a:lnTo>
                  <a:pt x="2143125" y="6677025"/>
                </a:lnTo>
                <a:lnTo>
                  <a:pt x="2066925" y="6734175"/>
                </a:lnTo>
                <a:lnTo>
                  <a:pt x="2057400" y="6800850"/>
                </a:lnTo>
                <a:lnTo>
                  <a:pt x="2009775" y="6877050"/>
                </a:lnTo>
                <a:lnTo>
                  <a:pt x="1962150" y="6934200"/>
                </a:lnTo>
                <a:close/>
              </a:path>
            </a:pathLst>
          </a:custGeom>
          <a:solidFill>
            <a:srgbClr val="F7B733">
              <a:alpha val="1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1782425" y="571500"/>
            <a:ext cx="1362075" cy="2647950"/>
          </a:xfrm>
          <a:custGeom>
            <a:avLst/>
            <a:gdLst/>
            <a:ahLst/>
            <a:cxnLst/>
            <a:rect l="l" t="t" r="r" b="b"/>
            <a:pathLst>
              <a:path w="1362075" h="2647950">
                <a:moveTo>
                  <a:pt x="704850" y="2562225"/>
                </a:moveTo>
                <a:lnTo>
                  <a:pt x="695325" y="2647950"/>
                </a:lnTo>
                <a:lnTo>
                  <a:pt x="590550" y="2505075"/>
                </a:lnTo>
                <a:lnTo>
                  <a:pt x="495300" y="2476500"/>
                </a:lnTo>
                <a:lnTo>
                  <a:pt x="638175" y="2505075"/>
                </a:lnTo>
                <a:lnTo>
                  <a:pt x="628650" y="2390775"/>
                </a:lnTo>
                <a:lnTo>
                  <a:pt x="619125" y="2371725"/>
                </a:lnTo>
                <a:lnTo>
                  <a:pt x="628650" y="2390775"/>
                </a:lnTo>
                <a:lnTo>
                  <a:pt x="609600" y="2371725"/>
                </a:lnTo>
                <a:lnTo>
                  <a:pt x="581025" y="2362200"/>
                </a:lnTo>
                <a:lnTo>
                  <a:pt x="514350" y="2447925"/>
                </a:lnTo>
                <a:lnTo>
                  <a:pt x="485775" y="2390775"/>
                </a:lnTo>
                <a:lnTo>
                  <a:pt x="561975" y="2257425"/>
                </a:lnTo>
                <a:lnTo>
                  <a:pt x="571500" y="2352675"/>
                </a:lnTo>
                <a:lnTo>
                  <a:pt x="581025" y="2257425"/>
                </a:lnTo>
                <a:lnTo>
                  <a:pt x="495300" y="2228850"/>
                </a:lnTo>
                <a:lnTo>
                  <a:pt x="542925" y="2257425"/>
                </a:lnTo>
                <a:lnTo>
                  <a:pt x="485775" y="2266950"/>
                </a:lnTo>
                <a:lnTo>
                  <a:pt x="571500" y="2190750"/>
                </a:lnTo>
                <a:lnTo>
                  <a:pt x="533400" y="2200275"/>
                </a:lnTo>
                <a:lnTo>
                  <a:pt x="476250" y="2133600"/>
                </a:lnTo>
                <a:lnTo>
                  <a:pt x="428625" y="2133600"/>
                </a:lnTo>
                <a:lnTo>
                  <a:pt x="438150" y="2124075"/>
                </a:lnTo>
                <a:lnTo>
                  <a:pt x="438150" y="2038350"/>
                </a:lnTo>
                <a:lnTo>
                  <a:pt x="476250" y="1990725"/>
                </a:lnTo>
                <a:lnTo>
                  <a:pt x="495300" y="1971675"/>
                </a:lnTo>
                <a:lnTo>
                  <a:pt x="495300" y="1981200"/>
                </a:lnTo>
                <a:lnTo>
                  <a:pt x="466725" y="1962150"/>
                </a:lnTo>
                <a:lnTo>
                  <a:pt x="438150" y="1914525"/>
                </a:lnTo>
                <a:lnTo>
                  <a:pt x="447675" y="1895475"/>
                </a:lnTo>
                <a:lnTo>
                  <a:pt x="438150" y="1847850"/>
                </a:lnTo>
                <a:lnTo>
                  <a:pt x="419100" y="1809750"/>
                </a:lnTo>
                <a:lnTo>
                  <a:pt x="400050" y="1809750"/>
                </a:lnTo>
                <a:lnTo>
                  <a:pt x="438150" y="1771650"/>
                </a:lnTo>
                <a:lnTo>
                  <a:pt x="400050" y="1866900"/>
                </a:lnTo>
                <a:lnTo>
                  <a:pt x="390525" y="1790700"/>
                </a:lnTo>
                <a:lnTo>
                  <a:pt x="333375" y="1733550"/>
                </a:lnTo>
                <a:lnTo>
                  <a:pt x="285750" y="1809750"/>
                </a:lnTo>
                <a:lnTo>
                  <a:pt x="257175" y="1781175"/>
                </a:lnTo>
                <a:lnTo>
                  <a:pt x="257175" y="1752600"/>
                </a:lnTo>
                <a:lnTo>
                  <a:pt x="228600" y="1695450"/>
                </a:lnTo>
                <a:lnTo>
                  <a:pt x="190500" y="1647825"/>
                </a:lnTo>
                <a:lnTo>
                  <a:pt x="266700" y="1676400"/>
                </a:lnTo>
                <a:lnTo>
                  <a:pt x="257175" y="1609725"/>
                </a:lnTo>
                <a:lnTo>
                  <a:pt x="257175" y="1543050"/>
                </a:lnTo>
                <a:lnTo>
                  <a:pt x="219075" y="1543050"/>
                </a:lnTo>
                <a:lnTo>
                  <a:pt x="247650" y="1476375"/>
                </a:lnTo>
                <a:lnTo>
                  <a:pt x="266700" y="1504950"/>
                </a:lnTo>
                <a:lnTo>
                  <a:pt x="247650" y="1457325"/>
                </a:lnTo>
                <a:lnTo>
                  <a:pt x="257175" y="1562100"/>
                </a:lnTo>
                <a:lnTo>
                  <a:pt x="171450" y="1438275"/>
                </a:lnTo>
                <a:lnTo>
                  <a:pt x="190500" y="1457325"/>
                </a:lnTo>
                <a:lnTo>
                  <a:pt x="209550" y="1428750"/>
                </a:lnTo>
                <a:lnTo>
                  <a:pt x="190500" y="1409700"/>
                </a:lnTo>
                <a:lnTo>
                  <a:pt x="200025" y="1438275"/>
                </a:lnTo>
                <a:lnTo>
                  <a:pt x="104775" y="1390650"/>
                </a:lnTo>
                <a:lnTo>
                  <a:pt x="114300" y="1323975"/>
                </a:lnTo>
                <a:lnTo>
                  <a:pt x="85725" y="1314450"/>
                </a:lnTo>
                <a:lnTo>
                  <a:pt x="95250" y="1266825"/>
                </a:lnTo>
                <a:lnTo>
                  <a:pt x="47625" y="1247775"/>
                </a:lnTo>
                <a:lnTo>
                  <a:pt x="47625" y="1200150"/>
                </a:lnTo>
                <a:lnTo>
                  <a:pt x="47625" y="1171575"/>
                </a:lnTo>
                <a:lnTo>
                  <a:pt x="9525" y="1152525"/>
                </a:lnTo>
                <a:lnTo>
                  <a:pt x="19050" y="1143000"/>
                </a:lnTo>
                <a:lnTo>
                  <a:pt x="0" y="1095375"/>
                </a:lnTo>
                <a:lnTo>
                  <a:pt x="9525" y="1114425"/>
                </a:lnTo>
                <a:lnTo>
                  <a:pt x="9525" y="1066800"/>
                </a:lnTo>
                <a:lnTo>
                  <a:pt x="28575" y="1019175"/>
                </a:lnTo>
                <a:lnTo>
                  <a:pt x="47625" y="990600"/>
                </a:lnTo>
                <a:lnTo>
                  <a:pt x="38100" y="942975"/>
                </a:lnTo>
                <a:lnTo>
                  <a:pt x="85725" y="895350"/>
                </a:lnTo>
                <a:lnTo>
                  <a:pt x="76200" y="895350"/>
                </a:lnTo>
                <a:lnTo>
                  <a:pt x="104775" y="876300"/>
                </a:lnTo>
                <a:lnTo>
                  <a:pt x="104775" y="838200"/>
                </a:lnTo>
                <a:lnTo>
                  <a:pt x="85725" y="790575"/>
                </a:lnTo>
                <a:lnTo>
                  <a:pt x="114300" y="771525"/>
                </a:lnTo>
                <a:lnTo>
                  <a:pt x="123825" y="733425"/>
                </a:lnTo>
                <a:lnTo>
                  <a:pt x="133350" y="723900"/>
                </a:lnTo>
                <a:lnTo>
                  <a:pt x="152400" y="695325"/>
                </a:lnTo>
                <a:lnTo>
                  <a:pt x="142875" y="666750"/>
                </a:lnTo>
                <a:lnTo>
                  <a:pt x="180975" y="619125"/>
                </a:lnTo>
                <a:lnTo>
                  <a:pt x="200025" y="590550"/>
                </a:lnTo>
                <a:lnTo>
                  <a:pt x="190500" y="581025"/>
                </a:lnTo>
                <a:lnTo>
                  <a:pt x="180975" y="514350"/>
                </a:lnTo>
                <a:lnTo>
                  <a:pt x="209550" y="514350"/>
                </a:lnTo>
                <a:lnTo>
                  <a:pt x="200025" y="485775"/>
                </a:lnTo>
                <a:lnTo>
                  <a:pt x="238125" y="457200"/>
                </a:lnTo>
                <a:lnTo>
                  <a:pt x="209550" y="400050"/>
                </a:lnTo>
                <a:lnTo>
                  <a:pt x="228600" y="371475"/>
                </a:lnTo>
                <a:lnTo>
                  <a:pt x="247650" y="352425"/>
                </a:lnTo>
                <a:lnTo>
                  <a:pt x="247650" y="314325"/>
                </a:lnTo>
                <a:lnTo>
                  <a:pt x="285750" y="304800"/>
                </a:lnTo>
                <a:lnTo>
                  <a:pt x="285750" y="238125"/>
                </a:lnTo>
                <a:lnTo>
                  <a:pt x="285750" y="238125"/>
                </a:lnTo>
                <a:lnTo>
                  <a:pt x="276225" y="219075"/>
                </a:lnTo>
                <a:lnTo>
                  <a:pt x="304800" y="152400"/>
                </a:lnTo>
                <a:lnTo>
                  <a:pt x="342900" y="133350"/>
                </a:lnTo>
                <a:lnTo>
                  <a:pt x="361950" y="266700"/>
                </a:lnTo>
                <a:lnTo>
                  <a:pt x="333375" y="209550"/>
                </a:lnTo>
                <a:lnTo>
                  <a:pt x="342900" y="85725"/>
                </a:lnTo>
                <a:lnTo>
                  <a:pt x="295275" y="123825"/>
                </a:lnTo>
                <a:lnTo>
                  <a:pt x="247650" y="152400"/>
                </a:lnTo>
                <a:lnTo>
                  <a:pt x="314325" y="161925"/>
                </a:lnTo>
                <a:lnTo>
                  <a:pt x="323850" y="95250"/>
                </a:lnTo>
                <a:lnTo>
                  <a:pt x="333375" y="66675"/>
                </a:lnTo>
                <a:lnTo>
                  <a:pt x="342900" y="104775"/>
                </a:lnTo>
                <a:lnTo>
                  <a:pt x="352425" y="47625"/>
                </a:lnTo>
                <a:lnTo>
                  <a:pt x="371475" y="57150"/>
                </a:lnTo>
                <a:lnTo>
                  <a:pt x="438150" y="38100"/>
                </a:lnTo>
                <a:lnTo>
                  <a:pt x="447675" y="38100"/>
                </a:lnTo>
                <a:lnTo>
                  <a:pt x="485775" y="85725"/>
                </a:lnTo>
                <a:lnTo>
                  <a:pt x="542925" y="76200"/>
                </a:lnTo>
                <a:lnTo>
                  <a:pt x="581025" y="76200"/>
                </a:lnTo>
                <a:lnTo>
                  <a:pt x="590550" y="95250"/>
                </a:lnTo>
                <a:lnTo>
                  <a:pt x="552450" y="47625"/>
                </a:lnTo>
                <a:lnTo>
                  <a:pt x="638175" y="19050"/>
                </a:lnTo>
                <a:lnTo>
                  <a:pt x="609600" y="85725"/>
                </a:lnTo>
                <a:lnTo>
                  <a:pt x="676275" y="95250"/>
                </a:lnTo>
                <a:lnTo>
                  <a:pt x="657225" y="0"/>
                </a:lnTo>
                <a:lnTo>
                  <a:pt x="676275" y="47625"/>
                </a:lnTo>
                <a:lnTo>
                  <a:pt x="723900" y="76200"/>
                </a:lnTo>
                <a:lnTo>
                  <a:pt x="723900" y="38100"/>
                </a:lnTo>
                <a:lnTo>
                  <a:pt x="828675" y="28575"/>
                </a:lnTo>
                <a:lnTo>
                  <a:pt x="885825" y="76200"/>
                </a:lnTo>
                <a:lnTo>
                  <a:pt x="847725" y="76200"/>
                </a:lnTo>
                <a:lnTo>
                  <a:pt x="876300" y="104775"/>
                </a:lnTo>
                <a:lnTo>
                  <a:pt x="904875" y="123825"/>
                </a:lnTo>
                <a:lnTo>
                  <a:pt x="923925" y="133350"/>
                </a:lnTo>
                <a:lnTo>
                  <a:pt x="952500" y="123825"/>
                </a:lnTo>
                <a:lnTo>
                  <a:pt x="914400" y="123825"/>
                </a:lnTo>
                <a:lnTo>
                  <a:pt x="914400" y="142875"/>
                </a:lnTo>
                <a:lnTo>
                  <a:pt x="914400" y="161925"/>
                </a:lnTo>
                <a:lnTo>
                  <a:pt x="942975" y="200025"/>
                </a:lnTo>
                <a:lnTo>
                  <a:pt x="971550" y="209550"/>
                </a:lnTo>
                <a:lnTo>
                  <a:pt x="962025" y="228600"/>
                </a:lnTo>
                <a:lnTo>
                  <a:pt x="1000125" y="247650"/>
                </a:lnTo>
                <a:lnTo>
                  <a:pt x="971550" y="266700"/>
                </a:lnTo>
                <a:lnTo>
                  <a:pt x="981075" y="257175"/>
                </a:lnTo>
                <a:lnTo>
                  <a:pt x="981075" y="295275"/>
                </a:lnTo>
                <a:lnTo>
                  <a:pt x="1000125" y="304800"/>
                </a:lnTo>
                <a:lnTo>
                  <a:pt x="1019175" y="314325"/>
                </a:lnTo>
                <a:lnTo>
                  <a:pt x="1028700" y="342900"/>
                </a:lnTo>
                <a:lnTo>
                  <a:pt x="1019175" y="371475"/>
                </a:lnTo>
                <a:lnTo>
                  <a:pt x="1038225" y="381000"/>
                </a:lnTo>
                <a:lnTo>
                  <a:pt x="1047750" y="409575"/>
                </a:lnTo>
                <a:lnTo>
                  <a:pt x="1047750" y="466725"/>
                </a:lnTo>
                <a:lnTo>
                  <a:pt x="1085850" y="438150"/>
                </a:lnTo>
                <a:lnTo>
                  <a:pt x="1104900" y="466725"/>
                </a:lnTo>
                <a:lnTo>
                  <a:pt x="1076325" y="504825"/>
                </a:lnTo>
                <a:lnTo>
                  <a:pt x="1123950" y="504825"/>
                </a:lnTo>
                <a:lnTo>
                  <a:pt x="1133475" y="542925"/>
                </a:lnTo>
                <a:lnTo>
                  <a:pt x="1123950" y="561975"/>
                </a:lnTo>
                <a:lnTo>
                  <a:pt x="1123950" y="590550"/>
                </a:lnTo>
                <a:lnTo>
                  <a:pt x="1114425" y="561975"/>
                </a:lnTo>
                <a:lnTo>
                  <a:pt x="1152525" y="600075"/>
                </a:lnTo>
                <a:lnTo>
                  <a:pt x="1152525" y="657225"/>
                </a:lnTo>
                <a:lnTo>
                  <a:pt x="1162050" y="657225"/>
                </a:lnTo>
                <a:lnTo>
                  <a:pt x="1162050" y="695325"/>
                </a:lnTo>
                <a:lnTo>
                  <a:pt x="1181100" y="695325"/>
                </a:lnTo>
                <a:lnTo>
                  <a:pt x="1171575" y="704850"/>
                </a:lnTo>
                <a:lnTo>
                  <a:pt x="1171575" y="723900"/>
                </a:lnTo>
                <a:lnTo>
                  <a:pt x="1228725" y="866775"/>
                </a:lnTo>
                <a:lnTo>
                  <a:pt x="1238250" y="771525"/>
                </a:lnTo>
                <a:lnTo>
                  <a:pt x="1323975" y="904875"/>
                </a:lnTo>
                <a:lnTo>
                  <a:pt x="1285875" y="895350"/>
                </a:lnTo>
                <a:lnTo>
                  <a:pt x="1304925" y="857250"/>
                </a:lnTo>
                <a:lnTo>
                  <a:pt x="1238250" y="923925"/>
                </a:lnTo>
                <a:lnTo>
                  <a:pt x="1238250" y="942975"/>
                </a:lnTo>
                <a:lnTo>
                  <a:pt x="1219200" y="952500"/>
                </a:lnTo>
                <a:lnTo>
                  <a:pt x="1200150" y="971550"/>
                </a:lnTo>
                <a:lnTo>
                  <a:pt x="1209675" y="1019175"/>
                </a:lnTo>
                <a:lnTo>
                  <a:pt x="1190625" y="990600"/>
                </a:lnTo>
                <a:lnTo>
                  <a:pt x="1219200" y="1047750"/>
                </a:lnTo>
                <a:lnTo>
                  <a:pt x="1219200" y="1028700"/>
                </a:lnTo>
                <a:lnTo>
                  <a:pt x="1200150" y="1066800"/>
                </a:lnTo>
                <a:lnTo>
                  <a:pt x="1181100" y="1076325"/>
                </a:lnTo>
                <a:lnTo>
                  <a:pt x="1209675" y="1114425"/>
                </a:lnTo>
                <a:lnTo>
                  <a:pt x="1152525" y="1143000"/>
                </a:lnTo>
                <a:lnTo>
                  <a:pt x="1114425" y="1171575"/>
                </a:lnTo>
                <a:lnTo>
                  <a:pt x="1143000" y="1114425"/>
                </a:lnTo>
                <a:lnTo>
                  <a:pt x="1152525" y="1190625"/>
                </a:lnTo>
                <a:lnTo>
                  <a:pt x="1181100" y="1219200"/>
                </a:lnTo>
                <a:lnTo>
                  <a:pt x="1143000" y="1285875"/>
                </a:lnTo>
                <a:lnTo>
                  <a:pt x="1133475" y="1285875"/>
                </a:lnTo>
                <a:lnTo>
                  <a:pt x="1171575" y="1362075"/>
                </a:lnTo>
                <a:lnTo>
                  <a:pt x="1228725" y="1371600"/>
                </a:lnTo>
                <a:lnTo>
                  <a:pt x="1181100" y="1419225"/>
                </a:lnTo>
                <a:lnTo>
                  <a:pt x="1200150" y="1419225"/>
                </a:lnTo>
                <a:lnTo>
                  <a:pt x="1219200" y="1447800"/>
                </a:lnTo>
                <a:lnTo>
                  <a:pt x="1247775" y="1447800"/>
                </a:lnTo>
                <a:lnTo>
                  <a:pt x="1304925" y="1504950"/>
                </a:lnTo>
                <a:lnTo>
                  <a:pt x="1285875" y="1514475"/>
                </a:lnTo>
                <a:lnTo>
                  <a:pt x="1266825" y="1524000"/>
                </a:lnTo>
                <a:lnTo>
                  <a:pt x="1314450" y="1571625"/>
                </a:lnTo>
                <a:lnTo>
                  <a:pt x="1238250" y="1571625"/>
                </a:lnTo>
                <a:lnTo>
                  <a:pt x="1257300" y="1571625"/>
                </a:lnTo>
                <a:lnTo>
                  <a:pt x="1257300" y="1590675"/>
                </a:lnTo>
                <a:lnTo>
                  <a:pt x="1190625" y="1628775"/>
                </a:lnTo>
                <a:lnTo>
                  <a:pt x="1200150" y="1676400"/>
                </a:lnTo>
                <a:lnTo>
                  <a:pt x="1276350" y="1647825"/>
                </a:lnTo>
                <a:lnTo>
                  <a:pt x="1257300" y="1619250"/>
                </a:lnTo>
                <a:lnTo>
                  <a:pt x="1362075" y="1571625"/>
                </a:lnTo>
                <a:lnTo>
                  <a:pt x="1352550" y="1571625"/>
                </a:lnTo>
                <a:lnTo>
                  <a:pt x="1333500" y="1638300"/>
                </a:lnTo>
                <a:lnTo>
                  <a:pt x="1285875" y="1676400"/>
                </a:lnTo>
                <a:lnTo>
                  <a:pt x="1257300" y="1704975"/>
                </a:lnTo>
                <a:lnTo>
                  <a:pt x="1257300" y="1695450"/>
                </a:lnTo>
                <a:lnTo>
                  <a:pt x="1238250" y="1704975"/>
                </a:lnTo>
                <a:lnTo>
                  <a:pt x="1181100" y="1685925"/>
                </a:lnTo>
                <a:lnTo>
                  <a:pt x="1257300" y="1666875"/>
                </a:lnTo>
                <a:lnTo>
                  <a:pt x="1162050" y="1781175"/>
                </a:lnTo>
                <a:lnTo>
                  <a:pt x="1190625" y="1733550"/>
                </a:lnTo>
                <a:lnTo>
                  <a:pt x="1181100" y="1762125"/>
                </a:lnTo>
                <a:lnTo>
                  <a:pt x="1181100" y="1743075"/>
                </a:lnTo>
                <a:lnTo>
                  <a:pt x="1133475" y="1781175"/>
                </a:lnTo>
                <a:lnTo>
                  <a:pt x="1181100" y="1857375"/>
                </a:lnTo>
                <a:lnTo>
                  <a:pt x="1133475" y="1847850"/>
                </a:lnTo>
                <a:lnTo>
                  <a:pt x="1123950" y="1809750"/>
                </a:lnTo>
                <a:lnTo>
                  <a:pt x="1085850" y="1809750"/>
                </a:lnTo>
                <a:lnTo>
                  <a:pt x="1076325" y="1847850"/>
                </a:lnTo>
                <a:lnTo>
                  <a:pt x="1123950" y="1866900"/>
                </a:lnTo>
                <a:lnTo>
                  <a:pt x="1114425" y="1876425"/>
                </a:lnTo>
                <a:lnTo>
                  <a:pt x="1104900" y="1876425"/>
                </a:lnTo>
                <a:lnTo>
                  <a:pt x="1095375" y="1866900"/>
                </a:lnTo>
                <a:lnTo>
                  <a:pt x="1133475" y="1885950"/>
                </a:lnTo>
                <a:lnTo>
                  <a:pt x="1104900" y="1885950"/>
                </a:lnTo>
                <a:lnTo>
                  <a:pt x="1123950" y="1866900"/>
                </a:lnTo>
                <a:lnTo>
                  <a:pt x="1057275" y="1924050"/>
                </a:lnTo>
                <a:lnTo>
                  <a:pt x="1047750" y="1981200"/>
                </a:lnTo>
                <a:lnTo>
                  <a:pt x="962025" y="2009775"/>
                </a:lnTo>
                <a:lnTo>
                  <a:pt x="1000125" y="2028825"/>
                </a:lnTo>
                <a:lnTo>
                  <a:pt x="1009650" y="2076450"/>
                </a:lnTo>
                <a:lnTo>
                  <a:pt x="1000125" y="2076450"/>
                </a:lnTo>
                <a:lnTo>
                  <a:pt x="1000125" y="2085975"/>
                </a:lnTo>
                <a:lnTo>
                  <a:pt x="981075" y="2114550"/>
                </a:lnTo>
                <a:lnTo>
                  <a:pt x="971550" y="2162175"/>
                </a:lnTo>
                <a:lnTo>
                  <a:pt x="962025" y="2133600"/>
                </a:lnTo>
                <a:lnTo>
                  <a:pt x="981075" y="2162175"/>
                </a:lnTo>
                <a:lnTo>
                  <a:pt x="952500" y="2228850"/>
                </a:lnTo>
                <a:lnTo>
                  <a:pt x="914400" y="2228850"/>
                </a:lnTo>
                <a:lnTo>
                  <a:pt x="895350" y="2190750"/>
                </a:lnTo>
                <a:lnTo>
                  <a:pt x="952500" y="2247900"/>
                </a:lnTo>
                <a:lnTo>
                  <a:pt x="885825" y="2286000"/>
                </a:lnTo>
                <a:lnTo>
                  <a:pt x="895350" y="2295525"/>
                </a:lnTo>
                <a:lnTo>
                  <a:pt x="857250" y="2295525"/>
                </a:lnTo>
                <a:lnTo>
                  <a:pt x="847725" y="2333625"/>
                </a:lnTo>
                <a:lnTo>
                  <a:pt x="857250" y="2352675"/>
                </a:lnTo>
                <a:lnTo>
                  <a:pt x="838200" y="2381250"/>
                </a:lnTo>
                <a:lnTo>
                  <a:pt x="847725" y="2409825"/>
                </a:lnTo>
                <a:lnTo>
                  <a:pt x="838200" y="2447925"/>
                </a:lnTo>
                <a:lnTo>
                  <a:pt x="771525" y="2447925"/>
                </a:lnTo>
                <a:lnTo>
                  <a:pt x="762000" y="2457450"/>
                </a:lnTo>
                <a:lnTo>
                  <a:pt x="762000" y="2505075"/>
                </a:lnTo>
                <a:lnTo>
                  <a:pt x="752475" y="2514600"/>
                </a:lnTo>
                <a:lnTo>
                  <a:pt x="762000" y="2524125"/>
                </a:lnTo>
                <a:lnTo>
                  <a:pt x="723900" y="2533650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2001500" y="19050"/>
            <a:ext cx="1304925" cy="2476500"/>
          </a:xfrm>
          <a:custGeom>
            <a:avLst/>
            <a:gdLst/>
            <a:ahLst/>
            <a:cxnLst/>
            <a:rect l="l" t="t" r="r" b="b"/>
            <a:pathLst>
              <a:path w="1304925" h="2476500">
                <a:moveTo>
                  <a:pt x="685800" y="2447925"/>
                </a:moveTo>
                <a:lnTo>
                  <a:pt x="704850" y="2409825"/>
                </a:lnTo>
                <a:lnTo>
                  <a:pt x="666750" y="2476500"/>
                </a:lnTo>
                <a:lnTo>
                  <a:pt x="590550" y="2447925"/>
                </a:lnTo>
                <a:lnTo>
                  <a:pt x="590550" y="2371725"/>
                </a:lnTo>
                <a:lnTo>
                  <a:pt x="590550" y="2314575"/>
                </a:lnTo>
                <a:lnTo>
                  <a:pt x="647700" y="2257425"/>
                </a:lnTo>
                <a:lnTo>
                  <a:pt x="619125" y="2276475"/>
                </a:lnTo>
                <a:lnTo>
                  <a:pt x="590550" y="2219325"/>
                </a:lnTo>
                <a:lnTo>
                  <a:pt x="542925" y="2190750"/>
                </a:lnTo>
                <a:lnTo>
                  <a:pt x="485775" y="2190750"/>
                </a:lnTo>
                <a:lnTo>
                  <a:pt x="476250" y="2219325"/>
                </a:lnTo>
                <a:lnTo>
                  <a:pt x="552450" y="2162175"/>
                </a:lnTo>
                <a:lnTo>
                  <a:pt x="533400" y="2114550"/>
                </a:lnTo>
                <a:lnTo>
                  <a:pt x="457200" y="2066925"/>
                </a:lnTo>
                <a:lnTo>
                  <a:pt x="523875" y="2076450"/>
                </a:lnTo>
                <a:lnTo>
                  <a:pt x="504825" y="2114550"/>
                </a:lnTo>
                <a:lnTo>
                  <a:pt x="523875" y="2171700"/>
                </a:lnTo>
                <a:lnTo>
                  <a:pt x="571500" y="2152650"/>
                </a:lnTo>
                <a:lnTo>
                  <a:pt x="495300" y="2114550"/>
                </a:lnTo>
                <a:lnTo>
                  <a:pt x="476250" y="2019300"/>
                </a:lnTo>
                <a:lnTo>
                  <a:pt x="457200" y="2038350"/>
                </a:lnTo>
                <a:lnTo>
                  <a:pt x="390525" y="1971675"/>
                </a:lnTo>
                <a:lnTo>
                  <a:pt x="428625" y="1933575"/>
                </a:lnTo>
                <a:lnTo>
                  <a:pt x="447675" y="1895475"/>
                </a:lnTo>
                <a:lnTo>
                  <a:pt x="485775" y="1857375"/>
                </a:lnTo>
                <a:lnTo>
                  <a:pt x="419100" y="1847850"/>
                </a:lnTo>
                <a:lnTo>
                  <a:pt x="400050" y="1790700"/>
                </a:lnTo>
                <a:lnTo>
                  <a:pt x="409575" y="1800225"/>
                </a:lnTo>
                <a:lnTo>
                  <a:pt x="428625" y="1743075"/>
                </a:lnTo>
                <a:lnTo>
                  <a:pt x="400050" y="1695450"/>
                </a:lnTo>
                <a:lnTo>
                  <a:pt x="390525" y="1695450"/>
                </a:lnTo>
                <a:lnTo>
                  <a:pt x="371475" y="1714500"/>
                </a:lnTo>
                <a:lnTo>
                  <a:pt x="295275" y="1628775"/>
                </a:lnTo>
                <a:lnTo>
                  <a:pt x="333375" y="1619250"/>
                </a:lnTo>
                <a:lnTo>
                  <a:pt x="390525" y="1647825"/>
                </a:lnTo>
                <a:lnTo>
                  <a:pt x="285750" y="1647825"/>
                </a:lnTo>
                <a:lnTo>
                  <a:pt x="276225" y="1666875"/>
                </a:lnTo>
                <a:lnTo>
                  <a:pt x="276225" y="1676400"/>
                </a:lnTo>
                <a:lnTo>
                  <a:pt x="228600" y="1657350"/>
                </a:lnTo>
                <a:lnTo>
                  <a:pt x="238125" y="1638300"/>
                </a:lnTo>
                <a:lnTo>
                  <a:pt x="238125" y="1581150"/>
                </a:lnTo>
                <a:lnTo>
                  <a:pt x="276225" y="1524000"/>
                </a:lnTo>
                <a:lnTo>
                  <a:pt x="228600" y="1495425"/>
                </a:lnTo>
                <a:lnTo>
                  <a:pt x="209550" y="1466850"/>
                </a:lnTo>
                <a:lnTo>
                  <a:pt x="219075" y="1428750"/>
                </a:lnTo>
                <a:lnTo>
                  <a:pt x="238125" y="1457325"/>
                </a:lnTo>
                <a:lnTo>
                  <a:pt x="209550" y="1400175"/>
                </a:lnTo>
                <a:lnTo>
                  <a:pt x="266700" y="1390650"/>
                </a:lnTo>
                <a:lnTo>
                  <a:pt x="209550" y="1390650"/>
                </a:lnTo>
                <a:lnTo>
                  <a:pt x="200025" y="1352550"/>
                </a:lnTo>
                <a:lnTo>
                  <a:pt x="180975" y="1371600"/>
                </a:lnTo>
                <a:lnTo>
                  <a:pt x="200025" y="1343025"/>
                </a:lnTo>
                <a:lnTo>
                  <a:pt x="152400" y="1304925"/>
                </a:lnTo>
                <a:lnTo>
                  <a:pt x="133350" y="1257300"/>
                </a:lnTo>
                <a:lnTo>
                  <a:pt x="104775" y="1266825"/>
                </a:lnTo>
                <a:lnTo>
                  <a:pt x="104775" y="1247775"/>
                </a:lnTo>
                <a:lnTo>
                  <a:pt x="47625" y="1228725"/>
                </a:lnTo>
                <a:lnTo>
                  <a:pt x="38100" y="1190625"/>
                </a:lnTo>
                <a:lnTo>
                  <a:pt x="28575" y="1133475"/>
                </a:lnTo>
                <a:lnTo>
                  <a:pt x="38100" y="1143000"/>
                </a:lnTo>
                <a:lnTo>
                  <a:pt x="38100" y="1104900"/>
                </a:lnTo>
                <a:lnTo>
                  <a:pt x="57150" y="1085850"/>
                </a:lnTo>
                <a:lnTo>
                  <a:pt x="28575" y="1066800"/>
                </a:lnTo>
                <a:lnTo>
                  <a:pt x="0" y="1028700"/>
                </a:lnTo>
                <a:lnTo>
                  <a:pt x="28575" y="1038225"/>
                </a:lnTo>
                <a:lnTo>
                  <a:pt x="9525" y="971550"/>
                </a:lnTo>
                <a:lnTo>
                  <a:pt x="19050" y="971550"/>
                </a:lnTo>
                <a:lnTo>
                  <a:pt x="28575" y="914400"/>
                </a:lnTo>
                <a:lnTo>
                  <a:pt x="76200" y="876300"/>
                </a:lnTo>
                <a:lnTo>
                  <a:pt x="76200" y="866775"/>
                </a:lnTo>
                <a:lnTo>
                  <a:pt x="85725" y="819150"/>
                </a:lnTo>
                <a:lnTo>
                  <a:pt x="85725" y="800100"/>
                </a:lnTo>
                <a:lnTo>
                  <a:pt x="66675" y="762000"/>
                </a:lnTo>
                <a:lnTo>
                  <a:pt x="114300" y="733425"/>
                </a:lnTo>
                <a:lnTo>
                  <a:pt x="85725" y="704850"/>
                </a:lnTo>
                <a:lnTo>
                  <a:pt x="114300" y="695325"/>
                </a:lnTo>
                <a:lnTo>
                  <a:pt x="142875" y="647700"/>
                </a:lnTo>
                <a:lnTo>
                  <a:pt x="142875" y="628650"/>
                </a:lnTo>
                <a:lnTo>
                  <a:pt x="142875" y="619125"/>
                </a:lnTo>
                <a:lnTo>
                  <a:pt x="133350" y="561975"/>
                </a:lnTo>
                <a:lnTo>
                  <a:pt x="171450" y="533400"/>
                </a:lnTo>
                <a:lnTo>
                  <a:pt x="180975" y="514350"/>
                </a:lnTo>
                <a:lnTo>
                  <a:pt x="171450" y="476250"/>
                </a:lnTo>
                <a:lnTo>
                  <a:pt x="171450" y="447675"/>
                </a:lnTo>
                <a:lnTo>
                  <a:pt x="180975" y="419100"/>
                </a:lnTo>
                <a:lnTo>
                  <a:pt x="190500" y="381000"/>
                </a:lnTo>
                <a:lnTo>
                  <a:pt x="200025" y="352425"/>
                </a:lnTo>
                <a:lnTo>
                  <a:pt x="209550" y="352425"/>
                </a:lnTo>
                <a:lnTo>
                  <a:pt x="247650" y="314325"/>
                </a:lnTo>
                <a:lnTo>
                  <a:pt x="257175" y="276225"/>
                </a:lnTo>
                <a:lnTo>
                  <a:pt x="238125" y="285750"/>
                </a:lnTo>
                <a:lnTo>
                  <a:pt x="247650" y="219075"/>
                </a:lnTo>
                <a:lnTo>
                  <a:pt x="285750" y="180975"/>
                </a:lnTo>
                <a:lnTo>
                  <a:pt x="276225" y="190500"/>
                </a:lnTo>
                <a:lnTo>
                  <a:pt x="295275" y="142875"/>
                </a:lnTo>
                <a:lnTo>
                  <a:pt x="304800" y="104775"/>
                </a:lnTo>
                <a:lnTo>
                  <a:pt x="200025" y="66675"/>
                </a:lnTo>
                <a:lnTo>
                  <a:pt x="371475" y="76200"/>
                </a:lnTo>
                <a:lnTo>
                  <a:pt x="361950" y="114300"/>
                </a:lnTo>
                <a:lnTo>
                  <a:pt x="304800" y="66675"/>
                </a:lnTo>
                <a:lnTo>
                  <a:pt x="304800" y="19050"/>
                </a:lnTo>
                <a:lnTo>
                  <a:pt x="342900" y="95250"/>
                </a:lnTo>
                <a:lnTo>
                  <a:pt x="314325" y="114300"/>
                </a:lnTo>
                <a:lnTo>
                  <a:pt x="295275" y="47625"/>
                </a:lnTo>
                <a:lnTo>
                  <a:pt x="352425" y="19050"/>
                </a:lnTo>
                <a:lnTo>
                  <a:pt x="352425" y="38100"/>
                </a:lnTo>
                <a:lnTo>
                  <a:pt x="361950" y="47625"/>
                </a:lnTo>
                <a:lnTo>
                  <a:pt x="400050" y="0"/>
                </a:lnTo>
                <a:lnTo>
                  <a:pt x="390525" y="19050"/>
                </a:lnTo>
                <a:lnTo>
                  <a:pt x="457200" y="47625"/>
                </a:lnTo>
                <a:lnTo>
                  <a:pt x="504825" y="66675"/>
                </a:lnTo>
                <a:lnTo>
                  <a:pt x="533400" y="47625"/>
                </a:lnTo>
                <a:lnTo>
                  <a:pt x="590550" y="38100"/>
                </a:lnTo>
                <a:lnTo>
                  <a:pt x="590550" y="47625"/>
                </a:lnTo>
                <a:lnTo>
                  <a:pt x="561975" y="47625"/>
                </a:lnTo>
                <a:lnTo>
                  <a:pt x="609600" y="47625"/>
                </a:lnTo>
                <a:lnTo>
                  <a:pt x="619125" y="66675"/>
                </a:lnTo>
                <a:lnTo>
                  <a:pt x="657225" y="66675"/>
                </a:lnTo>
                <a:lnTo>
                  <a:pt x="676275" y="47625"/>
                </a:lnTo>
                <a:lnTo>
                  <a:pt x="685800" y="28575"/>
                </a:lnTo>
                <a:lnTo>
                  <a:pt x="733425" y="76200"/>
                </a:lnTo>
                <a:lnTo>
                  <a:pt x="714375" y="85725"/>
                </a:lnTo>
                <a:lnTo>
                  <a:pt x="762000" y="76200"/>
                </a:lnTo>
                <a:lnTo>
                  <a:pt x="819150" y="95250"/>
                </a:lnTo>
                <a:lnTo>
                  <a:pt x="828675" y="47625"/>
                </a:lnTo>
                <a:lnTo>
                  <a:pt x="819150" y="47625"/>
                </a:lnTo>
                <a:lnTo>
                  <a:pt x="866775" y="76200"/>
                </a:lnTo>
                <a:lnTo>
                  <a:pt x="904875" y="85725"/>
                </a:lnTo>
                <a:lnTo>
                  <a:pt x="904875" y="123825"/>
                </a:lnTo>
                <a:lnTo>
                  <a:pt x="923925" y="142875"/>
                </a:lnTo>
                <a:lnTo>
                  <a:pt x="904875" y="152400"/>
                </a:lnTo>
                <a:lnTo>
                  <a:pt x="923925" y="133350"/>
                </a:lnTo>
                <a:lnTo>
                  <a:pt x="914400" y="161925"/>
                </a:lnTo>
                <a:lnTo>
                  <a:pt x="923925" y="161925"/>
                </a:lnTo>
                <a:lnTo>
                  <a:pt x="914400" y="219075"/>
                </a:lnTo>
                <a:lnTo>
                  <a:pt x="962025" y="247650"/>
                </a:lnTo>
                <a:lnTo>
                  <a:pt x="933450" y="247650"/>
                </a:lnTo>
                <a:lnTo>
                  <a:pt x="962025" y="257175"/>
                </a:lnTo>
                <a:lnTo>
                  <a:pt x="971550" y="285750"/>
                </a:lnTo>
                <a:lnTo>
                  <a:pt x="981075" y="295275"/>
                </a:lnTo>
                <a:lnTo>
                  <a:pt x="971550" y="323850"/>
                </a:lnTo>
                <a:lnTo>
                  <a:pt x="1000125" y="323850"/>
                </a:lnTo>
                <a:lnTo>
                  <a:pt x="990600" y="361950"/>
                </a:lnTo>
                <a:lnTo>
                  <a:pt x="1019175" y="390525"/>
                </a:lnTo>
                <a:lnTo>
                  <a:pt x="1038225" y="381000"/>
                </a:lnTo>
                <a:lnTo>
                  <a:pt x="1038225" y="409575"/>
                </a:lnTo>
                <a:lnTo>
                  <a:pt x="1028700" y="419100"/>
                </a:lnTo>
                <a:lnTo>
                  <a:pt x="1028700" y="466725"/>
                </a:lnTo>
                <a:lnTo>
                  <a:pt x="1066800" y="466725"/>
                </a:lnTo>
                <a:lnTo>
                  <a:pt x="1057275" y="466725"/>
                </a:lnTo>
                <a:lnTo>
                  <a:pt x="1047750" y="514350"/>
                </a:lnTo>
                <a:lnTo>
                  <a:pt x="1057275" y="514350"/>
                </a:lnTo>
                <a:lnTo>
                  <a:pt x="1095375" y="561975"/>
                </a:lnTo>
                <a:lnTo>
                  <a:pt x="1104900" y="581025"/>
                </a:lnTo>
                <a:lnTo>
                  <a:pt x="1076325" y="600075"/>
                </a:lnTo>
                <a:lnTo>
                  <a:pt x="1123950" y="609600"/>
                </a:lnTo>
                <a:lnTo>
                  <a:pt x="1133475" y="609600"/>
                </a:lnTo>
                <a:lnTo>
                  <a:pt x="1114425" y="628650"/>
                </a:lnTo>
                <a:lnTo>
                  <a:pt x="1133475" y="647700"/>
                </a:lnTo>
                <a:lnTo>
                  <a:pt x="1143000" y="695325"/>
                </a:lnTo>
                <a:lnTo>
                  <a:pt x="1066800" y="685800"/>
                </a:lnTo>
                <a:lnTo>
                  <a:pt x="1200150" y="762000"/>
                </a:lnTo>
                <a:lnTo>
                  <a:pt x="1209675" y="714375"/>
                </a:lnTo>
                <a:lnTo>
                  <a:pt x="1209675" y="838200"/>
                </a:lnTo>
                <a:lnTo>
                  <a:pt x="1228725" y="838200"/>
                </a:lnTo>
                <a:lnTo>
                  <a:pt x="1190625" y="790575"/>
                </a:lnTo>
                <a:lnTo>
                  <a:pt x="1190625" y="857250"/>
                </a:lnTo>
                <a:lnTo>
                  <a:pt x="1181100" y="895350"/>
                </a:lnTo>
                <a:lnTo>
                  <a:pt x="1104900" y="885825"/>
                </a:lnTo>
                <a:lnTo>
                  <a:pt x="1133475" y="933450"/>
                </a:lnTo>
                <a:lnTo>
                  <a:pt x="1162050" y="971550"/>
                </a:lnTo>
                <a:lnTo>
                  <a:pt x="1152525" y="971550"/>
                </a:lnTo>
                <a:lnTo>
                  <a:pt x="1143000" y="990600"/>
                </a:lnTo>
                <a:lnTo>
                  <a:pt x="1162050" y="1019175"/>
                </a:lnTo>
                <a:lnTo>
                  <a:pt x="1152525" y="1019175"/>
                </a:lnTo>
                <a:lnTo>
                  <a:pt x="1162050" y="1066800"/>
                </a:lnTo>
                <a:lnTo>
                  <a:pt x="1200150" y="1038225"/>
                </a:lnTo>
                <a:lnTo>
                  <a:pt x="1171575" y="1085850"/>
                </a:lnTo>
                <a:lnTo>
                  <a:pt x="1123950" y="1066800"/>
                </a:lnTo>
                <a:lnTo>
                  <a:pt x="1123950" y="1095375"/>
                </a:lnTo>
                <a:lnTo>
                  <a:pt x="1076325" y="1162050"/>
                </a:lnTo>
                <a:lnTo>
                  <a:pt x="1114425" y="1200150"/>
                </a:lnTo>
                <a:lnTo>
                  <a:pt x="1143000" y="1247775"/>
                </a:lnTo>
                <a:lnTo>
                  <a:pt x="1114425" y="1247775"/>
                </a:lnTo>
                <a:lnTo>
                  <a:pt x="1066800" y="1285875"/>
                </a:lnTo>
                <a:lnTo>
                  <a:pt x="1133475" y="1304925"/>
                </a:lnTo>
                <a:lnTo>
                  <a:pt x="1133475" y="1333500"/>
                </a:lnTo>
                <a:lnTo>
                  <a:pt x="1181100" y="1343025"/>
                </a:lnTo>
                <a:lnTo>
                  <a:pt x="1162050" y="1381125"/>
                </a:lnTo>
                <a:lnTo>
                  <a:pt x="1162050" y="1381125"/>
                </a:lnTo>
                <a:lnTo>
                  <a:pt x="1238250" y="1400175"/>
                </a:lnTo>
                <a:lnTo>
                  <a:pt x="1219200" y="1428750"/>
                </a:lnTo>
                <a:lnTo>
                  <a:pt x="1304925" y="1428750"/>
                </a:lnTo>
                <a:lnTo>
                  <a:pt x="1181100" y="1438275"/>
                </a:lnTo>
                <a:lnTo>
                  <a:pt x="1143000" y="1476375"/>
                </a:lnTo>
                <a:lnTo>
                  <a:pt x="1181100" y="1466850"/>
                </a:lnTo>
                <a:lnTo>
                  <a:pt x="1181100" y="1466850"/>
                </a:lnTo>
                <a:lnTo>
                  <a:pt x="1190625" y="1485900"/>
                </a:lnTo>
                <a:lnTo>
                  <a:pt x="1181100" y="1552575"/>
                </a:lnTo>
                <a:lnTo>
                  <a:pt x="1209675" y="1514475"/>
                </a:lnTo>
                <a:lnTo>
                  <a:pt x="1228725" y="1552575"/>
                </a:lnTo>
                <a:lnTo>
                  <a:pt x="1228725" y="1600200"/>
                </a:lnTo>
                <a:lnTo>
                  <a:pt x="1238250" y="1552575"/>
                </a:lnTo>
                <a:lnTo>
                  <a:pt x="1209675" y="1571625"/>
                </a:lnTo>
                <a:lnTo>
                  <a:pt x="1152525" y="1590675"/>
                </a:lnTo>
                <a:lnTo>
                  <a:pt x="1143000" y="1581150"/>
                </a:lnTo>
                <a:lnTo>
                  <a:pt x="1114425" y="1619250"/>
                </a:lnTo>
                <a:lnTo>
                  <a:pt x="1152525" y="1609725"/>
                </a:lnTo>
                <a:lnTo>
                  <a:pt x="1152525" y="1543050"/>
                </a:lnTo>
                <a:lnTo>
                  <a:pt x="1028700" y="1600200"/>
                </a:lnTo>
                <a:lnTo>
                  <a:pt x="1057275" y="1666875"/>
                </a:lnTo>
                <a:lnTo>
                  <a:pt x="1114425" y="1666875"/>
                </a:lnTo>
                <a:lnTo>
                  <a:pt x="1104900" y="1638300"/>
                </a:lnTo>
                <a:lnTo>
                  <a:pt x="1047750" y="1685925"/>
                </a:lnTo>
                <a:lnTo>
                  <a:pt x="1057275" y="1704975"/>
                </a:lnTo>
                <a:lnTo>
                  <a:pt x="1057275" y="1743075"/>
                </a:lnTo>
                <a:lnTo>
                  <a:pt x="1047750" y="1762125"/>
                </a:lnTo>
                <a:lnTo>
                  <a:pt x="1104900" y="1771650"/>
                </a:lnTo>
                <a:lnTo>
                  <a:pt x="1057275" y="1790700"/>
                </a:lnTo>
                <a:lnTo>
                  <a:pt x="1047750" y="1771650"/>
                </a:lnTo>
                <a:lnTo>
                  <a:pt x="1038225" y="1771650"/>
                </a:lnTo>
                <a:lnTo>
                  <a:pt x="1057275" y="1800225"/>
                </a:lnTo>
                <a:lnTo>
                  <a:pt x="1028700" y="1800225"/>
                </a:lnTo>
                <a:lnTo>
                  <a:pt x="1047750" y="1809750"/>
                </a:lnTo>
                <a:lnTo>
                  <a:pt x="1066800" y="1828800"/>
                </a:lnTo>
                <a:lnTo>
                  <a:pt x="1047750" y="1876425"/>
                </a:lnTo>
                <a:lnTo>
                  <a:pt x="990600" y="1809750"/>
                </a:lnTo>
                <a:lnTo>
                  <a:pt x="971550" y="1847850"/>
                </a:lnTo>
                <a:lnTo>
                  <a:pt x="971550" y="1895475"/>
                </a:lnTo>
                <a:lnTo>
                  <a:pt x="971550" y="1924050"/>
                </a:lnTo>
                <a:lnTo>
                  <a:pt x="1009650" y="1962150"/>
                </a:lnTo>
                <a:lnTo>
                  <a:pt x="942975" y="1981200"/>
                </a:lnTo>
                <a:lnTo>
                  <a:pt x="971550" y="2028825"/>
                </a:lnTo>
                <a:lnTo>
                  <a:pt x="971550" y="1981200"/>
                </a:lnTo>
                <a:lnTo>
                  <a:pt x="895350" y="1990725"/>
                </a:lnTo>
                <a:lnTo>
                  <a:pt x="942975" y="2019300"/>
                </a:lnTo>
                <a:lnTo>
                  <a:pt x="942975" y="2028825"/>
                </a:lnTo>
                <a:lnTo>
                  <a:pt x="904875" y="2038350"/>
                </a:lnTo>
                <a:lnTo>
                  <a:pt x="914400" y="2028825"/>
                </a:lnTo>
                <a:lnTo>
                  <a:pt x="857250" y="2114550"/>
                </a:lnTo>
                <a:lnTo>
                  <a:pt x="895350" y="2124075"/>
                </a:lnTo>
                <a:lnTo>
                  <a:pt x="838200" y="2124075"/>
                </a:lnTo>
                <a:lnTo>
                  <a:pt x="838200" y="2162175"/>
                </a:lnTo>
                <a:lnTo>
                  <a:pt x="838200" y="2190750"/>
                </a:lnTo>
                <a:lnTo>
                  <a:pt x="809625" y="2190750"/>
                </a:lnTo>
                <a:lnTo>
                  <a:pt x="800100" y="2228850"/>
                </a:lnTo>
                <a:lnTo>
                  <a:pt x="800100" y="2238375"/>
                </a:lnTo>
                <a:lnTo>
                  <a:pt x="781050" y="2295525"/>
                </a:lnTo>
                <a:lnTo>
                  <a:pt x="809625" y="2314575"/>
                </a:lnTo>
                <a:lnTo>
                  <a:pt x="790575" y="2314575"/>
                </a:lnTo>
                <a:lnTo>
                  <a:pt x="752475" y="2314575"/>
                </a:lnTo>
                <a:lnTo>
                  <a:pt x="704850" y="2343150"/>
                </a:lnTo>
                <a:lnTo>
                  <a:pt x="714375" y="2362200"/>
                </a:lnTo>
                <a:lnTo>
                  <a:pt x="723900" y="2400300"/>
                </a:lnTo>
                <a:lnTo>
                  <a:pt x="666750" y="2419350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5135225" y="276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04775"/>
                </a:moveTo>
                <a:lnTo>
                  <a:pt x="133350" y="142875"/>
                </a:lnTo>
                <a:lnTo>
                  <a:pt x="104775" y="190500"/>
                </a:lnTo>
                <a:lnTo>
                  <a:pt x="47625" y="161925"/>
                </a:lnTo>
                <a:lnTo>
                  <a:pt x="0" y="152400"/>
                </a:lnTo>
                <a:lnTo>
                  <a:pt x="9525" y="114300"/>
                </a:lnTo>
                <a:lnTo>
                  <a:pt x="0" y="76200"/>
                </a:lnTo>
                <a:lnTo>
                  <a:pt x="57150" y="57150"/>
                </a:lnTo>
                <a:lnTo>
                  <a:pt x="1143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4154150" y="-666750"/>
            <a:ext cx="276225" cy="200025"/>
          </a:xfrm>
          <a:custGeom>
            <a:avLst/>
            <a:gdLst/>
            <a:ahLst/>
            <a:cxnLst/>
            <a:rect l="l" t="t" r="r" b="b"/>
            <a:pathLst>
              <a:path w="276225" h="200025">
                <a:moveTo>
                  <a:pt x="276225" y="85725"/>
                </a:moveTo>
                <a:lnTo>
                  <a:pt x="238125" y="133350"/>
                </a:lnTo>
                <a:lnTo>
                  <a:pt x="171450" y="200025"/>
                </a:lnTo>
                <a:lnTo>
                  <a:pt x="76200" y="190500"/>
                </a:lnTo>
                <a:lnTo>
                  <a:pt x="0" y="152400"/>
                </a:lnTo>
                <a:lnTo>
                  <a:pt x="28575" y="85725"/>
                </a:lnTo>
                <a:lnTo>
                  <a:pt x="38100" y="19050"/>
                </a:lnTo>
                <a:lnTo>
                  <a:pt x="123825" y="19050"/>
                </a:lnTo>
                <a:lnTo>
                  <a:pt x="190500" y="0"/>
                </a:lnTo>
                <a:lnTo>
                  <a:pt x="238125" y="57150"/>
                </a:lnTo>
                <a:close/>
              </a:path>
            </a:pathLst>
          </a:custGeom>
          <a:solidFill>
            <a:srgbClr val="F7B733">
              <a:alpha val="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0963275" y="1924050"/>
            <a:ext cx="247650" cy="257175"/>
          </a:xfrm>
          <a:custGeom>
            <a:avLst/>
            <a:gdLst/>
            <a:ahLst/>
            <a:cxnLst/>
            <a:rect l="l" t="t" r="r" b="b"/>
            <a:pathLst>
              <a:path w="247650" h="257175">
                <a:moveTo>
                  <a:pt x="247650" y="133350"/>
                </a:moveTo>
                <a:lnTo>
                  <a:pt x="171450" y="200025"/>
                </a:lnTo>
                <a:lnTo>
                  <a:pt x="133350" y="247650"/>
                </a:lnTo>
                <a:lnTo>
                  <a:pt x="104775" y="257175"/>
                </a:lnTo>
                <a:lnTo>
                  <a:pt x="19050" y="247650"/>
                </a:lnTo>
                <a:lnTo>
                  <a:pt x="9525" y="152400"/>
                </a:lnTo>
                <a:lnTo>
                  <a:pt x="0" y="57150"/>
                </a:lnTo>
                <a:lnTo>
                  <a:pt x="85725" y="19050"/>
                </a:lnTo>
                <a:lnTo>
                  <a:pt x="142875" y="0"/>
                </a:lnTo>
                <a:lnTo>
                  <a:pt x="209550" y="66675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4582775" y="2657475"/>
            <a:ext cx="295275" cy="323850"/>
          </a:xfrm>
          <a:custGeom>
            <a:avLst/>
            <a:gdLst/>
            <a:ahLst/>
            <a:cxnLst/>
            <a:rect l="l" t="t" r="r" b="b"/>
            <a:pathLst>
              <a:path w="295275" h="323850">
                <a:moveTo>
                  <a:pt x="295275" y="171450"/>
                </a:moveTo>
                <a:lnTo>
                  <a:pt x="238125" y="228600"/>
                </a:lnTo>
                <a:lnTo>
                  <a:pt x="180975" y="323850"/>
                </a:lnTo>
                <a:lnTo>
                  <a:pt x="95250" y="295275"/>
                </a:lnTo>
                <a:lnTo>
                  <a:pt x="0" y="228600"/>
                </a:lnTo>
                <a:lnTo>
                  <a:pt x="0" y="123825"/>
                </a:lnTo>
                <a:lnTo>
                  <a:pt x="0" y="66675"/>
                </a:lnTo>
                <a:lnTo>
                  <a:pt x="85725" y="38100"/>
                </a:lnTo>
                <a:lnTo>
                  <a:pt x="180975" y="0"/>
                </a:lnTo>
                <a:lnTo>
                  <a:pt x="247650" y="9525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3144500" y="-7143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114300"/>
                </a:moveTo>
                <a:lnTo>
                  <a:pt x="152400" y="142875"/>
                </a:lnTo>
                <a:lnTo>
                  <a:pt x="123825" y="180975"/>
                </a:lnTo>
                <a:lnTo>
                  <a:pt x="76200" y="171450"/>
                </a:lnTo>
                <a:lnTo>
                  <a:pt x="28575" y="171450"/>
                </a:lnTo>
                <a:lnTo>
                  <a:pt x="19050" y="104775"/>
                </a:lnTo>
                <a:lnTo>
                  <a:pt x="0" y="28575"/>
                </a:lnTo>
                <a:lnTo>
                  <a:pt x="66675" y="28575"/>
                </a:lnTo>
                <a:lnTo>
                  <a:pt x="123825" y="0"/>
                </a:lnTo>
                <a:lnTo>
                  <a:pt x="142875" y="3810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3230225" y="3000375"/>
            <a:ext cx="238125" cy="295275"/>
          </a:xfrm>
          <a:custGeom>
            <a:avLst/>
            <a:gdLst/>
            <a:ahLst/>
            <a:cxnLst/>
            <a:rect l="l" t="t" r="r" b="b"/>
            <a:pathLst>
              <a:path w="238125" h="295275">
                <a:moveTo>
                  <a:pt x="238125" y="123825"/>
                </a:moveTo>
                <a:lnTo>
                  <a:pt x="238125" y="200025"/>
                </a:lnTo>
                <a:lnTo>
                  <a:pt x="190500" y="295275"/>
                </a:lnTo>
                <a:lnTo>
                  <a:pt x="85725" y="219075"/>
                </a:lnTo>
                <a:lnTo>
                  <a:pt x="0" y="180975"/>
                </a:lnTo>
                <a:lnTo>
                  <a:pt x="9525" y="114300"/>
                </a:lnTo>
                <a:lnTo>
                  <a:pt x="28575" y="47625"/>
                </a:lnTo>
                <a:lnTo>
                  <a:pt x="123825" y="19050"/>
                </a:lnTo>
                <a:lnTo>
                  <a:pt x="190500" y="0"/>
                </a:lnTo>
                <a:lnTo>
                  <a:pt x="209550" y="6667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741343" y="-826770"/>
            <a:ext cx="4355782" cy="4360545"/>
          </a:xfrm>
          <a:custGeom>
            <a:avLst/>
            <a:gdLst/>
            <a:ahLst/>
            <a:cxnLst/>
            <a:rect l="l" t="t" r="r" b="b"/>
            <a:pathLst>
              <a:path w="4355782" h="4360545">
                <a:moveTo>
                  <a:pt x="488632" y="3289935"/>
                </a:moveTo>
                <a:lnTo>
                  <a:pt x="501968" y="3303270"/>
                </a:lnTo>
                <a:lnTo>
                  <a:pt x="488632" y="3316605"/>
                </a:lnTo>
                <a:lnTo>
                  <a:pt x="475297" y="3303270"/>
                </a:lnTo>
                <a:close/>
                <a:moveTo>
                  <a:pt x="2574607" y="732472"/>
                </a:moveTo>
                <a:lnTo>
                  <a:pt x="2592705" y="750570"/>
                </a:lnTo>
                <a:lnTo>
                  <a:pt x="2574607" y="768668"/>
                </a:lnTo>
                <a:lnTo>
                  <a:pt x="2556510" y="750570"/>
                </a:lnTo>
                <a:close/>
                <a:moveTo>
                  <a:pt x="3060382" y="1000125"/>
                </a:moveTo>
                <a:lnTo>
                  <a:pt x="3068002" y="1007745"/>
                </a:lnTo>
                <a:lnTo>
                  <a:pt x="3060382" y="1015365"/>
                </a:lnTo>
                <a:lnTo>
                  <a:pt x="3052763" y="1007745"/>
                </a:lnTo>
                <a:close/>
                <a:moveTo>
                  <a:pt x="1574482" y="3332798"/>
                </a:moveTo>
                <a:lnTo>
                  <a:pt x="1583055" y="3341370"/>
                </a:lnTo>
                <a:lnTo>
                  <a:pt x="1574482" y="3349943"/>
                </a:lnTo>
                <a:lnTo>
                  <a:pt x="1565910" y="3341370"/>
                </a:lnTo>
                <a:close/>
                <a:moveTo>
                  <a:pt x="3565207" y="2503170"/>
                </a:moveTo>
                <a:lnTo>
                  <a:pt x="3574732" y="2512695"/>
                </a:lnTo>
                <a:lnTo>
                  <a:pt x="3565207" y="2522220"/>
                </a:lnTo>
                <a:lnTo>
                  <a:pt x="3555682" y="2512695"/>
                </a:lnTo>
                <a:close/>
                <a:moveTo>
                  <a:pt x="1907857" y="0"/>
                </a:moveTo>
                <a:lnTo>
                  <a:pt x="1915477" y="7620"/>
                </a:lnTo>
                <a:lnTo>
                  <a:pt x="1907857" y="15240"/>
                </a:lnTo>
                <a:lnTo>
                  <a:pt x="1900238" y="7620"/>
                </a:lnTo>
                <a:close/>
                <a:moveTo>
                  <a:pt x="4346258" y="2388870"/>
                </a:moveTo>
                <a:lnTo>
                  <a:pt x="4355782" y="2398395"/>
                </a:lnTo>
                <a:lnTo>
                  <a:pt x="4346258" y="2407920"/>
                </a:lnTo>
                <a:lnTo>
                  <a:pt x="4336733" y="2398395"/>
                </a:lnTo>
                <a:close/>
                <a:moveTo>
                  <a:pt x="2041207" y="3543300"/>
                </a:moveTo>
                <a:lnTo>
                  <a:pt x="2048827" y="3550920"/>
                </a:lnTo>
                <a:lnTo>
                  <a:pt x="2041207" y="3558540"/>
                </a:lnTo>
                <a:lnTo>
                  <a:pt x="2033588" y="3550920"/>
                </a:lnTo>
                <a:close/>
                <a:moveTo>
                  <a:pt x="1622107" y="3470910"/>
                </a:moveTo>
                <a:lnTo>
                  <a:pt x="1635443" y="3484245"/>
                </a:lnTo>
                <a:lnTo>
                  <a:pt x="1622107" y="3497580"/>
                </a:lnTo>
                <a:lnTo>
                  <a:pt x="1608772" y="3484245"/>
                </a:lnTo>
                <a:close/>
                <a:moveTo>
                  <a:pt x="1126807" y="3132773"/>
                </a:moveTo>
                <a:lnTo>
                  <a:pt x="1144905" y="3150870"/>
                </a:lnTo>
                <a:lnTo>
                  <a:pt x="1126807" y="3168967"/>
                </a:lnTo>
                <a:lnTo>
                  <a:pt x="1108710" y="3150870"/>
                </a:lnTo>
                <a:close/>
                <a:moveTo>
                  <a:pt x="1622107" y="1130618"/>
                </a:moveTo>
                <a:lnTo>
                  <a:pt x="1632585" y="1141095"/>
                </a:lnTo>
                <a:lnTo>
                  <a:pt x="1622107" y="1151573"/>
                </a:lnTo>
                <a:lnTo>
                  <a:pt x="1611630" y="1141095"/>
                </a:lnTo>
                <a:close/>
                <a:moveTo>
                  <a:pt x="707707" y="3500438"/>
                </a:moveTo>
                <a:lnTo>
                  <a:pt x="729615" y="3522345"/>
                </a:lnTo>
                <a:lnTo>
                  <a:pt x="707707" y="3544253"/>
                </a:lnTo>
                <a:lnTo>
                  <a:pt x="685800" y="3522345"/>
                </a:lnTo>
                <a:close/>
                <a:moveTo>
                  <a:pt x="2412682" y="211455"/>
                </a:moveTo>
                <a:lnTo>
                  <a:pt x="2427922" y="226695"/>
                </a:lnTo>
                <a:lnTo>
                  <a:pt x="2412682" y="241935"/>
                </a:lnTo>
                <a:lnTo>
                  <a:pt x="2397443" y="226695"/>
                </a:lnTo>
                <a:close/>
                <a:moveTo>
                  <a:pt x="822007" y="1345883"/>
                </a:moveTo>
                <a:lnTo>
                  <a:pt x="836295" y="1360170"/>
                </a:lnTo>
                <a:lnTo>
                  <a:pt x="822007" y="1374458"/>
                </a:lnTo>
                <a:lnTo>
                  <a:pt x="807720" y="1360170"/>
                </a:lnTo>
                <a:close/>
                <a:moveTo>
                  <a:pt x="3574732" y="2855595"/>
                </a:moveTo>
                <a:lnTo>
                  <a:pt x="3593782" y="2874645"/>
                </a:lnTo>
                <a:lnTo>
                  <a:pt x="3574732" y="2893695"/>
                </a:lnTo>
                <a:lnTo>
                  <a:pt x="3555682" y="2874645"/>
                </a:lnTo>
                <a:close/>
                <a:moveTo>
                  <a:pt x="2984182" y="133350"/>
                </a:moveTo>
                <a:lnTo>
                  <a:pt x="2991802" y="140970"/>
                </a:lnTo>
                <a:lnTo>
                  <a:pt x="2984182" y="148590"/>
                </a:lnTo>
                <a:lnTo>
                  <a:pt x="2976563" y="140970"/>
                </a:lnTo>
                <a:close/>
                <a:moveTo>
                  <a:pt x="1269682" y="4057650"/>
                </a:moveTo>
                <a:lnTo>
                  <a:pt x="1277302" y="4065270"/>
                </a:lnTo>
                <a:lnTo>
                  <a:pt x="1269682" y="4072890"/>
                </a:lnTo>
                <a:lnTo>
                  <a:pt x="1262063" y="4065270"/>
                </a:lnTo>
                <a:close/>
                <a:moveTo>
                  <a:pt x="2212657" y="852488"/>
                </a:moveTo>
                <a:lnTo>
                  <a:pt x="2225040" y="864870"/>
                </a:lnTo>
                <a:lnTo>
                  <a:pt x="2212657" y="877253"/>
                </a:lnTo>
                <a:lnTo>
                  <a:pt x="2200275" y="864870"/>
                </a:lnTo>
                <a:close/>
                <a:moveTo>
                  <a:pt x="907732" y="3384233"/>
                </a:moveTo>
                <a:lnTo>
                  <a:pt x="922020" y="3398520"/>
                </a:lnTo>
                <a:lnTo>
                  <a:pt x="907732" y="3412808"/>
                </a:lnTo>
                <a:lnTo>
                  <a:pt x="893445" y="3398520"/>
                </a:lnTo>
                <a:close/>
                <a:moveTo>
                  <a:pt x="193357" y="2292668"/>
                </a:moveTo>
                <a:lnTo>
                  <a:pt x="213360" y="2312670"/>
                </a:lnTo>
                <a:lnTo>
                  <a:pt x="193357" y="2332673"/>
                </a:lnTo>
                <a:lnTo>
                  <a:pt x="173355" y="2312670"/>
                </a:lnTo>
                <a:close/>
                <a:moveTo>
                  <a:pt x="3612832" y="1226820"/>
                </a:moveTo>
                <a:lnTo>
                  <a:pt x="3631882" y="1245870"/>
                </a:lnTo>
                <a:lnTo>
                  <a:pt x="3612832" y="1264920"/>
                </a:lnTo>
                <a:lnTo>
                  <a:pt x="3593782" y="1245870"/>
                </a:lnTo>
                <a:close/>
                <a:moveTo>
                  <a:pt x="793432" y="2519363"/>
                </a:moveTo>
                <a:lnTo>
                  <a:pt x="815340" y="2541270"/>
                </a:lnTo>
                <a:lnTo>
                  <a:pt x="793432" y="2563178"/>
                </a:lnTo>
                <a:lnTo>
                  <a:pt x="771525" y="2541270"/>
                </a:lnTo>
                <a:close/>
                <a:moveTo>
                  <a:pt x="536257" y="2955608"/>
                </a:moveTo>
                <a:lnTo>
                  <a:pt x="550545" y="2969895"/>
                </a:lnTo>
                <a:lnTo>
                  <a:pt x="536257" y="2984183"/>
                </a:lnTo>
                <a:lnTo>
                  <a:pt x="521970" y="2969895"/>
                </a:lnTo>
                <a:close/>
                <a:moveTo>
                  <a:pt x="2184082" y="3504248"/>
                </a:moveTo>
                <a:lnTo>
                  <a:pt x="2192655" y="3512820"/>
                </a:lnTo>
                <a:lnTo>
                  <a:pt x="2184082" y="3521393"/>
                </a:lnTo>
                <a:lnTo>
                  <a:pt x="2175510" y="3512820"/>
                </a:lnTo>
                <a:close/>
                <a:moveTo>
                  <a:pt x="3460432" y="3306128"/>
                </a:moveTo>
                <a:lnTo>
                  <a:pt x="3476625" y="3322320"/>
                </a:lnTo>
                <a:lnTo>
                  <a:pt x="3460432" y="3338513"/>
                </a:lnTo>
                <a:lnTo>
                  <a:pt x="3444240" y="3322320"/>
                </a:lnTo>
                <a:close/>
                <a:moveTo>
                  <a:pt x="1945957" y="4322445"/>
                </a:moveTo>
                <a:lnTo>
                  <a:pt x="1965007" y="4341495"/>
                </a:lnTo>
                <a:lnTo>
                  <a:pt x="1945957" y="4360545"/>
                </a:lnTo>
                <a:lnTo>
                  <a:pt x="1926907" y="4341495"/>
                </a:lnTo>
                <a:close/>
                <a:moveTo>
                  <a:pt x="1945957" y="195263"/>
                </a:moveTo>
                <a:lnTo>
                  <a:pt x="1958340" y="207645"/>
                </a:lnTo>
                <a:lnTo>
                  <a:pt x="1945957" y="220027"/>
                </a:lnTo>
                <a:lnTo>
                  <a:pt x="1933575" y="207645"/>
                </a:lnTo>
                <a:close/>
                <a:moveTo>
                  <a:pt x="1526857" y="3378518"/>
                </a:moveTo>
                <a:lnTo>
                  <a:pt x="1537335" y="3388995"/>
                </a:lnTo>
                <a:lnTo>
                  <a:pt x="1526857" y="3399473"/>
                </a:lnTo>
                <a:lnTo>
                  <a:pt x="1516380" y="3388995"/>
                </a:lnTo>
                <a:close/>
                <a:moveTo>
                  <a:pt x="4184332" y="2581275"/>
                </a:moveTo>
                <a:lnTo>
                  <a:pt x="4201477" y="2598420"/>
                </a:lnTo>
                <a:lnTo>
                  <a:pt x="4184332" y="2615565"/>
                </a:lnTo>
                <a:lnTo>
                  <a:pt x="4167188" y="2598420"/>
                </a:lnTo>
                <a:close/>
                <a:moveTo>
                  <a:pt x="1088707" y="3466148"/>
                </a:moveTo>
                <a:lnTo>
                  <a:pt x="1097280" y="3474720"/>
                </a:lnTo>
                <a:lnTo>
                  <a:pt x="1088707" y="3483292"/>
                </a:lnTo>
                <a:lnTo>
                  <a:pt x="1080135" y="3474720"/>
                </a:lnTo>
                <a:close/>
                <a:moveTo>
                  <a:pt x="1679257" y="321945"/>
                </a:moveTo>
                <a:lnTo>
                  <a:pt x="1698307" y="340995"/>
                </a:lnTo>
                <a:lnTo>
                  <a:pt x="1679257" y="360045"/>
                </a:lnTo>
                <a:lnTo>
                  <a:pt x="1660207" y="340995"/>
                </a:lnTo>
                <a:close/>
                <a:moveTo>
                  <a:pt x="3203257" y="719138"/>
                </a:moveTo>
                <a:lnTo>
                  <a:pt x="3215640" y="731520"/>
                </a:lnTo>
                <a:lnTo>
                  <a:pt x="3203257" y="743903"/>
                </a:lnTo>
                <a:lnTo>
                  <a:pt x="3190875" y="731520"/>
                </a:lnTo>
                <a:close/>
                <a:moveTo>
                  <a:pt x="1126807" y="2720340"/>
                </a:moveTo>
                <a:lnTo>
                  <a:pt x="1138238" y="2731770"/>
                </a:lnTo>
                <a:lnTo>
                  <a:pt x="1126807" y="2743200"/>
                </a:lnTo>
                <a:lnTo>
                  <a:pt x="1115377" y="2731770"/>
                </a:lnTo>
                <a:close/>
                <a:moveTo>
                  <a:pt x="145732" y="2982278"/>
                </a:moveTo>
                <a:lnTo>
                  <a:pt x="161925" y="2998470"/>
                </a:lnTo>
                <a:lnTo>
                  <a:pt x="145732" y="3014663"/>
                </a:lnTo>
                <a:lnTo>
                  <a:pt x="129540" y="2998470"/>
                </a:lnTo>
                <a:close/>
                <a:moveTo>
                  <a:pt x="3698557" y="3235643"/>
                </a:moveTo>
                <a:lnTo>
                  <a:pt x="3709035" y="3246120"/>
                </a:lnTo>
                <a:lnTo>
                  <a:pt x="3698557" y="3256597"/>
                </a:lnTo>
                <a:lnTo>
                  <a:pt x="3688080" y="3246120"/>
                </a:lnTo>
                <a:close/>
                <a:moveTo>
                  <a:pt x="21907" y="2195513"/>
                </a:moveTo>
                <a:lnTo>
                  <a:pt x="43815" y="2217420"/>
                </a:lnTo>
                <a:lnTo>
                  <a:pt x="21907" y="2239328"/>
                </a:lnTo>
                <a:lnTo>
                  <a:pt x="0" y="2217420"/>
                </a:lnTo>
                <a:close/>
                <a:moveTo>
                  <a:pt x="1441132" y="942022"/>
                </a:moveTo>
                <a:lnTo>
                  <a:pt x="1449705" y="950595"/>
                </a:lnTo>
                <a:lnTo>
                  <a:pt x="1441132" y="959168"/>
                </a:lnTo>
                <a:lnTo>
                  <a:pt x="1432560" y="950595"/>
                </a:lnTo>
                <a:close/>
                <a:moveTo>
                  <a:pt x="431482" y="2112645"/>
                </a:moveTo>
                <a:lnTo>
                  <a:pt x="450532" y="2131695"/>
                </a:lnTo>
                <a:lnTo>
                  <a:pt x="431482" y="2150745"/>
                </a:lnTo>
                <a:lnTo>
                  <a:pt x="412432" y="2131695"/>
                </a:lnTo>
                <a:close/>
                <a:moveTo>
                  <a:pt x="717232" y="1464945"/>
                </a:moveTo>
                <a:lnTo>
                  <a:pt x="736282" y="1483995"/>
                </a:lnTo>
                <a:lnTo>
                  <a:pt x="717232" y="1503045"/>
                </a:lnTo>
                <a:lnTo>
                  <a:pt x="698182" y="1483995"/>
                </a:lnTo>
                <a:close/>
                <a:moveTo>
                  <a:pt x="802957" y="1863090"/>
                </a:moveTo>
                <a:lnTo>
                  <a:pt x="814388" y="1874520"/>
                </a:lnTo>
                <a:lnTo>
                  <a:pt x="802957" y="1885950"/>
                </a:lnTo>
                <a:lnTo>
                  <a:pt x="791527" y="1874520"/>
                </a:lnTo>
                <a:close/>
                <a:moveTo>
                  <a:pt x="2479357" y="3420428"/>
                </a:moveTo>
                <a:lnTo>
                  <a:pt x="2495550" y="3436620"/>
                </a:lnTo>
                <a:lnTo>
                  <a:pt x="2479357" y="3452813"/>
                </a:lnTo>
                <a:lnTo>
                  <a:pt x="2463165" y="3436620"/>
                </a:lnTo>
                <a:close/>
                <a:moveTo>
                  <a:pt x="3679507" y="3596640"/>
                </a:moveTo>
                <a:lnTo>
                  <a:pt x="3700463" y="3617595"/>
                </a:lnTo>
                <a:lnTo>
                  <a:pt x="3679507" y="3638550"/>
                </a:lnTo>
                <a:lnTo>
                  <a:pt x="3658552" y="3617595"/>
                </a:lnTo>
                <a:close/>
                <a:moveTo>
                  <a:pt x="2269807" y="3381375"/>
                </a:moveTo>
                <a:lnTo>
                  <a:pt x="2277427" y="3388995"/>
                </a:lnTo>
                <a:lnTo>
                  <a:pt x="2269807" y="3396615"/>
                </a:lnTo>
                <a:lnTo>
                  <a:pt x="2262188" y="3388995"/>
                </a:lnTo>
                <a:close/>
                <a:moveTo>
                  <a:pt x="2536507" y="902970"/>
                </a:moveTo>
                <a:lnTo>
                  <a:pt x="2546032" y="912495"/>
                </a:lnTo>
                <a:lnTo>
                  <a:pt x="2536507" y="922020"/>
                </a:lnTo>
                <a:lnTo>
                  <a:pt x="2526982" y="912495"/>
                </a:lnTo>
                <a:close/>
                <a:moveTo>
                  <a:pt x="3365182" y="937260"/>
                </a:moveTo>
                <a:lnTo>
                  <a:pt x="3388043" y="960120"/>
                </a:lnTo>
                <a:lnTo>
                  <a:pt x="3365182" y="982980"/>
                </a:lnTo>
                <a:lnTo>
                  <a:pt x="3342322" y="960120"/>
                </a:lnTo>
                <a:close/>
                <a:moveTo>
                  <a:pt x="2288857" y="538163"/>
                </a:moveTo>
                <a:lnTo>
                  <a:pt x="2310765" y="560070"/>
                </a:lnTo>
                <a:lnTo>
                  <a:pt x="2288857" y="581977"/>
                </a:lnTo>
                <a:lnTo>
                  <a:pt x="2266950" y="560070"/>
                </a:lnTo>
                <a:close/>
                <a:moveTo>
                  <a:pt x="2460307" y="917258"/>
                </a:moveTo>
                <a:lnTo>
                  <a:pt x="2474595" y="931545"/>
                </a:lnTo>
                <a:lnTo>
                  <a:pt x="2460307" y="945833"/>
                </a:lnTo>
                <a:lnTo>
                  <a:pt x="2446020" y="931545"/>
                </a:lnTo>
                <a:close/>
                <a:moveTo>
                  <a:pt x="383857" y="2522220"/>
                </a:moveTo>
                <a:lnTo>
                  <a:pt x="402907" y="2541270"/>
                </a:lnTo>
                <a:lnTo>
                  <a:pt x="383857" y="2560320"/>
                </a:lnTo>
                <a:lnTo>
                  <a:pt x="364807" y="2541270"/>
                </a:lnTo>
                <a:close/>
                <a:moveTo>
                  <a:pt x="2784157" y="110490"/>
                </a:moveTo>
                <a:lnTo>
                  <a:pt x="2805113" y="131445"/>
                </a:lnTo>
                <a:lnTo>
                  <a:pt x="2784157" y="152400"/>
                </a:lnTo>
                <a:lnTo>
                  <a:pt x="2763202" y="131445"/>
                </a:lnTo>
                <a:close/>
                <a:moveTo>
                  <a:pt x="1707832" y="158115"/>
                </a:moveTo>
                <a:lnTo>
                  <a:pt x="1719263" y="169545"/>
                </a:lnTo>
                <a:lnTo>
                  <a:pt x="1707832" y="180975"/>
                </a:lnTo>
                <a:lnTo>
                  <a:pt x="1696402" y="169545"/>
                </a:lnTo>
                <a:close/>
                <a:moveTo>
                  <a:pt x="945832" y="3067050"/>
                </a:moveTo>
                <a:lnTo>
                  <a:pt x="953452" y="3074670"/>
                </a:lnTo>
                <a:lnTo>
                  <a:pt x="945832" y="3082290"/>
                </a:lnTo>
                <a:lnTo>
                  <a:pt x="938213" y="3074670"/>
                </a:lnTo>
                <a:close/>
                <a:moveTo>
                  <a:pt x="460057" y="1631633"/>
                </a:moveTo>
                <a:lnTo>
                  <a:pt x="474345" y="1645920"/>
                </a:lnTo>
                <a:lnTo>
                  <a:pt x="460057" y="1660208"/>
                </a:lnTo>
                <a:lnTo>
                  <a:pt x="445770" y="1645920"/>
                </a:lnTo>
                <a:close/>
                <a:moveTo>
                  <a:pt x="2307907" y="849630"/>
                </a:moveTo>
                <a:lnTo>
                  <a:pt x="2323147" y="864870"/>
                </a:lnTo>
                <a:lnTo>
                  <a:pt x="2307907" y="880110"/>
                </a:lnTo>
                <a:lnTo>
                  <a:pt x="2292668" y="864870"/>
                </a:lnTo>
                <a:close/>
                <a:moveTo>
                  <a:pt x="1174432" y="3559493"/>
                </a:moveTo>
                <a:lnTo>
                  <a:pt x="1194435" y="3579495"/>
                </a:lnTo>
                <a:lnTo>
                  <a:pt x="1174432" y="3599498"/>
                </a:lnTo>
                <a:lnTo>
                  <a:pt x="1154430" y="3579495"/>
                </a:lnTo>
                <a:close/>
                <a:moveTo>
                  <a:pt x="850582" y="3863340"/>
                </a:moveTo>
                <a:lnTo>
                  <a:pt x="862013" y="3874770"/>
                </a:lnTo>
                <a:lnTo>
                  <a:pt x="850582" y="3886200"/>
                </a:lnTo>
                <a:lnTo>
                  <a:pt x="839152" y="3874770"/>
                </a:lnTo>
                <a:close/>
                <a:moveTo>
                  <a:pt x="1174432" y="1000125"/>
                </a:moveTo>
                <a:lnTo>
                  <a:pt x="1182052" y="1007745"/>
                </a:lnTo>
                <a:lnTo>
                  <a:pt x="1174432" y="1015365"/>
                </a:lnTo>
                <a:lnTo>
                  <a:pt x="1166813" y="1007745"/>
                </a:lnTo>
                <a:close/>
                <a:moveTo>
                  <a:pt x="4308158" y="1825943"/>
                </a:moveTo>
                <a:lnTo>
                  <a:pt x="4318635" y="1836420"/>
                </a:lnTo>
                <a:lnTo>
                  <a:pt x="4308158" y="1846897"/>
                </a:lnTo>
                <a:lnTo>
                  <a:pt x="4297680" y="1836420"/>
                </a:lnTo>
                <a:close/>
                <a:moveTo>
                  <a:pt x="2365057" y="212407"/>
                </a:moveTo>
                <a:lnTo>
                  <a:pt x="2379345" y="226695"/>
                </a:lnTo>
                <a:lnTo>
                  <a:pt x="2365057" y="240982"/>
                </a:lnTo>
                <a:lnTo>
                  <a:pt x="2350770" y="226695"/>
                </a:lnTo>
                <a:close/>
                <a:moveTo>
                  <a:pt x="3146107" y="2995613"/>
                </a:moveTo>
                <a:lnTo>
                  <a:pt x="3158490" y="3007995"/>
                </a:lnTo>
                <a:lnTo>
                  <a:pt x="3146107" y="3020378"/>
                </a:lnTo>
                <a:lnTo>
                  <a:pt x="3133725" y="3007995"/>
                </a:lnTo>
                <a:close/>
                <a:moveTo>
                  <a:pt x="3241357" y="3021330"/>
                </a:moveTo>
                <a:lnTo>
                  <a:pt x="3256597" y="3036570"/>
                </a:lnTo>
                <a:lnTo>
                  <a:pt x="3241357" y="3051810"/>
                </a:lnTo>
                <a:lnTo>
                  <a:pt x="3226118" y="3036570"/>
                </a:lnTo>
                <a:close/>
                <a:moveTo>
                  <a:pt x="3584257" y="1156335"/>
                </a:moveTo>
                <a:lnTo>
                  <a:pt x="3607118" y="1179195"/>
                </a:lnTo>
                <a:lnTo>
                  <a:pt x="3584257" y="1202055"/>
                </a:lnTo>
                <a:lnTo>
                  <a:pt x="3561397" y="1179195"/>
                </a:lnTo>
                <a:close/>
                <a:moveTo>
                  <a:pt x="1126807" y="809625"/>
                </a:moveTo>
                <a:lnTo>
                  <a:pt x="1134427" y="817245"/>
                </a:lnTo>
                <a:lnTo>
                  <a:pt x="1126807" y="824865"/>
                </a:lnTo>
                <a:lnTo>
                  <a:pt x="1119188" y="817245"/>
                </a:lnTo>
                <a:close/>
                <a:moveTo>
                  <a:pt x="1307782" y="550545"/>
                </a:moveTo>
                <a:lnTo>
                  <a:pt x="1317307" y="560070"/>
                </a:lnTo>
                <a:lnTo>
                  <a:pt x="1307782" y="569595"/>
                </a:lnTo>
                <a:lnTo>
                  <a:pt x="1298257" y="560070"/>
                </a:lnTo>
                <a:close/>
                <a:moveTo>
                  <a:pt x="2165032" y="105727"/>
                </a:moveTo>
                <a:lnTo>
                  <a:pt x="2181225" y="121920"/>
                </a:lnTo>
                <a:lnTo>
                  <a:pt x="2165032" y="138113"/>
                </a:lnTo>
                <a:lnTo>
                  <a:pt x="2148840" y="121920"/>
                </a:lnTo>
                <a:close/>
                <a:moveTo>
                  <a:pt x="526732" y="3387090"/>
                </a:moveTo>
                <a:lnTo>
                  <a:pt x="547688" y="3408045"/>
                </a:lnTo>
                <a:lnTo>
                  <a:pt x="526732" y="3429000"/>
                </a:lnTo>
                <a:lnTo>
                  <a:pt x="505777" y="3408045"/>
                </a:lnTo>
                <a:close/>
                <a:moveTo>
                  <a:pt x="2774632" y="1090613"/>
                </a:moveTo>
                <a:lnTo>
                  <a:pt x="2796540" y="1112520"/>
                </a:lnTo>
                <a:lnTo>
                  <a:pt x="2774632" y="1134427"/>
                </a:lnTo>
                <a:lnTo>
                  <a:pt x="2752725" y="1112520"/>
                </a:lnTo>
                <a:close/>
                <a:moveTo>
                  <a:pt x="3193732" y="3532823"/>
                </a:moveTo>
                <a:lnTo>
                  <a:pt x="3211830" y="3550920"/>
                </a:lnTo>
                <a:lnTo>
                  <a:pt x="3193732" y="3569017"/>
                </a:lnTo>
                <a:lnTo>
                  <a:pt x="3175635" y="3550920"/>
                </a:lnTo>
                <a:close/>
                <a:moveTo>
                  <a:pt x="2517457" y="3760470"/>
                </a:moveTo>
                <a:lnTo>
                  <a:pt x="2526982" y="3769995"/>
                </a:lnTo>
                <a:lnTo>
                  <a:pt x="2517457" y="3779520"/>
                </a:lnTo>
                <a:lnTo>
                  <a:pt x="2507932" y="3769995"/>
                </a:lnTo>
                <a:close/>
                <a:moveTo>
                  <a:pt x="1917382" y="3312795"/>
                </a:moveTo>
                <a:lnTo>
                  <a:pt x="1926907" y="3322320"/>
                </a:lnTo>
                <a:lnTo>
                  <a:pt x="1917382" y="3331845"/>
                </a:lnTo>
                <a:lnTo>
                  <a:pt x="1907857" y="3322320"/>
                </a:lnTo>
                <a:close/>
                <a:moveTo>
                  <a:pt x="3517582" y="2644140"/>
                </a:moveTo>
                <a:lnTo>
                  <a:pt x="3538538" y="2665095"/>
                </a:lnTo>
                <a:lnTo>
                  <a:pt x="3517582" y="2686050"/>
                </a:lnTo>
                <a:lnTo>
                  <a:pt x="3496627" y="2665095"/>
                </a:lnTo>
                <a:close/>
                <a:moveTo>
                  <a:pt x="3241357" y="701040"/>
                </a:moveTo>
                <a:lnTo>
                  <a:pt x="3252788" y="712470"/>
                </a:lnTo>
                <a:lnTo>
                  <a:pt x="3241357" y="723900"/>
                </a:lnTo>
                <a:lnTo>
                  <a:pt x="3229927" y="712470"/>
                </a:lnTo>
                <a:close/>
                <a:moveTo>
                  <a:pt x="2574607" y="4047173"/>
                </a:moveTo>
                <a:lnTo>
                  <a:pt x="2583180" y="4055745"/>
                </a:lnTo>
                <a:lnTo>
                  <a:pt x="2574607" y="4064317"/>
                </a:lnTo>
                <a:lnTo>
                  <a:pt x="2566035" y="4055745"/>
                </a:lnTo>
                <a:close/>
                <a:moveTo>
                  <a:pt x="983932" y="3312795"/>
                </a:moveTo>
                <a:lnTo>
                  <a:pt x="993457" y="3322320"/>
                </a:lnTo>
                <a:lnTo>
                  <a:pt x="983932" y="3331845"/>
                </a:lnTo>
                <a:lnTo>
                  <a:pt x="974407" y="3322320"/>
                </a:lnTo>
                <a:close/>
                <a:moveTo>
                  <a:pt x="1488757" y="266700"/>
                </a:moveTo>
                <a:lnTo>
                  <a:pt x="1496377" y="274320"/>
                </a:lnTo>
                <a:lnTo>
                  <a:pt x="1488757" y="281940"/>
                </a:lnTo>
                <a:lnTo>
                  <a:pt x="1481138" y="274320"/>
                </a:lnTo>
                <a:close/>
                <a:moveTo>
                  <a:pt x="1441132" y="3217545"/>
                </a:moveTo>
                <a:lnTo>
                  <a:pt x="1460182" y="3236595"/>
                </a:lnTo>
                <a:lnTo>
                  <a:pt x="1441132" y="3255645"/>
                </a:lnTo>
                <a:lnTo>
                  <a:pt x="1422082" y="3236595"/>
                </a:lnTo>
                <a:close/>
                <a:moveTo>
                  <a:pt x="2088832" y="3438525"/>
                </a:moveTo>
                <a:lnTo>
                  <a:pt x="2105977" y="3455670"/>
                </a:lnTo>
                <a:lnTo>
                  <a:pt x="2088832" y="3472815"/>
                </a:lnTo>
                <a:lnTo>
                  <a:pt x="2071688" y="3455670"/>
                </a:lnTo>
                <a:close/>
                <a:moveTo>
                  <a:pt x="4251008" y="2518410"/>
                </a:moveTo>
                <a:lnTo>
                  <a:pt x="4264343" y="2531745"/>
                </a:lnTo>
                <a:lnTo>
                  <a:pt x="4251008" y="2545080"/>
                </a:lnTo>
                <a:lnTo>
                  <a:pt x="4237672" y="2531745"/>
                </a:lnTo>
                <a:close/>
                <a:moveTo>
                  <a:pt x="2355532" y="946785"/>
                </a:moveTo>
                <a:lnTo>
                  <a:pt x="2368868" y="960120"/>
                </a:lnTo>
                <a:lnTo>
                  <a:pt x="2355532" y="973455"/>
                </a:lnTo>
                <a:lnTo>
                  <a:pt x="2342197" y="960120"/>
                </a:lnTo>
                <a:close/>
                <a:moveTo>
                  <a:pt x="2507932" y="3930015"/>
                </a:moveTo>
                <a:lnTo>
                  <a:pt x="2519363" y="3941445"/>
                </a:lnTo>
                <a:lnTo>
                  <a:pt x="2507932" y="3952875"/>
                </a:lnTo>
                <a:lnTo>
                  <a:pt x="2496502" y="3941445"/>
                </a:lnTo>
                <a:close/>
                <a:moveTo>
                  <a:pt x="4060508" y="2824163"/>
                </a:moveTo>
                <a:lnTo>
                  <a:pt x="4072890" y="2836545"/>
                </a:lnTo>
                <a:lnTo>
                  <a:pt x="4060508" y="2848928"/>
                </a:lnTo>
                <a:lnTo>
                  <a:pt x="4048125" y="2836545"/>
                </a:lnTo>
                <a:close/>
                <a:moveTo>
                  <a:pt x="3212782" y="467677"/>
                </a:moveTo>
                <a:lnTo>
                  <a:pt x="3228975" y="483870"/>
                </a:lnTo>
                <a:lnTo>
                  <a:pt x="3212782" y="500063"/>
                </a:lnTo>
                <a:lnTo>
                  <a:pt x="3196590" y="483870"/>
                </a:lnTo>
                <a:close/>
                <a:moveTo>
                  <a:pt x="2431732" y="3680460"/>
                </a:moveTo>
                <a:lnTo>
                  <a:pt x="2454593" y="3703320"/>
                </a:lnTo>
                <a:lnTo>
                  <a:pt x="2431732" y="3726180"/>
                </a:lnTo>
                <a:lnTo>
                  <a:pt x="2408872" y="3703320"/>
                </a:lnTo>
                <a:close/>
                <a:moveTo>
                  <a:pt x="879157" y="1599247"/>
                </a:moveTo>
                <a:lnTo>
                  <a:pt x="897255" y="1617345"/>
                </a:lnTo>
                <a:lnTo>
                  <a:pt x="879157" y="1635442"/>
                </a:lnTo>
                <a:lnTo>
                  <a:pt x="861060" y="1617345"/>
                </a:lnTo>
                <a:close/>
                <a:moveTo>
                  <a:pt x="983932" y="3009900"/>
                </a:moveTo>
                <a:lnTo>
                  <a:pt x="1001077" y="3027045"/>
                </a:lnTo>
                <a:lnTo>
                  <a:pt x="983932" y="3044190"/>
                </a:lnTo>
                <a:lnTo>
                  <a:pt x="966788" y="3027045"/>
                </a:lnTo>
                <a:close/>
                <a:moveTo>
                  <a:pt x="3755707" y="3369945"/>
                </a:moveTo>
                <a:lnTo>
                  <a:pt x="3774758" y="3388995"/>
                </a:lnTo>
                <a:lnTo>
                  <a:pt x="3755707" y="3408045"/>
                </a:lnTo>
                <a:lnTo>
                  <a:pt x="3736657" y="3388995"/>
                </a:lnTo>
                <a:close/>
                <a:moveTo>
                  <a:pt x="2193607" y="922972"/>
                </a:moveTo>
                <a:lnTo>
                  <a:pt x="2211705" y="941070"/>
                </a:lnTo>
                <a:lnTo>
                  <a:pt x="2193607" y="959168"/>
                </a:lnTo>
                <a:lnTo>
                  <a:pt x="2175510" y="941070"/>
                </a:lnTo>
                <a:close/>
                <a:moveTo>
                  <a:pt x="3574732" y="3411855"/>
                </a:moveTo>
                <a:lnTo>
                  <a:pt x="3589972" y="3427095"/>
                </a:lnTo>
                <a:lnTo>
                  <a:pt x="3574732" y="3442335"/>
                </a:lnTo>
                <a:lnTo>
                  <a:pt x="3559493" y="3427095"/>
                </a:lnTo>
                <a:close/>
                <a:moveTo>
                  <a:pt x="3870007" y="2944178"/>
                </a:moveTo>
                <a:lnTo>
                  <a:pt x="3886200" y="2960370"/>
                </a:lnTo>
                <a:lnTo>
                  <a:pt x="3870007" y="2976563"/>
                </a:lnTo>
                <a:lnTo>
                  <a:pt x="3853815" y="2960370"/>
                </a:lnTo>
                <a:close/>
                <a:moveTo>
                  <a:pt x="631507" y="789622"/>
                </a:moveTo>
                <a:lnTo>
                  <a:pt x="640080" y="798195"/>
                </a:lnTo>
                <a:lnTo>
                  <a:pt x="631507" y="806768"/>
                </a:lnTo>
                <a:lnTo>
                  <a:pt x="622935" y="798195"/>
                </a:lnTo>
                <a:close/>
                <a:moveTo>
                  <a:pt x="2536507" y="3310890"/>
                </a:moveTo>
                <a:lnTo>
                  <a:pt x="2547938" y="3322320"/>
                </a:lnTo>
                <a:lnTo>
                  <a:pt x="2536507" y="3333750"/>
                </a:lnTo>
                <a:lnTo>
                  <a:pt x="2525077" y="3322320"/>
                </a:lnTo>
                <a:close/>
                <a:moveTo>
                  <a:pt x="2079307" y="3949065"/>
                </a:moveTo>
                <a:lnTo>
                  <a:pt x="2100263" y="3970020"/>
                </a:lnTo>
                <a:lnTo>
                  <a:pt x="2079307" y="3990975"/>
                </a:lnTo>
                <a:lnTo>
                  <a:pt x="2058352" y="3970020"/>
                </a:lnTo>
                <a:close/>
                <a:moveTo>
                  <a:pt x="3946208" y="2731770"/>
                </a:moveTo>
                <a:lnTo>
                  <a:pt x="3965257" y="2750820"/>
                </a:lnTo>
                <a:lnTo>
                  <a:pt x="3946208" y="2769870"/>
                </a:lnTo>
                <a:lnTo>
                  <a:pt x="3927157" y="2750820"/>
                </a:lnTo>
                <a:close/>
                <a:moveTo>
                  <a:pt x="3241357" y="1038225"/>
                </a:moveTo>
                <a:lnTo>
                  <a:pt x="3248977" y="1045845"/>
                </a:lnTo>
                <a:lnTo>
                  <a:pt x="3241357" y="1053465"/>
                </a:lnTo>
                <a:lnTo>
                  <a:pt x="3233738" y="1045845"/>
                </a:lnTo>
                <a:close/>
                <a:moveTo>
                  <a:pt x="1079182" y="561975"/>
                </a:moveTo>
                <a:lnTo>
                  <a:pt x="1086802" y="569595"/>
                </a:lnTo>
                <a:lnTo>
                  <a:pt x="1079182" y="577215"/>
                </a:lnTo>
                <a:lnTo>
                  <a:pt x="1071563" y="569595"/>
                </a:lnTo>
                <a:close/>
                <a:moveTo>
                  <a:pt x="1774507" y="657225"/>
                </a:moveTo>
                <a:lnTo>
                  <a:pt x="1782127" y="664845"/>
                </a:lnTo>
                <a:lnTo>
                  <a:pt x="1774507" y="672465"/>
                </a:lnTo>
                <a:lnTo>
                  <a:pt x="1766888" y="664845"/>
                </a:lnTo>
                <a:close/>
                <a:moveTo>
                  <a:pt x="602932" y="2226945"/>
                </a:moveTo>
                <a:lnTo>
                  <a:pt x="621982" y="2245995"/>
                </a:lnTo>
                <a:lnTo>
                  <a:pt x="602932" y="2265045"/>
                </a:lnTo>
                <a:lnTo>
                  <a:pt x="583882" y="2245995"/>
                </a:lnTo>
                <a:close/>
                <a:moveTo>
                  <a:pt x="3336607" y="1401128"/>
                </a:moveTo>
                <a:lnTo>
                  <a:pt x="3343275" y="1407795"/>
                </a:lnTo>
                <a:lnTo>
                  <a:pt x="3336607" y="1414463"/>
                </a:lnTo>
                <a:lnTo>
                  <a:pt x="3329940" y="1407795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1856720" y="493395"/>
            <a:ext cx="2019300" cy="1862138"/>
          </a:xfrm>
          <a:custGeom>
            <a:avLst/>
            <a:gdLst/>
            <a:ahLst/>
            <a:cxnLst/>
            <a:rect l="l" t="t" r="r" b="b"/>
            <a:pathLst>
              <a:path w="2019300" h="1862138">
                <a:moveTo>
                  <a:pt x="97155" y="770573"/>
                </a:moveTo>
                <a:lnTo>
                  <a:pt x="119063" y="792480"/>
                </a:lnTo>
                <a:lnTo>
                  <a:pt x="97155" y="814388"/>
                </a:lnTo>
                <a:lnTo>
                  <a:pt x="75248" y="792480"/>
                </a:lnTo>
                <a:close/>
                <a:moveTo>
                  <a:pt x="849630" y="1768793"/>
                </a:moveTo>
                <a:lnTo>
                  <a:pt x="863918" y="1783080"/>
                </a:lnTo>
                <a:lnTo>
                  <a:pt x="849630" y="1797368"/>
                </a:lnTo>
                <a:lnTo>
                  <a:pt x="835343" y="1783080"/>
                </a:lnTo>
                <a:close/>
                <a:moveTo>
                  <a:pt x="659130" y="1030605"/>
                </a:moveTo>
                <a:lnTo>
                  <a:pt x="678180" y="1049655"/>
                </a:lnTo>
                <a:lnTo>
                  <a:pt x="659130" y="1068705"/>
                </a:lnTo>
                <a:lnTo>
                  <a:pt x="640080" y="1049655"/>
                </a:lnTo>
                <a:close/>
                <a:moveTo>
                  <a:pt x="1087755" y="1074420"/>
                </a:moveTo>
                <a:lnTo>
                  <a:pt x="1101090" y="1087755"/>
                </a:lnTo>
                <a:lnTo>
                  <a:pt x="1087755" y="1101090"/>
                </a:lnTo>
                <a:lnTo>
                  <a:pt x="1074420" y="1087755"/>
                </a:lnTo>
                <a:close/>
                <a:moveTo>
                  <a:pt x="363855" y="103823"/>
                </a:moveTo>
                <a:lnTo>
                  <a:pt x="385763" y="125730"/>
                </a:lnTo>
                <a:lnTo>
                  <a:pt x="363855" y="147638"/>
                </a:lnTo>
                <a:lnTo>
                  <a:pt x="341948" y="125730"/>
                </a:lnTo>
                <a:close/>
                <a:moveTo>
                  <a:pt x="1744980" y="260985"/>
                </a:moveTo>
                <a:lnTo>
                  <a:pt x="1762125" y="278130"/>
                </a:lnTo>
                <a:lnTo>
                  <a:pt x="1744980" y="295275"/>
                </a:lnTo>
                <a:lnTo>
                  <a:pt x="1727835" y="278130"/>
                </a:lnTo>
                <a:close/>
                <a:moveTo>
                  <a:pt x="2011680" y="699135"/>
                </a:moveTo>
                <a:lnTo>
                  <a:pt x="2019300" y="706755"/>
                </a:lnTo>
                <a:lnTo>
                  <a:pt x="2011680" y="714375"/>
                </a:lnTo>
                <a:lnTo>
                  <a:pt x="2004060" y="706755"/>
                </a:lnTo>
                <a:close/>
                <a:moveTo>
                  <a:pt x="478155" y="1398270"/>
                </a:moveTo>
                <a:lnTo>
                  <a:pt x="491490" y="1411605"/>
                </a:lnTo>
                <a:lnTo>
                  <a:pt x="478155" y="1424940"/>
                </a:lnTo>
                <a:lnTo>
                  <a:pt x="464820" y="1411605"/>
                </a:lnTo>
                <a:close/>
                <a:moveTo>
                  <a:pt x="1754505" y="827723"/>
                </a:moveTo>
                <a:lnTo>
                  <a:pt x="1776413" y="849630"/>
                </a:lnTo>
                <a:lnTo>
                  <a:pt x="1754505" y="871538"/>
                </a:lnTo>
                <a:lnTo>
                  <a:pt x="1732598" y="849630"/>
                </a:lnTo>
                <a:close/>
                <a:moveTo>
                  <a:pt x="1402080" y="1837373"/>
                </a:moveTo>
                <a:lnTo>
                  <a:pt x="1414463" y="1849755"/>
                </a:lnTo>
                <a:lnTo>
                  <a:pt x="1402080" y="1862138"/>
                </a:lnTo>
                <a:lnTo>
                  <a:pt x="1389698" y="1849755"/>
                </a:lnTo>
                <a:close/>
                <a:moveTo>
                  <a:pt x="11430" y="685800"/>
                </a:moveTo>
                <a:lnTo>
                  <a:pt x="22860" y="697230"/>
                </a:lnTo>
                <a:lnTo>
                  <a:pt x="11430" y="708660"/>
                </a:lnTo>
                <a:lnTo>
                  <a:pt x="0" y="697230"/>
                </a:lnTo>
                <a:close/>
                <a:moveTo>
                  <a:pt x="1306830" y="418148"/>
                </a:moveTo>
                <a:lnTo>
                  <a:pt x="1319213" y="430530"/>
                </a:lnTo>
                <a:lnTo>
                  <a:pt x="1306830" y="442913"/>
                </a:lnTo>
                <a:lnTo>
                  <a:pt x="1294448" y="430530"/>
                </a:lnTo>
                <a:close/>
                <a:moveTo>
                  <a:pt x="1735455" y="615315"/>
                </a:moveTo>
                <a:lnTo>
                  <a:pt x="1750695" y="630555"/>
                </a:lnTo>
                <a:lnTo>
                  <a:pt x="1735455" y="645795"/>
                </a:lnTo>
                <a:lnTo>
                  <a:pt x="1720215" y="630555"/>
                </a:lnTo>
                <a:close/>
                <a:moveTo>
                  <a:pt x="1573530" y="930593"/>
                </a:moveTo>
                <a:lnTo>
                  <a:pt x="1587818" y="944880"/>
                </a:lnTo>
                <a:lnTo>
                  <a:pt x="1573530" y="959168"/>
                </a:lnTo>
                <a:lnTo>
                  <a:pt x="1559243" y="944880"/>
                </a:lnTo>
                <a:close/>
                <a:moveTo>
                  <a:pt x="1687830" y="1418272"/>
                </a:moveTo>
                <a:lnTo>
                  <a:pt x="1700213" y="1430655"/>
                </a:lnTo>
                <a:lnTo>
                  <a:pt x="1687830" y="1443038"/>
                </a:lnTo>
                <a:lnTo>
                  <a:pt x="1675448" y="1430655"/>
                </a:lnTo>
                <a:close/>
                <a:moveTo>
                  <a:pt x="1249680" y="0"/>
                </a:moveTo>
                <a:lnTo>
                  <a:pt x="1261110" y="11430"/>
                </a:lnTo>
                <a:lnTo>
                  <a:pt x="1249680" y="22860"/>
                </a:lnTo>
                <a:lnTo>
                  <a:pt x="1238250" y="11430"/>
                </a:lnTo>
                <a:close/>
                <a:moveTo>
                  <a:pt x="954405" y="467678"/>
                </a:moveTo>
                <a:lnTo>
                  <a:pt x="974407" y="487680"/>
                </a:lnTo>
                <a:lnTo>
                  <a:pt x="954405" y="507683"/>
                </a:lnTo>
                <a:lnTo>
                  <a:pt x="934403" y="487680"/>
                </a:lnTo>
                <a:close/>
                <a:moveTo>
                  <a:pt x="516255" y="375285"/>
                </a:moveTo>
                <a:lnTo>
                  <a:pt x="533400" y="392430"/>
                </a:lnTo>
                <a:lnTo>
                  <a:pt x="516255" y="409575"/>
                </a:lnTo>
                <a:lnTo>
                  <a:pt x="499110" y="392430"/>
                </a:lnTo>
                <a:close/>
                <a:moveTo>
                  <a:pt x="1535430" y="982028"/>
                </a:moveTo>
                <a:lnTo>
                  <a:pt x="1545907" y="992505"/>
                </a:lnTo>
                <a:lnTo>
                  <a:pt x="1535430" y="1002983"/>
                </a:lnTo>
                <a:lnTo>
                  <a:pt x="1524953" y="992505"/>
                </a:lnTo>
                <a:close/>
                <a:moveTo>
                  <a:pt x="1945005" y="315278"/>
                </a:moveTo>
                <a:lnTo>
                  <a:pt x="1965007" y="335280"/>
                </a:lnTo>
                <a:lnTo>
                  <a:pt x="1945005" y="355282"/>
                </a:lnTo>
                <a:lnTo>
                  <a:pt x="1925003" y="335280"/>
                </a:lnTo>
                <a:close/>
                <a:moveTo>
                  <a:pt x="1716405" y="1503997"/>
                </a:moveTo>
                <a:lnTo>
                  <a:pt x="1728788" y="1516380"/>
                </a:lnTo>
                <a:lnTo>
                  <a:pt x="1716405" y="1528763"/>
                </a:lnTo>
                <a:lnTo>
                  <a:pt x="1704023" y="1516380"/>
                </a:lnTo>
                <a:close/>
                <a:moveTo>
                  <a:pt x="573405" y="1783080"/>
                </a:moveTo>
                <a:lnTo>
                  <a:pt x="582930" y="1792605"/>
                </a:lnTo>
                <a:lnTo>
                  <a:pt x="573405" y="1802130"/>
                </a:lnTo>
                <a:lnTo>
                  <a:pt x="563880" y="1792605"/>
                </a:lnTo>
                <a:close/>
                <a:moveTo>
                  <a:pt x="802005" y="1175385"/>
                </a:moveTo>
                <a:lnTo>
                  <a:pt x="809625" y="1183005"/>
                </a:lnTo>
                <a:lnTo>
                  <a:pt x="802005" y="1190625"/>
                </a:lnTo>
                <a:lnTo>
                  <a:pt x="794385" y="1183005"/>
                </a:lnTo>
                <a:close/>
                <a:moveTo>
                  <a:pt x="335280" y="1481138"/>
                </a:moveTo>
                <a:lnTo>
                  <a:pt x="341948" y="1487805"/>
                </a:lnTo>
                <a:lnTo>
                  <a:pt x="335280" y="1494472"/>
                </a:lnTo>
                <a:lnTo>
                  <a:pt x="328613" y="1487805"/>
                </a:lnTo>
                <a:close/>
                <a:moveTo>
                  <a:pt x="925830" y="1372553"/>
                </a:moveTo>
                <a:lnTo>
                  <a:pt x="945832" y="1392555"/>
                </a:lnTo>
                <a:lnTo>
                  <a:pt x="925830" y="1412558"/>
                </a:lnTo>
                <a:lnTo>
                  <a:pt x="905828" y="1392555"/>
                </a:lnTo>
                <a:close/>
                <a:moveTo>
                  <a:pt x="1964055" y="1593533"/>
                </a:moveTo>
                <a:lnTo>
                  <a:pt x="1972628" y="1602105"/>
                </a:lnTo>
                <a:lnTo>
                  <a:pt x="1964055" y="1610678"/>
                </a:lnTo>
                <a:lnTo>
                  <a:pt x="1955482" y="1602105"/>
                </a:lnTo>
                <a:close/>
                <a:moveTo>
                  <a:pt x="1135380" y="902970"/>
                </a:moveTo>
                <a:lnTo>
                  <a:pt x="1158240" y="925830"/>
                </a:lnTo>
                <a:lnTo>
                  <a:pt x="1135380" y="948690"/>
                </a:lnTo>
                <a:lnTo>
                  <a:pt x="1112520" y="925830"/>
                </a:lnTo>
                <a:close/>
                <a:moveTo>
                  <a:pt x="706755" y="243840"/>
                </a:moveTo>
                <a:lnTo>
                  <a:pt x="721995" y="259080"/>
                </a:lnTo>
                <a:lnTo>
                  <a:pt x="706755" y="274320"/>
                </a:lnTo>
                <a:lnTo>
                  <a:pt x="691515" y="259080"/>
                </a:lnTo>
                <a:close/>
                <a:moveTo>
                  <a:pt x="68580" y="1037272"/>
                </a:moveTo>
                <a:lnTo>
                  <a:pt x="80963" y="1049655"/>
                </a:lnTo>
                <a:lnTo>
                  <a:pt x="68580" y="1062038"/>
                </a:lnTo>
                <a:lnTo>
                  <a:pt x="56198" y="1049655"/>
                </a:lnTo>
                <a:close/>
                <a:moveTo>
                  <a:pt x="611505" y="1634490"/>
                </a:moveTo>
                <a:lnTo>
                  <a:pt x="626745" y="1649730"/>
                </a:lnTo>
                <a:lnTo>
                  <a:pt x="611505" y="1664970"/>
                </a:lnTo>
                <a:lnTo>
                  <a:pt x="596265" y="1649730"/>
                </a:lnTo>
                <a:close/>
                <a:moveTo>
                  <a:pt x="878205" y="489585"/>
                </a:moveTo>
                <a:lnTo>
                  <a:pt x="885825" y="497205"/>
                </a:lnTo>
                <a:lnTo>
                  <a:pt x="878205" y="504825"/>
                </a:lnTo>
                <a:lnTo>
                  <a:pt x="870585" y="497205"/>
                </a:lnTo>
                <a:close/>
                <a:moveTo>
                  <a:pt x="1154430" y="757238"/>
                </a:moveTo>
                <a:lnTo>
                  <a:pt x="1161098" y="763905"/>
                </a:lnTo>
                <a:lnTo>
                  <a:pt x="1154430" y="770573"/>
                </a:lnTo>
                <a:lnTo>
                  <a:pt x="1147763" y="763905"/>
                </a:lnTo>
                <a:close/>
                <a:moveTo>
                  <a:pt x="268605" y="1324928"/>
                </a:moveTo>
                <a:lnTo>
                  <a:pt x="279082" y="1335405"/>
                </a:lnTo>
                <a:lnTo>
                  <a:pt x="268605" y="1345883"/>
                </a:lnTo>
                <a:lnTo>
                  <a:pt x="258128" y="1335405"/>
                </a:lnTo>
                <a:close/>
                <a:moveTo>
                  <a:pt x="706755" y="1057275"/>
                </a:moveTo>
                <a:lnTo>
                  <a:pt x="727710" y="1078230"/>
                </a:lnTo>
                <a:lnTo>
                  <a:pt x="706755" y="1099185"/>
                </a:lnTo>
                <a:lnTo>
                  <a:pt x="685800" y="1078230"/>
                </a:lnTo>
                <a:close/>
                <a:moveTo>
                  <a:pt x="1011555" y="1492567"/>
                </a:moveTo>
                <a:lnTo>
                  <a:pt x="1025843" y="1506855"/>
                </a:lnTo>
                <a:lnTo>
                  <a:pt x="1011555" y="1521142"/>
                </a:lnTo>
                <a:lnTo>
                  <a:pt x="997268" y="1506855"/>
                </a:lnTo>
                <a:close/>
                <a:moveTo>
                  <a:pt x="2002155" y="1272540"/>
                </a:moveTo>
                <a:lnTo>
                  <a:pt x="2017395" y="1287780"/>
                </a:lnTo>
                <a:lnTo>
                  <a:pt x="2002155" y="1303020"/>
                </a:lnTo>
                <a:lnTo>
                  <a:pt x="1986915" y="1287780"/>
                </a:lnTo>
                <a:close/>
                <a:moveTo>
                  <a:pt x="1764030" y="1459230"/>
                </a:moveTo>
                <a:lnTo>
                  <a:pt x="1783080" y="1478280"/>
                </a:lnTo>
                <a:lnTo>
                  <a:pt x="1764030" y="1497330"/>
                </a:lnTo>
                <a:lnTo>
                  <a:pt x="1744980" y="1478280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0904220" y="-672465"/>
            <a:ext cx="4115753" cy="3912870"/>
          </a:xfrm>
          <a:custGeom>
            <a:avLst/>
            <a:gdLst/>
            <a:ahLst/>
            <a:cxnLst/>
            <a:rect l="l" t="t" r="r" b="b"/>
            <a:pathLst>
              <a:path w="4115753" h="3912870">
                <a:moveTo>
                  <a:pt x="1954530" y="3472815"/>
                </a:moveTo>
                <a:lnTo>
                  <a:pt x="1964055" y="3482340"/>
                </a:lnTo>
                <a:lnTo>
                  <a:pt x="1954530" y="3491865"/>
                </a:lnTo>
                <a:lnTo>
                  <a:pt x="1945005" y="3482340"/>
                </a:lnTo>
                <a:close/>
                <a:moveTo>
                  <a:pt x="3649980" y="1695450"/>
                </a:moveTo>
                <a:lnTo>
                  <a:pt x="3665220" y="1710690"/>
                </a:lnTo>
                <a:lnTo>
                  <a:pt x="3649980" y="1725930"/>
                </a:lnTo>
                <a:lnTo>
                  <a:pt x="3634740" y="1710690"/>
                </a:lnTo>
                <a:close/>
                <a:moveTo>
                  <a:pt x="4097655" y="2188845"/>
                </a:moveTo>
                <a:lnTo>
                  <a:pt x="4105275" y="2196465"/>
                </a:lnTo>
                <a:lnTo>
                  <a:pt x="4097655" y="2204085"/>
                </a:lnTo>
                <a:lnTo>
                  <a:pt x="4090035" y="2196465"/>
                </a:lnTo>
                <a:close/>
                <a:moveTo>
                  <a:pt x="4021455" y="1132523"/>
                </a:moveTo>
                <a:lnTo>
                  <a:pt x="4037648" y="1148715"/>
                </a:lnTo>
                <a:lnTo>
                  <a:pt x="4021455" y="1164908"/>
                </a:lnTo>
                <a:lnTo>
                  <a:pt x="4005262" y="1148715"/>
                </a:lnTo>
                <a:close/>
                <a:moveTo>
                  <a:pt x="2468880" y="3870960"/>
                </a:moveTo>
                <a:lnTo>
                  <a:pt x="2489835" y="3891915"/>
                </a:lnTo>
                <a:lnTo>
                  <a:pt x="2468880" y="3912870"/>
                </a:lnTo>
                <a:lnTo>
                  <a:pt x="2447925" y="3891915"/>
                </a:lnTo>
                <a:close/>
                <a:moveTo>
                  <a:pt x="1183005" y="3518535"/>
                </a:moveTo>
                <a:lnTo>
                  <a:pt x="1203960" y="3539490"/>
                </a:lnTo>
                <a:lnTo>
                  <a:pt x="1183005" y="3560445"/>
                </a:lnTo>
                <a:lnTo>
                  <a:pt x="1162050" y="3539490"/>
                </a:lnTo>
                <a:close/>
                <a:moveTo>
                  <a:pt x="2897505" y="185737"/>
                </a:moveTo>
                <a:lnTo>
                  <a:pt x="2917507" y="205740"/>
                </a:lnTo>
                <a:lnTo>
                  <a:pt x="2897505" y="225742"/>
                </a:lnTo>
                <a:lnTo>
                  <a:pt x="2877503" y="205740"/>
                </a:lnTo>
                <a:close/>
                <a:moveTo>
                  <a:pt x="2106930" y="0"/>
                </a:moveTo>
                <a:lnTo>
                  <a:pt x="2122170" y="15240"/>
                </a:lnTo>
                <a:lnTo>
                  <a:pt x="2106930" y="30480"/>
                </a:lnTo>
                <a:lnTo>
                  <a:pt x="2091690" y="15240"/>
                </a:lnTo>
                <a:close/>
                <a:moveTo>
                  <a:pt x="3459480" y="2527935"/>
                </a:moveTo>
                <a:lnTo>
                  <a:pt x="3480435" y="2548890"/>
                </a:lnTo>
                <a:lnTo>
                  <a:pt x="3459480" y="2569845"/>
                </a:lnTo>
                <a:lnTo>
                  <a:pt x="3438525" y="2548890"/>
                </a:lnTo>
                <a:close/>
                <a:moveTo>
                  <a:pt x="1678305" y="3316605"/>
                </a:moveTo>
                <a:lnTo>
                  <a:pt x="1701165" y="3339465"/>
                </a:lnTo>
                <a:lnTo>
                  <a:pt x="1678305" y="3362325"/>
                </a:lnTo>
                <a:lnTo>
                  <a:pt x="1655445" y="3339465"/>
                </a:lnTo>
                <a:close/>
                <a:moveTo>
                  <a:pt x="1287780" y="45720"/>
                </a:moveTo>
                <a:lnTo>
                  <a:pt x="1295400" y="53340"/>
                </a:lnTo>
                <a:lnTo>
                  <a:pt x="1287780" y="60960"/>
                </a:lnTo>
                <a:lnTo>
                  <a:pt x="1280160" y="53340"/>
                </a:lnTo>
                <a:close/>
                <a:moveTo>
                  <a:pt x="4097655" y="2275523"/>
                </a:moveTo>
                <a:lnTo>
                  <a:pt x="4104323" y="2282190"/>
                </a:lnTo>
                <a:lnTo>
                  <a:pt x="4097655" y="2288858"/>
                </a:lnTo>
                <a:lnTo>
                  <a:pt x="4090987" y="2282190"/>
                </a:lnTo>
                <a:close/>
                <a:moveTo>
                  <a:pt x="725805" y="1757363"/>
                </a:moveTo>
                <a:lnTo>
                  <a:pt x="736282" y="1767840"/>
                </a:lnTo>
                <a:lnTo>
                  <a:pt x="725805" y="1778317"/>
                </a:lnTo>
                <a:lnTo>
                  <a:pt x="715328" y="1767840"/>
                </a:lnTo>
                <a:close/>
                <a:moveTo>
                  <a:pt x="982980" y="2625090"/>
                </a:moveTo>
                <a:lnTo>
                  <a:pt x="992505" y="2634615"/>
                </a:lnTo>
                <a:lnTo>
                  <a:pt x="982980" y="2644140"/>
                </a:lnTo>
                <a:lnTo>
                  <a:pt x="973455" y="2634615"/>
                </a:lnTo>
                <a:close/>
                <a:moveTo>
                  <a:pt x="4069080" y="1463992"/>
                </a:moveTo>
                <a:lnTo>
                  <a:pt x="4087178" y="1482090"/>
                </a:lnTo>
                <a:lnTo>
                  <a:pt x="4069080" y="1500188"/>
                </a:lnTo>
                <a:lnTo>
                  <a:pt x="4050982" y="1482090"/>
                </a:lnTo>
                <a:close/>
                <a:moveTo>
                  <a:pt x="3021330" y="3025140"/>
                </a:moveTo>
                <a:lnTo>
                  <a:pt x="3030855" y="3034665"/>
                </a:lnTo>
                <a:lnTo>
                  <a:pt x="3021330" y="3044190"/>
                </a:lnTo>
                <a:lnTo>
                  <a:pt x="3011805" y="3034665"/>
                </a:lnTo>
                <a:close/>
                <a:moveTo>
                  <a:pt x="2897505" y="3425190"/>
                </a:moveTo>
                <a:lnTo>
                  <a:pt x="2916555" y="3444240"/>
                </a:lnTo>
                <a:lnTo>
                  <a:pt x="2897505" y="3463290"/>
                </a:lnTo>
                <a:lnTo>
                  <a:pt x="2878455" y="3444240"/>
                </a:lnTo>
                <a:close/>
                <a:moveTo>
                  <a:pt x="3602355" y="1161098"/>
                </a:moveTo>
                <a:lnTo>
                  <a:pt x="3618548" y="1177290"/>
                </a:lnTo>
                <a:lnTo>
                  <a:pt x="3602355" y="1193483"/>
                </a:lnTo>
                <a:lnTo>
                  <a:pt x="3586163" y="1177290"/>
                </a:lnTo>
                <a:close/>
                <a:moveTo>
                  <a:pt x="3678555" y="2375535"/>
                </a:moveTo>
                <a:lnTo>
                  <a:pt x="3689985" y="2386965"/>
                </a:lnTo>
                <a:lnTo>
                  <a:pt x="3678555" y="2398395"/>
                </a:lnTo>
                <a:lnTo>
                  <a:pt x="3667125" y="2386965"/>
                </a:lnTo>
                <a:close/>
                <a:moveTo>
                  <a:pt x="3907155" y="2581275"/>
                </a:moveTo>
                <a:lnTo>
                  <a:pt x="3922395" y="2596515"/>
                </a:lnTo>
                <a:lnTo>
                  <a:pt x="3907155" y="2611755"/>
                </a:lnTo>
                <a:lnTo>
                  <a:pt x="3891915" y="2596515"/>
                </a:lnTo>
                <a:close/>
                <a:moveTo>
                  <a:pt x="3383280" y="1713547"/>
                </a:moveTo>
                <a:lnTo>
                  <a:pt x="3399473" y="1729740"/>
                </a:lnTo>
                <a:lnTo>
                  <a:pt x="3383280" y="1745933"/>
                </a:lnTo>
                <a:lnTo>
                  <a:pt x="3367088" y="1729740"/>
                </a:lnTo>
                <a:close/>
                <a:moveTo>
                  <a:pt x="3307080" y="881063"/>
                </a:moveTo>
                <a:lnTo>
                  <a:pt x="3317557" y="891540"/>
                </a:lnTo>
                <a:lnTo>
                  <a:pt x="3307080" y="902017"/>
                </a:lnTo>
                <a:lnTo>
                  <a:pt x="3296603" y="891540"/>
                </a:lnTo>
                <a:close/>
                <a:moveTo>
                  <a:pt x="20955" y="2127885"/>
                </a:moveTo>
                <a:lnTo>
                  <a:pt x="41910" y="2148840"/>
                </a:lnTo>
                <a:lnTo>
                  <a:pt x="20955" y="2169795"/>
                </a:lnTo>
                <a:lnTo>
                  <a:pt x="0" y="2148840"/>
                </a:lnTo>
                <a:close/>
                <a:moveTo>
                  <a:pt x="3602355" y="3387090"/>
                </a:moveTo>
                <a:lnTo>
                  <a:pt x="3621405" y="3406140"/>
                </a:lnTo>
                <a:lnTo>
                  <a:pt x="3602355" y="3425190"/>
                </a:lnTo>
                <a:lnTo>
                  <a:pt x="3583305" y="3406140"/>
                </a:lnTo>
                <a:close/>
                <a:moveTo>
                  <a:pt x="4097655" y="1178242"/>
                </a:moveTo>
                <a:lnTo>
                  <a:pt x="4115753" y="1196340"/>
                </a:lnTo>
                <a:lnTo>
                  <a:pt x="4097655" y="1214438"/>
                </a:lnTo>
                <a:lnTo>
                  <a:pt x="4079557" y="1196340"/>
                </a:lnTo>
                <a:close/>
                <a:moveTo>
                  <a:pt x="716280" y="555308"/>
                </a:moveTo>
                <a:lnTo>
                  <a:pt x="728663" y="567690"/>
                </a:lnTo>
                <a:lnTo>
                  <a:pt x="716280" y="580072"/>
                </a:lnTo>
                <a:lnTo>
                  <a:pt x="703898" y="567690"/>
                </a:lnTo>
                <a:close/>
                <a:moveTo>
                  <a:pt x="2868930" y="372427"/>
                </a:moveTo>
                <a:lnTo>
                  <a:pt x="2883218" y="386715"/>
                </a:lnTo>
                <a:lnTo>
                  <a:pt x="2868930" y="401002"/>
                </a:lnTo>
                <a:lnTo>
                  <a:pt x="2854643" y="386715"/>
                </a:lnTo>
                <a:close/>
                <a:moveTo>
                  <a:pt x="2430780" y="3144203"/>
                </a:moveTo>
                <a:lnTo>
                  <a:pt x="2445068" y="3158490"/>
                </a:lnTo>
                <a:lnTo>
                  <a:pt x="2430780" y="3172778"/>
                </a:lnTo>
                <a:lnTo>
                  <a:pt x="2416493" y="3158490"/>
                </a:lnTo>
                <a:close/>
                <a:moveTo>
                  <a:pt x="735330" y="1612583"/>
                </a:moveTo>
                <a:lnTo>
                  <a:pt x="747713" y="1624965"/>
                </a:lnTo>
                <a:lnTo>
                  <a:pt x="735330" y="1637347"/>
                </a:lnTo>
                <a:lnTo>
                  <a:pt x="722948" y="1624965"/>
                </a:lnTo>
                <a:close/>
                <a:moveTo>
                  <a:pt x="3630930" y="581025"/>
                </a:moveTo>
                <a:lnTo>
                  <a:pt x="3646170" y="596265"/>
                </a:lnTo>
                <a:lnTo>
                  <a:pt x="3630930" y="611505"/>
                </a:lnTo>
                <a:lnTo>
                  <a:pt x="3615690" y="596265"/>
                </a:lnTo>
                <a:close/>
                <a:moveTo>
                  <a:pt x="278130" y="2674620"/>
                </a:moveTo>
                <a:lnTo>
                  <a:pt x="295275" y="2691765"/>
                </a:lnTo>
                <a:lnTo>
                  <a:pt x="278130" y="2708910"/>
                </a:lnTo>
                <a:lnTo>
                  <a:pt x="260985" y="2691765"/>
                </a:lnTo>
                <a:close/>
                <a:moveTo>
                  <a:pt x="1573530" y="1443038"/>
                </a:moveTo>
                <a:lnTo>
                  <a:pt x="1584007" y="1453515"/>
                </a:lnTo>
                <a:lnTo>
                  <a:pt x="1573530" y="1463992"/>
                </a:lnTo>
                <a:lnTo>
                  <a:pt x="1563053" y="1453515"/>
                </a:lnTo>
                <a:close/>
                <a:moveTo>
                  <a:pt x="1697355" y="1793558"/>
                </a:moveTo>
                <a:lnTo>
                  <a:pt x="1719263" y="1815465"/>
                </a:lnTo>
                <a:lnTo>
                  <a:pt x="1697355" y="1837373"/>
                </a:lnTo>
                <a:lnTo>
                  <a:pt x="1675448" y="1815465"/>
                </a:lnTo>
                <a:close/>
                <a:moveTo>
                  <a:pt x="1259205" y="2730818"/>
                </a:moveTo>
                <a:lnTo>
                  <a:pt x="1267778" y="2739390"/>
                </a:lnTo>
                <a:lnTo>
                  <a:pt x="1259205" y="2747963"/>
                </a:lnTo>
                <a:lnTo>
                  <a:pt x="1250632" y="2739390"/>
                </a:lnTo>
                <a:close/>
                <a:moveTo>
                  <a:pt x="1954530" y="2917507"/>
                </a:moveTo>
                <a:lnTo>
                  <a:pt x="1976438" y="2939415"/>
                </a:lnTo>
                <a:lnTo>
                  <a:pt x="1954530" y="2961323"/>
                </a:lnTo>
                <a:lnTo>
                  <a:pt x="1932623" y="2939415"/>
                </a:lnTo>
                <a:close/>
                <a:moveTo>
                  <a:pt x="2545080" y="2255520"/>
                </a:moveTo>
                <a:lnTo>
                  <a:pt x="2552700" y="2263140"/>
                </a:lnTo>
                <a:lnTo>
                  <a:pt x="2545080" y="2270760"/>
                </a:lnTo>
                <a:lnTo>
                  <a:pt x="2537460" y="2263140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858500" y="-542925"/>
            <a:ext cx="4010025" cy="3667125"/>
          </a:xfrm>
          <a:custGeom>
            <a:avLst/>
            <a:gdLst/>
            <a:ahLst/>
            <a:cxnLst/>
            <a:rect l="l" t="t" r="r" b="b"/>
            <a:pathLst>
              <a:path w="4010025" h="3667125">
                <a:moveTo>
                  <a:pt x="1419225" y="95250"/>
                </a:moveTo>
                <a:quadBezTo>
                  <a:pt x="1543050" y="28575"/>
                  <a:pt x="1676400" y="0"/>
                </a:quadBezTo>
                <a:moveTo>
                  <a:pt x="1838325" y="57150"/>
                </a:moveTo>
                <a:quadBezTo>
                  <a:pt x="1885950" y="38100"/>
                  <a:pt x="1943100" y="57150"/>
                </a:quadBezTo>
                <a:moveTo>
                  <a:pt x="28575" y="2000250"/>
                </a:moveTo>
                <a:quadBezTo>
                  <a:pt x="19050" y="1905000"/>
                  <a:pt x="0" y="1847850"/>
                </a:quadBezTo>
                <a:moveTo>
                  <a:pt x="266700" y="2524125"/>
                </a:moveTo>
                <a:quadBezTo>
                  <a:pt x="228600" y="2362200"/>
                  <a:pt x="200025" y="2247900"/>
                </a:quadBezTo>
                <a:moveTo>
                  <a:pt x="3324225" y="838200"/>
                </a:moveTo>
                <a:quadBezTo>
                  <a:pt x="3400425" y="942975"/>
                  <a:pt x="3467100" y="1085850"/>
                </a:quadBezTo>
                <a:moveTo>
                  <a:pt x="3457575" y="2609850"/>
                </a:moveTo>
                <a:quadBezTo>
                  <a:pt x="3438525" y="2638425"/>
                  <a:pt x="3429000" y="2714625"/>
                </a:quadBezTo>
                <a:moveTo>
                  <a:pt x="3895725" y="561975"/>
                </a:moveTo>
                <a:quadBezTo>
                  <a:pt x="3952875" y="666750"/>
                  <a:pt x="4010025" y="809625"/>
                </a:quadBezTo>
                <a:moveTo>
                  <a:pt x="1428750" y="3667125"/>
                </a:moveTo>
                <a:quadBezTo>
                  <a:pt x="1295400" y="3609975"/>
                  <a:pt x="1162050" y="3581400"/>
                </a:quadBezTo>
                <a:moveTo>
                  <a:pt x="3590925" y="2752725"/>
                </a:moveTo>
                <a:quadBezTo>
                  <a:pt x="3543300" y="2847975"/>
                  <a:pt x="3495675" y="2981325"/>
                </a:quadBezTo>
                <a:moveTo>
                  <a:pt x="1266825" y="371475"/>
                </a:moveTo>
                <a:quadBezTo>
                  <a:pt x="1333500" y="333375"/>
                  <a:pt x="1400175" y="333375"/>
                </a:quadBezTo>
                <a:moveTo>
                  <a:pt x="3505200" y="2524125"/>
                </a:moveTo>
                <a:quadBezTo>
                  <a:pt x="3495675" y="2552700"/>
                  <a:pt x="3476625" y="2619375"/>
                </a:quadBezTo>
                <a:moveTo>
                  <a:pt x="3228975" y="2914650"/>
                </a:moveTo>
                <a:quadBezTo>
                  <a:pt x="3181350" y="2924175"/>
                  <a:pt x="3133725" y="2981325"/>
                </a:quadBezTo>
                <a:moveTo>
                  <a:pt x="981075" y="781050"/>
                </a:moveTo>
                <a:quadBezTo>
                  <a:pt x="1057275" y="676275"/>
                  <a:pt x="1143000" y="600075"/>
                </a:quadBezTo>
                <a:moveTo>
                  <a:pt x="3248025" y="2990850"/>
                </a:moveTo>
                <a:quadBezTo>
                  <a:pt x="3190875" y="3057525"/>
                  <a:pt x="3133725" y="316230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077700" y="542925"/>
            <a:ext cx="2667000" cy="2114550"/>
          </a:xfrm>
          <a:custGeom>
            <a:avLst/>
            <a:gdLst/>
            <a:ahLst/>
            <a:cxnLst/>
            <a:rect l="l" t="t" r="r" b="b"/>
            <a:pathLst>
              <a:path w="2667000" h="2114550">
                <a:moveTo>
                  <a:pt x="2428875" y="0"/>
                </a:moveTo>
                <a:lnTo>
                  <a:pt x="2667000" y="457200"/>
                </a:lnTo>
                <a:moveTo>
                  <a:pt x="2400300" y="9525"/>
                </a:moveTo>
                <a:lnTo>
                  <a:pt x="2657475" y="514350"/>
                </a:lnTo>
                <a:moveTo>
                  <a:pt x="2371725" y="19050"/>
                </a:moveTo>
                <a:lnTo>
                  <a:pt x="2552700" y="361950"/>
                </a:lnTo>
                <a:moveTo>
                  <a:pt x="2343150" y="38100"/>
                </a:moveTo>
                <a:lnTo>
                  <a:pt x="2628900" y="600075"/>
                </a:lnTo>
                <a:moveTo>
                  <a:pt x="0" y="1971675"/>
                </a:moveTo>
                <a:lnTo>
                  <a:pt x="476250" y="2000250"/>
                </a:lnTo>
                <a:moveTo>
                  <a:pt x="0" y="2000250"/>
                </a:moveTo>
                <a:lnTo>
                  <a:pt x="361950" y="2028825"/>
                </a:lnTo>
                <a:moveTo>
                  <a:pt x="0" y="2038350"/>
                </a:moveTo>
                <a:lnTo>
                  <a:pt x="438150" y="2066925"/>
                </a:lnTo>
                <a:moveTo>
                  <a:pt x="0" y="2076450"/>
                </a:moveTo>
                <a:lnTo>
                  <a:pt x="533400" y="21145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372850" y="1828800"/>
            <a:ext cx="3076575" cy="4686300"/>
          </a:xfrm>
          <a:custGeom>
            <a:avLst/>
            <a:gdLst/>
            <a:ahLst/>
            <a:cxnLst/>
            <a:rect l="l" t="t" r="r" b="b"/>
            <a:pathLst>
              <a:path w="3076575" h="4686300">
                <a:moveTo>
                  <a:pt x="1266825" y="4638675"/>
                </a:moveTo>
                <a:lnTo>
                  <a:pt x="1228725" y="4686300"/>
                </a:lnTo>
                <a:lnTo>
                  <a:pt x="1228725" y="4600575"/>
                </a:lnTo>
                <a:lnTo>
                  <a:pt x="1162050" y="4562475"/>
                </a:lnTo>
                <a:lnTo>
                  <a:pt x="1133475" y="4533900"/>
                </a:lnTo>
                <a:lnTo>
                  <a:pt x="1114425" y="4514850"/>
                </a:lnTo>
                <a:lnTo>
                  <a:pt x="1057275" y="4410075"/>
                </a:lnTo>
                <a:lnTo>
                  <a:pt x="1028700" y="4381500"/>
                </a:lnTo>
                <a:lnTo>
                  <a:pt x="971550" y="4362450"/>
                </a:lnTo>
                <a:lnTo>
                  <a:pt x="981075" y="4333875"/>
                </a:lnTo>
                <a:lnTo>
                  <a:pt x="895350" y="4343400"/>
                </a:lnTo>
                <a:lnTo>
                  <a:pt x="847725" y="4276725"/>
                </a:lnTo>
                <a:lnTo>
                  <a:pt x="819150" y="4210050"/>
                </a:lnTo>
                <a:lnTo>
                  <a:pt x="781050" y="4133850"/>
                </a:lnTo>
                <a:lnTo>
                  <a:pt x="723900" y="4114800"/>
                </a:lnTo>
                <a:lnTo>
                  <a:pt x="628650" y="4057650"/>
                </a:lnTo>
                <a:lnTo>
                  <a:pt x="552450" y="3962400"/>
                </a:lnTo>
                <a:lnTo>
                  <a:pt x="504825" y="3971925"/>
                </a:lnTo>
                <a:lnTo>
                  <a:pt x="495300" y="3867150"/>
                </a:lnTo>
                <a:lnTo>
                  <a:pt x="514350" y="3838575"/>
                </a:lnTo>
                <a:lnTo>
                  <a:pt x="409575" y="3771900"/>
                </a:lnTo>
                <a:lnTo>
                  <a:pt x="390525" y="3686175"/>
                </a:lnTo>
                <a:lnTo>
                  <a:pt x="342900" y="3638550"/>
                </a:lnTo>
                <a:lnTo>
                  <a:pt x="304800" y="3609975"/>
                </a:lnTo>
                <a:lnTo>
                  <a:pt x="276225" y="3600450"/>
                </a:lnTo>
                <a:lnTo>
                  <a:pt x="228600" y="3562350"/>
                </a:lnTo>
                <a:lnTo>
                  <a:pt x="200025" y="3505200"/>
                </a:lnTo>
                <a:lnTo>
                  <a:pt x="180975" y="3495675"/>
                </a:lnTo>
                <a:lnTo>
                  <a:pt x="180975" y="3476625"/>
                </a:lnTo>
                <a:lnTo>
                  <a:pt x="133350" y="3429000"/>
                </a:lnTo>
                <a:lnTo>
                  <a:pt x="95250" y="3409950"/>
                </a:lnTo>
                <a:lnTo>
                  <a:pt x="38100" y="3333750"/>
                </a:lnTo>
                <a:lnTo>
                  <a:pt x="28575" y="3295650"/>
                </a:lnTo>
                <a:lnTo>
                  <a:pt x="0" y="3257550"/>
                </a:lnTo>
                <a:lnTo>
                  <a:pt x="28575" y="3219450"/>
                </a:lnTo>
                <a:lnTo>
                  <a:pt x="9525" y="3143250"/>
                </a:lnTo>
                <a:lnTo>
                  <a:pt x="28575" y="3114675"/>
                </a:lnTo>
                <a:lnTo>
                  <a:pt x="47625" y="3114675"/>
                </a:lnTo>
                <a:lnTo>
                  <a:pt x="38100" y="3009900"/>
                </a:lnTo>
                <a:lnTo>
                  <a:pt x="104775" y="2981325"/>
                </a:lnTo>
                <a:lnTo>
                  <a:pt x="76200" y="2886075"/>
                </a:lnTo>
                <a:lnTo>
                  <a:pt x="114300" y="2857500"/>
                </a:lnTo>
                <a:lnTo>
                  <a:pt x="104775" y="2838450"/>
                </a:lnTo>
                <a:lnTo>
                  <a:pt x="114300" y="2781300"/>
                </a:lnTo>
                <a:lnTo>
                  <a:pt x="85725" y="2733675"/>
                </a:lnTo>
                <a:lnTo>
                  <a:pt x="104775" y="2695575"/>
                </a:lnTo>
                <a:lnTo>
                  <a:pt x="123825" y="2647950"/>
                </a:lnTo>
                <a:lnTo>
                  <a:pt x="104775" y="2609850"/>
                </a:lnTo>
                <a:lnTo>
                  <a:pt x="142875" y="2533650"/>
                </a:lnTo>
                <a:lnTo>
                  <a:pt x="161925" y="2486025"/>
                </a:lnTo>
                <a:lnTo>
                  <a:pt x="161925" y="2428875"/>
                </a:lnTo>
                <a:lnTo>
                  <a:pt x="161925" y="2428875"/>
                </a:lnTo>
                <a:lnTo>
                  <a:pt x="114300" y="2390775"/>
                </a:lnTo>
                <a:lnTo>
                  <a:pt x="161925" y="2305050"/>
                </a:lnTo>
                <a:lnTo>
                  <a:pt x="133350" y="2314575"/>
                </a:lnTo>
                <a:lnTo>
                  <a:pt x="180975" y="2228850"/>
                </a:lnTo>
                <a:lnTo>
                  <a:pt x="133350" y="2190750"/>
                </a:lnTo>
                <a:lnTo>
                  <a:pt x="142875" y="2124075"/>
                </a:lnTo>
                <a:lnTo>
                  <a:pt x="161925" y="2076450"/>
                </a:lnTo>
                <a:lnTo>
                  <a:pt x="190500" y="2076450"/>
                </a:lnTo>
                <a:lnTo>
                  <a:pt x="190500" y="2028825"/>
                </a:lnTo>
                <a:lnTo>
                  <a:pt x="219075" y="1990725"/>
                </a:lnTo>
                <a:lnTo>
                  <a:pt x="209550" y="1895475"/>
                </a:lnTo>
                <a:lnTo>
                  <a:pt x="190500" y="1876425"/>
                </a:lnTo>
                <a:lnTo>
                  <a:pt x="228600" y="1828800"/>
                </a:lnTo>
                <a:lnTo>
                  <a:pt x="247650" y="1857375"/>
                </a:lnTo>
                <a:lnTo>
                  <a:pt x="371475" y="1857375"/>
                </a:lnTo>
                <a:lnTo>
                  <a:pt x="409575" y="1876425"/>
                </a:lnTo>
                <a:lnTo>
                  <a:pt x="476250" y="1819275"/>
                </a:lnTo>
                <a:lnTo>
                  <a:pt x="419100" y="1800225"/>
                </a:lnTo>
                <a:lnTo>
                  <a:pt x="466725" y="1676400"/>
                </a:lnTo>
                <a:lnTo>
                  <a:pt x="447675" y="1609725"/>
                </a:lnTo>
                <a:lnTo>
                  <a:pt x="390525" y="1562100"/>
                </a:lnTo>
                <a:lnTo>
                  <a:pt x="400050" y="1466850"/>
                </a:lnTo>
                <a:lnTo>
                  <a:pt x="428625" y="1419225"/>
                </a:lnTo>
                <a:lnTo>
                  <a:pt x="438150" y="1352550"/>
                </a:lnTo>
                <a:lnTo>
                  <a:pt x="504825" y="1266825"/>
                </a:lnTo>
                <a:lnTo>
                  <a:pt x="476250" y="1190625"/>
                </a:lnTo>
                <a:lnTo>
                  <a:pt x="457200" y="1133475"/>
                </a:lnTo>
                <a:lnTo>
                  <a:pt x="466725" y="1095375"/>
                </a:lnTo>
                <a:lnTo>
                  <a:pt x="428625" y="1095375"/>
                </a:lnTo>
                <a:lnTo>
                  <a:pt x="390525" y="1076325"/>
                </a:lnTo>
                <a:lnTo>
                  <a:pt x="419100" y="1009650"/>
                </a:lnTo>
                <a:lnTo>
                  <a:pt x="476250" y="962025"/>
                </a:lnTo>
                <a:lnTo>
                  <a:pt x="523875" y="914400"/>
                </a:lnTo>
                <a:lnTo>
                  <a:pt x="542925" y="857250"/>
                </a:lnTo>
                <a:lnTo>
                  <a:pt x="571500" y="904875"/>
                </a:lnTo>
                <a:lnTo>
                  <a:pt x="523875" y="828675"/>
                </a:lnTo>
                <a:lnTo>
                  <a:pt x="504825" y="781050"/>
                </a:lnTo>
                <a:lnTo>
                  <a:pt x="533400" y="714375"/>
                </a:lnTo>
                <a:lnTo>
                  <a:pt x="542925" y="676275"/>
                </a:lnTo>
                <a:lnTo>
                  <a:pt x="581025" y="619125"/>
                </a:lnTo>
                <a:lnTo>
                  <a:pt x="581025" y="561975"/>
                </a:lnTo>
                <a:lnTo>
                  <a:pt x="542925" y="533400"/>
                </a:lnTo>
                <a:lnTo>
                  <a:pt x="542925" y="447675"/>
                </a:lnTo>
                <a:lnTo>
                  <a:pt x="533400" y="390525"/>
                </a:lnTo>
                <a:lnTo>
                  <a:pt x="504825" y="400050"/>
                </a:lnTo>
                <a:lnTo>
                  <a:pt x="495300" y="323850"/>
                </a:lnTo>
                <a:lnTo>
                  <a:pt x="523875" y="333375"/>
                </a:lnTo>
                <a:lnTo>
                  <a:pt x="628650" y="257175"/>
                </a:lnTo>
                <a:lnTo>
                  <a:pt x="742950" y="238125"/>
                </a:lnTo>
                <a:lnTo>
                  <a:pt x="781050" y="180975"/>
                </a:lnTo>
                <a:lnTo>
                  <a:pt x="847725" y="200025"/>
                </a:lnTo>
                <a:lnTo>
                  <a:pt x="885825" y="209550"/>
                </a:lnTo>
                <a:lnTo>
                  <a:pt x="923925" y="238125"/>
                </a:lnTo>
                <a:lnTo>
                  <a:pt x="971550" y="200025"/>
                </a:lnTo>
                <a:lnTo>
                  <a:pt x="990600" y="190500"/>
                </a:lnTo>
                <a:lnTo>
                  <a:pt x="990600" y="219075"/>
                </a:lnTo>
                <a:lnTo>
                  <a:pt x="1076325" y="238125"/>
                </a:lnTo>
                <a:lnTo>
                  <a:pt x="1095375" y="228600"/>
                </a:lnTo>
                <a:lnTo>
                  <a:pt x="1123950" y="238125"/>
                </a:lnTo>
                <a:lnTo>
                  <a:pt x="1095375" y="209550"/>
                </a:lnTo>
                <a:lnTo>
                  <a:pt x="1123950" y="228600"/>
                </a:lnTo>
                <a:lnTo>
                  <a:pt x="1114425" y="228600"/>
                </a:lnTo>
                <a:lnTo>
                  <a:pt x="1247775" y="114300"/>
                </a:lnTo>
                <a:lnTo>
                  <a:pt x="1343025" y="123825"/>
                </a:lnTo>
                <a:lnTo>
                  <a:pt x="1304925" y="133350"/>
                </a:lnTo>
                <a:lnTo>
                  <a:pt x="1390650" y="85725"/>
                </a:lnTo>
                <a:lnTo>
                  <a:pt x="1438275" y="123825"/>
                </a:lnTo>
                <a:lnTo>
                  <a:pt x="1419225" y="57150"/>
                </a:lnTo>
                <a:lnTo>
                  <a:pt x="1466850" y="76200"/>
                </a:lnTo>
                <a:lnTo>
                  <a:pt x="1533525" y="85725"/>
                </a:lnTo>
                <a:lnTo>
                  <a:pt x="1600200" y="95250"/>
                </a:lnTo>
                <a:lnTo>
                  <a:pt x="1628775" y="38100"/>
                </a:lnTo>
                <a:lnTo>
                  <a:pt x="1695450" y="19050"/>
                </a:lnTo>
                <a:lnTo>
                  <a:pt x="1752600" y="57150"/>
                </a:lnTo>
                <a:lnTo>
                  <a:pt x="1771650" y="28575"/>
                </a:lnTo>
                <a:lnTo>
                  <a:pt x="1819275" y="28575"/>
                </a:lnTo>
                <a:lnTo>
                  <a:pt x="1866900" y="0"/>
                </a:lnTo>
                <a:lnTo>
                  <a:pt x="1895475" y="9525"/>
                </a:lnTo>
                <a:lnTo>
                  <a:pt x="1952625" y="57150"/>
                </a:lnTo>
                <a:lnTo>
                  <a:pt x="1990725" y="47625"/>
                </a:lnTo>
                <a:lnTo>
                  <a:pt x="1952625" y="57150"/>
                </a:lnTo>
                <a:lnTo>
                  <a:pt x="2019300" y="95250"/>
                </a:lnTo>
                <a:lnTo>
                  <a:pt x="2047875" y="76200"/>
                </a:lnTo>
                <a:lnTo>
                  <a:pt x="2057400" y="123825"/>
                </a:lnTo>
                <a:lnTo>
                  <a:pt x="2133600" y="114300"/>
                </a:lnTo>
                <a:lnTo>
                  <a:pt x="2152650" y="152400"/>
                </a:lnTo>
                <a:lnTo>
                  <a:pt x="2171700" y="152400"/>
                </a:lnTo>
                <a:lnTo>
                  <a:pt x="2190750" y="200025"/>
                </a:lnTo>
                <a:lnTo>
                  <a:pt x="2190750" y="219075"/>
                </a:lnTo>
                <a:lnTo>
                  <a:pt x="2286000" y="247650"/>
                </a:lnTo>
                <a:lnTo>
                  <a:pt x="2295525" y="238125"/>
                </a:lnTo>
                <a:lnTo>
                  <a:pt x="2333625" y="266700"/>
                </a:lnTo>
                <a:lnTo>
                  <a:pt x="2400300" y="304800"/>
                </a:lnTo>
                <a:lnTo>
                  <a:pt x="2419350" y="333375"/>
                </a:lnTo>
                <a:lnTo>
                  <a:pt x="2438400" y="342900"/>
                </a:lnTo>
                <a:lnTo>
                  <a:pt x="2428875" y="371475"/>
                </a:lnTo>
                <a:lnTo>
                  <a:pt x="2476500" y="361950"/>
                </a:lnTo>
                <a:lnTo>
                  <a:pt x="2476500" y="390525"/>
                </a:lnTo>
                <a:lnTo>
                  <a:pt x="2543175" y="457200"/>
                </a:lnTo>
                <a:lnTo>
                  <a:pt x="2609850" y="428625"/>
                </a:lnTo>
                <a:lnTo>
                  <a:pt x="2628900" y="504825"/>
                </a:lnTo>
                <a:lnTo>
                  <a:pt x="2638425" y="495300"/>
                </a:lnTo>
                <a:lnTo>
                  <a:pt x="2657475" y="542925"/>
                </a:lnTo>
                <a:lnTo>
                  <a:pt x="2676525" y="561975"/>
                </a:lnTo>
                <a:lnTo>
                  <a:pt x="2743200" y="533400"/>
                </a:lnTo>
                <a:lnTo>
                  <a:pt x="2714625" y="600075"/>
                </a:lnTo>
                <a:lnTo>
                  <a:pt x="2743200" y="581025"/>
                </a:lnTo>
                <a:lnTo>
                  <a:pt x="2809875" y="619125"/>
                </a:lnTo>
                <a:lnTo>
                  <a:pt x="2857500" y="628650"/>
                </a:lnTo>
                <a:lnTo>
                  <a:pt x="2886075" y="704850"/>
                </a:lnTo>
                <a:lnTo>
                  <a:pt x="2905125" y="666750"/>
                </a:lnTo>
                <a:lnTo>
                  <a:pt x="2886075" y="857250"/>
                </a:lnTo>
                <a:lnTo>
                  <a:pt x="2886075" y="885825"/>
                </a:lnTo>
                <a:lnTo>
                  <a:pt x="2847975" y="923925"/>
                </a:lnTo>
                <a:lnTo>
                  <a:pt x="2914650" y="1066800"/>
                </a:lnTo>
                <a:lnTo>
                  <a:pt x="2952750" y="1047750"/>
                </a:lnTo>
                <a:lnTo>
                  <a:pt x="2943225" y="1085850"/>
                </a:lnTo>
                <a:lnTo>
                  <a:pt x="2990850" y="1133475"/>
                </a:lnTo>
                <a:lnTo>
                  <a:pt x="3076575" y="1181100"/>
                </a:lnTo>
                <a:lnTo>
                  <a:pt x="3009900" y="1200150"/>
                </a:lnTo>
                <a:lnTo>
                  <a:pt x="2971800" y="1276350"/>
                </a:lnTo>
                <a:lnTo>
                  <a:pt x="3009900" y="1276350"/>
                </a:lnTo>
                <a:lnTo>
                  <a:pt x="3000375" y="1371600"/>
                </a:lnTo>
                <a:lnTo>
                  <a:pt x="2990850" y="1447800"/>
                </a:lnTo>
                <a:lnTo>
                  <a:pt x="3000375" y="1504950"/>
                </a:lnTo>
                <a:lnTo>
                  <a:pt x="2933700" y="1543050"/>
                </a:lnTo>
                <a:lnTo>
                  <a:pt x="2886075" y="1657350"/>
                </a:lnTo>
                <a:lnTo>
                  <a:pt x="2952750" y="1724025"/>
                </a:lnTo>
                <a:lnTo>
                  <a:pt x="2867025" y="1809750"/>
                </a:lnTo>
                <a:lnTo>
                  <a:pt x="2857500" y="1866900"/>
                </a:lnTo>
                <a:lnTo>
                  <a:pt x="2876550" y="1943100"/>
                </a:lnTo>
                <a:lnTo>
                  <a:pt x="2876550" y="2019300"/>
                </a:lnTo>
                <a:lnTo>
                  <a:pt x="2847975" y="2076450"/>
                </a:lnTo>
                <a:lnTo>
                  <a:pt x="2800350" y="2152650"/>
                </a:lnTo>
                <a:lnTo>
                  <a:pt x="2809875" y="2228850"/>
                </a:lnTo>
                <a:lnTo>
                  <a:pt x="2771775" y="2324100"/>
                </a:lnTo>
                <a:lnTo>
                  <a:pt x="2781300" y="2400300"/>
                </a:lnTo>
                <a:lnTo>
                  <a:pt x="2781300" y="2466975"/>
                </a:lnTo>
                <a:lnTo>
                  <a:pt x="2733675" y="2524125"/>
                </a:lnTo>
                <a:lnTo>
                  <a:pt x="2743200" y="2619375"/>
                </a:lnTo>
                <a:lnTo>
                  <a:pt x="2733675" y="2647950"/>
                </a:lnTo>
                <a:lnTo>
                  <a:pt x="2762250" y="2657475"/>
                </a:lnTo>
                <a:lnTo>
                  <a:pt x="2638425" y="2828925"/>
                </a:lnTo>
                <a:lnTo>
                  <a:pt x="2609850" y="2800350"/>
                </a:lnTo>
                <a:lnTo>
                  <a:pt x="2495550" y="2952750"/>
                </a:lnTo>
                <a:lnTo>
                  <a:pt x="2590800" y="2876550"/>
                </a:lnTo>
                <a:lnTo>
                  <a:pt x="2562225" y="2971800"/>
                </a:lnTo>
                <a:lnTo>
                  <a:pt x="2505075" y="2914650"/>
                </a:lnTo>
                <a:lnTo>
                  <a:pt x="2628900" y="2867025"/>
                </a:lnTo>
                <a:lnTo>
                  <a:pt x="2505075" y="3000375"/>
                </a:lnTo>
                <a:lnTo>
                  <a:pt x="2524125" y="2990850"/>
                </a:lnTo>
                <a:lnTo>
                  <a:pt x="2514600" y="3019425"/>
                </a:lnTo>
                <a:lnTo>
                  <a:pt x="2581275" y="3019425"/>
                </a:lnTo>
                <a:lnTo>
                  <a:pt x="2581275" y="3028950"/>
                </a:lnTo>
                <a:lnTo>
                  <a:pt x="2581275" y="3124200"/>
                </a:lnTo>
                <a:lnTo>
                  <a:pt x="2562225" y="3105150"/>
                </a:lnTo>
                <a:lnTo>
                  <a:pt x="2581275" y="3124200"/>
                </a:lnTo>
                <a:lnTo>
                  <a:pt x="2447925" y="3200400"/>
                </a:lnTo>
                <a:lnTo>
                  <a:pt x="2438400" y="3248025"/>
                </a:lnTo>
                <a:lnTo>
                  <a:pt x="2381250" y="3248025"/>
                </a:lnTo>
                <a:lnTo>
                  <a:pt x="2428875" y="3295650"/>
                </a:lnTo>
                <a:lnTo>
                  <a:pt x="2419350" y="3257550"/>
                </a:lnTo>
                <a:lnTo>
                  <a:pt x="2390775" y="3286125"/>
                </a:lnTo>
                <a:lnTo>
                  <a:pt x="2333625" y="3305175"/>
                </a:lnTo>
                <a:lnTo>
                  <a:pt x="2286000" y="3381375"/>
                </a:lnTo>
                <a:lnTo>
                  <a:pt x="2219325" y="3429000"/>
                </a:lnTo>
                <a:lnTo>
                  <a:pt x="2190750" y="3438525"/>
                </a:lnTo>
                <a:lnTo>
                  <a:pt x="2143125" y="3476625"/>
                </a:lnTo>
                <a:lnTo>
                  <a:pt x="2114550" y="3486150"/>
                </a:lnTo>
                <a:lnTo>
                  <a:pt x="2105025" y="3533775"/>
                </a:lnTo>
                <a:lnTo>
                  <a:pt x="2085975" y="3514725"/>
                </a:lnTo>
                <a:lnTo>
                  <a:pt x="2028825" y="3543300"/>
                </a:lnTo>
                <a:lnTo>
                  <a:pt x="1971675" y="3609975"/>
                </a:lnTo>
                <a:lnTo>
                  <a:pt x="1876425" y="3552825"/>
                </a:lnTo>
                <a:lnTo>
                  <a:pt x="1752600" y="3724275"/>
                </a:lnTo>
                <a:lnTo>
                  <a:pt x="1695450" y="3819525"/>
                </a:lnTo>
                <a:lnTo>
                  <a:pt x="1666875" y="3676650"/>
                </a:lnTo>
                <a:lnTo>
                  <a:pt x="1638300" y="3657600"/>
                </a:lnTo>
                <a:lnTo>
                  <a:pt x="1619250" y="3762375"/>
                </a:lnTo>
                <a:lnTo>
                  <a:pt x="1676400" y="3829050"/>
                </a:lnTo>
                <a:lnTo>
                  <a:pt x="1647825" y="3857625"/>
                </a:lnTo>
                <a:lnTo>
                  <a:pt x="1647825" y="3914775"/>
                </a:lnTo>
                <a:lnTo>
                  <a:pt x="1581150" y="3962400"/>
                </a:lnTo>
                <a:lnTo>
                  <a:pt x="1514475" y="3981450"/>
                </a:lnTo>
                <a:lnTo>
                  <a:pt x="1485900" y="3943350"/>
                </a:lnTo>
                <a:lnTo>
                  <a:pt x="1562100" y="3924300"/>
                </a:lnTo>
                <a:lnTo>
                  <a:pt x="1466850" y="4010025"/>
                </a:lnTo>
                <a:lnTo>
                  <a:pt x="1457325" y="4057650"/>
                </a:lnTo>
                <a:lnTo>
                  <a:pt x="1457325" y="4067175"/>
                </a:lnTo>
                <a:lnTo>
                  <a:pt x="1514475" y="4019550"/>
                </a:lnTo>
                <a:lnTo>
                  <a:pt x="1552575" y="4076700"/>
                </a:lnTo>
                <a:lnTo>
                  <a:pt x="1571625" y="4200525"/>
                </a:lnTo>
                <a:lnTo>
                  <a:pt x="1533525" y="4238625"/>
                </a:lnTo>
                <a:lnTo>
                  <a:pt x="1514475" y="4286250"/>
                </a:lnTo>
                <a:lnTo>
                  <a:pt x="1457325" y="4295775"/>
                </a:lnTo>
                <a:lnTo>
                  <a:pt x="1457325" y="4391025"/>
                </a:lnTo>
                <a:lnTo>
                  <a:pt x="1438275" y="4410075"/>
                </a:lnTo>
                <a:lnTo>
                  <a:pt x="1409700" y="4400550"/>
                </a:lnTo>
                <a:lnTo>
                  <a:pt x="1371600" y="4429125"/>
                </a:lnTo>
                <a:lnTo>
                  <a:pt x="1314450" y="4495800"/>
                </a:lnTo>
                <a:lnTo>
                  <a:pt x="1352550" y="4476750"/>
                </a:lnTo>
                <a:lnTo>
                  <a:pt x="1343025" y="4524375"/>
                </a:lnTo>
                <a:lnTo>
                  <a:pt x="1304925" y="4610100"/>
                </a:lnTo>
                <a:lnTo>
                  <a:pt x="1276350" y="4600575"/>
                </a:lnTo>
                <a:close/>
              </a:path>
            </a:pathLst>
          </a:custGeom>
          <a:solidFill>
            <a:srgbClr val="E86A5E">
              <a:alpha val="17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1087100" y="1495425"/>
            <a:ext cx="3543300" cy="5457825"/>
          </a:xfrm>
          <a:custGeom>
            <a:avLst/>
            <a:gdLst/>
            <a:ahLst/>
            <a:cxnLst/>
            <a:rect l="l" t="t" r="r" b="b"/>
            <a:pathLst>
              <a:path w="3543300" h="5457825">
                <a:moveTo>
                  <a:pt x="1533525" y="5457825"/>
                </a:moveTo>
                <a:lnTo>
                  <a:pt x="1457325" y="5305425"/>
                </a:lnTo>
                <a:lnTo>
                  <a:pt x="1409700" y="5200650"/>
                </a:lnTo>
                <a:lnTo>
                  <a:pt x="1371600" y="5210175"/>
                </a:lnTo>
                <a:lnTo>
                  <a:pt x="1409700" y="5229225"/>
                </a:lnTo>
                <a:lnTo>
                  <a:pt x="1304925" y="5219700"/>
                </a:lnTo>
                <a:lnTo>
                  <a:pt x="1238250" y="5133975"/>
                </a:lnTo>
                <a:lnTo>
                  <a:pt x="1162050" y="5095875"/>
                </a:lnTo>
                <a:lnTo>
                  <a:pt x="1181100" y="5067300"/>
                </a:lnTo>
                <a:lnTo>
                  <a:pt x="1095375" y="5057775"/>
                </a:lnTo>
                <a:lnTo>
                  <a:pt x="1066800" y="4972050"/>
                </a:lnTo>
                <a:lnTo>
                  <a:pt x="1047750" y="5010150"/>
                </a:lnTo>
                <a:lnTo>
                  <a:pt x="1009650" y="4953000"/>
                </a:lnTo>
                <a:lnTo>
                  <a:pt x="952500" y="4867275"/>
                </a:lnTo>
                <a:lnTo>
                  <a:pt x="819150" y="4772025"/>
                </a:lnTo>
                <a:lnTo>
                  <a:pt x="790575" y="4695825"/>
                </a:lnTo>
                <a:lnTo>
                  <a:pt x="695325" y="4657725"/>
                </a:lnTo>
                <a:lnTo>
                  <a:pt x="752475" y="4581525"/>
                </a:lnTo>
                <a:lnTo>
                  <a:pt x="666750" y="4486275"/>
                </a:lnTo>
                <a:lnTo>
                  <a:pt x="638175" y="4467225"/>
                </a:lnTo>
                <a:lnTo>
                  <a:pt x="533400" y="4410075"/>
                </a:lnTo>
                <a:lnTo>
                  <a:pt x="561975" y="4352925"/>
                </a:lnTo>
                <a:lnTo>
                  <a:pt x="504825" y="4343400"/>
                </a:lnTo>
                <a:lnTo>
                  <a:pt x="457200" y="4267200"/>
                </a:lnTo>
                <a:lnTo>
                  <a:pt x="400050" y="4191000"/>
                </a:lnTo>
                <a:lnTo>
                  <a:pt x="304800" y="4152900"/>
                </a:lnTo>
                <a:lnTo>
                  <a:pt x="295275" y="4162425"/>
                </a:lnTo>
                <a:lnTo>
                  <a:pt x="285750" y="4095750"/>
                </a:lnTo>
                <a:lnTo>
                  <a:pt x="238125" y="4000500"/>
                </a:lnTo>
                <a:lnTo>
                  <a:pt x="180975" y="4000500"/>
                </a:lnTo>
                <a:lnTo>
                  <a:pt x="190500" y="3981450"/>
                </a:lnTo>
                <a:lnTo>
                  <a:pt x="142875" y="3905250"/>
                </a:lnTo>
                <a:lnTo>
                  <a:pt x="28575" y="3857625"/>
                </a:lnTo>
                <a:lnTo>
                  <a:pt x="0" y="3771900"/>
                </a:lnTo>
                <a:lnTo>
                  <a:pt x="76200" y="3781425"/>
                </a:lnTo>
                <a:lnTo>
                  <a:pt x="85725" y="3695700"/>
                </a:lnTo>
                <a:lnTo>
                  <a:pt x="66675" y="3667125"/>
                </a:lnTo>
                <a:lnTo>
                  <a:pt x="123825" y="3600450"/>
                </a:lnTo>
                <a:lnTo>
                  <a:pt x="142875" y="3524250"/>
                </a:lnTo>
                <a:lnTo>
                  <a:pt x="123825" y="3457575"/>
                </a:lnTo>
                <a:lnTo>
                  <a:pt x="123825" y="3429000"/>
                </a:lnTo>
                <a:lnTo>
                  <a:pt x="190500" y="3362325"/>
                </a:lnTo>
                <a:lnTo>
                  <a:pt x="161925" y="3286125"/>
                </a:lnTo>
                <a:lnTo>
                  <a:pt x="180975" y="3219450"/>
                </a:lnTo>
                <a:lnTo>
                  <a:pt x="161925" y="3171825"/>
                </a:lnTo>
                <a:lnTo>
                  <a:pt x="209550" y="3143250"/>
                </a:lnTo>
                <a:lnTo>
                  <a:pt x="200025" y="3086100"/>
                </a:lnTo>
                <a:lnTo>
                  <a:pt x="209550" y="3048000"/>
                </a:lnTo>
                <a:lnTo>
                  <a:pt x="190500" y="2943225"/>
                </a:lnTo>
                <a:lnTo>
                  <a:pt x="200025" y="2895600"/>
                </a:lnTo>
                <a:lnTo>
                  <a:pt x="190500" y="2867025"/>
                </a:lnTo>
                <a:lnTo>
                  <a:pt x="190500" y="2819400"/>
                </a:lnTo>
                <a:lnTo>
                  <a:pt x="200025" y="2790825"/>
                </a:lnTo>
                <a:lnTo>
                  <a:pt x="200025" y="2752725"/>
                </a:lnTo>
                <a:lnTo>
                  <a:pt x="200025" y="2676525"/>
                </a:lnTo>
                <a:lnTo>
                  <a:pt x="200025" y="2590800"/>
                </a:lnTo>
                <a:lnTo>
                  <a:pt x="200025" y="2552700"/>
                </a:lnTo>
                <a:lnTo>
                  <a:pt x="247650" y="2524125"/>
                </a:lnTo>
                <a:lnTo>
                  <a:pt x="238125" y="2486025"/>
                </a:lnTo>
                <a:lnTo>
                  <a:pt x="238125" y="2381250"/>
                </a:lnTo>
                <a:lnTo>
                  <a:pt x="285750" y="2343150"/>
                </a:lnTo>
                <a:lnTo>
                  <a:pt x="295275" y="2314575"/>
                </a:lnTo>
                <a:lnTo>
                  <a:pt x="276225" y="2219325"/>
                </a:lnTo>
                <a:lnTo>
                  <a:pt x="295275" y="2171700"/>
                </a:lnTo>
                <a:lnTo>
                  <a:pt x="323850" y="2124075"/>
                </a:lnTo>
                <a:lnTo>
                  <a:pt x="352425" y="2076450"/>
                </a:lnTo>
                <a:lnTo>
                  <a:pt x="485775" y="2038350"/>
                </a:lnTo>
                <a:lnTo>
                  <a:pt x="542925" y="2009775"/>
                </a:lnTo>
                <a:lnTo>
                  <a:pt x="561975" y="2095500"/>
                </a:lnTo>
                <a:lnTo>
                  <a:pt x="514350" y="2133600"/>
                </a:lnTo>
                <a:lnTo>
                  <a:pt x="504825" y="2000250"/>
                </a:lnTo>
                <a:lnTo>
                  <a:pt x="495300" y="1914525"/>
                </a:lnTo>
                <a:lnTo>
                  <a:pt x="542925" y="1819275"/>
                </a:lnTo>
                <a:lnTo>
                  <a:pt x="485775" y="1657350"/>
                </a:lnTo>
                <a:lnTo>
                  <a:pt x="485775" y="1590675"/>
                </a:lnTo>
                <a:lnTo>
                  <a:pt x="523875" y="1552575"/>
                </a:lnTo>
                <a:lnTo>
                  <a:pt x="571500" y="1495425"/>
                </a:lnTo>
                <a:lnTo>
                  <a:pt x="590550" y="1476375"/>
                </a:lnTo>
                <a:lnTo>
                  <a:pt x="590550" y="1371600"/>
                </a:lnTo>
                <a:lnTo>
                  <a:pt x="581025" y="1371600"/>
                </a:lnTo>
                <a:lnTo>
                  <a:pt x="542925" y="1266825"/>
                </a:lnTo>
                <a:lnTo>
                  <a:pt x="619125" y="1323975"/>
                </a:lnTo>
                <a:lnTo>
                  <a:pt x="619125" y="1228725"/>
                </a:lnTo>
                <a:lnTo>
                  <a:pt x="666750" y="1152525"/>
                </a:lnTo>
                <a:lnTo>
                  <a:pt x="666750" y="1057275"/>
                </a:lnTo>
                <a:lnTo>
                  <a:pt x="685800" y="1076325"/>
                </a:lnTo>
                <a:lnTo>
                  <a:pt x="657225" y="990600"/>
                </a:lnTo>
                <a:lnTo>
                  <a:pt x="666750" y="933450"/>
                </a:lnTo>
                <a:lnTo>
                  <a:pt x="628650" y="904875"/>
                </a:lnTo>
                <a:lnTo>
                  <a:pt x="647700" y="790575"/>
                </a:lnTo>
                <a:lnTo>
                  <a:pt x="676275" y="771525"/>
                </a:lnTo>
                <a:lnTo>
                  <a:pt x="666750" y="762000"/>
                </a:lnTo>
                <a:lnTo>
                  <a:pt x="695325" y="638175"/>
                </a:lnTo>
                <a:lnTo>
                  <a:pt x="714375" y="590550"/>
                </a:lnTo>
                <a:lnTo>
                  <a:pt x="695325" y="571500"/>
                </a:lnTo>
                <a:lnTo>
                  <a:pt x="647700" y="476250"/>
                </a:lnTo>
                <a:lnTo>
                  <a:pt x="676275" y="438150"/>
                </a:lnTo>
                <a:lnTo>
                  <a:pt x="685800" y="295275"/>
                </a:lnTo>
                <a:lnTo>
                  <a:pt x="809625" y="419100"/>
                </a:lnTo>
                <a:lnTo>
                  <a:pt x="876300" y="333375"/>
                </a:lnTo>
                <a:lnTo>
                  <a:pt x="885825" y="257175"/>
                </a:lnTo>
                <a:lnTo>
                  <a:pt x="923925" y="276225"/>
                </a:lnTo>
                <a:lnTo>
                  <a:pt x="981075" y="352425"/>
                </a:lnTo>
                <a:lnTo>
                  <a:pt x="1000125" y="266700"/>
                </a:lnTo>
                <a:lnTo>
                  <a:pt x="1152525" y="247650"/>
                </a:lnTo>
                <a:lnTo>
                  <a:pt x="1171575" y="200025"/>
                </a:lnTo>
                <a:lnTo>
                  <a:pt x="1190625" y="209550"/>
                </a:lnTo>
                <a:lnTo>
                  <a:pt x="1295400" y="238125"/>
                </a:lnTo>
                <a:lnTo>
                  <a:pt x="1285875" y="295275"/>
                </a:lnTo>
                <a:lnTo>
                  <a:pt x="1343025" y="257175"/>
                </a:lnTo>
                <a:lnTo>
                  <a:pt x="1276350" y="276225"/>
                </a:lnTo>
                <a:lnTo>
                  <a:pt x="1304925" y="285750"/>
                </a:lnTo>
                <a:lnTo>
                  <a:pt x="1371600" y="247650"/>
                </a:lnTo>
                <a:lnTo>
                  <a:pt x="1409700" y="285750"/>
                </a:lnTo>
                <a:lnTo>
                  <a:pt x="1485900" y="190500"/>
                </a:lnTo>
                <a:lnTo>
                  <a:pt x="1495425" y="123825"/>
                </a:lnTo>
                <a:lnTo>
                  <a:pt x="1609725" y="142875"/>
                </a:lnTo>
                <a:lnTo>
                  <a:pt x="1609725" y="161925"/>
                </a:lnTo>
                <a:lnTo>
                  <a:pt x="1619250" y="180975"/>
                </a:lnTo>
                <a:lnTo>
                  <a:pt x="1743075" y="152400"/>
                </a:lnTo>
                <a:lnTo>
                  <a:pt x="1790700" y="123825"/>
                </a:lnTo>
                <a:lnTo>
                  <a:pt x="1828800" y="66675"/>
                </a:lnTo>
                <a:lnTo>
                  <a:pt x="1885950" y="66675"/>
                </a:lnTo>
                <a:lnTo>
                  <a:pt x="1914525" y="104775"/>
                </a:lnTo>
                <a:lnTo>
                  <a:pt x="1981200" y="47625"/>
                </a:lnTo>
                <a:lnTo>
                  <a:pt x="2085975" y="76200"/>
                </a:lnTo>
                <a:lnTo>
                  <a:pt x="2133600" y="38100"/>
                </a:lnTo>
                <a:lnTo>
                  <a:pt x="2171700" y="47625"/>
                </a:lnTo>
                <a:lnTo>
                  <a:pt x="2200275" y="0"/>
                </a:lnTo>
                <a:lnTo>
                  <a:pt x="2257425" y="38100"/>
                </a:lnTo>
                <a:lnTo>
                  <a:pt x="2314575" y="85725"/>
                </a:lnTo>
                <a:lnTo>
                  <a:pt x="2333625" y="47625"/>
                </a:lnTo>
                <a:lnTo>
                  <a:pt x="2390775" y="123825"/>
                </a:lnTo>
                <a:lnTo>
                  <a:pt x="2400300" y="95250"/>
                </a:lnTo>
                <a:lnTo>
                  <a:pt x="2400300" y="104775"/>
                </a:lnTo>
                <a:lnTo>
                  <a:pt x="2419350" y="123825"/>
                </a:lnTo>
                <a:lnTo>
                  <a:pt x="2505075" y="171450"/>
                </a:lnTo>
                <a:lnTo>
                  <a:pt x="2533650" y="114300"/>
                </a:lnTo>
                <a:lnTo>
                  <a:pt x="2600325" y="171450"/>
                </a:lnTo>
                <a:lnTo>
                  <a:pt x="2619375" y="219075"/>
                </a:lnTo>
                <a:lnTo>
                  <a:pt x="2609850" y="247650"/>
                </a:lnTo>
                <a:lnTo>
                  <a:pt x="2667000" y="266700"/>
                </a:lnTo>
                <a:lnTo>
                  <a:pt x="2714625" y="323850"/>
                </a:lnTo>
                <a:lnTo>
                  <a:pt x="2752725" y="333375"/>
                </a:lnTo>
                <a:lnTo>
                  <a:pt x="2809875" y="381000"/>
                </a:lnTo>
                <a:lnTo>
                  <a:pt x="2867025" y="390525"/>
                </a:lnTo>
                <a:lnTo>
                  <a:pt x="2886075" y="371475"/>
                </a:lnTo>
                <a:lnTo>
                  <a:pt x="2905125" y="390525"/>
                </a:lnTo>
                <a:lnTo>
                  <a:pt x="2905125" y="428625"/>
                </a:lnTo>
                <a:lnTo>
                  <a:pt x="2952750" y="514350"/>
                </a:lnTo>
                <a:lnTo>
                  <a:pt x="3000375" y="495300"/>
                </a:lnTo>
                <a:lnTo>
                  <a:pt x="3028950" y="514350"/>
                </a:lnTo>
                <a:lnTo>
                  <a:pt x="3105150" y="561975"/>
                </a:lnTo>
                <a:lnTo>
                  <a:pt x="3114675" y="600075"/>
                </a:lnTo>
                <a:lnTo>
                  <a:pt x="3114675" y="590550"/>
                </a:lnTo>
                <a:lnTo>
                  <a:pt x="3152775" y="638175"/>
                </a:lnTo>
                <a:lnTo>
                  <a:pt x="3190875" y="685800"/>
                </a:lnTo>
                <a:lnTo>
                  <a:pt x="3276600" y="647700"/>
                </a:lnTo>
                <a:lnTo>
                  <a:pt x="3305175" y="685800"/>
                </a:lnTo>
                <a:lnTo>
                  <a:pt x="3343275" y="752475"/>
                </a:lnTo>
                <a:lnTo>
                  <a:pt x="3333750" y="723900"/>
                </a:lnTo>
                <a:lnTo>
                  <a:pt x="3286125" y="752475"/>
                </a:lnTo>
                <a:lnTo>
                  <a:pt x="3533775" y="800100"/>
                </a:lnTo>
                <a:lnTo>
                  <a:pt x="3486150" y="923925"/>
                </a:lnTo>
                <a:lnTo>
                  <a:pt x="3429000" y="1076325"/>
                </a:lnTo>
                <a:lnTo>
                  <a:pt x="3457575" y="1200150"/>
                </a:lnTo>
                <a:lnTo>
                  <a:pt x="3429000" y="1200150"/>
                </a:lnTo>
                <a:lnTo>
                  <a:pt x="3486150" y="1219200"/>
                </a:lnTo>
                <a:lnTo>
                  <a:pt x="3505200" y="1285875"/>
                </a:lnTo>
                <a:lnTo>
                  <a:pt x="3476625" y="1228725"/>
                </a:lnTo>
                <a:lnTo>
                  <a:pt x="3505200" y="1314450"/>
                </a:lnTo>
                <a:lnTo>
                  <a:pt x="3486150" y="1495425"/>
                </a:lnTo>
                <a:lnTo>
                  <a:pt x="3543300" y="1476375"/>
                </a:lnTo>
                <a:lnTo>
                  <a:pt x="3486150" y="1552575"/>
                </a:lnTo>
                <a:lnTo>
                  <a:pt x="3486150" y="1600200"/>
                </a:lnTo>
                <a:lnTo>
                  <a:pt x="3533775" y="1724025"/>
                </a:lnTo>
                <a:lnTo>
                  <a:pt x="3505200" y="1800225"/>
                </a:lnTo>
                <a:lnTo>
                  <a:pt x="3438525" y="1943100"/>
                </a:lnTo>
                <a:lnTo>
                  <a:pt x="3533775" y="1943100"/>
                </a:lnTo>
                <a:lnTo>
                  <a:pt x="3419475" y="1962150"/>
                </a:lnTo>
                <a:lnTo>
                  <a:pt x="3409950" y="2095500"/>
                </a:lnTo>
                <a:lnTo>
                  <a:pt x="3390900" y="2171700"/>
                </a:lnTo>
                <a:lnTo>
                  <a:pt x="3448050" y="2162175"/>
                </a:lnTo>
                <a:lnTo>
                  <a:pt x="3419475" y="2305050"/>
                </a:lnTo>
                <a:lnTo>
                  <a:pt x="3362325" y="2390775"/>
                </a:lnTo>
                <a:lnTo>
                  <a:pt x="3295650" y="2505075"/>
                </a:lnTo>
                <a:lnTo>
                  <a:pt x="3324225" y="2533650"/>
                </a:lnTo>
                <a:lnTo>
                  <a:pt x="3314700" y="2638425"/>
                </a:lnTo>
                <a:lnTo>
                  <a:pt x="3286125" y="2771775"/>
                </a:lnTo>
                <a:lnTo>
                  <a:pt x="3248025" y="2828925"/>
                </a:lnTo>
                <a:lnTo>
                  <a:pt x="3286125" y="2924175"/>
                </a:lnTo>
                <a:lnTo>
                  <a:pt x="3219450" y="3028950"/>
                </a:lnTo>
                <a:lnTo>
                  <a:pt x="3248025" y="3086100"/>
                </a:lnTo>
                <a:lnTo>
                  <a:pt x="3114675" y="3228975"/>
                </a:lnTo>
                <a:lnTo>
                  <a:pt x="3086100" y="3152775"/>
                </a:lnTo>
                <a:lnTo>
                  <a:pt x="3114675" y="3362325"/>
                </a:lnTo>
                <a:lnTo>
                  <a:pt x="2914650" y="3448050"/>
                </a:lnTo>
                <a:lnTo>
                  <a:pt x="2895600" y="3409950"/>
                </a:lnTo>
                <a:lnTo>
                  <a:pt x="2895600" y="3419475"/>
                </a:lnTo>
                <a:lnTo>
                  <a:pt x="2962275" y="3343275"/>
                </a:lnTo>
                <a:lnTo>
                  <a:pt x="3057525" y="3352800"/>
                </a:lnTo>
                <a:lnTo>
                  <a:pt x="3114675" y="3476625"/>
                </a:lnTo>
                <a:lnTo>
                  <a:pt x="3124200" y="3390900"/>
                </a:lnTo>
                <a:lnTo>
                  <a:pt x="3143250" y="3409950"/>
                </a:lnTo>
                <a:lnTo>
                  <a:pt x="3076575" y="3514725"/>
                </a:lnTo>
                <a:lnTo>
                  <a:pt x="3086100" y="3543300"/>
                </a:lnTo>
                <a:lnTo>
                  <a:pt x="3000375" y="3609975"/>
                </a:lnTo>
                <a:lnTo>
                  <a:pt x="3019425" y="3695700"/>
                </a:lnTo>
                <a:lnTo>
                  <a:pt x="3000375" y="3676650"/>
                </a:lnTo>
                <a:lnTo>
                  <a:pt x="2886075" y="3667125"/>
                </a:lnTo>
                <a:lnTo>
                  <a:pt x="2933700" y="3790950"/>
                </a:lnTo>
                <a:lnTo>
                  <a:pt x="2828925" y="3857625"/>
                </a:lnTo>
                <a:lnTo>
                  <a:pt x="2838450" y="3819525"/>
                </a:lnTo>
                <a:lnTo>
                  <a:pt x="2790825" y="3924300"/>
                </a:lnTo>
                <a:lnTo>
                  <a:pt x="2762250" y="3886200"/>
                </a:lnTo>
                <a:lnTo>
                  <a:pt x="2781300" y="3914775"/>
                </a:lnTo>
                <a:lnTo>
                  <a:pt x="2743200" y="3914775"/>
                </a:lnTo>
                <a:lnTo>
                  <a:pt x="2657475" y="3981450"/>
                </a:lnTo>
                <a:lnTo>
                  <a:pt x="2581275" y="3990975"/>
                </a:lnTo>
                <a:lnTo>
                  <a:pt x="2562225" y="4038600"/>
                </a:lnTo>
                <a:lnTo>
                  <a:pt x="2552700" y="4048125"/>
                </a:lnTo>
                <a:lnTo>
                  <a:pt x="2495550" y="4029075"/>
                </a:lnTo>
                <a:lnTo>
                  <a:pt x="2466975" y="4114800"/>
                </a:lnTo>
                <a:lnTo>
                  <a:pt x="2400300" y="4114800"/>
                </a:lnTo>
                <a:lnTo>
                  <a:pt x="2371725" y="4191000"/>
                </a:lnTo>
                <a:lnTo>
                  <a:pt x="2066925" y="4095750"/>
                </a:lnTo>
                <a:lnTo>
                  <a:pt x="2057400" y="4124325"/>
                </a:lnTo>
                <a:lnTo>
                  <a:pt x="2114550" y="4200525"/>
                </a:lnTo>
                <a:lnTo>
                  <a:pt x="2009775" y="4324350"/>
                </a:lnTo>
                <a:lnTo>
                  <a:pt x="2047875" y="4295775"/>
                </a:lnTo>
                <a:lnTo>
                  <a:pt x="1990725" y="4324350"/>
                </a:lnTo>
                <a:lnTo>
                  <a:pt x="1971675" y="4410075"/>
                </a:lnTo>
                <a:lnTo>
                  <a:pt x="1914525" y="4505325"/>
                </a:lnTo>
                <a:lnTo>
                  <a:pt x="1952625" y="4457700"/>
                </a:lnTo>
                <a:lnTo>
                  <a:pt x="1857375" y="4572000"/>
                </a:lnTo>
                <a:lnTo>
                  <a:pt x="1790700" y="4562475"/>
                </a:lnTo>
                <a:lnTo>
                  <a:pt x="1828800" y="4638675"/>
                </a:lnTo>
                <a:lnTo>
                  <a:pt x="1790700" y="4619625"/>
                </a:lnTo>
                <a:lnTo>
                  <a:pt x="1762125" y="4619625"/>
                </a:lnTo>
                <a:lnTo>
                  <a:pt x="1771650" y="4705350"/>
                </a:lnTo>
                <a:lnTo>
                  <a:pt x="1790700" y="4733925"/>
                </a:lnTo>
                <a:lnTo>
                  <a:pt x="1724025" y="4810125"/>
                </a:lnTo>
                <a:lnTo>
                  <a:pt x="1790700" y="4876800"/>
                </a:lnTo>
                <a:lnTo>
                  <a:pt x="1800225" y="4905375"/>
                </a:lnTo>
                <a:lnTo>
                  <a:pt x="1819275" y="4895850"/>
                </a:lnTo>
                <a:lnTo>
                  <a:pt x="1790700" y="4962525"/>
                </a:lnTo>
                <a:lnTo>
                  <a:pt x="1724025" y="5048250"/>
                </a:lnTo>
                <a:lnTo>
                  <a:pt x="1743075" y="5105400"/>
                </a:lnTo>
                <a:lnTo>
                  <a:pt x="1704975" y="5143500"/>
                </a:lnTo>
                <a:lnTo>
                  <a:pt x="1657350" y="5162550"/>
                </a:lnTo>
                <a:lnTo>
                  <a:pt x="1590675" y="5200650"/>
                </a:lnTo>
                <a:lnTo>
                  <a:pt x="1666875" y="5219700"/>
                </a:lnTo>
                <a:lnTo>
                  <a:pt x="1581150" y="5257800"/>
                </a:lnTo>
                <a:lnTo>
                  <a:pt x="1628775" y="5324475"/>
                </a:lnTo>
                <a:lnTo>
                  <a:pt x="1600200" y="5362575"/>
                </a:lnTo>
                <a:lnTo>
                  <a:pt x="1552575" y="5391150"/>
                </a:lnTo>
                <a:close/>
              </a:path>
            </a:pathLst>
          </a:custGeom>
          <a:solidFill>
            <a:srgbClr val="E86A5E">
              <a:alpha val="13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1153775" y="1485900"/>
            <a:ext cx="3476625" cy="5448300"/>
          </a:xfrm>
          <a:custGeom>
            <a:avLst/>
            <a:gdLst/>
            <a:ahLst/>
            <a:cxnLst/>
            <a:rect l="l" t="t" r="r" b="b"/>
            <a:pathLst>
              <a:path w="3476625" h="5448300">
                <a:moveTo>
                  <a:pt x="1476375" y="5448300"/>
                </a:moveTo>
                <a:lnTo>
                  <a:pt x="1457325" y="5391150"/>
                </a:lnTo>
                <a:lnTo>
                  <a:pt x="1400175" y="5286375"/>
                </a:lnTo>
                <a:lnTo>
                  <a:pt x="1371600" y="5305425"/>
                </a:lnTo>
                <a:lnTo>
                  <a:pt x="1333500" y="5229225"/>
                </a:lnTo>
                <a:lnTo>
                  <a:pt x="1238250" y="5162550"/>
                </a:lnTo>
                <a:lnTo>
                  <a:pt x="1238250" y="5210175"/>
                </a:lnTo>
                <a:lnTo>
                  <a:pt x="1152525" y="5143500"/>
                </a:lnTo>
                <a:lnTo>
                  <a:pt x="1123950" y="5067300"/>
                </a:lnTo>
                <a:lnTo>
                  <a:pt x="1104900" y="5067300"/>
                </a:lnTo>
                <a:lnTo>
                  <a:pt x="1104900" y="5048250"/>
                </a:lnTo>
                <a:lnTo>
                  <a:pt x="1028700" y="4981575"/>
                </a:lnTo>
                <a:lnTo>
                  <a:pt x="962025" y="4972050"/>
                </a:lnTo>
                <a:lnTo>
                  <a:pt x="847725" y="4838700"/>
                </a:lnTo>
                <a:lnTo>
                  <a:pt x="819150" y="4791075"/>
                </a:lnTo>
                <a:lnTo>
                  <a:pt x="762000" y="4762500"/>
                </a:lnTo>
                <a:lnTo>
                  <a:pt x="619125" y="4676775"/>
                </a:lnTo>
                <a:lnTo>
                  <a:pt x="600075" y="4591050"/>
                </a:lnTo>
                <a:lnTo>
                  <a:pt x="552450" y="4495800"/>
                </a:lnTo>
                <a:lnTo>
                  <a:pt x="504825" y="4438650"/>
                </a:lnTo>
                <a:lnTo>
                  <a:pt x="419100" y="4400550"/>
                </a:lnTo>
                <a:lnTo>
                  <a:pt x="400050" y="4371975"/>
                </a:lnTo>
                <a:lnTo>
                  <a:pt x="342900" y="4267200"/>
                </a:lnTo>
                <a:lnTo>
                  <a:pt x="361950" y="4229100"/>
                </a:lnTo>
                <a:lnTo>
                  <a:pt x="323850" y="4229100"/>
                </a:lnTo>
                <a:lnTo>
                  <a:pt x="257175" y="4143375"/>
                </a:lnTo>
                <a:lnTo>
                  <a:pt x="228600" y="4133850"/>
                </a:lnTo>
                <a:lnTo>
                  <a:pt x="200025" y="4038600"/>
                </a:lnTo>
                <a:lnTo>
                  <a:pt x="161925" y="4048125"/>
                </a:lnTo>
                <a:lnTo>
                  <a:pt x="104775" y="4010025"/>
                </a:lnTo>
                <a:lnTo>
                  <a:pt x="66675" y="3933825"/>
                </a:lnTo>
                <a:lnTo>
                  <a:pt x="38100" y="3905250"/>
                </a:lnTo>
                <a:lnTo>
                  <a:pt x="0" y="3886200"/>
                </a:lnTo>
                <a:lnTo>
                  <a:pt x="19050" y="3829050"/>
                </a:lnTo>
                <a:lnTo>
                  <a:pt x="28575" y="3771900"/>
                </a:lnTo>
                <a:lnTo>
                  <a:pt x="0" y="3714750"/>
                </a:lnTo>
                <a:lnTo>
                  <a:pt x="19050" y="3648075"/>
                </a:lnTo>
                <a:lnTo>
                  <a:pt x="57150" y="3571875"/>
                </a:lnTo>
                <a:lnTo>
                  <a:pt x="38100" y="3524250"/>
                </a:lnTo>
                <a:lnTo>
                  <a:pt x="76200" y="3467100"/>
                </a:lnTo>
                <a:lnTo>
                  <a:pt x="66675" y="3409950"/>
                </a:lnTo>
                <a:lnTo>
                  <a:pt x="95250" y="3362325"/>
                </a:lnTo>
                <a:lnTo>
                  <a:pt x="142875" y="3314700"/>
                </a:lnTo>
                <a:lnTo>
                  <a:pt x="95250" y="3248025"/>
                </a:lnTo>
                <a:lnTo>
                  <a:pt x="95250" y="3181350"/>
                </a:lnTo>
                <a:lnTo>
                  <a:pt x="142875" y="3162300"/>
                </a:lnTo>
                <a:lnTo>
                  <a:pt x="142875" y="3114675"/>
                </a:lnTo>
                <a:lnTo>
                  <a:pt x="142875" y="3028950"/>
                </a:lnTo>
                <a:lnTo>
                  <a:pt x="142875" y="2981325"/>
                </a:lnTo>
                <a:lnTo>
                  <a:pt x="114300" y="2886075"/>
                </a:lnTo>
                <a:lnTo>
                  <a:pt x="152400" y="2876550"/>
                </a:lnTo>
                <a:lnTo>
                  <a:pt x="114300" y="2800350"/>
                </a:lnTo>
                <a:lnTo>
                  <a:pt x="180975" y="2781300"/>
                </a:lnTo>
                <a:lnTo>
                  <a:pt x="152400" y="2762250"/>
                </a:lnTo>
                <a:lnTo>
                  <a:pt x="171450" y="2667000"/>
                </a:lnTo>
                <a:lnTo>
                  <a:pt x="161925" y="2638425"/>
                </a:lnTo>
                <a:lnTo>
                  <a:pt x="180975" y="2590800"/>
                </a:lnTo>
                <a:lnTo>
                  <a:pt x="152400" y="2533650"/>
                </a:lnTo>
                <a:lnTo>
                  <a:pt x="180975" y="2476500"/>
                </a:lnTo>
                <a:lnTo>
                  <a:pt x="200025" y="2438400"/>
                </a:lnTo>
                <a:lnTo>
                  <a:pt x="190500" y="2381250"/>
                </a:lnTo>
                <a:lnTo>
                  <a:pt x="228600" y="2276475"/>
                </a:lnTo>
                <a:lnTo>
                  <a:pt x="190500" y="2247900"/>
                </a:lnTo>
                <a:lnTo>
                  <a:pt x="219075" y="2219325"/>
                </a:lnTo>
                <a:lnTo>
                  <a:pt x="238125" y="2124075"/>
                </a:lnTo>
                <a:lnTo>
                  <a:pt x="361950" y="2019300"/>
                </a:lnTo>
                <a:lnTo>
                  <a:pt x="371475" y="2028825"/>
                </a:lnTo>
                <a:lnTo>
                  <a:pt x="409575" y="2124075"/>
                </a:lnTo>
                <a:lnTo>
                  <a:pt x="533400" y="2124075"/>
                </a:lnTo>
                <a:lnTo>
                  <a:pt x="571500" y="2009775"/>
                </a:lnTo>
                <a:lnTo>
                  <a:pt x="485775" y="1895475"/>
                </a:lnTo>
                <a:lnTo>
                  <a:pt x="447675" y="1838325"/>
                </a:lnTo>
                <a:lnTo>
                  <a:pt x="438150" y="1809750"/>
                </a:lnTo>
                <a:lnTo>
                  <a:pt x="485775" y="1704975"/>
                </a:lnTo>
                <a:lnTo>
                  <a:pt x="514350" y="1571625"/>
                </a:lnTo>
                <a:lnTo>
                  <a:pt x="523875" y="1476375"/>
                </a:lnTo>
                <a:lnTo>
                  <a:pt x="533400" y="1533525"/>
                </a:lnTo>
                <a:lnTo>
                  <a:pt x="571500" y="1466850"/>
                </a:lnTo>
                <a:lnTo>
                  <a:pt x="590550" y="1343025"/>
                </a:lnTo>
                <a:lnTo>
                  <a:pt x="571500" y="1295400"/>
                </a:lnTo>
                <a:lnTo>
                  <a:pt x="457200" y="1304925"/>
                </a:lnTo>
                <a:lnTo>
                  <a:pt x="504825" y="1257300"/>
                </a:lnTo>
                <a:lnTo>
                  <a:pt x="533400" y="1238250"/>
                </a:lnTo>
                <a:lnTo>
                  <a:pt x="514350" y="1190625"/>
                </a:lnTo>
                <a:lnTo>
                  <a:pt x="581025" y="1123950"/>
                </a:lnTo>
                <a:lnTo>
                  <a:pt x="581025" y="1009650"/>
                </a:lnTo>
                <a:lnTo>
                  <a:pt x="619125" y="990600"/>
                </a:lnTo>
                <a:lnTo>
                  <a:pt x="581025" y="942975"/>
                </a:lnTo>
                <a:lnTo>
                  <a:pt x="571500" y="914400"/>
                </a:lnTo>
                <a:lnTo>
                  <a:pt x="533400" y="857250"/>
                </a:lnTo>
                <a:lnTo>
                  <a:pt x="581025" y="733425"/>
                </a:lnTo>
                <a:lnTo>
                  <a:pt x="581025" y="704850"/>
                </a:lnTo>
                <a:lnTo>
                  <a:pt x="590550" y="657225"/>
                </a:lnTo>
                <a:lnTo>
                  <a:pt x="609600" y="600075"/>
                </a:lnTo>
                <a:lnTo>
                  <a:pt x="619125" y="561975"/>
                </a:lnTo>
                <a:lnTo>
                  <a:pt x="552450" y="466725"/>
                </a:lnTo>
                <a:lnTo>
                  <a:pt x="561975" y="457200"/>
                </a:lnTo>
                <a:lnTo>
                  <a:pt x="609600" y="409575"/>
                </a:lnTo>
                <a:lnTo>
                  <a:pt x="762000" y="371475"/>
                </a:lnTo>
                <a:lnTo>
                  <a:pt x="790575" y="323850"/>
                </a:lnTo>
                <a:lnTo>
                  <a:pt x="819150" y="285750"/>
                </a:lnTo>
                <a:lnTo>
                  <a:pt x="904875" y="333375"/>
                </a:lnTo>
                <a:lnTo>
                  <a:pt x="981075" y="323850"/>
                </a:lnTo>
                <a:lnTo>
                  <a:pt x="1000125" y="285750"/>
                </a:lnTo>
                <a:lnTo>
                  <a:pt x="1085850" y="276225"/>
                </a:lnTo>
                <a:lnTo>
                  <a:pt x="1095375" y="219075"/>
                </a:lnTo>
                <a:lnTo>
                  <a:pt x="1114425" y="276225"/>
                </a:lnTo>
                <a:lnTo>
                  <a:pt x="1133475" y="266700"/>
                </a:lnTo>
                <a:lnTo>
                  <a:pt x="1257300" y="352425"/>
                </a:lnTo>
                <a:lnTo>
                  <a:pt x="1314450" y="323850"/>
                </a:lnTo>
                <a:lnTo>
                  <a:pt x="1304925" y="295275"/>
                </a:lnTo>
                <a:lnTo>
                  <a:pt x="1333500" y="285750"/>
                </a:lnTo>
                <a:lnTo>
                  <a:pt x="1323975" y="238125"/>
                </a:lnTo>
                <a:lnTo>
                  <a:pt x="1390650" y="295275"/>
                </a:lnTo>
                <a:lnTo>
                  <a:pt x="1447800" y="219075"/>
                </a:lnTo>
                <a:lnTo>
                  <a:pt x="1485900" y="228600"/>
                </a:lnTo>
                <a:lnTo>
                  <a:pt x="1495425" y="171450"/>
                </a:lnTo>
                <a:lnTo>
                  <a:pt x="1552575" y="142875"/>
                </a:lnTo>
                <a:lnTo>
                  <a:pt x="1590675" y="76200"/>
                </a:lnTo>
                <a:lnTo>
                  <a:pt x="1685925" y="104775"/>
                </a:lnTo>
                <a:lnTo>
                  <a:pt x="1704975" y="142875"/>
                </a:lnTo>
                <a:lnTo>
                  <a:pt x="1762125" y="152400"/>
                </a:lnTo>
                <a:lnTo>
                  <a:pt x="1828800" y="133350"/>
                </a:lnTo>
                <a:lnTo>
                  <a:pt x="1905000" y="76200"/>
                </a:lnTo>
                <a:lnTo>
                  <a:pt x="1952625" y="95250"/>
                </a:lnTo>
                <a:lnTo>
                  <a:pt x="1990725" y="38100"/>
                </a:lnTo>
                <a:lnTo>
                  <a:pt x="2028825" y="9525"/>
                </a:lnTo>
                <a:lnTo>
                  <a:pt x="2114550" y="19050"/>
                </a:lnTo>
                <a:lnTo>
                  <a:pt x="2171700" y="0"/>
                </a:lnTo>
                <a:lnTo>
                  <a:pt x="2181225" y="47625"/>
                </a:lnTo>
                <a:lnTo>
                  <a:pt x="2209800" y="9525"/>
                </a:lnTo>
                <a:lnTo>
                  <a:pt x="2209800" y="85725"/>
                </a:lnTo>
                <a:lnTo>
                  <a:pt x="2286000" y="123825"/>
                </a:lnTo>
                <a:lnTo>
                  <a:pt x="2305050" y="161925"/>
                </a:lnTo>
                <a:lnTo>
                  <a:pt x="2381250" y="161925"/>
                </a:lnTo>
                <a:lnTo>
                  <a:pt x="2409825" y="171450"/>
                </a:lnTo>
                <a:lnTo>
                  <a:pt x="2447925" y="161925"/>
                </a:lnTo>
                <a:lnTo>
                  <a:pt x="2486025" y="180975"/>
                </a:lnTo>
                <a:lnTo>
                  <a:pt x="2524125" y="171450"/>
                </a:lnTo>
                <a:lnTo>
                  <a:pt x="2552700" y="257175"/>
                </a:lnTo>
                <a:lnTo>
                  <a:pt x="2590800" y="276225"/>
                </a:lnTo>
                <a:lnTo>
                  <a:pt x="2609850" y="285750"/>
                </a:lnTo>
                <a:lnTo>
                  <a:pt x="2667000" y="323850"/>
                </a:lnTo>
                <a:lnTo>
                  <a:pt x="2667000" y="314325"/>
                </a:lnTo>
                <a:lnTo>
                  <a:pt x="2705100" y="352425"/>
                </a:lnTo>
                <a:lnTo>
                  <a:pt x="2771775" y="400050"/>
                </a:lnTo>
                <a:lnTo>
                  <a:pt x="2771775" y="409575"/>
                </a:lnTo>
                <a:lnTo>
                  <a:pt x="2800350" y="457200"/>
                </a:lnTo>
                <a:lnTo>
                  <a:pt x="2876550" y="466725"/>
                </a:lnTo>
                <a:lnTo>
                  <a:pt x="2914650" y="495300"/>
                </a:lnTo>
                <a:lnTo>
                  <a:pt x="2924175" y="523875"/>
                </a:lnTo>
                <a:lnTo>
                  <a:pt x="2990850" y="561975"/>
                </a:lnTo>
                <a:lnTo>
                  <a:pt x="3009900" y="590550"/>
                </a:lnTo>
                <a:lnTo>
                  <a:pt x="3038475" y="638175"/>
                </a:lnTo>
                <a:lnTo>
                  <a:pt x="3095625" y="647700"/>
                </a:lnTo>
                <a:lnTo>
                  <a:pt x="3086100" y="666750"/>
                </a:lnTo>
                <a:lnTo>
                  <a:pt x="3162300" y="657225"/>
                </a:lnTo>
                <a:lnTo>
                  <a:pt x="3209925" y="676275"/>
                </a:lnTo>
                <a:lnTo>
                  <a:pt x="3238500" y="714375"/>
                </a:lnTo>
                <a:lnTo>
                  <a:pt x="3238500" y="752475"/>
                </a:lnTo>
                <a:lnTo>
                  <a:pt x="3276600" y="790575"/>
                </a:lnTo>
                <a:lnTo>
                  <a:pt x="3228975" y="762000"/>
                </a:lnTo>
                <a:lnTo>
                  <a:pt x="3171825" y="895350"/>
                </a:lnTo>
                <a:lnTo>
                  <a:pt x="3238500" y="866775"/>
                </a:lnTo>
                <a:lnTo>
                  <a:pt x="3333750" y="1095375"/>
                </a:lnTo>
                <a:lnTo>
                  <a:pt x="3381375" y="1133475"/>
                </a:lnTo>
                <a:lnTo>
                  <a:pt x="3324225" y="1171575"/>
                </a:lnTo>
                <a:lnTo>
                  <a:pt x="3419475" y="1152525"/>
                </a:lnTo>
                <a:lnTo>
                  <a:pt x="3400425" y="1304925"/>
                </a:lnTo>
                <a:lnTo>
                  <a:pt x="3362325" y="1343025"/>
                </a:lnTo>
                <a:lnTo>
                  <a:pt x="3324225" y="1362075"/>
                </a:lnTo>
                <a:lnTo>
                  <a:pt x="3409950" y="1409700"/>
                </a:lnTo>
                <a:lnTo>
                  <a:pt x="3438525" y="1476375"/>
                </a:lnTo>
                <a:lnTo>
                  <a:pt x="3476625" y="1562100"/>
                </a:lnTo>
                <a:lnTo>
                  <a:pt x="3448050" y="1571625"/>
                </a:lnTo>
                <a:lnTo>
                  <a:pt x="3438525" y="1704975"/>
                </a:lnTo>
                <a:lnTo>
                  <a:pt x="3448050" y="1781175"/>
                </a:lnTo>
                <a:lnTo>
                  <a:pt x="3267075" y="1971675"/>
                </a:lnTo>
                <a:lnTo>
                  <a:pt x="3314700" y="2009775"/>
                </a:lnTo>
                <a:lnTo>
                  <a:pt x="3295650" y="2076450"/>
                </a:lnTo>
                <a:lnTo>
                  <a:pt x="3343275" y="2133600"/>
                </a:lnTo>
                <a:lnTo>
                  <a:pt x="3276600" y="2200275"/>
                </a:lnTo>
                <a:lnTo>
                  <a:pt x="3324225" y="2286000"/>
                </a:lnTo>
                <a:lnTo>
                  <a:pt x="3352800" y="2343150"/>
                </a:lnTo>
                <a:lnTo>
                  <a:pt x="3276600" y="2381250"/>
                </a:lnTo>
                <a:lnTo>
                  <a:pt x="3276600" y="2505075"/>
                </a:lnTo>
                <a:lnTo>
                  <a:pt x="3238500" y="2657475"/>
                </a:lnTo>
                <a:lnTo>
                  <a:pt x="3219450" y="2752725"/>
                </a:lnTo>
                <a:lnTo>
                  <a:pt x="3190875" y="2809875"/>
                </a:lnTo>
                <a:lnTo>
                  <a:pt x="3200400" y="2876550"/>
                </a:lnTo>
                <a:lnTo>
                  <a:pt x="3209925" y="2981325"/>
                </a:lnTo>
                <a:lnTo>
                  <a:pt x="3143250" y="3009900"/>
                </a:lnTo>
                <a:lnTo>
                  <a:pt x="3181350" y="3076575"/>
                </a:lnTo>
                <a:lnTo>
                  <a:pt x="3152775" y="3400425"/>
                </a:lnTo>
                <a:lnTo>
                  <a:pt x="3048000" y="3162300"/>
                </a:lnTo>
                <a:lnTo>
                  <a:pt x="2962275" y="3305175"/>
                </a:lnTo>
                <a:lnTo>
                  <a:pt x="2857500" y="3419475"/>
                </a:lnTo>
                <a:lnTo>
                  <a:pt x="2847975" y="3362325"/>
                </a:lnTo>
                <a:lnTo>
                  <a:pt x="2876550" y="3409950"/>
                </a:lnTo>
                <a:lnTo>
                  <a:pt x="2905125" y="3467100"/>
                </a:lnTo>
                <a:lnTo>
                  <a:pt x="3028950" y="3409950"/>
                </a:lnTo>
                <a:lnTo>
                  <a:pt x="2914650" y="3448050"/>
                </a:lnTo>
                <a:lnTo>
                  <a:pt x="2943225" y="3533775"/>
                </a:lnTo>
                <a:lnTo>
                  <a:pt x="2981325" y="3476625"/>
                </a:lnTo>
                <a:lnTo>
                  <a:pt x="3028950" y="3533775"/>
                </a:lnTo>
                <a:lnTo>
                  <a:pt x="2952750" y="3629025"/>
                </a:lnTo>
                <a:lnTo>
                  <a:pt x="3000375" y="3686175"/>
                </a:lnTo>
                <a:lnTo>
                  <a:pt x="2990850" y="3676650"/>
                </a:lnTo>
                <a:lnTo>
                  <a:pt x="2981325" y="3648075"/>
                </a:lnTo>
                <a:lnTo>
                  <a:pt x="2933700" y="3743325"/>
                </a:lnTo>
                <a:lnTo>
                  <a:pt x="2809875" y="3752850"/>
                </a:lnTo>
                <a:lnTo>
                  <a:pt x="2771775" y="3771900"/>
                </a:lnTo>
                <a:lnTo>
                  <a:pt x="2752725" y="3867150"/>
                </a:lnTo>
                <a:lnTo>
                  <a:pt x="2771775" y="3838575"/>
                </a:lnTo>
                <a:lnTo>
                  <a:pt x="2771775" y="3914775"/>
                </a:lnTo>
                <a:lnTo>
                  <a:pt x="2695575" y="3933825"/>
                </a:lnTo>
                <a:lnTo>
                  <a:pt x="2657475" y="3952875"/>
                </a:lnTo>
                <a:lnTo>
                  <a:pt x="2657475" y="3962400"/>
                </a:lnTo>
                <a:lnTo>
                  <a:pt x="2600325" y="4019550"/>
                </a:lnTo>
                <a:lnTo>
                  <a:pt x="2524125" y="4086225"/>
                </a:lnTo>
                <a:lnTo>
                  <a:pt x="2457450" y="4086225"/>
                </a:lnTo>
                <a:lnTo>
                  <a:pt x="2419350" y="4076700"/>
                </a:lnTo>
                <a:lnTo>
                  <a:pt x="2371725" y="4105275"/>
                </a:lnTo>
                <a:lnTo>
                  <a:pt x="2324100" y="4171950"/>
                </a:lnTo>
                <a:lnTo>
                  <a:pt x="2333625" y="4171950"/>
                </a:lnTo>
                <a:lnTo>
                  <a:pt x="2124075" y="4200525"/>
                </a:lnTo>
                <a:lnTo>
                  <a:pt x="2000250" y="4276725"/>
                </a:lnTo>
                <a:lnTo>
                  <a:pt x="1924050" y="4314825"/>
                </a:lnTo>
                <a:lnTo>
                  <a:pt x="1933575" y="4324350"/>
                </a:lnTo>
                <a:lnTo>
                  <a:pt x="1933575" y="4352925"/>
                </a:lnTo>
                <a:lnTo>
                  <a:pt x="1981200" y="4514850"/>
                </a:lnTo>
                <a:lnTo>
                  <a:pt x="1933575" y="4572000"/>
                </a:lnTo>
                <a:lnTo>
                  <a:pt x="1866900" y="4524375"/>
                </a:lnTo>
                <a:lnTo>
                  <a:pt x="1733550" y="4629150"/>
                </a:lnTo>
                <a:lnTo>
                  <a:pt x="1752600" y="4562475"/>
                </a:lnTo>
                <a:lnTo>
                  <a:pt x="1695450" y="4610100"/>
                </a:lnTo>
                <a:lnTo>
                  <a:pt x="1714500" y="4600575"/>
                </a:lnTo>
                <a:lnTo>
                  <a:pt x="1704975" y="4657725"/>
                </a:lnTo>
                <a:lnTo>
                  <a:pt x="1676400" y="4743450"/>
                </a:lnTo>
                <a:lnTo>
                  <a:pt x="1685925" y="4695825"/>
                </a:lnTo>
                <a:lnTo>
                  <a:pt x="1704975" y="4724400"/>
                </a:lnTo>
                <a:lnTo>
                  <a:pt x="1657350" y="4819650"/>
                </a:lnTo>
                <a:lnTo>
                  <a:pt x="1657350" y="4724400"/>
                </a:lnTo>
                <a:lnTo>
                  <a:pt x="1724025" y="4867275"/>
                </a:lnTo>
                <a:lnTo>
                  <a:pt x="1762125" y="4914900"/>
                </a:lnTo>
                <a:lnTo>
                  <a:pt x="1685925" y="4991100"/>
                </a:lnTo>
                <a:lnTo>
                  <a:pt x="1714500" y="5048250"/>
                </a:lnTo>
                <a:lnTo>
                  <a:pt x="1685925" y="5105400"/>
                </a:lnTo>
                <a:lnTo>
                  <a:pt x="1685925" y="5143500"/>
                </a:lnTo>
                <a:lnTo>
                  <a:pt x="1619250" y="5172075"/>
                </a:lnTo>
                <a:lnTo>
                  <a:pt x="1543050" y="5200650"/>
                </a:lnTo>
                <a:lnTo>
                  <a:pt x="1514475" y="5210175"/>
                </a:lnTo>
                <a:lnTo>
                  <a:pt x="1514475" y="5286375"/>
                </a:lnTo>
                <a:lnTo>
                  <a:pt x="1543050" y="5334000"/>
                </a:lnTo>
                <a:lnTo>
                  <a:pt x="1504950" y="5353050"/>
                </a:lnTo>
                <a:lnTo>
                  <a:pt x="1466850" y="5381625"/>
                </a:lnTo>
                <a:close/>
              </a:path>
            </a:pathLst>
          </a:custGeom>
          <a:solidFill>
            <a:srgbClr val="E86A5E">
              <a:alpha val="13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2458700" y="2181225"/>
            <a:ext cx="1800225" cy="2819400"/>
          </a:xfrm>
          <a:custGeom>
            <a:avLst/>
            <a:gdLst/>
            <a:ahLst/>
            <a:cxnLst/>
            <a:rect l="l" t="t" r="r" b="b"/>
            <a:pathLst>
              <a:path w="1800225" h="2819400">
                <a:moveTo>
                  <a:pt x="771525" y="2752725"/>
                </a:moveTo>
                <a:lnTo>
                  <a:pt x="733425" y="2819400"/>
                </a:lnTo>
                <a:lnTo>
                  <a:pt x="657225" y="2752725"/>
                </a:lnTo>
                <a:lnTo>
                  <a:pt x="676275" y="2705100"/>
                </a:lnTo>
                <a:lnTo>
                  <a:pt x="695325" y="2686050"/>
                </a:lnTo>
                <a:lnTo>
                  <a:pt x="647700" y="2609850"/>
                </a:lnTo>
                <a:lnTo>
                  <a:pt x="581025" y="2590800"/>
                </a:lnTo>
                <a:lnTo>
                  <a:pt x="571500" y="2571750"/>
                </a:lnTo>
                <a:lnTo>
                  <a:pt x="600075" y="2571750"/>
                </a:lnTo>
                <a:lnTo>
                  <a:pt x="542925" y="2590800"/>
                </a:lnTo>
                <a:lnTo>
                  <a:pt x="447675" y="2581275"/>
                </a:lnTo>
                <a:lnTo>
                  <a:pt x="485775" y="2533650"/>
                </a:lnTo>
                <a:lnTo>
                  <a:pt x="514350" y="2514600"/>
                </a:lnTo>
                <a:lnTo>
                  <a:pt x="466725" y="2466975"/>
                </a:lnTo>
                <a:lnTo>
                  <a:pt x="438150" y="2419350"/>
                </a:lnTo>
                <a:lnTo>
                  <a:pt x="381000" y="2409825"/>
                </a:lnTo>
                <a:lnTo>
                  <a:pt x="371475" y="2371725"/>
                </a:lnTo>
                <a:lnTo>
                  <a:pt x="304800" y="2324100"/>
                </a:lnTo>
                <a:lnTo>
                  <a:pt x="323850" y="2228850"/>
                </a:lnTo>
                <a:lnTo>
                  <a:pt x="304800" y="2209800"/>
                </a:lnTo>
                <a:lnTo>
                  <a:pt x="238125" y="2257425"/>
                </a:lnTo>
                <a:lnTo>
                  <a:pt x="266700" y="2200275"/>
                </a:lnTo>
                <a:lnTo>
                  <a:pt x="209550" y="2190750"/>
                </a:lnTo>
                <a:lnTo>
                  <a:pt x="200025" y="2152650"/>
                </a:lnTo>
                <a:lnTo>
                  <a:pt x="190500" y="2124075"/>
                </a:lnTo>
                <a:lnTo>
                  <a:pt x="161925" y="2105025"/>
                </a:lnTo>
                <a:lnTo>
                  <a:pt x="171450" y="2114550"/>
                </a:lnTo>
                <a:lnTo>
                  <a:pt x="161925" y="2066925"/>
                </a:lnTo>
                <a:lnTo>
                  <a:pt x="95250" y="2076450"/>
                </a:lnTo>
                <a:lnTo>
                  <a:pt x="85725" y="2028825"/>
                </a:lnTo>
                <a:lnTo>
                  <a:pt x="85725" y="2019300"/>
                </a:lnTo>
                <a:lnTo>
                  <a:pt x="57150" y="1990725"/>
                </a:lnTo>
                <a:lnTo>
                  <a:pt x="19050" y="1981200"/>
                </a:lnTo>
                <a:lnTo>
                  <a:pt x="0" y="1952625"/>
                </a:lnTo>
                <a:lnTo>
                  <a:pt x="28575" y="1895475"/>
                </a:lnTo>
                <a:lnTo>
                  <a:pt x="38100" y="1885950"/>
                </a:lnTo>
                <a:lnTo>
                  <a:pt x="47625" y="1876425"/>
                </a:lnTo>
                <a:lnTo>
                  <a:pt x="9525" y="1847850"/>
                </a:lnTo>
                <a:lnTo>
                  <a:pt x="38100" y="1838325"/>
                </a:lnTo>
                <a:lnTo>
                  <a:pt x="76200" y="1790700"/>
                </a:lnTo>
                <a:lnTo>
                  <a:pt x="57150" y="1733550"/>
                </a:lnTo>
                <a:lnTo>
                  <a:pt x="57150" y="1714500"/>
                </a:lnTo>
                <a:lnTo>
                  <a:pt x="76200" y="1666875"/>
                </a:lnTo>
                <a:lnTo>
                  <a:pt x="76200" y="1647825"/>
                </a:lnTo>
                <a:lnTo>
                  <a:pt x="76200" y="1657350"/>
                </a:lnTo>
                <a:lnTo>
                  <a:pt x="66675" y="1571625"/>
                </a:lnTo>
                <a:lnTo>
                  <a:pt x="104775" y="1562100"/>
                </a:lnTo>
                <a:lnTo>
                  <a:pt x="104775" y="1543050"/>
                </a:lnTo>
                <a:lnTo>
                  <a:pt x="76200" y="1495425"/>
                </a:lnTo>
                <a:lnTo>
                  <a:pt x="76200" y="1466850"/>
                </a:lnTo>
                <a:lnTo>
                  <a:pt x="66675" y="1476375"/>
                </a:lnTo>
                <a:lnTo>
                  <a:pt x="95250" y="1447800"/>
                </a:lnTo>
                <a:lnTo>
                  <a:pt x="85725" y="1428750"/>
                </a:lnTo>
                <a:lnTo>
                  <a:pt x="104775" y="1390650"/>
                </a:lnTo>
                <a:lnTo>
                  <a:pt x="114300" y="1390650"/>
                </a:lnTo>
                <a:lnTo>
                  <a:pt x="104775" y="1343025"/>
                </a:lnTo>
                <a:lnTo>
                  <a:pt x="95250" y="1323975"/>
                </a:lnTo>
                <a:lnTo>
                  <a:pt x="123825" y="1295400"/>
                </a:lnTo>
                <a:lnTo>
                  <a:pt x="114300" y="1266825"/>
                </a:lnTo>
                <a:lnTo>
                  <a:pt x="114300" y="1238250"/>
                </a:lnTo>
                <a:lnTo>
                  <a:pt x="123825" y="1200150"/>
                </a:lnTo>
                <a:lnTo>
                  <a:pt x="123825" y="1162050"/>
                </a:lnTo>
                <a:lnTo>
                  <a:pt x="142875" y="1133475"/>
                </a:lnTo>
                <a:lnTo>
                  <a:pt x="133350" y="1104900"/>
                </a:lnTo>
                <a:lnTo>
                  <a:pt x="152400" y="1114425"/>
                </a:lnTo>
                <a:lnTo>
                  <a:pt x="152400" y="1076325"/>
                </a:lnTo>
                <a:lnTo>
                  <a:pt x="190500" y="1028700"/>
                </a:lnTo>
                <a:lnTo>
                  <a:pt x="276225" y="1085850"/>
                </a:lnTo>
                <a:lnTo>
                  <a:pt x="276225" y="1085850"/>
                </a:lnTo>
                <a:lnTo>
                  <a:pt x="285750" y="1085850"/>
                </a:lnTo>
                <a:lnTo>
                  <a:pt x="295275" y="1009650"/>
                </a:lnTo>
                <a:lnTo>
                  <a:pt x="314325" y="1000125"/>
                </a:lnTo>
                <a:lnTo>
                  <a:pt x="276225" y="904875"/>
                </a:lnTo>
                <a:lnTo>
                  <a:pt x="276225" y="942975"/>
                </a:lnTo>
                <a:lnTo>
                  <a:pt x="247650" y="876300"/>
                </a:lnTo>
                <a:lnTo>
                  <a:pt x="266700" y="819150"/>
                </a:lnTo>
                <a:lnTo>
                  <a:pt x="304800" y="781050"/>
                </a:lnTo>
                <a:lnTo>
                  <a:pt x="295275" y="733425"/>
                </a:lnTo>
                <a:lnTo>
                  <a:pt x="276225" y="704850"/>
                </a:lnTo>
                <a:lnTo>
                  <a:pt x="276225" y="695325"/>
                </a:lnTo>
                <a:lnTo>
                  <a:pt x="285750" y="685800"/>
                </a:lnTo>
                <a:lnTo>
                  <a:pt x="342900" y="628650"/>
                </a:lnTo>
                <a:lnTo>
                  <a:pt x="266700" y="571500"/>
                </a:lnTo>
                <a:lnTo>
                  <a:pt x="266700" y="590550"/>
                </a:lnTo>
                <a:lnTo>
                  <a:pt x="333375" y="552450"/>
                </a:lnTo>
                <a:lnTo>
                  <a:pt x="333375" y="552450"/>
                </a:lnTo>
                <a:lnTo>
                  <a:pt x="323850" y="485775"/>
                </a:lnTo>
                <a:lnTo>
                  <a:pt x="314325" y="476250"/>
                </a:lnTo>
                <a:lnTo>
                  <a:pt x="342900" y="476250"/>
                </a:lnTo>
                <a:lnTo>
                  <a:pt x="333375" y="428625"/>
                </a:lnTo>
                <a:lnTo>
                  <a:pt x="371475" y="419100"/>
                </a:lnTo>
                <a:lnTo>
                  <a:pt x="361950" y="381000"/>
                </a:lnTo>
                <a:lnTo>
                  <a:pt x="342900" y="361950"/>
                </a:lnTo>
                <a:lnTo>
                  <a:pt x="323850" y="323850"/>
                </a:lnTo>
                <a:lnTo>
                  <a:pt x="323850" y="323850"/>
                </a:lnTo>
                <a:lnTo>
                  <a:pt x="333375" y="304800"/>
                </a:lnTo>
                <a:lnTo>
                  <a:pt x="323850" y="238125"/>
                </a:lnTo>
                <a:lnTo>
                  <a:pt x="314325" y="247650"/>
                </a:lnTo>
                <a:lnTo>
                  <a:pt x="409575" y="200025"/>
                </a:lnTo>
                <a:lnTo>
                  <a:pt x="390525" y="190500"/>
                </a:lnTo>
                <a:lnTo>
                  <a:pt x="438150" y="161925"/>
                </a:lnTo>
                <a:lnTo>
                  <a:pt x="476250" y="152400"/>
                </a:lnTo>
                <a:lnTo>
                  <a:pt x="514350" y="190500"/>
                </a:lnTo>
                <a:lnTo>
                  <a:pt x="542925" y="180975"/>
                </a:lnTo>
                <a:lnTo>
                  <a:pt x="571500" y="152400"/>
                </a:lnTo>
                <a:lnTo>
                  <a:pt x="581025" y="209550"/>
                </a:lnTo>
                <a:lnTo>
                  <a:pt x="628650" y="238125"/>
                </a:lnTo>
                <a:lnTo>
                  <a:pt x="647700" y="219075"/>
                </a:lnTo>
                <a:lnTo>
                  <a:pt x="676275" y="180975"/>
                </a:lnTo>
                <a:lnTo>
                  <a:pt x="666750" y="142875"/>
                </a:lnTo>
                <a:lnTo>
                  <a:pt x="714375" y="123825"/>
                </a:lnTo>
                <a:lnTo>
                  <a:pt x="676275" y="152400"/>
                </a:lnTo>
                <a:lnTo>
                  <a:pt x="695325" y="142875"/>
                </a:lnTo>
                <a:lnTo>
                  <a:pt x="733425" y="133350"/>
                </a:lnTo>
                <a:lnTo>
                  <a:pt x="752475" y="152400"/>
                </a:lnTo>
                <a:lnTo>
                  <a:pt x="771525" y="142875"/>
                </a:lnTo>
                <a:lnTo>
                  <a:pt x="809625" y="85725"/>
                </a:lnTo>
                <a:lnTo>
                  <a:pt x="819150" y="133350"/>
                </a:lnTo>
                <a:lnTo>
                  <a:pt x="847725" y="76200"/>
                </a:lnTo>
                <a:lnTo>
                  <a:pt x="923925" y="85725"/>
                </a:lnTo>
                <a:lnTo>
                  <a:pt x="914400" y="85725"/>
                </a:lnTo>
                <a:lnTo>
                  <a:pt x="962025" y="57150"/>
                </a:lnTo>
                <a:lnTo>
                  <a:pt x="962025" y="38100"/>
                </a:lnTo>
                <a:lnTo>
                  <a:pt x="1000125" y="47625"/>
                </a:lnTo>
                <a:lnTo>
                  <a:pt x="1019175" y="47625"/>
                </a:lnTo>
                <a:lnTo>
                  <a:pt x="1019175" y="19050"/>
                </a:lnTo>
                <a:lnTo>
                  <a:pt x="1095375" y="28575"/>
                </a:lnTo>
                <a:lnTo>
                  <a:pt x="1095375" y="0"/>
                </a:lnTo>
                <a:lnTo>
                  <a:pt x="1104900" y="19050"/>
                </a:lnTo>
                <a:lnTo>
                  <a:pt x="1152525" y="28575"/>
                </a:lnTo>
                <a:lnTo>
                  <a:pt x="1123950" y="66675"/>
                </a:lnTo>
                <a:lnTo>
                  <a:pt x="1162050" y="76200"/>
                </a:lnTo>
                <a:lnTo>
                  <a:pt x="1181100" y="76200"/>
                </a:lnTo>
                <a:lnTo>
                  <a:pt x="1209675" y="57150"/>
                </a:lnTo>
                <a:lnTo>
                  <a:pt x="1238250" y="57150"/>
                </a:lnTo>
                <a:lnTo>
                  <a:pt x="1219200" y="57150"/>
                </a:lnTo>
                <a:lnTo>
                  <a:pt x="1266825" y="76200"/>
                </a:lnTo>
                <a:lnTo>
                  <a:pt x="1276350" y="114300"/>
                </a:lnTo>
                <a:lnTo>
                  <a:pt x="1295400" y="114300"/>
                </a:lnTo>
                <a:lnTo>
                  <a:pt x="1323975" y="114300"/>
                </a:lnTo>
                <a:lnTo>
                  <a:pt x="1314450" y="133350"/>
                </a:lnTo>
                <a:lnTo>
                  <a:pt x="1343025" y="161925"/>
                </a:lnTo>
                <a:lnTo>
                  <a:pt x="1381125" y="152400"/>
                </a:lnTo>
                <a:lnTo>
                  <a:pt x="1400175" y="200025"/>
                </a:lnTo>
                <a:lnTo>
                  <a:pt x="1409700" y="209550"/>
                </a:lnTo>
                <a:lnTo>
                  <a:pt x="1419225" y="219075"/>
                </a:lnTo>
                <a:lnTo>
                  <a:pt x="1447800" y="238125"/>
                </a:lnTo>
                <a:lnTo>
                  <a:pt x="1438275" y="219075"/>
                </a:lnTo>
                <a:lnTo>
                  <a:pt x="1485900" y="257175"/>
                </a:lnTo>
                <a:lnTo>
                  <a:pt x="1476375" y="247650"/>
                </a:lnTo>
                <a:lnTo>
                  <a:pt x="1504950" y="295275"/>
                </a:lnTo>
                <a:lnTo>
                  <a:pt x="1514475" y="295275"/>
                </a:lnTo>
                <a:lnTo>
                  <a:pt x="1543050" y="295275"/>
                </a:lnTo>
                <a:lnTo>
                  <a:pt x="1562100" y="323850"/>
                </a:lnTo>
                <a:lnTo>
                  <a:pt x="1600200" y="333375"/>
                </a:lnTo>
                <a:lnTo>
                  <a:pt x="1590675" y="323850"/>
                </a:lnTo>
                <a:lnTo>
                  <a:pt x="1609725" y="352425"/>
                </a:lnTo>
                <a:lnTo>
                  <a:pt x="1638300" y="361950"/>
                </a:lnTo>
                <a:lnTo>
                  <a:pt x="1647825" y="342900"/>
                </a:lnTo>
                <a:lnTo>
                  <a:pt x="1676400" y="371475"/>
                </a:lnTo>
                <a:lnTo>
                  <a:pt x="1676400" y="390525"/>
                </a:lnTo>
                <a:lnTo>
                  <a:pt x="1695450" y="495300"/>
                </a:lnTo>
                <a:lnTo>
                  <a:pt x="1762125" y="619125"/>
                </a:lnTo>
                <a:lnTo>
                  <a:pt x="1685925" y="638175"/>
                </a:lnTo>
                <a:lnTo>
                  <a:pt x="1704975" y="561975"/>
                </a:lnTo>
                <a:lnTo>
                  <a:pt x="1752600" y="600075"/>
                </a:lnTo>
                <a:lnTo>
                  <a:pt x="1752600" y="628650"/>
                </a:lnTo>
                <a:lnTo>
                  <a:pt x="1733550" y="638175"/>
                </a:lnTo>
                <a:lnTo>
                  <a:pt x="1743075" y="647700"/>
                </a:lnTo>
                <a:lnTo>
                  <a:pt x="1762125" y="657225"/>
                </a:lnTo>
                <a:lnTo>
                  <a:pt x="1752600" y="828675"/>
                </a:lnTo>
                <a:lnTo>
                  <a:pt x="1771650" y="838200"/>
                </a:lnTo>
                <a:lnTo>
                  <a:pt x="1790700" y="762000"/>
                </a:lnTo>
                <a:lnTo>
                  <a:pt x="1800225" y="781050"/>
                </a:lnTo>
                <a:lnTo>
                  <a:pt x="1771650" y="800100"/>
                </a:lnTo>
                <a:lnTo>
                  <a:pt x="1752600" y="838200"/>
                </a:lnTo>
                <a:lnTo>
                  <a:pt x="1752600" y="914400"/>
                </a:lnTo>
                <a:lnTo>
                  <a:pt x="1781175" y="981075"/>
                </a:lnTo>
                <a:lnTo>
                  <a:pt x="1771650" y="1057275"/>
                </a:lnTo>
                <a:lnTo>
                  <a:pt x="1743075" y="1028700"/>
                </a:lnTo>
                <a:lnTo>
                  <a:pt x="1704975" y="1076325"/>
                </a:lnTo>
                <a:lnTo>
                  <a:pt x="1676400" y="1133475"/>
                </a:lnTo>
                <a:lnTo>
                  <a:pt x="1647825" y="1114425"/>
                </a:lnTo>
                <a:lnTo>
                  <a:pt x="1657350" y="1162050"/>
                </a:lnTo>
                <a:lnTo>
                  <a:pt x="1704975" y="1209675"/>
                </a:lnTo>
                <a:lnTo>
                  <a:pt x="1714500" y="1276350"/>
                </a:lnTo>
                <a:lnTo>
                  <a:pt x="1666875" y="1323975"/>
                </a:lnTo>
                <a:lnTo>
                  <a:pt x="1657350" y="1390650"/>
                </a:lnTo>
                <a:lnTo>
                  <a:pt x="1638300" y="1409700"/>
                </a:lnTo>
                <a:lnTo>
                  <a:pt x="1657350" y="1447800"/>
                </a:lnTo>
                <a:lnTo>
                  <a:pt x="1628775" y="1533525"/>
                </a:lnTo>
                <a:lnTo>
                  <a:pt x="1638300" y="1533525"/>
                </a:lnTo>
                <a:lnTo>
                  <a:pt x="1638300" y="1562100"/>
                </a:lnTo>
                <a:lnTo>
                  <a:pt x="1524000" y="1704975"/>
                </a:lnTo>
                <a:lnTo>
                  <a:pt x="1466850" y="1647825"/>
                </a:lnTo>
                <a:lnTo>
                  <a:pt x="1400175" y="1685925"/>
                </a:lnTo>
                <a:lnTo>
                  <a:pt x="1485900" y="1724025"/>
                </a:lnTo>
                <a:lnTo>
                  <a:pt x="1495425" y="1685925"/>
                </a:lnTo>
                <a:lnTo>
                  <a:pt x="1504950" y="1790700"/>
                </a:lnTo>
                <a:lnTo>
                  <a:pt x="1476375" y="1762125"/>
                </a:lnTo>
                <a:lnTo>
                  <a:pt x="1552575" y="1733550"/>
                </a:lnTo>
                <a:lnTo>
                  <a:pt x="1533525" y="1809750"/>
                </a:lnTo>
                <a:lnTo>
                  <a:pt x="1543050" y="1724025"/>
                </a:lnTo>
                <a:lnTo>
                  <a:pt x="1514475" y="1733550"/>
                </a:lnTo>
                <a:lnTo>
                  <a:pt x="1562100" y="1809750"/>
                </a:lnTo>
                <a:lnTo>
                  <a:pt x="1504950" y="1809750"/>
                </a:lnTo>
                <a:lnTo>
                  <a:pt x="1495425" y="1866900"/>
                </a:lnTo>
                <a:lnTo>
                  <a:pt x="1543050" y="1828800"/>
                </a:lnTo>
                <a:lnTo>
                  <a:pt x="1504950" y="1857375"/>
                </a:lnTo>
                <a:lnTo>
                  <a:pt x="1485900" y="1819275"/>
                </a:lnTo>
                <a:lnTo>
                  <a:pt x="1466850" y="1838325"/>
                </a:lnTo>
                <a:lnTo>
                  <a:pt x="1485900" y="1914525"/>
                </a:lnTo>
                <a:lnTo>
                  <a:pt x="1438275" y="1971675"/>
                </a:lnTo>
                <a:lnTo>
                  <a:pt x="1371600" y="2009775"/>
                </a:lnTo>
                <a:lnTo>
                  <a:pt x="1371600" y="2000250"/>
                </a:lnTo>
                <a:lnTo>
                  <a:pt x="1371600" y="1971675"/>
                </a:lnTo>
                <a:lnTo>
                  <a:pt x="1352550" y="1990725"/>
                </a:lnTo>
                <a:lnTo>
                  <a:pt x="1314450" y="2066925"/>
                </a:lnTo>
                <a:lnTo>
                  <a:pt x="1323975" y="2076450"/>
                </a:lnTo>
                <a:lnTo>
                  <a:pt x="1333500" y="2066925"/>
                </a:lnTo>
                <a:lnTo>
                  <a:pt x="1276350" y="2057400"/>
                </a:lnTo>
                <a:lnTo>
                  <a:pt x="1257300" y="2076450"/>
                </a:lnTo>
                <a:lnTo>
                  <a:pt x="1209675" y="2114550"/>
                </a:lnTo>
                <a:lnTo>
                  <a:pt x="1200150" y="2124075"/>
                </a:lnTo>
                <a:lnTo>
                  <a:pt x="1190625" y="2143125"/>
                </a:lnTo>
                <a:lnTo>
                  <a:pt x="1047750" y="2124075"/>
                </a:lnTo>
                <a:lnTo>
                  <a:pt x="942975" y="2114550"/>
                </a:lnTo>
                <a:lnTo>
                  <a:pt x="981075" y="2190750"/>
                </a:lnTo>
                <a:lnTo>
                  <a:pt x="1019175" y="2190750"/>
                </a:lnTo>
                <a:lnTo>
                  <a:pt x="962025" y="2181225"/>
                </a:lnTo>
                <a:lnTo>
                  <a:pt x="971550" y="2171700"/>
                </a:lnTo>
                <a:lnTo>
                  <a:pt x="1028700" y="2247900"/>
                </a:lnTo>
                <a:lnTo>
                  <a:pt x="981075" y="2305050"/>
                </a:lnTo>
                <a:lnTo>
                  <a:pt x="952500" y="2343150"/>
                </a:lnTo>
                <a:lnTo>
                  <a:pt x="866775" y="2343150"/>
                </a:lnTo>
                <a:lnTo>
                  <a:pt x="885825" y="2362200"/>
                </a:lnTo>
                <a:lnTo>
                  <a:pt x="914400" y="2352675"/>
                </a:lnTo>
                <a:lnTo>
                  <a:pt x="895350" y="2371725"/>
                </a:lnTo>
                <a:lnTo>
                  <a:pt x="866775" y="2371725"/>
                </a:lnTo>
                <a:lnTo>
                  <a:pt x="866775" y="2381250"/>
                </a:lnTo>
                <a:lnTo>
                  <a:pt x="895350" y="2381250"/>
                </a:lnTo>
                <a:lnTo>
                  <a:pt x="942975" y="2438400"/>
                </a:lnTo>
                <a:lnTo>
                  <a:pt x="933450" y="2343150"/>
                </a:lnTo>
                <a:lnTo>
                  <a:pt x="904875" y="2438400"/>
                </a:lnTo>
                <a:lnTo>
                  <a:pt x="904875" y="2505075"/>
                </a:lnTo>
                <a:lnTo>
                  <a:pt x="857250" y="2590800"/>
                </a:lnTo>
                <a:lnTo>
                  <a:pt x="885825" y="2590800"/>
                </a:lnTo>
                <a:lnTo>
                  <a:pt x="866775" y="2600325"/>
                </a:lnTo>
                <a:lnTo>
                  <a:pt x="876300" y="2609850"/>
                </a:lnTo>
                <a:lnTo>
                  <a:pt x="800100" y="2667000"/>
                </a:lnTo>
                <a:lnTo>
                  <a:pt x="809625" y="2638425"/>
                </a:lnTo>
                <a:lnTo>
                  <a:pt x="781050" y="2647950"/>
                </a:lnTo>
                <a:lnTo>
                  <a:pt x="800100" y="2647950"/>
                </a:lnTo>
                <a:lnTo>
                  <a:pt x="771525" y="2695575"/>
                </a:lnTo>
                <a:lnTo>
                  <a:pt x="781050" y="2724150"/>
                </a:lnTo>
                <a:lnTo>
                  <a:pt x="771525" y="2714625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2144375" y="3286125"/>
            <a:ext cx="1209675" cy="1752600"/>
          </a:xfrm>
          <a:custGeom>
            <a:avLst/>
            <a:gdLst/>
            <a:ahLst/>
            <a:cxnLst/>
            <a:rect l="l" t="t" r="r" b="b"/>
            <a:pathLst>
              <a:path w="1209675" h="1752600">
                <a:moveTo>
                  <a:pt x="476250" y="1743075"/>
                </a:moveTo>
                <a:lnTo>
                  <a:pt x="476250" y="1733550"/>
                </a:lnTo>
                <a:lnTo>
                  <a:pt x="390525" y="1724025"/>
                </a:lnTo>
                <a:lnTo>
                  <a:pt x="419100" y="1704975"/>
                </a:lnTo>
                <a:lnTo>
                  <a:pt x="457200" y="1704975"/>
                </a:lnTo>
                <a:lnTo>
                  <a:pt x="419100" y="1676400"/>
                </a:lnTo>
                <a:lnTo>
                  <a:pt x="409575" y="1666875"/>
                </a:lnTo>
                <a:lnTo>
                  <a:pt x="409575" y="1666875"/>
                </a:lnTo>
                <a:lnTo>
                  <a:pt x="361950" y="1619250"/>
                </a:lnTo>
                <a:lnTo>
                  <a:pt x="361950" y="1619250"/>
                </a:lnTo>
                <a:lnTo>
                  <a:pt x="361950" y="1628775"/>
                </a:lnTo>
                <a:lnTo>
                  <a:pt x="361950" y="1609725"/>
                </a:lnTo>
                <a:lnTo>
                  <a:pt x="352425" y="1600200"/>
                </a:lnTo>
                <a:lnTo>
                  <a:pt x="304800" y="1571625"/>
                </a:lnTo>
                <a:lnTo>
                  <a:pt x="257175" y="1543050"/>
                </a:lnTo>
                <a:lnTo>
                  <a:pt x="209550" y="1543050"/>
                </a:lnTo>
                <a:lnTo>
                  <a:pt x="247650" y="1485900"/>
                </a:lnTo>
                <a:lnTo>
                  <a:pt x="209550" y="1457325"/>
                </a:lnTo>
                <a:lnTo>
                  <a:pt x="247650" y="1466850"/>
                </a:lnTo>
                <a:lnTo>
                  <a:pt x="200025" y="1419225"/>
                </a:lnTo>
                <a:lnTo>
                  <a:pt x="161925" y="1409700"/>
                </a:lnTo>
                <a:lnTo>
                  <a:pt x="133350" y="1390650"/>
                </a:lnTo>
                <a:lnTo>
                  <a:pt x="123825" y="1390650"/>
                </a:lnTo>
                <a:lnTo>
                  <a:pt x="123825" y="1362075"/>
                </a:lnTo>
                <a:lnTo>
                  <a:pt x="104775" y="1352550"/>
                </a:lnTo>
                <a:lnTo>
                  <a:pt x="114300" y="1371600"/>
                </a:lnTo>
                <a:lnTo>
                  <a:pt x="95250" y="1343025"/>
                </a:lnTo>
                <a:lnTo>
                  <a:pt x="85725" y="1323975"/>
                </a:lnTo>
                <a:lnTo>
                  <a:pt x="85725" y="1295400"/>
                </a:lnTo>
                <a:lnTo>
                  <a:pt x="66675" y="1304925"/>
                </a:lnTo>
                <a:lnTo>
                  <a:pt x="38100" y="1266825"/>
                </a:lnTo>
                <a:lnTo>
                  <a:pt x="19050" y="1257300"/>
                </a:lnTo>
                <a:lnTo>
                  <a:pt x="0" y="1247775"/>
                </a:lnTo>
                <a:lnTo>
                  <a:pt x="9525" y="1209675"/>
                </a:lnTo>
                <a:lnTo>
                  <a:pt x="28575" y="1219200"/>
                </a:lnTo>
                <a:lnTo>
                  <a:pt x="28575" y="1209675"/>
                </a:lnTo>
                <a:lnTo>
                  <a:pt x="38100" y="1162050"/>
                </a:lnTo>
                <a:lnTo>
                  <a:pt x="28575" y="1143000"/>
                </a:lnTo>
                <a:lnTo>
                  <a:pt x="66675" y="1123950"/>
                </a:lnTo>
                <a:lnTo>
                  <a:pt x="38100" y="1123950"/>
                </a:lnTo>
                <a:lnTo>
                  <a:pt x="38100" y="1095375"/>
                </a:lnTo>
                <a:lnTo>
                  <a:pt x="47625" y="1104900"/>
                </a:lnTo>
                <a:lnTo>
                  <a:pt x="57150" y="1066800"/>
                </a:lnTo>
                <a:lnTo>
                  <a:pt x="66675" y="1066800"/>
                </a:lnTo>
                <a:lnTo>
                  <a:pt x="38100" y="1028700"/>
                </a:lnTo>
                <a:lnTo>
                  <a:pt x="47625" y="1009650"/>
                </a:lnTo>
                <a:lnTo>
                  <a:pt x="47625" y="1009650"/>
                </a:lnTo>
                <a:lnTo>
                  <a:pt x="57150" y="962025"/>
                </a:lnTo>
                <a:lnTo>
                  <a:pt x="76200" y="971550"/>
                </a:lnTo>
                <a:lnTo>
                  <a:pt x="57150" y="942975"/>
                </a:lnTo>
                <a:lnTo>
                  <a:pt x="66675" y="914400"/>
                </a:lnTo>
                <a:lnTo>
                  <a:pt x="66675" y="933450"/>
                </a:lnTo>
                <a:lnTo>
                  <a:pt x="57150" y="895350"/>
                </a:lnTo>
                <a:lnTo>
                  <a:pt x="57150" y="876300"/>
                </a:lnTo>
                <a:lnTo>
                  <a:pt x="66675" y="857250"/>
                </a:lnTo>
                <a:lnTo>
                  <a:pt x="76200" y="847725"/>
                </a:lnTo>
                <a:lnTo>
                  <a:pt x="76200" y="819150"/>
                </a:lnTo>
                <a:lnTo>
                  <a:pt x="95250" y="819150"/>
                </a:lnTo>
                <a:lnTo>
                  <a:pt x="76200" y="790575"/>
                </a:lnTo>
                <a:lnTo>
                  <a:pt x="66675" y="790575"/>
                </a:lnTo>
                <a:lnTo>
                  <a:pt x="66675" y="771525"/>
                </a:lnTo>
                <a:lnTo>
                  <a:pt x="104775" y="733425"/>
                </a:lnTo>
                <a:lnTo>
                  <a:pt x="95250" y="714375"/>
                </a:lnTo>
                <a:lnTo>
                  <a:pt x="104775" y="714375"/>
                </a:lnTo>
                <a:lnTo>
                  <a:pt x="95250" y="695325"/>
                </a:lnTo>
                <a:lnTo>
                  <a:pt x="76200" y="704850"/>
                </a:lnTo>
                <a:lnTo>
                  <a:pt x="76200" y="600075"/>
                </a:lnTo>
                <a:lnTo>
                  <a:pt x="123825" y="600075"/>
                </a:lnTo>
                <a:lnTo>
                  <a:pt x="171450" y="695325"/>
                </a:lnTo>
                <a:lnTo>
                  <a:pt x="180975" y="685800"/>
                </a:lnTo>
                <a:lnTo>
                  <a:pt x="171450" y="619125"/>
                </a:lnTo>
                <a:lnTo>
                  <a:pt x="200025" y="619125"/>
                </a:lnTo>
                <a:lnTo>
                  <a:pt x="161925" y="571500"/>
                </a:lnTo>
                <a:lnTo>
                  <a:pt x="180975" y="523875"/>
                </a:lnTo>
                <a:lnTo>
                  <a:pt x="200025" y="504825"/>
                </a:lnTo>
                <a:lnTo>
                  <a:pt x="200025" y="504825"/>
                </a:lnTo>
                <a:lnTo>
                  <a:pt x="200025" y="504825"/>
                </a:lnTo>
                <a:lnTo>
                  <a:pt x="180975" y="466725"/>
                </a:lnTo>
                <a:lnTo>
                  <a:pt x="209550" y="457200"/>
                </a:lnTo>
                <a:lnTo>
                  <a:pt x="180975" y="457200"/>
                </a:lnTo>
                <a:lnTo>
                  <a:pt x="180975" y="428625"/>
                </a:lnTo>
                <a:lnTo>
                  <a:pt x="161925" y="419100"/>
                </a:lnTo>
                <a:lnTo>
                  <a:pt x="180975" y="371475"/>
                </a:lnTo>
                <a:lnTo>
                  <a:pt x="180975" y="342900"/>
                </a:lnTo>
                <a:lnTo>
                  <a:pt x="200025" y="371475"/>
                </a:lnTo>
                <a:lnTo>
                  <a:pt x="190500" y="323850"/>
                </a:lnTo>
                <a:lnTo>
                  <a:pt x="190500" y="323850"/>
                </a:lnTo>
                <a:lnTo>
                  <a:pt x="200025" y="342900"/>
                </a:lnTo>
                <a:lnTo>
                  <a:pt x="228600" y="304800"/>
                </a:lnTo>
                <a:lnTo>
                  <a:pt x="209550" y="276225"/>
                </a:lnTo>
                <a:lnTo>
                  <a:pt x="219075" y="266700"/>
                </a:lnTo>
                <a:lnTo>
                  <a:pt x="209550" y="219075"/>
                </a:lnTo>
                <a:lnTo>
                  <a:pt x="209550" y="200025"/>
                </a:lnTo>
                <a:lnTo>
                  <a:pt x="209550" y="200025"/>
                </a:lnTo>
                <a:lnTo>
                  <a:pt x="219075" y="190500"/>
                </a:lnTo>
                <a:lnTo>
                  <a:pt x="190500" y="161925"/>
                </a:lnTo>
                <a:lnTo>
                  <a:pt x="219075" y="142875"/>
                </a:lnTo>
                <a:lnTo>
                  <a:pt x="276225" y="104775"/>
                </a:lnTo>
                <a:lnTo>
                  <a:pt x="238125" y="85725"/>
                </a:lnTo>
                <a:lnTo>
                  <a:pt x="276225" y="66675"/>
                </a:lnTo>
                <a:lnTo>
                  <a:pt x="276225" y="66675"/>
                </a:lnTo>
                <a:lnTo>
                  <a:pt x="285750" y="142875"/>
                </a:lnTo>
                <a:lnTo>
                  <a:pt x="342900" y="123825"/>
                </a:lnTo>
                <a:lnTo>
                  <a:pt x="323850" y="104775"/>
                </a:lnTo>
                <a:lnTo>
                  <a:pt x="361950" y="85725"/>
                </a:lnTo>
                <a:lnTo>
                  <a:pt x="381000" y="114300"/>
                </a:lnTo>
                <a:lnTo>
                  <a:pt x="400050" y="114300"/>
                </a:lnTo>
                <a:lnTo>
                  <a:pt x="390525" y="95250"/>
                </a:lnTo>
                <a:lnTo>
                  <a:pt x="428625" y="114300"/>
                </a:lnTo>
                <a:lnTo>
                  <a:pt x="419100" y="133350"/>
                </a:lnTo>
                <a:lnTo>
                  <a:pt x="400050" y="114300"/>
                </a:lnTo>
                <a:lnTo>
                  <a:pt x="428625" y="114300"/>
                </a:lnTo>
                <a:lnTo>
                  <a:pt x="457200" y="76200"/>
                </a:lnTo>
                <a:lnTo>
                  <a:pt x="447675" y="47625"/>
                </a:lnTo>
                <a:lnTo>
                  <a:pt x="495300" y="19050"/>
                </a:lnTo>
                <a:lnTo>
                  <a:pt x="514350" y="19050"/>
                </a:lnTo>
                <a:lnTo>
                  <a:pt x="523875" y="57150"/>
                </a:lnTo>
                <a:lnTo>
                  <a:pt x="523875" y="38100"/>
                </a:lnTo>
                <a:lnTo>
                  <a:pt x="533400" y="47625"/>
                </a:lnTo>
                <a:lnTo>
                  <a:pt x="552450" y="19050"/>
                </a:lnTo>
                <a:lnTo>
                  <a:pt x="600075" y="19050"/>
                </a:lnTo>
                <a:lnTo>
                  <a:pt x="590550" y="38100"/>
                </a:lnTo>
                <a:lnTo>
                  <a:pt x="619125" y="28575"/>
                </a:lnTo>
                <a:lnTo>
                  <a:pt x="600075" y="28575"/>
                </a:lnTo>
                <a:lnTo>
                  <a:pt x="638175" y="38100"/>
                </a:lnTo>
                <a:lnTo>
                  <a:pt x="657225" y="19050"/>
                </a:lnTo>
                <a:lnTo>
                  <a:pt x="666750" y="19050"/>
                </a:lnTo>
                <a:lnTo>
                  <a:pt x="704850" y="9525"/>
                </a:lnTo>
                <a:lnTo>
                  <a:pt x="714375" y="0"/>
                </a:lnTo>
                <a:lnTo>
                  <a:pt x="723900" y="19050"/>
                </a:lnTo>
                <a:lnTo>
                  <a:pt x="723900" y="19050"/>
                </a:lnTo>
                <a:lnTo>
                  <a:pt x="723900" y="28575"/>
                </a:lnTo>
                <a:lnTo>
                  <a:pt x="762000" y="28575"/>
                </a:lnTo>
                <a:lnTo>
                  <a:pt x="790575" y="38100"/>
                </a:lnTo>
                <a:lnTo>
                  <a:pt x="781050" y="28575"/>
                </a:lnTo>
                <a:lnTo>
                  <a:pt x="790575" y="47625"/>
                </a:lnTo>
                <a:lnTo>
                  <a:pt x="800100" y="47625"/>
                </a:lnTo>
                <a:lnTo>
                  <a:pt x="819150" y="66675"/>
                </a:lnTo>
                <a:lnTo>
                  <a:pt x="828675" y="76200"/>
                </a:lnTo>
                <a:lnTo>
                  <a:pt x="857250" y="57150"/>
                </a:lnTo>
                <a:lnTo>
                  <a:pt x="857250" y="76200"/>
                </a:lnTo>
                <a:lnTo>
                  <a:pt x="876300" y="76200"/>
                </a:lnTo>
                <a:lnTo>
                  <a:pt x="885825" y="104775"/>
                </a:lnTo>
                <a:lnTo>
                  <a:pt x="866775" y="114300"/>
                </a:lnTo>
                <a:lnTo>
                  <a:pt x="895350" y="133350"/>
                </a:lnTo>
                <a:lnTo>
                  <a:pt x="914400" y="123825"/>
                </a:lnTo>
                <a:lnTo>
                  <a:pt x="923925" y="133350"/>
                </a:lnTo>
                <a:lnTo>
                  <a:pt x="923925" y="123825"/>
                </a:lnTo>
                <a:lnTo>
                  <a:pt x="952500" y="152400"/>
                </a:lnTo>
                <a:lnTo>
                  <a:pt x="971550" y="161925"/>
                </a:lnTo>
                <a:lnTo>
                  <a:pt x="962025" y="180975"/>
                </a:lnTo>
                <a:lnTo>
                  <a:pt x="1000125" y="190500"/>
                </a:lnTo>
                <a:lnTo>
                  <a:pt x="1000125" y="200025"/>
                </a:lnTo>
                <a:lnTo>
                  <a:pt x="1009650" y="200025"/>
                </a:lnTo>
                <a:lnTo>
                  <a:pt x="1019175" y="209550"/>
                </a:lnTo>
                <a:lnTo>
                  <a:pt x="1009650" y="219075"/>
                </a:lnTo>
                <a:lnTo>
                  <a:pt x="1019175" y="209550"/>
                </a:lnTo>
                <a:lnTo>
                  <a:pt x="1038225" y="209550"/>
                </a:lnTo>
                <a:lnTo>
                  <a:pt x="1066800" y="228600"/>
                </a:lnTo>
                <a:lnTo>
                  <a:pt x="1057275" y="238125"/>
                </a:lnTo>
                <a:lnTo>
                  <a:pt x="1076325" y="247650"/>
                </a:lnTo>
                <a:lnTo>
                  <a:pt x="1085850" y="219075"/>
                </a:lnTo>
                <a:lnTo>
                  <a:pt x="1114425" y="266700"/>
                </a:lnTo>
                <a:lnTo>
                  <a:pt x="1085850" y="276225"/>
                </a:lnTo>
                <a:lnTo>
                  <a:pt x="1095375" y="361950"/>
                </a:lnTo>
                <a:lnTo>
                  <a:pt x="1123950" y="361950"/>
                </a:lnTo>
                <a:lnTo>
                  <a:pt x="1104900" y="342900"/>
                </a:lnTo>
                <a:lnTo>
                  <a:pt x="1143000" y="381000"/>
                </a:lnTo>
                <a:lnTo>
                  <a:pt x="1114425" y="419100"/>
                </a:lnTo>
                <a:lnTo>
                  <a:pt x="1209675" y="381000"/>
                </a:lnTo>
                <a:lnTo>
                  <a:pt x="1209675" y="457200"/>
                </a:lnTo>
                <a:lnTo>
                  <a:pt x="1143000" y="447675"/>
                </a:lnTo>
                <a:lnTo>
                  <a:pt x="1123950" y="495300"/>
                </a:lnTo>
                <a:lnTo>
                  <a:pt x="1133475" y="495300"/>
                </a:lnTo>
                <a:lnTo>
                  <a:pt x="1123950" y="514350"/>
                </a:lnTo>
                <a:lnTo>
                  <a:pt x="1133475" y="552450"/>
                </a:lnTo>
                <a:lnTo>
                  <a:pt x="1133475" y="571500"/>
                </a:lnTo>
                <a:lnTo>
                  <a:pt x="1123950" y="647700"/>
                </a:lnTo>
                <a:lnTo>
                  <a:pt x="1152525" y="647700"/>
                </a:lnTo>
                <a:lnTo>
                  <a:pt x="1114425" y="657225"/>
                </a:lnTo>
                <a:lnTo>
                  <a:pt x="1085850" y="704850"/>
                </a:lnTo>
                <a:lnTo>
                  <a:pt x="1104900" y="723900"/>
                </a:lnTo>
                <a:lnTo>
                  <a:pt x="1076325" y="752475"/>
                </a:lnTo>
                <a:lnTo>
                  <a:pt x="1095375" y="762000"/>
                </a:lnTo>
                <a:lnTo>
                  <a:pt x="1076325" y="762000"/>
                </a:lnTo>
                <a:lnTo>
                  <a:pt x="1123950" y="809625"/>
                </a:lnTo>
                <a:lnTo>
                  <a:pt x="1085850" y="847725"/>
                </a:lnTo>
                <a:lnTo>
                  <a:pt x="1095375" y="876300"/>
                </a:lnTo>
                <a:lnTo>
                  <a:pt x="1057275" y="885825"/>
                </a:lnTo>
                <a:lnTo>
                  <a:pt x="1066800" y="904875"/>
                </a:lnTo>
                <a:lnTo>
                  <a:pt x="1057275" y="952500"/>
                </a:lnTo>
                <a:lnTo>
                  <a:pt x="1047750" y="962025"/>
                </a:lnTo>
                <a:lnTo>
                  <a:pt x="1019175" y="1009650"/>
                </a:lnTo>
                <a:lnTo>
                  <a:pt x="1076325" y="1038225"/>
                </a:lnTo>
                <a:lnTo>
                  <a:pt x="952500" y="1019175"/>
                </a:lnTo>
                <a:lnTo>
                  <a:pt x="952500" y="1114425"/>
                </a:lnTo>
                <a:lnTo>
                  <a:pt x="942975" y="1104900"/>
                </a:lnTo>
                <a:lnTo>
                  <a:pt x="933450" y="1162050"/>
                </a:lnTo>
                <a:lnTo>
                  <a:pt x="990600" y="1047750"/>
                </a:lnTo>
                <a:lnTo>
                  <a:pt x="990600" y="1057275"/>
                </a:lnTo>
                <a:lnTo>
                  <a:pt x="981075" y="1076325"/>
                </a:lnTo>
                <a:lnTo>
                  <a:pt x="990600" y="1143000"/>
                </a:lnTo>
                <a:lnTo>
                  <a:pt x="1000125" y="1152525"/>
                </a:lnTo>
                <a:lnTo>
                  <a:pt x="1000125" y="1181100"/>
                </a:lnTo>
                <a:lnTo>
                  <a:pt x="1000125" y="1152525"/>
                </a:lnTo>
                <a:lnTo>
                  <a:pt x="1009650" y="1162050"/>
                </a:lnTo>
                <a:lnTo>
                  <a:pt x="1009650" y="1162050"/>
                </a:lnTo>
                <a:lnTo>
                  <a:pt x="962025" y="1171575"/>
                </a:lnTo>
                <a:lnTo>
                  <a:pt x="990600" y="1171575"/>
                </a:lnTo>
                <a:lnTo>
                  <a:pt x="952500" y="1219200"/>
                </a:lnTo>
                <a:lnTo>
                  <a:pt x="990600" y="1228725"/>
                </a:lnTo>
                <a:lnTo>
                  <a:pt x="914400" y="1228725"/>
                </a:lnTo>
                <a:lnTo>
                  <a:pt x="923925" y="1247775"/>
                </a:lnTo>
                <a:lnTo>
                  <a:pt x="933450" y="1238250"/>
                </a:lnTo>
                <a:lnTo>
                  <a:pt x="914400" y="1266825"/>
                </a:lnTo>
                <a:lnTo>
                  <a:pt x="885825" y="1238250"/>
                </a:lnTo>
                <a:lnTo>
                  <a:pt x="866775" y="1276350"/>
                </a:lnTo>
                <a:lnTo>
                  <a:pt x="876300" y="1266825"/>
                </a:lnTo>
                <a:lnTo>
                  <a:pt x="876300" y="1247775"/>
                </a:lnTo>
                <a:lnTo>
                  <a:pt x="857250" y="1295400"/>
                </a:lnTo>
                <a:lnTo>
                  <a:pt x="819150" y="1314450"/>
                </a:lnTo>
                <a:lnTo>
                  <a:pt x="781050" y="1323975"/>
                </a:lnTo>
                <a:lnTo>
                  <a:pt x="809625" y="1343025"/>
                </a:lnTo>
                <a:lnTo>
                  <a:pt x="809625" y="1333500"/>
                </a:lnTo>
                <a:lnTo>
                  <a:pt x="762000" y="1352550"/>
                </a:lnTo>
                <a:lnTo>
                  <a:pt x="742950" y="1285875"/>
                </a:lnTo>
                <a:lnTo>
                  <a:pt x="714375" y="1352550"/>
                </a:lnTo>
                <a:lnTo>
                  <a:pt x="714375" y="1409700"/>
                </a:lnTo>
                <a:lnTo>
                  <a:pt x="657225" y="1390650"/>
                </a:lnTo>
                <a:lnTo>
                  <a:pt x="666750" y="1428750"/>
                </a:lnTo>
                <a:lnTo>
                  <a:pt x="666750" y="1428750"/>
                </a:lnTo>
                <a:lnTo>
                  <a:pt x="628650" y="1485900"/>
                </a:lnTo>
                <a:lnTo>
                  <a:pt x="609600" y="1466850"/>
                </a:lnTo>
                <a:lnTo>
                  <a:pt x="628650" y="1457325"/>
                </a:lnTo>
                <a:lnTo>
                  <a:pt x="609600" y="1457325"/>
                </a:lnTo>
                <a:lnTo>
                  <a:pt x="571500" y="1438275"/>
                </a:lnTo>
                <a:lnTo>
                  <a:pt x="600075" y="1476375"/>
                </a:lnTo>
                <a:lnTo>
                  <a:pt x="590550" y="1504950"/>
                </a:lnTo>
                <a:lnTo>
                  <a:pt x="581025" y="1495425"/>
                </a:lnTo>
                <a:lnTo>
                  <a:pt x="552450" y="1524000"/>
                </a:lnTo>
                <a:lnTo>
                  <a:pt x="590550" y="1533525"/>
                </a:lnTo>
                <a:lnTo>
                  <a:pt x="600075" y="1504950"/>
                </a:lnTo>
                <a:lnTo>
                  <a:pt x="590550" y="1514475"/>
                </a:lnTo>
                <a:lnTo>
                  <a:pt x="571500" y="1543050"/>
                </a:lnTo>
                <a:lnTo>
                  <a:pt x="571500" y="1590675"/>
                </a:lnTo>
                <a:lnTo>
                  <a:pt x="590550" y="1609725"/>
                </a:lnTo>
                <a:lnTo>
                  <a:pt x="581025" y="1647825"/>
                </a:lnTo>
                <a:lnTo>
                  <a:pt x="561975" y="1628775"/>
                </a:lnTo>
                <a:lnTo>
                  <a:pt x="552450" y="1657350"/>
                </a:lnTo>
                <a:lnTo>
                  <a:pt x="609600" y="1647825"/>
                </a:lnTo>
                <a:lnTo>
                  <a:pt x="581025" y="1676400"/>
                </a:lnTo>
                <a:lnTo>
                  <a:pt x="542925" y="1657350"/>
                </a:lnTo>
                <a:lnTo>
                  <a:pt x="523875" y="1704975"/>
                </a:lnTo>
                <a:lnTo>
                  <a:pt x="495300" y="1695450"/>
                </a:lnTo>
                <a:lnTo>
                  <a:pt x="485775" y="1714500"/>
                </a:lnTo>
                <a:lnTo>
                  <a:pt x="495300" y="175260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972800" y="3190875"/>
            <a:ext cx="180975" cy="161925"/>
          </a:xfrm>
          <a:custGeom>
            <a:avLst/>
            <a:gdLst/>
            <a:ahLst/>
            <a:cxnLst/>
            <a:rect l="l" t="t" r="r" b="b"/>
            <a:pathLst>
              <a:path w="180975" h="161925">
                <a:moveTo>
                  <a:pt x="180975" y="66675"/>
                </a:moveTo>
                <a:lnTo>
                  <a:pt x="142875" y="104775"/>
                </a:lnTo>
                <a:lnTo>
                  <a:pt x="104775" y="161925"/>
                </a:lnTo>
                <a:lnTo>
                  <a:pt x="57150" y="133350"/>
                </a:lnTo>
                <a:lnTo>
                  <a:pt x="9525" y="104775"/>
                </a:lnTo>
                <a:lnTo>
                  <a:pt x="9525" y="76200"/>
                </a:lnTo>
                <a:lnTo>
                  <a:pt x="0" y="19050"/>
                </a:lnTo>
                <a:lnTo>
                  <a:pt x="57150" y="9525"/>
                </a:lnTo>
                <a:lnTo>
                  <a:pt x="104775" y="0"/>
                </a:lnTo>
                <a:lnTo>
                  <a:pt x="142875" y="285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2439650" y="1552575"/>
            <a:ext cx="142875" cy="104775"/>
          </a:xfrm>
          <a:custGeom>
            <a:avLst/>
            <a:gdLst/>
            <a:ahLst/>
            <a:cxnLst/>
            <a:rect l="l" t="t" r="r" b="b"/>
            <a:pathLst>
              <a:path w="142875" h="104775">
                <a:moveTo>
                  <a:pt x="142875" y="57150"/>
                </a:moveTo>
                <a:lnTo>
                  <a:pt x="104775" y="76200"/>
                </a:lnTo>
                <a:lnTo>
                  <a:pt x="76200" y="104775"/>
                </a:lnTo>
                <a:lnTo>
                  <a:pt x="47625" y="95250"/>
                </a:lnTo>
                <a:lnTo>
                  <a:pt x="9525" y="104775"/>
                </a:lnTo>
                <a:lnTo>
                  <a:pt x="0" y="66675"/>
                </a:lnTo>
                <a:lnTo>
                  <a:pt x="9525" y="19050"/>
                </a:lnTo>
                <a:lnTo>
                  <a:pt x="38100" y="0"/>
                </a:lnTo>
                <a:lnTo>
                  <a:pt x="85725" y="0"/>
                </a:lnTo>
                <a:lnTo>
                  <a:pt x="104775" y="38100"/>
                </a:lnTo>
                <a:close/>
              </a:path>
            </a:pathLst>
          </a:custGeom>
          <a:solidFill>
            <a:srgbClr val="E86A5E">
              <a:alpha val="7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1220450" y="4676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14300"/>
                </a:moveTo>
                <a:lnTo>
                  <a:pt x="152400" y="190500"/>
                </a:lnTo>
                <a:lnTo>
                  <a:pt x="114300" y="228600"/>
                </a:lnTo>
                <a:lnTo>
                  <a:pt x="76200" y="200025"/>
                </a:lnTo>
                <a:lnTo>
                  <a:pt x="0" y="161925"/>
                </a:lnTo>
                <a:lnTo>
                  <a:pt x="9525" y="95250"/>
                </a:lnTo>
                <a:lnTo>
                  <a:pt x="9525" y="38100"/>
                </a:lnTo>
                <a:lnTo>
                  <a:pt x="66675" y="0"/>
                </a:lnTo>
                <a:lnTo>
                  <a:pt x="104775" y="9525"/>
                </a:lnTo>
                <a:lnTo>
                  <a:pt x="161925" y="76200"/>
                </a:lnTo>
                <a:close/>
              </a:path>
            </a:pathLst>
          </a:custGeom>
          <a:solidFill>
            <a:srgbClr val="E86A5E">
              <a:alpha val="7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2477750" y="1876425"/>
            <a:ext cx="133350" cy="142875"/>
          </a:xfrm>
          <a:custGeom>
            <a:avLst/>
            <a:gdLst/>
            <a:ahLst/>
            <a:cxnLst/>
            <a:rect l="l" t="t" r="r" b="b"/>
            <a:pathLst>
              <a:path w="133350" h="142875">
                <a:moveTo>
                  <a:pt x="133350" y="66675"/>
                </a:moveTo>
                <a:lnTo>
                  <a:pt x="104775" y="114300"/>
                </a:lnTo>
                <a:lnTo>
                  <a:pt x="85725" y="142875"/>
                </a:lnTo>
                <a:lnTo>
                  <a:pt x="47625" y="123825"/>
                </a:lnTo>
                <a:lnTo>
                  <a:pt x="0" y="114300"/>
                </a:lnTo>
                <a:lnTo>
                  <a:pt x="9525" y="57150"/>
                </a:lnTo>
                <a:lnTo>
                  <a:pt x="9525" y="9525"/>
                </a:lnTo>
                <a:lnTo>
                  <a:pt x="57150" y="9525"/>
                </a:lnTo>
                <a:lnTo>
                  <a:pt x="76200" y="0"/>
                </a:lnTo>
                <a:lnTo>
                  <a:pt x="104775" y="38100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1163300" y="4648200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114300"/>
                </a:moveTo>
                <a:lnTo>
                  <a:pt x="200025" y="171450"/>
                </a:lnTo>
                <a:lnTo>
                  <a:pt x="123825" y="247650"/>
                </a:lnTo>
                <a:lnTo>
                  <a:pt x="57150" y="219075"/>
                </a:lnTo>
                <a:lnTo>
                  <a:pt x="19050" y="190500"/>
                </a:lnTo>
                <a:lnTo>
                  <a:pt x="0" y="95250"/>
                </a:lnTo>
                <a:lnTo>
                  <a:pt x="0" y="47625"/>
                </a:lnTo>
                <a:lnTo>
                  <a:pt x="57150" y="47625"/>
                </a:lnTo>
                <a:lnTo>
                  <a:pt x="123825" y="0"/>
                </a:lnTo>
                <a:lnTo>
                  <a:pt x="161925" y="4762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1658600" y="2247900"/>
            <a:ext cx="304800" cy="238125"/>
          </a:xfrm>
          <a:custGeom>
            <a:avLst/>
            <a:gdLst/>
            <a:ahLst/>
            <a:cxnLst/>
            <a:rect l="l" t="t" r="r" b="b"/>
            <a:pathLst>
              <a:path w="304800" h="238125">
                <a:moveTo>
                  <a:pt x="304800" y="114300"/>
                </a:moveTo>
                <a:lnTo>
                  <a:pt x="228600" y="190500"/>
                </a:lnTo>
                <a:lnTo>
                  <a:pt x="180975" y="238125"/>
                </a:lnTo>
                <a:lnTo>
                  <a:pt x="95250" y="219075"/>
                </a:lnTo>
                <a:lnTo>
                  <a:pt x="0" y="219075"/>
                </a:lnTo>
                <a:lnTo>
                  <a:pt x="57150" y="133350"/>
                </a:lnTo>
                <a:lnTo>
                  <a:pt x="57150" y="28575"/>
                </a:lnTo>
                <a:lnTo>
                  <a:pt x="142875" y="9525"/>
                </a:lnTo>
                <a:lnTo>
                  <a:pt x="209550" y="0"/>
                </a:lnTo>
                <a:lnTo>
                  <a:pt x="257175" y="4762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1133773" y="1807845"/>
            <a:ext cx="3515677" cy="3947160"/>
          </a:xfrm>
          <a:custGeom>
            <a:avLst/>
            <a:gdLst/>
            <a:ahLst/>
            <a:cxnLst/>
            <a:rect l="l" t="t" r="r" b="b"/>
            <a:pathLst>
              <a:path w="3515677" h="3947160">
                <a:moveTo>
                  <a:pt x="972502" y="703897"/>
                </a:moveTo>
                <a:lnTo>
                  <a:pt x="994410" y="725805"/>
                </a:lnTo>
                <a:lnTo>
                  <a:pt x="972502" y="747713"/>
                </a:lnTo>
                <a:lnTo>
                  <a:pt x="950595" y="725805"/>
                </a:lnTo>
                <a:close/>
                <a:moveTo>
                  <a:pt x="562927" y="2217420"/>
                </a:moveTo>
                <a:lnTo>
                  <a:pt x="576263" y="2230755"/>
                </a:lnTo>
                <a:lnTo>
                  <a:pt x="562927" y="2244090"/>
                </a:lnTo>
                <a:lnTo>
                  <a:pt x="549592" y="2230755"/>
                </a:lnTo>
                <a:close/>
                <a:moveTo>
                  <a:pt x="2782252" y="3311842"/>
                </a:moveTo>
                <a:lnTo>
                  <a:pt x="2796540" y="3326130"/>
                </a:lnTo>
                <a:lnTo>
                  <a:pt x="2782252" y="3340417"/>
                </a:lnTo>
                <a:lnTo>
                  <a:pt x="2767965" y="3326130"/>
                </a:lnTo>
                <a:close/>
                <a:moveTo>
                  <a:pt x="220027" y="2492693"/>
                </a:moveTo>
                <a:lnTo>
                  <a:pt x="234315" y="2506980"/>
                </a:lnTo>
                <a:lnTo>
                  <a:pt x="220027" y="2521268"/>
                </a:lnTo>
                <a:lnTo>
                  <a:pt x="205740" y="2506980"/>
                </a:lnTo>
                <a:close/>
                <a:moveTo>
                  <a:pt x="2706052" y="412432"/>
                </a:moveTo>
                <a:lnTo>
                  <a:pt x="2714625" y="421005"/>
                </a:lnTo>
                <a:lnTo>
                  <a:pt x="2706052" y="429577"/>
                </a:lnTo>
                <a:lnTo>
                  <a:pt x="2697480" y="421005"/>
                </a:lnTo>
                <a:close/>
                <a:moveTo>
                  <a:pt x="934402" y="847725"/>
                </a:moveTo>
                <a:lnTo>
                  <a:pt x="955357" y="868680"/>
                </a:lnTo>
                <a:lnTo>
                  <a:pt x="934402" y="889635"/>
                </a:lnTo>
                <a:lnTo>
                  <a:pt x="913447" y="868680"/>
                </a:lnTo>
                <a:close/>
                <a:moveTo>
                  <a:pt x="1420177" y="3589020"/>
                </a:moveTo>
                <a:lnTo>
                  <a:pt x="1433513" y="3602355"/>
                </a:lnTo>
                <a:lnTo>
                  <a:pt x="1420177" y="3615690"/>
                </a:lnTo>
                <a:lnTo>
                  <a:pt x="1406842" y="3602355"/>
                </a:lnTo>
                <a:close/>
                <a:moveTo>
                  <a:pt x="867727" y="2996565"/>
                </a:moveTo>
                <a:lnTo>
                  <a:pt x="882967" y="3011805"/>
                </a:lnTo>
                <a:lnTo>
                  <a:pt x="867727" y="3027045"/>
                </a:lnTo>
                <a:lnTo>
                  <a:pt x="852488" y="3011805"/>
                </a:lnTo>
                <a:close/>
                <a:moveTo>
                  <a:pt x="153352" y="2368867"/>
                </a:moveTo>
                <a:lnTo>
                  <a:pt x="167640" y="2383155"/>
                </a:lnTo>
                <a:lnTo>
                  <a:pt x="153352" y="2397442"/>
                </a:lnTo>
                <a:lnTo>
                  <a:pt x="139065" y="2383155"/>
                </a:lnTo>
                <a:close/>
                <a:moveTo>
                  <a:pt x="581977" y="847725"/>
                </a:moveTo>
                <a:lnTo>
                  <a:pt x="602932" y="868680"/>
                </a:lnTo>
                <a:lnTo>
                  <a:pt x="581977" y="889635"/>
                </a:lnTo>
                <a:lnTo>
                  <a:pt x="561022" y="868680"/>
                </a:lnTo>
                <a:close/>
                <a:moveTo>
                  <a:pt x="1724977" y="0"/>
                </a:moveTo>
                <a:lnTo>
                  <a:pt x="1745932" y="20955"/>
                </a:lnTo>
                <a:lnTo>
                  <a:pt x="1724977" y="41910"/>
                </a:lnTo>
                <a:lnTo>
                  <a:pt x="1704022" y="20955"/>
                </a:lnTo>
                <a:close/>
                <a:moveTo>
                  <a:pt x="2753677" y="385763"/>
                </a:moveTo>
                <a:lnTo>
                  <a:pt x="2760345" y="392430"/>
                </a:lnTo>
                <a:lnTo>
                  <a:pt x="2753677" y="399097"/>
                </a:lnTo>
                <a:lnTo>
                  <a:pt x="2747010" y="392430"/>
                </a:lnTo>
                <a:close/>
                <a:moveTo>
                  <a:pt x="20002" y="2429827"/>
                </a:moveTo>
                <a:lnTo>
                  <a:pt x="40005" y="2449830"/>
                </a:lnTo>
                <a:lnTo>
                  <a:pt x="20002" y="2469833"/>
                </a:lnTo>
                <a:lnTo>
                  <a:pt x="0" y="2449830"/>
                </a:lnTo>
                <a:close/>
                <a:moveTo>
                  <a:pt x="2820352" y="1563052"/>
                </a:moveTo>
                <a:lnTo>
                  <a:pt x="2830830" y="1573530"/>
                </a:lnTo>
                <a:lnTo>
                  <a:pt x="2820352" y="1584008"/>
                </a:lnTo>
                <a:lnTo>
                  <a:pt x="2809875" y="1573530"/>
                </a:lnTo>
                <a:close/>
                <a:moveTo>
                  <a:pt x="1553527" y="3706177"/>
                </a:moveTo>
                <a:lnTo>
                  <a:pt x="1573530" y="3726180"/>
                </a:lnTo>
                <a:lnTo>
                  <a:pt x="1553527" y="3746183"/>
                </a:lnTo>
                <a:lnTo>
                  <a:pt x="1533525" y="3726180"/>
                </a:lnTo>
                <a:close/>
                <a:moveTo>
                  <a:pt x="362902" y="1847850"/>
                </a:moveTo>
                <a:lnTo>
                  <a:pt x="383857" y="1868805"/>
                </a:lnTo>
                <a:lnTo>
                  <a:pt x="362902" y="1889760"/>
                </a:lnTo>
                <a:lnTo>
                  <a:pt x="341947" y="1868805"/>
                </a:lnTo>
                <a:close/>
                <a:moveTo>
                  <a:pt x="258127" y="2195513"/>
                </a:moveTo>
                <a:lnTo>
                  <a:pt x="264795" y="2202180"/>
                </a:lnTo>
                <a:lnTo>
                  <a:pt x="258127" y="2208848"/>
                </a:lnTo>
                <a:lnTo>
                  <a:pt x="251460" y="2202180"/>
                </a:lnTo>
                <a:close/>
                <a:moveTo>
                  <a:pt x="1372552" y="824865"/>
                </a:moveTo>
                <a:lnTo>
                  <a:pt x="1387792" y="840105"/>
                </a:lnTo>
                <a:lnTo>
                  <a:pt x="1372552" y="855345"/>
                </a:lnTo>
                <a:lnTo>
                  <a:pt x="1357313" y="840105"/>
                </a:lnTo>
                <a:close/>
                <a:moveTo>
                  <a:pt x="3401377" y="1224915"/>
                </a:moveTo>
                <a:lnTo>
                  <a:pt x="3416617" y="1240155"/>
                </a:lnTo>
                <a:lnTo>
                  <a:pt x="3401377" y="1255395"/>
                </a:lnTo>
                <a:lnTo>
                  <a:pt x="3386138" y="1240155"/>
                </a:lnTo>
                <a:close/>
                <a:moveTo>
                  <a:pt x="1286827" y="917258"/>
                </a:moveTo>
                <a:lnTo>
                  <a:pt x="1295400" y="925830"/>
                </a:lnTo>
                <a:lnTo>
                  <a:pt x="1286827" y="934402"/>
                </a:lnTo>
                <a:lnTo>
                  <a:pt x="1278255" y="925830"/>
                </a:lnTo>
                <a:close/>
                <a:moveTo>
                  <a:pt x="439102" y="2985135"/>
                </a:moveTo>
                <a:lnTo>
                  <a:pt x="456247" y="3002280"/>
                </a:lnTo>
                <a:lnTo>
                  <a:pt x="439102" y="3019425"/>
                </a:lnTo>
                <a:lnTo>
                  <a:pt x="421957" y="3002280"/>
                </a:lnTo>
                <a:close/>
                <a:moveTo>
                  <a:pt x="2829877" y="2213610"/>
                </a:moveTo>
                <a:lnTo>
                  <a:pt x="2837497" y="2221230"/>
                </a:lnTo>
                <a:lnTo>
                  <a:pt x="2829877" y="2228850"/>
                </a:lnTo>
                <a:lnTo>
                  <a:pt x="2822257" y="2221230"/>
                </a:lnTo>
                <a:close/>
                <a:moveTo>
                  <a:pt x="162877" y="2836545"/>
                </a:moveTo>
                <a:lnTo>
                  <a:pt x="176213" y="2849880"/>
                </a:lnTo>
                <a:lnTo>
                  <a:pt x="162877" y="2863215"/>
                </a:lnTo>
                <a:lnTo>
                  <a:pt x="149542" y="2849880"/>
                </a:lnTo>
                <a:close/>
                <a:moveTo>
                  <a:pt x="810577" y="1134427"/>
                </a:moveTo>
                <a:lnTo>
                  <a:pt x="830580" y="1154430"/>
                </a:lnTo>
                <a:lnTo>
                  <a:pt x="810577" y="1174433"/>
                </a:lnTo>
                <a:lnTo>
                  <a:pt x="790575" y="1154430"/>
                </a:lnTo>
                <a:close/>
                <a:moveTo>
                  <a:pt x="791527" y="1107758"/>
                </a:moveTo>
                <a:lnTo>
                  <a:pt x="800100" y="1116330"/>
                </a:lnTo>
                <a:lnTo>
                  <a:pt x="791527" y="1124902"/>
                </a:lnTo>
                <a:lnTo>
                  <a:pt x="782955" y="1116330"/>
                </a:lnTo>
                <a:close/>
                <a:moveTo>
                  <a:pt x="3372802" y="2245043"/>
                </a:moveTo>
                <a:lnTo>
                  <a:pt x="3387090" y="2259330"/>
                </a:lnTo>
                <a:lnTo>
                  <a:pt x="3372802" y="2273618"/>
                </a:lnTo>
                <a:lnTo>
                  <a:pt x="3358515" y="2259330"/>
                </a:lnTo>
                <a:close/>
                <a:moveTo>
                  <a:pt x="3029902" y="1365885"/>
                </a:moveTo>
                <a:lnTo>
                  <a:pt x="3047047" y="1383030"/>
                </a:lnTo>
                <a:lnTo>
                  <a:pt x="3029902" y="1400175"/>
                </a:lnTo>
                <a:lnTo>
                  <a:pt x="3012757" y="1383030"/>
                </a:lnTo>
                <a:close/>
                <a:moveTo>
                  <a:pt x="2829877" y="2154555"/>
                </a:moveTo>
                <a:lnTo>
                  <a:pt x="2839402" y="2164080"/>
                </a:lnTo>
                <a:lnTo>
                  <a:pt x="2829877" y="2173605"/>
                </a:lnTo>
                <a:lnTo>
                  <a:pt x="2820352" y="2164080"/>
                </a:lnTo>
                <a:close/>
                <a:moveTo>
                  <a:pt x="1620202" y="3901440"/>
                </a:moveTo>
                <a:lnTo>
                  <a:pt x="1635442" y="3916680"/>
                </a:lnTo>
                <a:lnTo>
                  <a:pt x="1620202" y="3931920"/>
                </a:lnTo>
                <a:lnTo>
                  <a:pt x="1604963" y="3916680"/>
                </a:lnTo>
                <a:close/>
                <a:moveTo>
                  <a:pt x="1172527" y="3905250"/>
                </a:moveTo>
                <a:lnTo>
                  <a:pt x="1193482" y="3926205"/>
                </a:lnTo>
                <a:lnTo>
                  <a:pt x="1172527" y="3947160"/>
                </a:lnTo>
                <a:lnTo>
                  <a:pt x="1151572" y="3926205"/>
                </a:lnTo>
                <a:close/>
                <a:moveTo>
                  <a:pt x="2791777" y="2011680"/>
                </a:moveTo>
                <a:lnTo>
                  <a:pt x="2810827" y="2030730"/>
                </a:lnTo>
                <a:lnTo>
                  <a:pt x="2791777" y="2049780"/>
                </a:lnTo>
                <a:lnTo>
                  <a:pt x="2772727" y="2030730"/>
                </a:lnTo>
                <a:close/>
                <a:moveTo>
                  <a:pt x="124777" y="1491615"/>
                </a:moveTo>
                <a:lnTo>
                  <a:pt x="140017" y="1506855"/>
                </a:lnTo>
                <a:lnTo>
                  <a:pt x="124777" y="1522095"/>
                </a:lnTo>
                <a:lnTo>
                  <a:pt x="109538" y="1506855"/>
                </a:lnTo>
                <a:close/>
                <a:moveTo>
                  <a:pt x="991552" y="741997"/>
                </a:moveTo>
                <a:lnTo>
                  <a:pt x="1003935" y="754380"/>
                </a:lnTo>
                <a:lnTo>
                  <a:pt x="991552" y="766763"/>
                </a:lnTo>
                <a:lnTo>
                  <a:pt x="979170" y="754380"/>
                </a:lnTo>
                <a:close/>
                <a:moveTo>
                  <a:pt x="2363152" y="3492818"/>
                </a:moveTo>
                <a:lnTo>
                  <a:pt x="2377440" y="3507105"/>
                </a:lnTo>
                <a:lnTo>
                  <a:pt x="2363152" y="3521393"/>
                </a:lnTo>
                <a:lnTo>
                  <a:pt x="2348865" y="3507105"/>
                </a:lnTo>
                <a:close/>
                <a:moveTo>
                  <a:pt x="2810827" y="3186112"/>
                </a:moveTo>
                <a:lnTo>
                  <a:pt x="2827020" y="3202305"/>
                </a:lnTo>
                <a:lnTo>
                  <a:pt x="2810827" y="3218498"/>
                </a:lnTo>
                <a:lnTo>
                  <a:pt x="2794635" y="3202305"/>
                </a:lnTo>
                <a:close/>
                <a:moveTo>
                  <a:pt x="962977" y="1087755"/>
                </a:moveTo>
                <a:lnTo>
                  <a:pt x="982027" y="1106805"/>
                </a:lnTo>
                <a:lnTo>
                  <a:pt x="962977" y="1125855"/>
                </a:lnTo>
                <a:lnTo>
                  <a:pt x="943927" y="1106805"/>
                </a:lnTo>
                <a:close/>
                <a:moveTo>
                  <a:pt x="2048827" y="3060383"/>
                </a:moveTo>
                <a:lnTo>
                  <a:pt x="2057400" y="3068955"/>
                </a:lnTo>
                <a:lnTo>
                  <a:pt x="2048827" y="3077527"/>
                </a:lnTo>
                <a:lnTo>
                  <a:pt x="2040255" y="3068955"/>
                </a:lnTo>
                <a:close/>
                <a:moveTo>
                  <a:pt x="124777" y="3170873"/>
                </a:moveTo>
                <a:lnTo>
                  <a:pt x="137160" y="3183255"/>
                </a:lnTo>
                <a:lnTo>
                  <a:pt x="124777" y="3195637"/>
                </a:lnTo>
                <a:lnTo>
                  <a:pt x="112395" y="3183255"/>
                </a:lnTo>
                <a:close/>
                <a:moveTo>
                  <a:pt x="543877" y="3413760"/>
                </a:moveTo>
                <a:lnTo>
                  <a:pt x="561022" y="3430905"/>
                </a:lnTo>
                <a:lnTo>
                  <a:pt x="543877" y="3448050"/>
                </a:lnTo>
                <a:lnTo>
                  <a:pt x="526732" y="3430905"/>
                </a:lnTo>
                <a:close/>
                <a:moveTo>
                  <a:pt x="658177" y="841058"/>
                </a:moveTo>
                <a:lnTo>
                  <a:pt x="676275" y="859155"/>
                </a:lnTo>
                <a:lnTo>
                  <a:pt x="658177" y="877252"/>
                </a:lnTo>
                <a:lnTo>
                  <a:pt x="640080" y="859155"/>
                </a:lnTo>
                <a:close/>
                <a:moveTo>
                  <a:pt x="1086802" y="920115"/>
                </a:moveTo>
                <a:lnTo>
                  <a:pt x="1102042" y="935355"/>
                </a:lnTo>
                <a:lnTo>
                  <a:pt x="1086802" y="950595"/>
                </a:lnTo>
                <a:lnTo>
                  <a:pt x="1071563" y="935355"/>
                </a:lnTo>
                <a:close/>
                <a:moveTo>
                  <a:pt x="2953702" y="2507933"/>
                </a:moveTo>
                <a:lnTo>
                  <a:pt x="2962275" y="2516505"/>
                </a:lnTo>
                <a:lnTo>
                  <a:pt x="2953702" y="2525078"/>
                </a:lnTo>
                <a:lnTo>
                  <a:pt x="2945130" y="2516505"/>
                </a:lnTo>
                <a:close/>
                <a:moveTo>
                  <a:pt x="1848802" y="524827"/>
                </a:moveTo>
                <a:lnTo>
                  <a:pt x="1868805" y="544830"/>
                </a:lnTo>
                <a:lnTo>
                  <a:pt x="1848802" y="564832"/>
                </a:lnTo>
                <a:lnTo>
                  <a:pt x="1828800" y="544830"/>
                </a:lnTo>
                <a:close/>
                <a:moveTo>
                  <a:pt x="1058227" y="3731895"/>
                </a:moveTo>
                <a:lnTo>
                  <a:pt x="1071563" y="3745230"/>
                </a:lnTo>
                <a:lnTo>
                  <a:pt x="1058227" y="3758565"/>
                </a:lnTo>
                <a:lnTo>
                  <a:pt x="1044892" y="3745230"/>
                </a:lnTo>
                <a:close/>
                <a:moveTo>
                  <a:pt x="1667827" y="3571875"/>
                </a:moveTo>
                <a:lnTo>
                  <a:pt x="1679257" y="3583305"/>
                </a:lnTo>
                <a:lnTo>
                  <a:pt x="1667827" y="3594735"/>
                </a:lnTo>
                <a:lnTo>
                  <a:pt x="1656397" y="3583305"/>
                </a:lnTo>
                <a:close/>
                <a:moveTo>
                  <a:pt x="1201102" y="832485"/>
                </a:moveTo>
                <a:lnTo>
                  <a:pt x="1208722" y="840105"/>
                </a:lnTo>
                <a:lnTo>
                  <a:pt x="1201102" y="847725"/>
                </a:lnTo>
                <a:lnTo>
                  <a:pt x="1193482" y="840105"/>
                </a:lnTo>
                <a:close/>
                <a:moveTo>
                  <a:pt x="1058227" y="2860358"/>
                </a:moveTo>
                <a:lnTo>
                  <a:pt x="1076325" y="2878455"/>
                </a:lnTo>
                <a:lnTo>
                  <a:pt x="1058227" y="2896553"/>
                </a:lnTo>
                <a:lnTo>
                  <a:pt x="1040130" y="2878455"/>
                </a:lnTo>
                <a:close/>
                <a:moveTo>
                  <a:pt x="467677" y="2545080"/>
                </a:moveTo>
                <a:lnTo>
                  <a:pt x="477202" y="2554605"/>
                </a:lnTo>
                <a:lnTo>
                  <a:pt x="467677" y="2564130"/>
                </a:lnTo>
                <a:lnTo>
                  <a:pt x="458152" y="2554605"/>
                </a:lnTo>
                <a:close/>
                <a:moveTo>
                  <a:pt x="467677" y="1888808"/>
                </a:moveTo>
                <a:lnTo>
                  <a:pt x="476250" y="1897380"/>
                </a:lnTo>
                <a:lnTo>
                  <a:pt x="467677" y="1905952"/>
                </a:lnTo>
                <a:lnTo>
                  <a:pt x="459105" y="1897380"/>
                </a:lnTo>
                <a:close/>
                <a:moveTo>
                  <a:pt x="991552" y="3661410"/>
                </a:moveTo>
                <a:lnTo>
                  <a:pt x="999172" y="3669030"/>
                </a:lnTo>
                <a:lnTo>
                  <a:pt x="991552" y="3676650"/>
                </a:lnTo>
                <a:lnTo>
                  <a:pt x="983932" y="3669030"/>
                </a:lnTo>
                <a:close/>
                <a:moveTo>
                  <a:pt x="2144077" y="3390900"/>
                </a:moveTo>
                <a:lnTo>
                  <a:pt x="2155507" y="3402330"/>
                </a:lnTo>
                <a:lnTo>
                  <a:pt x="2144077" y="3413760"/>
                </a:lnTo>
                <a:lnTo>
                  <a:pt x="2132647" y="3402330"/>
                </a:lnTo>
                <a:close/>
                <a:moveTo>
                  <a:pt x="753427" y="3134677"/>
                </a:moveTo>
                <a:lnTo>
                  <a:pt x="763905" y="3145155"/>
                </a:lnTo>
                <a:lnTo>
                  <a:pt x="753427" y="3155633"/>
                </a:lnTo>
                <a:lnTo>
                  <a:pt x="742950" y="3145155"/>
                </a:lnTo>
                <a:close/>
                <a:moveTo>
                  <a:pt x="1658302" y="3581400"/>
                </a:moveTo>
                <a:lnTo>
                  <a:pt x="1679257" y="3602355"/>
                </a:lnTo>
                <a:lnTo>
                  <a:pt x="1658302" y="3623310"/>
                </a:lnTo>
                <a:lnTo>
                  <a:pt x="1637347" y="3602355"/>
                </a:lnTo>
                <a:close/>
                <a:moveTo>
                  <a:pt x="39052" y="2706052"/>
                </a:moveTo>
                <a:lnTo>
                  <a:pt x="49530" y="2716530"/>
                </a:lnTo>
                <a:lnTo>
                  <a:pt x="39052" y="2727008"/>
                </a:lnTo>
                <a:lnTo>
                  <a:pt x="28575" y="2716530"/>
                </a:lnTo>
                <a:close/>
                <a:moveTo>
                  <a:pt x="2344102" y="264795"/>
                </a:moveTo>
                <a:lnTo>
                  <a:pt x="2357438" y="278130"/>
                </a:lnTo>
                <a:lnTo>
                  <a:pt x="2344102" y="291465"/>
                </a:lnTo>
                <a:lnTo>
                  <a:pt x="2330767" y="278130"/>
                </a:lnTo>
                <a:close/>
                <a:moveTo>
                  <a:pt x="629602" y="722947"/>
                </a:moveTo>
                <a:lnTo>
                  <a:pt x="641985" y="735330"/>
                </a:lnTo>
                <a:lnTo>
                  <a:pt x="629602" y="747713"/>
                </a:lnTo>
                <a:lnTo>
                  <a:pt x="617220" y="735330"/>
                </a:lnTo>
                <a:close/>
                <a:moveTo>
                  <a:pt x="2687002" y="1388745"/>
                </a:moveTo>
                <a:lnTo>
                  <a:pt x="2700338" y="1402080"/>
                </a:lnTo>
                <a:lnTo>
                  <a:pt x="2687002" y="1415415"/>
                </a:lnTo>
                <a:lnTo>
                  <a:pt x="2673667" y="1402080"/>
                </a:lnTo>
                <a:close/>
                <a:moveTo>
                  <a:pt x="1610677" y="302895"/>
                </a:moveTo>
                <a:lnTo>
                  <a:pt x="1624013" y="316230"/>
                </a:lnTo>
                <a:lnTo>
                  <a:pt x="1610677" y="329565"/>
                </a:lnTo>
                <a:lnTo>
                  <a:pt x="1597342" y="316230"/>
                </a:lnTo>
                <a:close/>
                <a:moveTo>
                  <a:pt x="2477452" y="3368992"/>
                </a:moveTo>
                <a:lnTo>
                  <a:pt x="2491740" y="3383280"/>
                </a:lnTo>
                <a:lnTo>
                  <a:pt x="2477452" y="3397567"/>
                </a:lnTo>
                <a:lnTo>
                  <a:pt x="2463165" y="3383280"/>
                </a:lnTo>
                <a:close/>
                <a:moveTo>
                  <a:pt x="629602" y="1008697"/>
                </a:moveTo>
                <a:lnTo>
                  <a:pt x="651510" y="1030605"/>
                </a:lnTo>
                <a:lnTo>
                  <a:pt x="629602" y="1052513"/>
                </a:lnTo>
                <a:lnTo>
                  <a:pt x="607695" y="1030605"/>
                </a:lnTo>
                <a:close/>
                <a:moveTo>
                  <a:pt x="3268027" y="1346835"/>
                </a:moveTo>
                <a:lnTo>
                  <a:pt x="3275647" y="1354455"/>
                </a:lnTo>
                <a:lnTo>
                  <a:pt x="3268027" y="1362075"/>
                </a:lnTo>
                <a:lnTo>
                  <a:pt x="3260407" y="1354455"/>
                </a:lnTo>
                <a:close/>
                <a:moveTo>
                  <a:pt x="2763202" y="555307"/>
                </a:moveTo>
                <a:lnTo>
                  <a:pt x="2781300" y="573405"/>
                </a:lnTo>
                <a:lnTo>
                  <a:pt x="2763202" y="591503"/>
                </a:lnTo>
                <a:lnTo>
                  <a:pt x="2745105" y="573405"/>
                </a:lnTo>
                <a:close/>
                <a:moveTo>
                  <a:pt x="3163252" y="1125855"/>
                </a:moveTo>
                <a:lnTo>
                  <a:pt x="3182302" y="1144905"/>
                </a:lnTo>
                <a:lnTo>
                  <a:pt x="3163252" y="1163955"/>
                </a:lnTo>
                <a:lnTo>
                  <a:pt x="3144202" y="1144905"/>
                </a:lnTo>
                <a:close/>
                <a:moveTo>
                  <a:pt x="534352" y="2819400"/>
                </a:moveTo>
                <a:lnTo>
                  <a:pt x="555307" y="2840355"/>
                </a:lnTo>
                <a:lnTo>
                  <a:pt x="534352" y="2861310"/>
                </a:lnTo>
                <a:lnTo>
                  <a:pt x="513397" y="2840355"/>
                </a:lnTo>
                <a:close/>
                <a:moveTo>
                  <a:pt x="3306127" y="1794510"/>
                </a:moveTo>
                <a:lnTo>
                  <a:pt x="3313747" y="1802130"/>
                </a:lnTo>
                <a:lnTo>
                  <a:pt x="3306127" y="1809750"/>
                </a:lnTo>
                <a:lnTo>
                  <a:pt x="3298507" y="1802130"/>
                </a:lnTo>
                <a:close/>
                <a:moveTo>
                  <a:pt x="1001077" y="3630930"/>
                </a:moveTo>
                <a:lnTo>
                  <a:pt x="1020127" y="3649980"/>
                </a:lnTo>
                <a:lnTo>
                  <a:pt x="1001077" y="3669030"/>
                </a:lnTo>
                <a:lnTo>
                  <a:pt x="982027" y="3649980"/>
                </a:lnTo>
                <a:close/>
                <a:moveTo>
                  <a:pt x="1934527" y="325755"/>
                </a:moveTo>
                <a:lnTo>
                  <a:pt x="1944052" y="335280"/>
                </a:lnTo>
                <a:lnTo>
                  <a:pt x="1934527" y="344805"/>
                </a:lnTo>
                <a:lnTo>
                  <a:pt x="1925002" y="335280"/>
                </a:lnTo>
                <a:close/>
                <a:moveTo>
                  <a:pt x="2848927" y="2163127"/>
                </a:moveTo>
                <a:lnTo>
                  <a:pt x="2859405" y="2173605"/>
                </a:lnTo>
                <a:lnTo>
                  <a:pt x="2848927" y="2184083"/>
                </a:lnTo>
                <a:lnTo>
                  <a:pt x="2838450" y="2173605"/>
                </a:lnTo>
                <a:close/>
                <a:moveTo>
                  <a:pt x="305752" y="2618423"/>
                </a:moveTo>
                <a:lnTo>
                  <a:pt x="318135" y="2630805"/>
                </a:lnTo>
                <a:lnTo>
                  <a:pt x="305752" y="2643188"/>
                </a:lnTo>
                <a:lnTo>
                  <a:pt x="293370" y="2630805"/>
                </a:lnTo>
                <a:close/>
                <a:moveTo>
                  <a:pt x="667702" y="3653790"/>
                </a:moveTo>
                <a:lnTo>
                  <a:pt x="682942" y="3669030"/>
                </a:lnTo>
                <a:lnTo>
                  <a:pt x="667702" y="3684270"/>
                </a:lnTo>
                <a:lnTo>
                  <a:pt x="652463" y="3669030"/>
                </a:lnTo>
                <a:close/>
                <a:moveTo>
                  <a:pt x="2086927" y="760095"/>
                </a:moveTo>
                <a:lnTo>
                  <a:pt x="2109788" y="782955"/>
                </a:lnTo>
                <a:lnTo>
                  <a:pt x="2086927" y="805815"/>
                </a:lnTo>
                <a:lnTo>
                  <a:pt x="2064067" y="782955"/>
                </a:lnTo>
                <a:close/>
                <a:moveTo>
                  <a:pt x="2582227" y="3351848"/>
                </a:moveTo>
                <a:lnTo>
                  <a:pt x="2604135" y="3373755"/>
                </a:lnTo>
                <a:lnTo>
                  <a:pt x="2582227" y="3395662"/>
                </a:lnTo>
                <a:lnTo>
                  <a:pt x="2560320" y="3373755"/>
                </a:lnTo>
                <a:close/>
                <a:moveTo>
                  <a:pt x="39052" y="2239328"/>
                </a:moveTo>
                <a:lnTo>
                  <a:pt x="59055" y="2259330"/>
                </a:lnTo>
                <a:lnTo>
                  <a:pt x="39052" y="2279333"/>
                </a:lnTo>
                <a:lnTo>
                  <a:pt x="19050" y="2259330"/>
                </a:lnTo>
                <a:close/>
                <a:moveTo>
                  <a:pt x="1524952" y="603885"/>
                </a:moveTo>
                <a:lnTo>
                  <a:pt x="1532572" y="611505"/>
                </a:lnTo>
                <a:lnTo>
                  <a:pt x="1524952" y="619125"/>
                </a:lnTo>
                <a:lnTo>
                  <a:pt x="1517332" y="611505"/>
                </a:lnTo>
                <a:close/>
                <a:moveTo>
                  <a:pt x="486727" y="2846070"/>
                </a:moveTo>
                <a:lnTo>
                  <a:pt x="500063" y="2859405"/>
                </a:lnTo>
                <a:lnTo>
                  <a:pt x="486727" y="2872740"/>
                </a:lnTo>
                <a:lnTo>
                  <a:pt x="473392" y="2859405"/>
                </a:lnTo>
                <a:close/>
                <a:moveTo>
                  <a:pt x="134302" y="2711767"/>
                </a:moveTo>
                <a:lnTo>
                  <a:pt x="148590" y="2726055"/>
                </a:lnTo>
                <a:lnTo>
                  <a:pt x="134302" y="2740342"/>
                </a:lnTo>
                <a:lnTo>
                  <a:pt x="120015" y="2726055"/>
                </a:lnTo>
                <a:close/>
                <a:moveTo>
                  <a:pt x="1029652" y="991552"/>
                </a:moveTo>
                <a:lnTo>
                  <a:pt x="1040130" y="1002030"/>
                </a:lnTo>
                <a:lnTo>
                  <a:pt x="1029652" y="1012508"/>
                </a:lnTo>
                <a:lnTo>
                  <a:pt x="1019175" y="1002030"/>
                </a:lnTo>
                <a:close/>
                <a:moveTo>
                  <a:pt x="2687002" y="606742"/>
                </a:moveTo>
                <a:lnTo>
                  <a:pt x="2701290" y="621030"/>
                </a:lnTo>
                <a:lnTo>
                  <a:pt x="2687002" y="635317"/>
                </a:lnTo>
                <a:lnTo>
                  <a:pt x="2672715" y="621030"/>
                </a:lnTo>
                <a:close/>
                <a:moveTo>
                  <a:pt x="3506152" y="2116455"/>
                </a:moveTo>
                <a:lnTo>
                  <a:pt x="3515677" y="2125980"/>
                </a:lnTo>
                <a:lnTo>
                  <a:pt x="3506152" y="2135505"/>
                </a:lnTo>
                <a:lnTo>
                  <a:pt x="3496627" y="2125980"/>
                </a:lnTo>
                <a:close/>
                <a:moveTo>
                  <a:pt x="2829877" y="2360295"/>
                </a:moveTo>
                <a:lnTo>
                  <a:pt x="2843213" y="2373630"/>
                </a:lnTo>
                <a:lnTo>
                  <a:pt x="2829877" y="2386965"/>
                </a:lnTo>
                <a:lnTo>
                  <a:pt x="2816542" y="2373630"/>
                </a:lnTo>
                <a:close/>
                <a:moveTo>
                  <a:pt x="820102" y="2680335"/>
                </a:moveTo>
                <a:lnTo>
                  <a:pt x="827722" y="2687955"/>
                </a:lnTo>
                <a:lnTo>
                  <a:pt x="820102" y="2695575"/>
                </a:lnTo>
                <a:lnTo>
                  <a:pt x="812482" y="2687955"/>
                </a:lnTo>
                <a:close/>
                <a:moveTo>
                  <a:pt x="86677" y="2345055"/>
                </a:moveTo>
                <a:lnTo>
                  <a:pt x="96202" y="2354580"/>
                </a:lnTo>
                <a:lnTo>
                  <a:pt x="86677" y="2364105"/>
                </a:lnTo>
                <a:lnTo>
                  <a:pt x="77152" y="2354580"/>
                </a:lnTo>
                <a:close/>
                <a:moveTo>
                  <a:pt x="3039427" y="2884170"/>
                </a:moveTo>
                <a:lnTo>
                  <a:pt x="3052763" y="2897505"/>
                </a:lnTo>
                <a:lnTo>
                  <a:pt x="3039427" y="2910840"/>
                </a:lnTo>
                <a:lnTo>
                  <a:pt x="3026092" y="2897505"/>
                </a:lnTo>
                <a:close/>
                <a:moveTo>
                  <a:pt x="2182177" y="3029902"/>
                </a:moveTo>
                <a:lnTo>
                  <a:pt x="2202180" y="3049905"/>
                </a:lnTo>
                <a:lnTo>
                  <a:pt x="2182177" y="3069908"/>
                </a:lnTo>
                <a:lnTo>
                  <a:pt x="2162175" y="3049905"/>
                </a:lnTo>
                <a:close/>
                <a:moveTo>
                  <a:pt x="2039302" y="3621405"/>
                </a:moveTo>
                <a:lnTo>
                  <a:pt x="2058352" y="3640455"/>
                </a:lnTo>
                <a:lnTo>
                  <a:pt x="2039302" y="3659505"/>
                </a:lnTo>
                <a:lnTo>
                  <a:pt x="2020252" y="3640455"/>
                </a:lnTo>
                <a:close/>
                <a:moveTo>
                  <a:pt x="124777" y="2306002"/>
                </a:moveTo>
                <a:lnTo>
                  <a:pt x="144780" y="2326005"/>
                </a:lnTo>
                <a:lnTo>
                  <a:pt x="124777" y="2346008"/>
                </a:lnTo>
                <a:lnTo>
                  <a:pt x="104775" y="2326005"/>
                </a:lnTo>
                <a:close/>
                <a:moveTo>
                  <a:pt x="2906077" y="1086802"/>
                </a:moveTo>
                <a:lnTo>
                  <a:pt x="2926080" y="1106805"/>
                </a:lnTo>
                <a:lnTo>
                  <a:pt x="2906077" y="1126808"/>
                </a:lnTo>
                <a:lnTo>
                  <a:pt x="2886075" y="1106805"/>
                </a:lnTo>
                <a:close/>
                <a:moveTo>
                  <a:pt x="2296477" y="3345180"/>
                </a:moveTo>
                <a:lnTo>
                  <a:pt x="2306002" y="3354705"/>
                </a:lnTo>
                <a:lnTo>
                  <a:pt x="2296477" y="3364230"/>
                </a:lnTo>
                <a:lnTo>
                  <a:pt x="2286952" y="3354705"/>
                </a:lnTo>
                <a:close/>
                <a:moveTo>
                  <a:pt x="639127" y="3547110"/>
                </a:moveTo>
                <a:lnTo>
                  <a:pt x="656272" y="3564255"/>
                </a:lnTo>
                <a:lnTo>
                  <a:pt x="639127" y="3581400"/>
                </a:lnTo>
                <a:lnTo>
                  <a:pt x="621982" y="3564255"/>
                </a:lnTo>
                <a:close/>
                <a:moveTo>
                  <a:pt x="2810827" y="1340168"/>
                </a:moveTo>
                <a:lnTo>
                  <a:pt x="2825115" y="1354455"/>
                </a:lnTo>
                <a:lnTo>
                  <a:pt x="2810827" y="1368743"/>
                </a:lnTo>
                <a:lnTo>
                  <a:pt x="2796540" y="1354455"/>
                </a:lnTo>
                <a:close/>
                <a:moveTo>
                  <a:pt x="429577" y="561975"/>
                </a:moveTo>
                <a:lnTo>
                  <a:pt x="441007" y="573405"/>
                </a:lnTo>
                <a:lnTo>
                  <a:pt x="429577" y="584835"/>
                </a:lnTo>
                <a:lnTo>
                  <a:pt x="418147" y="573405"/>
                </a:lnTo>
                <a:close/>
                <a:moveTo>
                  <a:pt x="353377" y="2773680"/>
                </a:moveTo>
                <a:lnTo>
                  <a:pt x="372427" y="2792730"/>
                </a:lnTo>
                <a:lnTo>
                  <a:pt x="353377" y="2811780"/>
                </a:lnTo>
                <a:lnTo>
                  <a:pt x="334327" y="2792730"/>
                </a:lnTo>
                <a:close/>
                <a:moveTo>
                  <a:pt x="715327" y="3007995"/>
                </a:moveTo>
                <a:lnTo>
                  <a:pt x="728663" y="3021330"/>
                </a:lnTo>
                <a:lnTo>
                  <a:pt x="715327" y="3034665"/>
                </a:lnTo>
                <a:lnTo>
                  <a:pt x="701992" y="3021330"/>
                </a:lnTo>
                <a:close/>
                <a:moveTo>
                  <a:pt x="991552" y="3325178"/>
                </a:moveTo>
                <a:lnTo>
                  <a:pt x="1002030" y="3335655"/>
                </a:lnTo>
                <a:lnTo>
                  <a:pt x="991552" y="3346133"/>
                </a:lnTo>
                <a:lnTo>
                  <a:pt x="981075" y="3335655"/>
                </a:lnTo>
                <a:close/>
                <a:moveTo>
                  <a:pt x="3191827" y="2383155"/>
                </a:moveTo>
                <a:lnTo>
                  <a:pt x="3210877" y="2402205"/>
                </a:lnTo>
                <a:lnTo>
                  <a:pt x="3191827" y="2421255"/>
                </a:lnTo>
                <a:lnTo>
                  <a:pt x="3172777" y="2402205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1846243" y="2893695"/>
            <a:ext cx="1922145" cy="1948815"/>
          </a:xfrm>
          <a:custGeom>
            <a:avLst/>
            <a:gdLst/>
            <a:ahLst/>
            <a:cxnLst/>
            <a:rect l="l" t="t" r="r" b="b"/>
            <a:pathLst>
              <a:path w="1922145" h="1948815">
                <a:moveTo>
                  <a:pt x="660082" y="1884045"/>
                </a:moveTo>
                <a:lnTo>
                  <a:pt x="673418" y="1897380"/>
                </a:lnTo>
                <a:lnTo>
                  <a:pt x="660082" y="1910715"/>
                </a:lnTo>
                <a:lnTo>
                  <a:pt x="646747" y="1897380"/>
                </a:lnTo>
                <a:close/>
                <a:moveTo>
                  <a:pt x="879157" y="688658"/>
                </a:moveTo>
                <a:lnTo>
                  <a:pt x="887730" y="697230"/>
                </a:lnTo>
                <a:lnTo>
                  <a:pt x="879157" y="705802"/>
                </a:lnTo>
                <a:lnTo>
                  <a:pt x="870585" y="697230"/>
                </a:lnTo>
                <a:close/>
                <a:moveTo>
                  <a:pt x="393382" y="270510"/>
                </a:moveTo>
                <a:lnTo>
                  <a:pt x="410527" y="287655"/>
                </a:lnTo>
                <a:lnTo>
                  <a:pt x="393382" y="304800"/>
                </a:lnTo>
                <a:lnTo>
                  <a:pt x="376238" y="287655"/>
                </a:lnTo>
                <a:close/>
                <a:moveTo>
                  <a:pt x="1250632" y="408622"/>
                </a:moveTo>
                <a:lnTo>
                  <a:pt x="1263015" y="421005"/>
                </a:lnTo>
                <a:lnTo>
                  <a:pt x="1250632" y="433388"/>
                </a:lnTo>
                <a:lnTo>
                  <a:pt x="1238250" y="421005"/>
                </a:lnTo>
                <a:close/>
                <a:moveTo>
                  <a:pt x="1622107" y="460058"/>
                </a:moveTo>
                <a:lnTo>
                  <a:pt x="1630680" y="468630"/>
                </a:lnTo>
                <a:lnTo>
                  <a:pt x="1622107" y="477202"/>
                </a:lnTo>
                <a:lnTo>
                  <a:pt x="1613535" y="468630"/>
                </a:lnTo>
                <a:close/>
                <a:moveTo>
                  <a:pt x="1536382" y="307658"/>
                </a:moveTo>
                <a:lnTo>
                  <a:pt x="1554480" y="325755"/>
                </a:lnTo>
                <a:lnTo>
                  <a:pt x="1536382" y="343852"/>
                </a:lnTo>
                <a:lnTo>
                  <a:pt x="1518285" y="325755"/>
                </a:lnTo>
                <a:close/>
                <a:moveTo>
                  <a:pt x="736282" y="465772"/>
                </a:moveTo>
                <a:lnTo>
                  <a:pt x="758190" y="487680"/>
                </a:lnTo>
                <a:lnTo>
                  <a:pt x="736282" y="509587"/>
                </a:lnTo>
                <a:lnTo>
                  <a:pt x="714375" y="487680"/>
                </a:lnTo>
                <a:close/>
                <a:moveTo>
                  <a:pt x="1784032" y="877252"/>
                </a:moveTo>
                <a:lnTo>
                  <a:pt x="1794510" y="887730"/>
                </a:lnTo>
                <a:lnTo>
                  <a:pt x="1784032" y="898208"/>
                </a:lnTo>
                <a:lnTo>
                  <a:pt x="1773555" y="887730"/>
                </a:lnTo>
                <a:close/>
                <a:moveTo>
                  <a:pt x="1669732" y="933450"/>
                </a:moveTo>
                <a:lnTo>
                  <a:pt x="1681163" y="944880"/>
                </a:lnTo>
                <a:lnTo>
                  <a:pt x="1669732" y="956310"/>
                </a:lnTo>
                <a:lnTo>
                  <a:pt x="1658302" y="944880"/>
                </a:lnTo>
                <a:close/>
                <a:moveTo>
                  <a:pt x="1479232" y="0"/>
                </a:moveTo>
                <a:lnTo>
                  <a:pt x="1490663" y="11430"/>
                </a:lnTo>
                <a:lnTo>
                  <a:pt x="1479232" y="22860"/>
                </a:lnTo>
                <a:lnTo>
                  <a:pt x="1467802" y="11430"/>
                </a:lnTo>
                <a:close/>
                <a:moveTo>
                  <a:pt x="1403032" y="4763"/>
                </a:moveTo>
                <a:lnTo>
                  <a:pt x="1419225" y="20955"/>
                </a:lnTo>
                <a:lnTo>
                  <a:pt x="1403032" y="37147"/>
                </a:lnTo>
                <a:lnTo>
                  <a:pt x="1386840" y="20955"/>
                </a:lnTo>
                <a:close/>
                <a:moveTo>
                  <a:pt x="1907857" y="1130618"/>
                </a:moveTo>
                <a:lnTo>
                  <a:pt x="1922145" y="1144905"/>
                </a:lnTo>
                <a:lnTo>
                  <a:pt x="1907857" y="1159193"/>
                </a:lnTo>
                <a:lnTo>
                  <a:pt x="1893570" y="1144905"/>
                </a:lnTo>
                <a:close/>
                <a:moveTo>
                  <a:pt x="993457" y="1401127"/>
                </a:moveTo>
                <a:lnTo>
                  <a:pt x="1003935" y="1411605"/>
                </a:lnTo>
                <a:lnTo>
                  <a:pt x="993457" y="1422083"/>
                </a:lnTo>
                <a:lnTo>
                  <a:pt x="982980" y="1411605"/>
                </a:lnTo>
                <a:close/>
                <a:moveTo>
                  <a:pt x="21907" y="694372"/>
                </a:moveTo>
                <a:lnTo>
                  <a:pt x="43815" y="716280"/>
                </a:lnTo>
                <a:lnTo>
                  <a:pt x="21907" y="738188"/>
                </a:lnTo>
                <a:lnTo>
                  <a:pt x="0" y="716280"/>
                </a:lnTo>
                <a:close/>
                <a:moveTo>
                  <a:pt x="1517332" y="211455"/>
                </a:moveTo>
                <a:lnTo>
                  <a:pt x="1526857" y="220980"/>
                </a:lnTo>
                <a:lnTo>
                  <a:pt x="1517332" y="230505"/>
                </a:lnTo>
                <a:lnTo>
                  <a:pt x="1507807" y="220980"/>
                </a:lnTo>
                <a:close/>
                <a:moveTo>
                  <a:pt x="1755457" y="475297"/>
                </a:moveTo>
                <a:lnTo>
                  <a:pt x="1767840" y="487680"/>
                </a:lnTo>
                <a:lnTo>
                  <a:pt x="1755457" y="500063"/>
                </a:lnTo>
                <a:lnTo>
                  <a:pt x="1743075" y="487680"/>
                </a:lnTo>
                <a:close/>
                <a:moveTo>
                  <a:pt x="679132" y="1436370"/>
                </a:moveTo>
                <a:lnTo>
                  <a:pt x="692468" y="1449705"/>
                </a:lnTo>
                <a:lnTo>
                  <a:pt x="679132" y="1463040"/>
                </a:lnTo>
                <a:lnTo>
                  <a:pt x="665797" y="1449705"/>
                </a:lnTo>
                <a:close/>
                <a:moveTo>
                  <a:pt x="1155382" y="1922145"/>
                </a:moveTo>
                <a:lnTo>
                  <a:pt x="1168718" y="1935480"/>
                </a:lnTo>
                <a:lnTo>
                  <a:pt x="1155382" y="1948815"/>
                </a:lnTo>
                <a:lnTo>
                  <a:pt x="1142047" y="1935480"/>
                </a:lnTo>
                <a:close/>
                <a:moveTo>
                  <a:pt x="1441132" y="379095"/>
                </a:moveTo>
                <a:lnTo>
                  <a:pt x="1454468" y="392430"/>
                </a:lnTo>
                <a:lnTo>
                  <a:pt x="1441132" y="405765"/>
                </a:lnTo>
                <a:lnTo>
                  <a:pt x="1427797" y="392430"/>
                </a:lnTo>
                <a:close/>
                <a:moveTo>
                  <a:pt x="717232" y="195263"/>
                </a:moveTo>
                <a:lnTo>
                  <a:pt x="733425" y="211455"/>
                </a:lnTo>
                <a:lnTo>
                  <a:pt x="717232" y="227647"/>
                </a:lnTo>
                <a:lnTo>
                  <a:pt x="701040" y="211455"/>
                </a:lnTo>
                <a:close/>
                <a:moveTo>
                  <a:pt x="879157" y="660083"/>
                </a:moveTo>
                <a:lnTo>
                  <a:pt x="897255" y="678180"/>
                </a:lnTo>
                <a:lnTo>
                  <a:pt x="879157" y="696277"/>
                </a:lnTo>
                <a:lnTo>
                  <a:pt x="861060" y="678180"/>
                </a:lnTo>
                <a:close/>
                <a:moveTo>
                  <a:pt x="1736407" y="344805"/>
                </a:moveTo>
                <a:lnTo>
                  <a:pt x="1755457" y="363855"/>
                </a:lnTo>
                <a:lnTo>
                  <a:pt x="1736407" y="382905"/>
                </a:lnTo>
                <a:lnTo>
                  <a:pt x="1717357" y="363855"/>
                </a:lnTo>
                <a:close/>
                <a:moveTo>
                  <a:pt x="1117282" y="1373505"/>
                </a:moveTo>
                <a:lnTo>
                  <a:pt x="1126807" y="1383030"/>
                </a:lnTo>
                <a:lnTo>
                  <a:pt x="1117282" y="1392555"/>
                </a:lnTo>
                <a:lnTo>
                  <a:pt x="1107757" y="1383030"/>
                </a:lnTo>
                <a:close/>
                <a:moveTo>
                  <a:pt x="1650682" y="1629727"/>
                </a:moveTo>
                <a:lnTo>
                  <a:pt x="1670685" y="1649730"/>
                </a:lnTo>
                <a:lnTo>
                  <a:pt x="1650682" y="1669733"/>
                </a:lnTo>
                <a:lnTo>
                  <a:pt x="1630680" y="1649730"/>
                </a:lnTo>
                <a:close/>
                <a:moveTo>
                  <a:pt x="945832" y="500063"/>
                </a:moveTo>
                <a:lnTo>
                  <a:pt x="952500" y="506730"/>
                </a:lnTo>
                <a:lnTo>
                  <a:pt x="945832" y="513397"/>
                </a:lnTo>
                <a:lnTo>
                  <a:pt x="939165" y="506730"/>
                </a:lnTo>
                <a:close/>
                <a:moveTo>
                  <a:pt x="1079182" y="690563"/>
                </a:moveTo>
                <a:lnTo>
                  <a:pt x="1095375" y="706755"/>
                </a:lnTo>
                <a:lnTo>
                  <a:pt x="1079182" y="722947"/>
                </a:lnTo>
                <a:lnTo>
                  <a:pt x="1062990" y="706755"/>
                </a:lnTo>
                <a:close/>
                <a:moveTo>
                  <a:pt x="1479232" y="1627822"/>
                </a:moveTo>
                <a:lnTo>
                  <a:pt x="1491615" y="1640205"/>
                </a:lnTo>
                <a:lnTo>
                  <a:pt x="1479232" y="1652588"/>
                </a:lnTo>
                <a:lnTo>
                  <a:pt x="1466850" y="1640205"/>
                </a:lnTo>
                <a:close/>
                <a:moveTo>
                  <a:pt x="631507" y="1110615"/>
                </a:moveTo>
                <a:lnTo>
                  <a:pt x="646747" y="1125855"/>
                </a:lnTo>
                <a:lnTo>
                  <a:pt x="631507" y="1141095"/>
                </a:lnTo>
                <a:lnTo>
                  <a:pt x="616268" y="1125855"/>
                </a:lnTo>
                <a:close/>
                <a:moveTo>
                  <a:pt x="1260157" y="1374458"/>
                </a:moveTo>
                <a:lnTo>
                  <a:pt x="1278255" y="1392555"/>
                </a:lnTo>
                <a:lnTo>
                  <a:pt x="1260157" y="1410652"/>
                </a:lnTo>
                <a:lnTo>
                  <a:pt x="1242060" y="1392555"/>
                </a:lnTo>
                <a:close/>
                <a:moveTo>
                  <a:pt x="1517332" y="152400"/>
                </a:moveTo>
                <a:lnTo>
                  <a:pt x="1538288" y="173355"/>
                </a:lnTo>
                <a:lnTo>
                  <a:pt x="1517332" y="194310"/>
                </a:lnTo>
                <a:lnTo>
                  <a:pt x="1496377" y="173355"/>
                </a:lnTo>
                <a:close/>
                <a:moveTo>
                  <a:pt x="707707" y="160020"/>
                </a:moveTo>
                <a:lnTo>
                  <a:pt x="721043" y="173355"/>
                </a:lnTo>
                <a:lnTo>
                  <a:pt x="707707" y="186690"/>
                </a:lnTo>
                <a:lnTo>
                  <a:pt x="694372" y="173355"/>
                </a:lnTo>
                <a:close/>
                <a:moveTo>
                  <a:pt x="1660207" y="751522"/>
                </a:moveTo>
                <a:lnTo>
                  <a:pt x="1672590" y="763905"/>
                </a:lnTo>
                <a:lnTo>
                  <a:pt x="1660207" y="776288"/>
                </a:lnTo>
                <a:lnTo>
                  <a:pt x="1647825" y="763905"/>
                </a:lnTo>
                <a:close/>
                <a:moveTo>
                  <a:pt x="31432" y="853440"/>
                </a:moveTo>
                <a:lnTo>
                  <a:pt x="46672" y="868680"/>
                </a:lnTo>
                <a:lnTo>
                  <a:pt x="31432" y="883920"/>
                </a:lnTo>
                <a:lnTo>
                  <a:pt x="16193" y="868680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1183302" y="2487930"/>
            <a:ext cx="3311843" cy="2872740"/>
          </a:xfrm>
          <a:custGeom>
            <a:avLst/>
            <a:gdLst/>
            <a:ahLst/>
            <a:cxnLst/>
            <a:rect l="l" t="t" r="r" b="b"/>
            <a:pathLst>
              <a:path w="3311843" h="2872740">
                <a:moveTo>
                  <a:pt x="2627948" y="2095500"/>
                </a:moveTo>
                <a:lnTo>
                  <a:pt x="2645093" y="2112645"/>
                </a:lnTo>
                <a:lnTo>
                  <a:pt x="2627948" y="2129790"/>
                </a:lnTo>
                <a:lnTo>
                  <a:pt x="2610803" y="2112645"/>
                </a:lnTo>
                <a:close/>
                <a:moveTo>
                  <a:pt x="2827973" y="0"/>
                </a:moveTo>
                <a:lnTo>
                  <a:pt x="2835593" y="7620"/>
                </a:lnTo>
                <a:lnTo>
                  <a:pt x="2827973" y="15240"/>
                </a:lnTo>
                <a:lnTo>
                  <a:pt x="2820353" y="7620"/>
                </a:lnTo>
                <a:close/>
                <a:moveTo>
                  <a:pt x="2637473" y="2470785"/>
                </a:moveTo>
                <a:lnTo>
                  <a:pt x="2650808" y="2484120"/>
                </a:lnTo>
                <a:lnTo>
                  <a:pt x="2637473" y="2497455"/>
                </a:lnTo>
                <a:lnTo>
                  <a:pt x="2624138" y="2484120"/>
                </a:lnTo>
                <a:close/>
                <a:moveTo>
                  <a:pt x="189548" y="657225"/>
                </a:moveTo>
                <a:lnTo>
                  <a:pt x="206693" y="674370"/>
                </a:lnTo>
                <a:lnTo>
                  <a:pt x="189548" y="691515"/>
                </a:lnTo>
                <a:lnTo>
                  <a:pt x="172403" y="674370"/>
                </a:lnTo>
                <a:close/>
                <a:moveTo>
                  <a:pt x="2837498" y="1243013"/>
                </a:moveTo>
                <a:lnTo>
                  <a:pt x="2849880" y="1255395"/>
                </a:lnTo>
                <a:lnTo>
                  <a:pt x="2837498" y="1267778"/>
                </a:lnTo>
                <a:lnTo>
                  <a:pt x="2825115" y="1255395"/>
                </a:lnTo>
                <a:close/>
                <a:moveTo>
                  <a:pt x="3304223" y="1333500"/>
                </a:moveTo>
                <a:lnTo>
                  <a:pt x="3311843" y="1341120"/>
                </a:lnTo>
                <a:lnTo>
                  <a:pt x="3304223" y="1348740"/>
                </a:lnTo>
                <a:lnTo>
                  <a:pt x="3296603" y="1341120"/>
                </a:lnTo>
                <a:close/>
                <a:moveTo>
                  <a:pt x="3247073" y="2355533"/>
                </a:moveTo>
                <a:lnTo>
                  <a:pt x="3261360" y="2369820"/>
                </a:lnTo>
                <a:lnTo>
                  <a:pt x="3247073" y="2384108"/>
                </a:lnTo>
                <a:lnTo>
                  <a:pt x="3232785" y="2369820"/>
                </a:lnTo>
                <a:close/>
                <a:moveTo>
                  <a:pt x="2627948" y="513398"/>
                </a:moveTo>
                <a:lnTo>
                  <a:pt x="2636520" y="521970"/>
                </a:lnTo>
                <a:lnTo>
                  <a:pt x="2627948" y="530542"/>
                </a:lnTo>
                <a:lnTo>
                  <a:pt x="2619375" y="521970"/>
                </a:lnTo>
                <a:close/>
                <a:moveTo>
                  <a:pt x="8573" y="484823"/>
                </a:moveTo>
                <a:lnTo>
                  <a:pt x="17145" y="493395"/>
                </a:lnTo>
                <a:lnTo>
                  <a:pt x="8573" y="501967"/>
                </a:lnTo>
                <a:lnTo>
                  <a:pt x="0" y="493395"/>
                </a:lnTo>
                <a:close/>
                <a:moveTo>
                  <a:pt x="2542223" y="288608"/>
                </a:moveTo>
                <a:lnTo>
                  <a:pt x="2556510" y="302895"/>
                </a:lnTo>
                <a:lnTo>
                  <a:pt x="2542223" y="317183"/>
                </a:lnTo>
                <a:lnTo>
                  <a:pt x="2527935" y="302895"/>
                </a:lnTo>
                <a:close/>
                <a:moveTo>
                  <a:pt x="2847023" y="2676525"/>
                </a:moveTo>
                <a:lnTo>
                  <a:pt x="2854643" y="2684145"/>
                </a:lnTo>
                <a:lnTo>
                  <a:pt x="2847023" y="2691765"/>
                </a:lnTo>
                <a:lnTo>
                  <a:pt x="2839403" y="2684145"/>
                </a:lnTo>
                <a:close/>
                <a:moveTo>
                  <a:pt x="1637348" y="2857500"/>
                </a:moveTo>
                <a:lnTo>
                  <a:pt x="1644968" y="2865120"/>
                </a:lnTo>
                <a:lnTo>
                  <a:pt x="1637348" y="2872740"/>
                </a:lnTo>
                <a:lnTo>
                  <a:pt x="1629728" y="2865120"/>
                </a:lnTo>
                <a:close/>
                <a:moveTo>
                  <a:pt x="237173" y="1597343"/>
                </a:moveTo>
                <a:lnTo>
                  <a:pt x="247650" y="1607820"/>
                </a:lnTo>
                <a:lnTo>
                  <a:pt x="237173" y="1618298"/>
                </a:lnTo>
                <a:lnTo>
                  <a:pt x="226695" y="1607820"/>
                </a:lnTo>
                <a:close/>
                <a:moveTo>
                  <a:pt x="2980373" y="1438275"/>
                </a:moveTo>
                <a:lnTo>
                  <a:pt x="2997518" y="1455420"/>
                </a:lnTo>
                <a:lnTo>
                  <a:pt x="2980373" y="1472565"/>
                </a:lnTo>
                <a:lnTo>
                  <a:pt x="2963228" y="1455420"/>
                </a:lnTo>
                <a:close/>
                <a:moveTo>
                  <a:pt x="2627948" y="1114425"/>
                </a:moveTo>
                <a:lnTo>
                  <a:pt x="2635568" y="1122045"/>
                </a:lnTo>
                <a:lnTo>
                  <a:pt x="2627948" y="1129665"/>
                </a:lnTo>
                <a:lnTo>
                  <a:pt x="2620328" y="1122045"/>
                </a:lnTo>
                <a:close/>
                <a:moveTo>
                  <a:pt x="1970723" y="1745933"/>
                </a:moveTo>
                <a:lnTo>
                  <a:pt x="1985010" y="1760220"/>
                </a:lnTo>
                <a:lnTo>
                  <a:pt x="1970723" y="1774508"/>
                </a:lnTo>
                <a:lnTo>
                  <a:pt x="1956435" y="1760220"/>
                </a:lnTo>
                <a:close/>
                <a:moveTo>
                  <a:pt x="2265998" y="2048828"/>
                </a:moveTo>
                <a:lnTo>
                  <a:pt x="2272665" y="2055495"/>
                </a:lnTo>
                <a:lnTo>
                  <a:pt x="2265998" y="2062163"/>
                </a:lnTo>
                <a:lnTo>
                  <a:pt x="2259330" y="205549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1372850" y="2266950"/>
            <a:ext cx="3009900" cy="3295650"/>
          </a:xfrm>
          <a:custGeom>
            <a:avLst/>
            <a:gdLst/>
            <a:ahLst/>
            <a:cxnLst/>
            <a:rect l="l" t="t" r="r" b="b"/>
            <a:pathLst>
              <a:path w="3009900" h="3295650">
                <a:moveTo>
                  <a:pt x="257175" y="3162300"/>
                </a:moveTo>
                <a:quadBezTo>
                  <a:pt x="171450" y="3086100"/>
                  <a:pt x="85725" y="3057525"/>
                </a:quadBezTo>
                <a:moveTo>
                  <a:pt x="47625" y="1409700"/>
                </a:moveTo>
                <a:quadBezTo>
                  <a:pt x="66675" y="1266825"/>
                  <a:pt x="95250" y="1162050"/>
                </a:quadBezTo>
                <a:moveTo>
                  <a:pt x="2590800" y="2695575"/>
                </a:moveTo>
                <a:quadBezTo>
                  <a:pt x="2562225" y="2724150"/>
                  <a:pt x="2533650" y="2781300"/>
                </a:quadBezTo>
                <a:moveTo>
                  <a:pt x="2543175" y="561975"/>
                </a:moveTo>
                <a:quadBezTo>
                  <a:pt x="2600325" y="657225"/>
                  <a:pt x="2657475" y="790575"/>
                </a:quadBezTo>
                <a:moveTo>
                  <a:pt x="3000375" y="1352550"/>
                </a:moveTo>
                <a:quadBezTo>
                  <a:pt x="2990850" y="1419225"/>
                  <a:pt x="2981325" y="1514475"/>
                </a:quadBezTo>
                <a:moveTo>
                  <a:pt x="1971675" y="3190875"/>
                </a:moveTo>
                <a:quadBezTo>
                  <a:pt x="1876425" y="3219450"/>
                  <a:pt x="1790700" y="3295650"/>
                </a:quadBezTo>
                <a:moveTo>
                  <a:pt x="238125" y="2914650"/>
                </a:moveTo>
                <a:quadBezTo>
                  <a:pt x="161925" y="2781300"/>
                  <a:pt x="85725" y="2686050"/>
                </a:quadBezTo>
                <a:moveTo>
                  <a:pt x="95250" y="2514600"/>
                </a:moveTo>
                <a:quadBezTo>
                  <a:pt x="47625" y="2409825"/>
                  <a:pt x="0" y="2343150"/>
                </a:quadBezTo>
                <a:moveTo>
                  <a:pt x="76200" y="142875"/>
                </a:moveTo>
                <a:quadBezTo>
                  <a:pt x="200025" y="57150"/>
                  <a:pt x="323850" y="0"/>
                </a:quadBezTo>
                <a:moveTo>
                  <a:pt x="2638425" y="2257425"/>
                </a:moveTo>
                <a:quadBezTo>
                  <a:pt x="2609850" y="2286000"/>
                  <a:pt x="2571750" y="2352675"/>
                </a:quadBezTo>
                <a:moveTo>
                  <a:pt x="3000375" y="1438275"/>
                </a:moveTo>
                <a:quadBezTo>
                  <a:pt x="3000375" y="1466850"/>
                  <a:pt x="3009900" y="1533525"/>
                </a:quadBezTo>
                <a:moveTo>
                  <a:pt x="542925" y="571500"/>
                </a:moveTo>
                <a:quadBezTo>
                  <a:pt x="609600" y="495300"/>
                  <a:pt x="676275" y="457200"/>
                </a:quadBezTo>
                <a:moveTo>
                  <a:pt x="733425" y="3257550"/>
                </a:moveTo>
                <a:quadBezTo>
                  <a:pt x="666750" y="3219450"/>
                  <a:pt x="600075" y="3219450"/>
                </a:quadBezTo>
                <a:moveTo>
                  <a:pt x="2428875" y="2571750"/>
                </a:moveTo>
                <a:quadBezTo>
                  <a:pt x="2381250" y="2581275"/>
                  <a:pt x="2333625" y="26193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887200" y="3048000"/>
            <a:ext cx="2352675" cy="1905000"/>
          </a:xfrm>
          <a:custGeom>
            <a:avLst/>
            <a:gdLst/>
            <a:ahLst/>
            <a:cxnLst/>
            <a:rect l="l" t="t" r="r" b="b"/>
            <a:pathLst>
              <a:path w="2352675" h="1905000">
                <a:moveTo>
                  <a:pt x="476250" y="1685925"/>
                </a:moveTo>
                <a:lnTo>
                  <a:pt x="857250" y="1828800"/>
                </a:lnTo>
                <a:moveTo>
                  <a:pt x="457200" y="1724025"/>
                </a:moveTo>
                <a:lnTo>
                  <a:pt x="914400" y="1905000"/>
                </a:lnTo>
                <a:moveTo>
                  <a:pt x="447675" y="1743075"/>
                </a:moveTo>
                <a:lnTo>
                  <a:pt x="809625" y="1885950"/>
                </a:lnTo>
                <a:moveTo>
                  <a:pt x="438150" y="1781175"/>
                </a:moveTo>
                <a:lnTo>
                  <a:pt x="752475" y="1905000"/>
                </a:lnTo>
                <a:moveTo>
                  <a:pt x="2257425" y="542925"/>
                </a:moveTo>
                <a:lnTo>
                  <a:pt x="2352675" y="733425"/>
                </a:lnTo>
                <a:moveTo>
                  <a:pt x="2228850" y="552450"/>
                </a:moveTo>
                <a:lnTo>
                  <a:pt x="2314575" y="742950"/>
                </a:lnTo>
                <a:moveTo>
                  <a:pt x="2200275" y="571500"/>
                </a:moveTo>
                <a:lnTo>
                  <a:pt x="2295525" y="771525"/>
                </a:lnTo>
                <a:moveTo>
                  <a:pt x="2171700" y="581025"/>
                </a:moveTo>
                <a:lnTo>
                  <a:pt x="2286000" y="828675"/>
                </a:lnTo>
                <a:moveTo>
                  <a:pt x="428625" y="66675"/>
                </a:moveTo>
                <a:lnTo>
                  <a:pt x="152400" y="495300"/>
                </a:lnTo>
                <a:moveTo>
                  <a:pt x="400050" y="38100"/>
                </a:moveTo>
                <a:lnTo>
                  <a:pt x="28575" y="638175"/>
                </a:lnTo>
                <a:moveTo>
                  <a:pt x="371475" y="28575"/>
                </a:moveTo>
                <a:lnTo>
                  <a:pt x="47625" y="542925"/>
                </a:lnTo>
                <a:moveTo>
                  <a:pt x="342900" y="0"/>
                </a:moveTo>
                <a:lnTo>
                  <a:pt x="0" y="5524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68150" y="3905250"/>
            <a:ext cx="2409825" cy="4095750"/>
          </a:xfrm>
          <a:custGeom>
            <a:avLst/>
            <a:gdLst/>
            <a:ahLst/>
            <a:cxnLst/>
            <a:rect l="l" t="t" r="r" b="b"/>
            <a:pathLst>
              <a:path w="2409825" h="4095750">
                <a:moveTo>
                  <a:pt x="828675" y="4095750"/>
                </a:moveTo>
                <a:lnTo>
                  <a:pt x="790575" y="4067175"/>
                </a:lnTo>
                <a:lnTo>
                  <a:pt x="800100" y="4019550"/>
                </a:lnTo>
                <a:lnTo>
                  <a:pt x="762000" y="3962400"/>
                </a:lnTo>
                <a:lnTo>
                  <a:pt x="733425" y="3981450"/>
                </a:lnTo>
                <a:lnTo>
                  <a:pt x="733425" y="3914775"/>
                </a:lnTo>
                <a:lnTo>
                  <a:pt x="723900" y="3876675"/>
                </a:lnTo>
                <a:lnTo>
                  <a:pt x="704850" y="3867150"/>
                </a:lnTo>
                <a:lnTo>
                  <a:pt x="657225" y="3857625"/>
                </a:lnTo>
                <a:lnTo>
                  <a:pt x="666750" y="3800475"/>
                </a:lnTo>
                <a:lnTo>
                  <a:pt x="647700" y="3771900"/>
                </a:lnTo>
                <a:lnTo>
                  <a:pt x="590550" y="3743325"/>
                </a:lnTo>
                <a:lnTo>
                  <a:pt x="609600" y="3743325"/>
                </a:lnTo>
                <a:lnTo>
                  <a:pt x="571500" y="3676650"/>
                </a:lnTo>
                <a:lnTo>
                  <a:pt x="533400" y="3676650"/>
                </a:lnTo>
                <a:lnTo>
                  <a:pt x="504825" y="3609975"/>
                </a:lnTo>
                <a:lnTo>
                  <a:pt x="523875" y="3619500"/>
                </a:lnTo>
                <a:lnTo>
                  <a:pt x="476250" y="3543300"/>
                </a:lnTo>
                <a:lnTo>
                  <a:pt x="495300" y="3514725"/>
                </a:lnTo>
                <a:lnTo>
                  <a:pt x="485775" y="3505200"/>
                </a:lnTo>
                <a:lnTo>
                  <a:pt x="457200" y="3486150"/>
                </a:lnTo>
                <a:lnTo>
                  <a:pt x="409575" y="3419475"/>
                </a:lnTo>
                <a:lnTo>
                  <a:pt x="381000" y="3400425"/>
                </a:lnTo>
                <a:lnTo>
                  <a:pt x="390525" y="3400425"/>
                </a:lnTo>
                <a:lnTo>
                  <a:pt x="371475" y="3362325"/>
                </a:lnTo>
                <a:lnTo>
                  <a:pt x="314325" y="3343275"/>
                </a:lnTo>
                <a:lnTo>
                  <a:pt x="333375" y="3276600"/>
                </a:lnTo>
                <a:lnTo>
                  <a:pt x="314325" y="3257550"/>
                </a:lnTo>
                <a:lnTo>
                  <a:pt x="285750" y="3209925"/>
                </a:lnTo>
                <a:lnTo>
                  <a:pt x="304800" y="3209925"/>
                </a:lnTo>
                <a:lnTo>
                  <a:pt x="266700" y="3162300"/>
                </a:lnTo>
                <a:lnTo>
                  <a:pt x="266700" y="3143250"/>
                </a:lnTo>
                <a:lnTo>
                  <a:pt x="219075" y="3143250"/>
                </a:lnTo>
                <a:lnTo>
                  <a:pt x="247650" y="3048000"/>
                </a:lnTo>
                <a:lnTo>
                  <a:pt x="247650" y="3028950"/>
                </a:lnTo>
                <a:lnTo>
                  <a:pt x="200025" y="3028950"/>
                </a:lnTo>
                <a:lnTo>
                  <a:pt x="200025" y="2981325"/>
                </a:lnTo>
                <a:lnTo>
                  <a:pt x="190500" y="2914650"/>
                </a:lnTo>
                <a:lnTo>
                  <a:pt x="228600" y="2809875"/>
                </a:lnTo>
                <a:lnTo>
                  <a:pt x="190500" y="2771775"/>
                </a:lnTo>
                <a:lnTo>
                  <a:pt x="190500" y="2714625"/>
                </a:lnTo>
                <a:lnTo>
                  <a:pt x="219075" y="2676525"/>
                </a:lnTo>
                <a:lnTo>
                  <a:pt x="200025" y="2619375"/>
                </a:lnTo>
                <a:lnTo>
                  <a:pt x="190500" y="2600325"/>
                </a:lnTo>
                <a:lnTo>
                  <a:pt x="161925" y="2543175"/>
                </a:lnTo>
                <a:lnTo>
                  <a:pt x="142875" y="2552700"/>
                </a:lnTo>
                <a:lnTo>
                  <a:pt x="180975" y="2476500"/>
                </a:lnTo>
                <a:lnTo>
                  <a:pt x="161925" y="2428875"/>
                </a:lnTo>
                <a:lnTo>
                  <a:pt x="104775" y="2419350"/>
                </a:lnTo>
                <a:lnTo>
                  <a:pt x="133350" y="2343150"/>
                </a:lnTo>
                <a:lnTo>
                  <a:pt x="123825" y="2314575"/>
                </a:lnTo>
                <a:lnTo>
                  <a:pt x="104775" y="2247900"/>
                </a:lnTo>
                <a:lnTo>
                  <a:pt x="133350" y="2247900"/>
                </a:lnTo>
                <a:lnTo>
                  <a:pt x="95250" y="2190750"/>
                </a:lnTo>
                <a:lnTo>
                  <a:pt x="76200" y="2162175"/>
                </a:lnTo>
                <a:lnTo>
                  <a:pt x="104775" y="2095500"/>
                </a:lnTo>
                <a:lnTo>
                  <a:pt x="95250" y="2057400"/>
                </a:lnTo>
                <a:lnTo>
                  <a:pt x="85725" y="2057400"/>
                </a:lnTo>
                <a:lnTo>
                  <a:pt x="47625" y="2009775"/>
                </a:lnTo>
                <a:lnTo>
                  <a:pt x="57150" y="1952625"/>
                </a:lnTo>
                <a:lnTo>
                  <a:pt x="28575" y="1895475"/>
                </a:lnTo>
                <a:lnTo>
                  <a:pt x="66675" y="1876425"/>
                </a:lnTo>
                <a:lnTo>
                  <a:pt x="19050" y="1857375"/>
                </a:lnTo>
                <a:lnTo>
                  <a:pt x="9525" y="1800225"/>
                </a:lnTo>
                <a:lnTo>
                  <a:pt x="38100" y="1771650"/>
                </a:lnTo>
                <a:lnTo>
                  <a:pt x="0" y="1752600"/>
                </a:lnTo>
                <a:lnTo>
                  <a:pt x="0" y="1704975"/>
                </a:lnTo>
                <a:lnTo>
                  <a:pt x="38100" y="1676400"/>
                </a:lnTo>
                <a:lnTo>
                  <a:pt x="76200" y="1647825"/>
                </a:lnTo>
                <a:lnTo>
                  <a:pt x="76200" y="1647825"/>
                </a:lnTo>
                <a:lnTo>
                  <a:pt x="47625" y="1628775"/>
                </a:lnTo>
                <a:lnTo>
                  <a:pt x="95250" y="1571625"/>
                </a:lnTo>
                <a:lnTo>
                  <a:pt x="66675" y="1562100"/>
                </a:lnTo>
                <a:lnTo>
                  <a:pt x="76200" y="1543050"/>
                </a:lnTo>
                <a:lnTo>
                  <a:pt x="76200" y="1543050"/>
                </a:lnTo>
                <a:lnTo>
                  <a:pt x="104775" y="1485900"/>
                </a:lnTo>
                <a:lnTo>
                  <a:pt x="114300" y="1485900"/>
                </a:lnTo>
                <a:lnTo>
                  <a:pt x="114300" y="1466850"/>
                </a:lnTo>
                <a:lnTo>
                  <a:pt x="114300" y="1457325"/>
                </a:lnTo>
                <a:lnTo>
                  <a:pt x="104775" y="1400175"/>
                </a:lnTo>
                <a:lnTo>
                  <a:pt x="171450" y="1371600"/>
                </a:lnTo>
                <a:lnTo>
                  <a:pt x="133350" y="1390650"/>
                </a:lnTo>
                <a:lnTo>
                  <a:pt x="200025" y="1362075"/>
                </a:lnTo>
                <a:lnTo>
                  <a:pt x="180975" y="1304925"/>
                </a:lnTo>
                <a:lnTo>
                  <a:pt x="152400" y="1266825"/>
                </a:lnTo>
                <a:lnTo>
                  <a:pt x="209550" y="1247775"/>
                </a:lnTo>
                <a:lnTo>
                  <a:pt x="171450" y="1219200"/>
                </a:lnTo>
                <a:lnTo>
                  <a:pt x="209550" y="1228725"/>
                </a:lnTo>
                <a:lnTo>
                  <a:pt x="209550" y="1181100"/>
                </a:lnTo>
                <a:lnTo>
                  <a:pt x="257175" y="1152525"/>
                </a:lnTo>
                <a:lnTo>
                  <a:pt x="257175" y="1171575"/>
                </a:lnTo>
                <a:lnTo>
                  <a:pt x="276225" y="1104900"/>
                </a:lnTo>
                <a:lnTo>
                  <a:pt x="276225" y="1095375"/>
                </a:lnTo>
                <a:lnTo>
                  <a:pt x="276225" y="1095375"/>
                </a:lnTo>
                <a:lnTo>
                  <a:pt x="285750" y="1028700"/>
                </a:lnTo>
                <a:lnTo>
                  <a:pt x="285750" y="1019175"/>
                </a:lnTo>
                <a:lnTo>
                  <a:pt x="314325" y="962025"/>
                </a:lnTo>
                <a:lnTo>
                  <a:pt x="323850" y="971550"/>
                </a:lnTo>
                <a:lnTo>
                  <a:pt x="381000" y="895350"/>
                </a:lnTo>
                <a:lnTo>
                  <a:pt x="400050" y="876300"/>
                </a:lnTo>
                <a:lnTo>
                  <a:pt x="495300" y="838200"/>
                </a:lnTo>
                <a:lnTo>
                  <a:pt x="514350" y="828675"/>
                </a:lnTo>
                <a:lnTo>
                  <a:pt x="542925" y="809625"/>
                </a:lnTo>
                <a:lnTo>
                  <a:pt x="552450" y="800100"/>
                </a:lnTo>
                <a:lnTo>
                  <a:pt x="552450" y="771525"/>
                </a:lnTo>
                <a:lnTo>
                  <a:pt x="609600" y="685800"/>
                </a:lnTo>
                <a:lnTo>
                  <a:pt x="628650" y="685800"/>
                </a:lnTo>
                <a:lnTo>
                  <a:pt x="695325" y="685800"/>
                </a:lnTo>
                <a:lnTo>
                  <a:pt x="695325" y="619125"/>
                </a:lnTo>
                <a:lnTo>
                  <a:pt x="752475" y="609600"/>
                </a:lnTo>
                <a:lnTo>
                  <a:pt x="771525" y="590550"/>
                </a:lnTo>
                <a:lnTo>
                  <a:pt x="847725" y="514350"/>
                </a:lnTo>
                <a:lnTo>
                  <a:pt x="838200" y="504825"/>
                </a:lnTo>
                <a:lnTo>
                  <a:pt x="895350" y="495300"/>
                </a:lnTo>
                <a:lnTo>
                  <a:pt x="914400" y="428625"/>
                </a:lnTo>
                <a:lnTo>
                  <a:pt x="962025" y="419100"/>
                </a:lnTo>
                <a:lnTo>
                  <a:pt x="962025" y="390525"/>
                </a:lnTo>
                <a:lnTo>
                  <a:pt x="1028700" y="352425"/>
                </a:lnTo>
                <a:lnTo>
                  <a:pt x="1076325" y="304800"/>
                </a:lnTo>
                <a:lnTo>
                  <a:pt x="1057275" y="314325"/>
                </a:lnTo>
                <a:lnTo>
                  <a:pt x="1114425" y="266700"/>
                </a:lnTo>
                <a:lnTo>
                  <a:pt x="1162050" y="228600"/>
                </a:lnTo>
                <a:lnTo>
                  <a:pt x="1152525" y="200025"/>
                </a:lnTo>
                <a:lnTo>
                  <a:pt x="1228725" y="171450"/>
                </a:lnTo>
                <a:lnTo>
                  <a:pt x="1219200" y="133350"/>
                </a:lnTo>
                <a:lnTo>
                  <a:pt x="1266825" y="85725"/>
                </a:lnTo>
                <a:lnTo>
                  <a:pt x="1295400" y="104775"/>
                </a:lnTo>
                <a:lnTo>
                  <a:pt x="1352550" y="19050"/>
                </a:lnTo>
                <a:lnTo>
                  <a:pt x="1390650" y="0"/>
                </a:lnTo>
                <a:lnTo>
                  <a:pt x="1304925" y="142875"/>
                </a:lnTo>
                <a:lnTo>
                  <a:pt x="1428750" y="114300"/>
                </a:lnTo>
                <a:lnTo>
                  <a:pt x="1447800" y="142875"/>
                </a:lnTo>
                <a:lnTo>
                  <a:pt x="1419225" y="85725"/>
                </a:lnTo>
                <a:lnTo>
                  <a:pt x="1495425" y="57150"/>
                </a:lnTo>
                <a:lnTo>
                  <a:pt x="1504950" y="152400"/>
                </a:lnTo>
                <a:lnTo>
                  <a:pt x="1524000" y="133350"/>
                </a:lnTo>
                <a:lnTo>
                  <a:pt x="1562100" y="123825"/>
                </a:lnTo>
                <a:lnTo>
                  <a:pt x="1600200" y="209550"/>
                </a:lnTo>
                <a:lnTo>
                  <a:pt x="1590675" y="123825"/>
                </a:lnTo>
                <a:lnTo>
                  <a:pt x="1600200" y="209550"/>
                </a:lnTo>
                <a:lnTo>
                  <a:pt x="1619250" y="228600"/>
                </a:lnTo>
                <a:lnTo>
                  <a:pt x="1609725" y="266700"/>
                </a:lnTo>
                <a:lnTo>
                  <a:pt x="1628775" y="295275"/>
                </a:lnTo>
                <a:lnTo>
                  <a:pt x="1628775" y="314325"/>
                </a:lnTo>
                <a:lnTo>
                  <a:pt x="1704975" y="342900"/>
                </a:lnTo>
                <a:lnTo>
                  <a:pt x="1676400" y="361950"/>
                </a:lnTo>
                <a:lnTo>
                  <a:pt x="1724025" y="428625"/>
                </a:lnTo>
                <a:lnTo>
                  <a:pt x="1752600" y="419100"/>
                </a:lnTo>
                <a:lnTo>
                  <a:pt x="1781175" y="361950"/>
                </a:lnTo>
                <a:lnTo>
                  <a:pt x="1800225" y="438150"/>
                </a:lnTo>
                <a:lnTo>
                  <a:pt x="1809750" y="466725"/>
                </a:lnTo>
                <a:lnTo>
                  <a:pt x="1771650" y="495300"/>
                </a:lnTo>
                <a:lnTo>
                  <a:pt x="1790700" y="504825"/>
                </a:lnTo>
                <a:lnTo>
                  <a:pt x="1762125" y="561975"/>
                </a:lnTo>
                <a:lnTo>
                  <a:pt x="1809750" y="581025"/>
                </a:lnTo>
                <a:lnTo>
                  <a:pt x="1866900" y="552450"/>
                </a:lnTo>
                <a:lnTo>
                  <a:pt x="1895475" y="590550"/>
                </a:lnTo>
                <a:lnTo>
                  <a:pt x="1914525" y="628650"/>
                </a:lnTo>
                <a:lnTo>
                  <a:pt x="1933575" y="657225"/>
                </a:lnTo>
                <a:lnTo>
                  <a:pt x="1962150" y="666750"/>
                </a:lnTo>
                <a:lnTo>
                  <a:pt x="1990725" y="657225"/>
                </a:lnTo>
                <a:lnTo>
                  <a:pt x="2076450" y="704850"/>
                </a:lnTo>
                <a:lnTo>
                  <a:pt x="1952625" y="638175"/>
                </a:lnTo>
                <a:lnTo>
                  <a:pt x="1914525" y="762000"/>
                </a:lnTo>
                <a:lnTo>
                  <a:pt x="1990725" y="828675"/>
                </a:lnTo>
                <a:lnTo>
                  <a:pt x="1981200" y="847725"/>
                </a:lnTo>
                <a:lnTo>
                  <a:pt x="2028825" y="904875"/>
                </a:lnTo>
                <a:lnTo>
                  <a:pt x="1952625" y="1076325"/>
                </a:lnTo>
                <a:lnTo>
                  <a:pt x="2047875" y="1162050"/>
                </a:lnTo>
                <a:lnTo>
                  <a:pt x="2047875" y="1333500"/>
                </a:lnTo>
                <a:lnTo>
                  <a:pt x="2038350" y="1343025"/>
                </a:lnTo>
                <a:lnTo>
                  <a:pt x="2038350" y="1371600"/>
                </a:lnTo>
                <a:lnTo>
                  <a:pt x="2105025" y="1381125"/>
                </a:lnTo>
                <a:lnTo>
                  <a:pt x="2124075" y="1390650"/>
                </a:lnTo>
                <a:lnTo>
                  <a:pt x="2171700" y="1438275"/>
                </a:lnTo>
                <a:lnTo>
                  <a:pt x="2200275" y="1485900"/>
                </a:lnTo>
                <a:lnTo>
                  <a:pt x="2238375" y="1552575"/>
                </a:lnTo>
                <a:lnTo>
                  <a:pt x="2257425" y="1609725"/>
                </a:lnTo>
                <a:lnTo>
                  <a:pt x="2209800" y="1685925"/>
                </a:lnTo>
                <a:lnTo>
                  <a:pt x="2266950" y="1781175"/>
                </a:lnTo>
                <a:lnTo>
                  <a:pt x="2200275" y="1743075"/>
                </a:lnTo>
                <a:lnTo>
                  <a:pt x="2247900" y="1857375"/>
                </a:lnTo>
                <a:lnTo>
                  <a:pt x="2238375" y="1866900"/>
                </a:lnTo>
                <a:lnTo>
                  <a:pt x="2286000" y="1933575"/>
                </a:lnTo>
                <a:lnTo>
                  <a:pt x="2314575" y="2019300"/>
                </a:lnTo>
                <a:lnTo>
                  <a:pt x="2314575" y="2085975"/>
                </a:lnTo>
                <a:lnTo>
                  <a:pt x="2333625" y="2133600"/>
                </a:lnTo>
                <a:lnTo>
                  <a:pt x="2343150" y="2133600"/>
                </a:lnTo>
                <a:lnTo>
                  <a:pt x="2362200" y="2219325"/>
                </a:lnTo>
                <a:lnTo>
                  <a:pt x="2381250" y="2247900"/>
                </a:lnTo>
                <a:lnTo>
                  <a:pt x="2371725" y="2324100"/>
                </a:lnTo>
                <a:lnTo>
                  <a:pt x="2362200" y="2343150"/>
                </a:lnTo>
                <a:lnTo>
                  <a:pt x="2390775" y="2381250"/>
                </a:lnTo>
                <a:lnTo>
                  <a:pt x="2333625" y="2343150"/>
                </a:lnTo>
                <a:lnTo>
                  <a:pt x="2295525" y="2428875"/>
                </a:lnTo>
                <a:lnTo>
                  <a:pt x="2333625" y="2476500"/>
                </a:lnTo>
                <a:lnTo>
                  <a:pt x="2324100" y="2495550"/>
                </a:lnTo>
                <a:lnTo>
                  <a:pt x="2381250" y="2533650"/>
                </a:lnTo>
                <a:lnTo>
                  <a:pt x="2324100" y="2505075"/>
                </a:lnTo>
                <a:lnTo>
                  <a:pt x="2352675" y="2609850"/>
                </a:lnTo>
                <a:lnTo>
                  <a:pt x="2295525" y="2647950"/>
                </a:lnTo>
                <a:lnTo>
                  <a:pt x="2286000" y="2619375"/>
                </a:lnTo>
                <a:lnTo>
                  <a:pt x="2314575" y="2667000"/>
                </a:lnTo>
                <a:lnTo>
                  <a:pt x="2390775" y="2743200"/>
                </a:lnTo>
                <a:lnTo>
                  <a:pt x="2409825" y="2790825"/>
                </a:lnTo>
                <a:lnTo>
                  <a:pt x="2352675" y="2800350"/>
                </a:lnTo>
                <a:lnTo>
                  <a:pt x="2352675" y="2838450"/>
                </a:lnTo>
                <a:lnTo>
                  <a:pt x="2305050" y="2886075"/>
                </a:lnTo>
                <a:lnTo>
                  <a:pt x="2295525" y="2905125"/>
                </a:lnTo>
                <a:lnTo>
                  <a:pt x="2333625" y="2943225"/>
                </a:lnTo>
                <a:lnTo>
                  <a:pt x="2333625" y="2971800"/>
                </a:lnTo>
                <a:lnTo>
                  <a:pt x="2314575" y="2990850"/>
                </a:lnTo>
                <a:lnTo>
                  <a:pt x="2295525" y="3019425"/>
                </a:lnTo>
                <a:lnTo>
                  <a:pt x="2276475" y="3048000"/>
                </a:lnTo>
                <a:lnTo>
                  <a:pt x="2257425" y="3028950"/>
                </a:lnTo>
                <a:lnTo>
                  <a:pt x="2247900" y="3009900"/>
                </a:lnTo>
                <a:lnTo>
                  <a:pt x="2228850" y="3048000"/>
                </a:lnTo>
                <a:lnTo>
                  <a:pt x="2247900" y="3133725"/>
                </a:lnTo>
                <a:lnTo>
                  <a:pt x="2209800" y="3105150"/>
                </a:lnTo>
                <a:lnTo>
                  <a:pt x="2200275" y="3095625"/>
                </a:lnTo>
                <a:lnTo>
                  <a:pt x="2124075" y="3162300"/>
                </a:lnTo>
                <a:lnTo>
                  <a:pt x="2152650" y="3200400"/>
                </a:lnTo>
                <a:lnTo>
                  <a:pt x="2162175" y="3257550"/>
                </a:lnTo>
                <a:lnTo>
                  <a:pt x="2124075" y="3238500"/>
                </a:lnTo>
                <a:lnTo>
                  <a:pt x="2143125" y="3295650"/>
                </a:lnTo>
                <a:lnTo>
                  <a:pt x="2095500" y="3343275"/>
                </a:lnTo>
                <a:lnTo>
                  <a:pt x="2000250" y="3467100"/>
                </a:lnTo>
                <a:lnTo>
                  <a:pt x="2028825" y="3409950"/>
                </a:lnTo>
                <a:lnTo>
                  <a:pt x="2009775" y="3457575"/>
                </a:lnTo>
                <a:lnTo>
                  <a:pt x="1943100" y="3467100"/>
                </a:lnTo>
                <a:lnTo>
                  <a:pt x="1876425" y="3505200"/>
                </a:lnTo>
                <a:lnTo>
                  <a:pt x="1857375" y="3505200"/>
                </a:lnTo>
                <a:lnTo>
                  <a:pt x="1838325" y="3552825"/>
                </a:lnTo>
                <a:lnTo>
                  <a:pt x="1743075" y="3533775"/>
                </a:lnTo>
                <a:lnTo>
                  <a:pt x="1743075" y="3562350"/>
                </a:lnTo>
                <a:lnTo>
                  <a:pt x="1733550" y="3571875"/>
                </a:lnTo>
                <a:lnTo>
                  <a:pt x="1685925" y="3590925"/>
                </a:lnTo>
                <a:lnTo>
                  <a:pt x="1590675" y="3609975"/>
                </a:lnTo>
                <a:lnTo>
                  <a:pt x="1562100" y="3676650"/>
                </a:lnTo>
                <a:lnTo>
                  <a:pt x="1514475" y="3629025"/>
                </a:lnTo>
                <a:lnTo>
                  <a:pt x="1476375" y="3667125"/>
                </a:lnTo>
                <a:lnTo>
                  <a:pt x="1371600" y="3648075"/>
                </a:lnTo>
                <a:lnTo>
                  <a:pt x="1352550" y="3676650"/>
                </a:lnTo>
                <a:lnTo>
                  <a:pt x="1209675" y="3695700"/>
                </a:lnTo>
                <a:lnTo>
                  <a:pt x="1200150" y="3743325"/>
                </a:lnTo>
                <a:lnTo>
                  <a:pt x="1190625" y="3819525"/>
                </a:lnTo>
                <a:lnTo>
                  <a:pt x="1114425" y="3800475"/>
                </a:lnTo>
                <a:lnTo>
                  <a:pt x="1085850" y="3819525"/>
                </a:lnTo>
                <a:lnTo>
                  <a:pt x="1066800" y="3848100"/>
                </a:lnTo>
                <a:lnTo>
                  <a:pt x="1009650" y="3933825"/>
                </a:lnTo>
                <a:lnTo>
                  <a:pt x="981075" y="3933825"/>
                </a:lnTo>
                <a:lnTo>
                  <a:pt x="1000125" y="3971925"/>
                </a:lnTo>
                <a:lnTo>
                  <a:pt x="981075" y="3971925"/>
                </a:lnTo>
                <a:lnTo>
                  <a:pt x="923925" y="4076700"/>
                </a:lnTo>
                <a:lnTo>
                  <a:pt x="904875" y="4038600"/>
                </a:lnTo>
                <a:lnTo>
                  <a:pt x="876300" y="4067175"/>
                </a:lnTo>
                <a:close/>
              </a:path>
            </a:pathLst>
          </a:custGeom>
          <a:solidFill>
            <a:srgbClr val="14729E">
              <a:alpha val="16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1687175" y="3562350"/>
            <a:ext cx="2838450" cy="4733925"/>
          </a:xfrm>
          <a:custGeom>
            <a:avLst/>
            <a:gdLst/>
            <a:ahLst/>
            <a:cxnLst/>
            <a:rect l="l" t="t" r="r" b="b"/>
            <a:pathLst>
              <a:path w="2838450" h="4733925">
                <a:moveTo>
                  <a:pt x="942975" y="4733925"/>
                </a:moveTo>
                <a:lnTo>
                  <a:pt x="942975" y="4705350"/>
                </a:lnTo>
                <a:lnTo>
                  <a:pt x="857250" y="4657725"/>
                </a:lnTo>
                <a:lnTo>
                  <a:pt x="885825" y="4648200"/>
                </a:lnTo>
                <a:lnTo>
                  <a:pt x="885825" y="4600575"/>
                </a:lnTo>
                <a:lnTo>
                  <a:pt x="838200" y="4591050"/>
                </a:lnTo>
                <a:lnTo>
                  <a:pt x="828675" y="4562475"/>
                </a:lnTo>
                <a:lnTo>
                  <a:pt x="828675" y="4505325"/>
                </a:lnTo>
                <a:lnTo>
                  <a:pt x="781050" y="4476750"/>
                </a:lnTo>
                <a:lnTo>
                  <a:pt x="762000" y="4438650"/>
                </a:lnTo>
                <a:lnTo>
                  <a:pt x="762000" y="4400550"/>
                </a:lnTo>
                <a:lnTo>
                  <a:pt x="723900" y="4343400"/>
                </a:lnTo>
                <a:lnTo>
                  <a:pt x="676275" y="4305300"/>
                </a:lnTo>
                <a:lnTo>
                  <a:pt x="695325" y="4295775"/>
                </a:lnTo>
                <a:lnTo>
                  <a:pt x="647700" y="4248150"/>
                </a:lnTo>
                <a:lnTo>
                  <a:pt x="657225" y="4219575"/>
                </a:lnTo>
                <a:lnTo>
                  <a:pt x="619125" y="4152900"/>
                </a:lnTo>
                <a:lnTo>
                  <a:pt x="600075" y="4124325"/>
                </a:lnTo>
                <a:lnTo>
                  <a:pt x="600075" y="4133850"/>
                </a:lnTo>
                <a:lnTo>
                  <a:pt x="533400" y="4067175"/>
                </a:lnTo>
                <a:lnTo>
                  <a:pt x="514350" y="4067175"/>
                </a:lnTo>
                <a:lnTo>
                  <a:pt x="495300" y="3990975"/>
                </a:lnTo>
                <a:lnTo>
                  <a:pt x="447675" y="3981450"/>
                </a:lnTo>
                <a:lnTo>
                  <a:pt x="476250" y="3924300"/>
                </a:lnTo>
                <a:lnTo>
                  <a:pt x="438150" y="3857625"/>
                </a:lnTo>
                <a:lnTo>
                  <a:pt x="409575" y="3819525"/>
                </a:lnTo>
                <a:lnTo>
                  <a:pt x="400050" y="3848100"/>
                </a:lnTo>
                <a:lnTo>
                  <a:pt x="371475" y="3800475"/>
                </a:lnTo>
                <a:lnTo>
                  <a:pt x="333375" y="3752850"/>
                </a:lnTo>
                <a:lnTo>
                  <a:pt x="361950" y="3705225"/>
                </a:lnTo>
                <a:lnTo>
                  <a:pt x="323850" y="3714750"/>
                </a:lnTo>
                <a:lnTo>
                  <a:pt x="333375" y="3686175"/>
                </a:lnTo>
                <a:lnTo>
                  <a:pt x="285750" y="3629025"/>
                </a:lnTo>
                <a:lnTo>
                  <a:pt x="276225" y="3581400"/>
                </a:lnTo>
                <a:lnTo>
                  <a:pt x="295275" y="3552825"/>
                </a:lnTo>
                <a:lnTo>
                  <a:pt x="276225" y="3505200"/>
                </a:lnTo>
                <a:lnTo>
                  <a:pt x="209550" y="3409950"/>
                </a:lnTo>
                <a:lnTo>
                  <a:pt x="276225" y="3390900"/>
                </a:lnTo>
                <a:lnTo>
                  <a:pt x="238125" y="3333750"/>
                </a:lnTo>
                <a:lnTo>
                  <a:pt x="247650" y="3228975"/>
                </a:lnTo>
                <a:lnTo>
                  <a:pt x="238125" y="3209925"/>
                </a:lnTo>
                <a:lnTo>
                  <a:pt x="228600" y="3143250"/>
                </a:lnTo>
                <a:lnTo>
                  <a:pt x="209550" y="3114675"/>
                </a:lnTo>
                <a:lnTo>
                  <a:pt x="247650" y="3019425"/>
                </a:lnTo>
                <a:lnTo>
                  <a:pt x="190500" y="2962275"/>
                </a:lnTo>
                <a:lnTo>
                  <a:pt x="190500" y="2943225"/>
                </a:lnTo>
                <a:lnTo>
                  <a:pt x="209550" y="2905125"/>
                </a:lnTo>
                <a:lnTo>
                  <a:pt x="190500" y="2828925"/>
                </a:lnTo>
                <a:lnTo>
                  <a:pt x="142875" y="2800350"/>
                </a:lnTo>
                <a:lnTo>
                  <a:pt x="133350" y="2733675"/>
                </a:lnTo>
                <a:lnTo>
                  <a:pt x="133350" y="2714625"/>
                </a:lnTo>
                <a:lnTo>
                  <a:pt x="152400" y="2619375"/>
                </a:lnTo>
                <a:lnTo>
                  <a:pt x="152400" y="2581275"/>
                </a:lnTo>
                <a:lnTo>
                  <a:pt x="95250" y="2571750"/>
                </a:lnTo>
                <a:lnTo>
                  <a:pt x="114300" y="2476500"/>
                </a:lnTo>
                <a:lnTo>
                  <a:pt x="85725" y="2428875"/>
                </a:lnTo>
                <a:lnTo>
                  <a:pt x="123825" y="2419350"/>
                </a:lnTo>
                <a:lnTo>
                  <a:pt x="76200" y="2381250"/>
                </a:lnTo>
                <a:lnTo>
                  <a:pt x="95250" y="2333625"/>
                </a:lnTo>
                <a:lnTo>
                  <a:pt x="66675" y="2286000"/>
                </a:lnTo>
                <a:lnTo>
                  <a:pt x="57150" y="2228850"/>
                </a:lnTo>
                <a:lnTo>
                  <a:pt x="47625" y="2200275"/>
                </a:lnTo>
                <a:lnTo>
                  <a:pt x="66675" y="2143125"/>
                </a:lnTo>
                <a:lnTo>
                  <a:pt x="9525" y="2085975"/>
                </a:lnTo>
                <a:lnTo>
                  <a:pt x="38100" y="2019300"/>
                </a:lnTo>
                <a:lnTo>
                  <a:pt x="0" y="2028825"/>
                </a:lnTo>
                <a:lnTo>
                  <a:pt x="19050" y="1962150"/>
                </a:lnTo>
                <a:lnTo>
                  <a:pt x="76200" y="1943100"/>
                </a:lnTo>
                <a:lnTo>
                  <a:pt x="38100" y="1895475"/>
                </a:lnTo>
                <a:lnTo>
                  <a:pt x="47625" y="1924050"/>
                </a:lnTo>
                <a:lnTo>
                  <a:pt x="66675" y="1838325"/>
                </a:lnTo>
                <a:lnTo>
                  <a:pt x="66675" y="1828800"/>
                </a:lnTo>
                <a:lnTo>
                  <a:pt x="85725" y="1819275"/>
                </a:lnTo>
                <a:lnTo>
                  <a:pt x="76200" y="1762125"/>
                </a:lnTo>
                <a:lnTo>
                  <a:pt x="114300" y="1781175"/>
                </a:lnTo>
                <a:lnTo>
                  <a:pt x="142875" y="1762125"/>
                </a:lnTo>
                <a:lnTo>
                  <a:pt x="142875" y="1752600"/>
                </a:lnTo>
                <a:lnTo>
                  <a:pt x="123825" y="1685925"/>
                </a:lnTo>
                <a:lnTo>
                  <a:pt x="142875" y="1657350"/>
                </a:lnTo>
                <a:lnTo>
                  <a:pt x="180975" y="1657350"/>
                </a:lnTo>
                <a:lnTo>
                  <a:pt x="142875" y="1638300"/>
                </a:lnTo>
                <a:lnTo>
                  <a:pt x="180975" y="1600200"/>
                </a:lnTo>
                <a:lnTo>
                  <a:pt x="171450" y="1571625"/>
                </a:lnTo>
                <a:lnTo>
                  <a:pt x="190500" y="1533525"/>
                </a:lnTo>
                <a:lnTo>
                  <a:pt x="180975" y="1504950"/>
                </a:lnTo>
                <a:lnTo>
                  <a:pt x="219075" y="1447800"/>
                </a:lnTo>
                <a:lnTo>
                  <a:pt x="257175" y="1428750"/>
                </a:lnTo>
                <a:lnTo>
                  <a:pt x="285750" y="1409700"/>
                </a:lnTo>
                <a:lnTo>
                  <a:pt x="304800" y="1419225"/>
                </a:lnTo>
                <a:lnTo>
                  <a:pt x="257175" y="1362075"/>
                </a:lnTo>
                <a:lnTo>
                  <a:pt x="304800" y="1362075"/>
                </a:lnTo>
                <a:lnTo>
                  <a:pt x="304800" y="1333500"/>
                </a:lnTo>
                <a:lnTo>
                  <a:pt x="342900" y="1276350"/>
                </a:lnTo>
                <a:lnTo>
                  <a:pt x="314325" y="1257300"/>
                </a:lnTo>
                <a:lnTo>
                  <a:pt x="333375" y="1219200"/>
                </a:lnTo>
                <a:lnTo>
                  <a:pt x="361950" y="1171575"/>
                </a:lnTo>
                <a:lnTo>
                  <a:pt x="390525" y="1133475"/>
                </a:lnTo>
                <a:lnTo>
                  <a:pt x="381000" y="1133475"/>
                </a:lnTo>
                <a:lnTo>
                  <a:pt x="419100" y="1114425"/>
                </a:lnTo>
                <a:lnTo>
                  <a:pt x="457200" y="1066800"/>
                </a:lnTo>
                <a:lnTo>
                  <a:pt x="552450" y="1019175"/>
                </a:lnTo>
                <a:lnTo>
                  <a:pt x="590550" y="990600"/>
                </a:lnTo>
                <a:lnTo>
                  <a:pt x="638175" y="933450"/>
                </a:lnTo>
                <a:lnTo>
                  <a:pt x="676275" y="923925"/>
                </a:lnTo>
                <a:lnTo>
                  <a:pt x="704850" y="904875"/>
                </a:lnTo>
                <a:lnTo>
                  <a:pt x="695325" y="847725"/>
                </a:lnTo>
                <a:lnTo>
                  <a:pt x="752475" y="790575"/>
                </a:lnTo>
                <a:lnTo>
                  <a:pt x="771525" y="781050"/>
                </a:lnTo>
                <a:lnTo>
                  <a:pt x="838200" y="723900"/>
                </a:lnTo>
                <a:lnTo>
                  <a:pt x="876300" y="695325"/>
                </a:lnTo>
                <a:lnTo>
                  <a:pt x="942975" y="657225"/>
                </a:lnTo>
                <a:lnTo>
                  <a:pt x="962025" y="609600"/>
                </a:lnTo>
                <a:lnTo>
                  <a:pt x="990600" y="590550"/>
                </a:lnTo>
                <a:lnTo>
                  <a:pt x="1076325" y="523875"/>
                </a:lnTo>
                <a:lnTo>
                  <a:pt x="1095375" y="514350"/>
                </a:lnTo>
                <a:lnTo>
                  <a:pt x="1123950" y="485775"/>
                </a:lnTo>
                <a:lnTo>
                  <a:pt x="1133475" y="466725"/>
                </a:lnTo>
                <a:lnTo>
                  <a:pt x="1200150" y="390525"/>
                </a:lnTo>
                <a:lnTo>
                  <a:pt x="1238250" y="361950"/>
                </a:lnTo>
                <a:lnTo>
                  <a:pt x="1276350" y="361950"/>
                </a:lnTo>
                <a:lnTo>
                  <a:pt x="1285875" y="266700"/>
                </a:lnTo>
                <a:lnTo>
                  <a:pt x="1314450" y="247650"/>
                </a:lnTo>
                <a:lnTo>
                  <a:pt x="1362075" y="247650"/>
                </a:lnTo>
                <a:lnTo>
                  <a:pt x="1390650" y="190500"/>
                </a:lnTo>
                <a:lnTo>
                  <a:pt x="1466850" y="123825"/>
                </a:lnTo>
                <a:lnTo>
                  <a:pt x="1457325" y="142875"/>
                </a:lnTo>
                <a:lnTo>
                  <a:pt x="1552575" y="104775"/>
                </a:lnTo>
                <a:lnTo>
                  <a:pt x="1571625" y="57150"/>
                </a:lnTo>
                <a:lnTo>
                  <a:pt x="1609725" y="0"/>
                </a:lnTo>
                <a:lnTo>
                  <a:pt x="1685925" y="28575"/>
                </a:lnTo>
                <a:lnTo>
                  <a:pt x="1666875" y="104775"/>
                </a:lnTo>
                <a:lnTo>
                  <a:pt x="1638300" y="0"/>
                </a:lnTo>
                <a:lnTo>
                  <a:pt x="1619250" y="104775"/>
                </a:lnTo>
                <a:lnTo>
                  <a:pt x="1647825" y="47625"/>
                </a:lnTo>
                <a:lnTo>
                  <a:pt x="1676400" y="114300"/>
                </a:lnTo>
                <a:lnTo>
                  <a:pt x="1762125" y="180975"/>
                </a:lnTo>
                <a:lnTo>
                  <a:pt x="1819275" y="152400"/>
                </a:lnTo>
                <a:lnTo>
                  <a:pt x="1885950" y="209550"/>
                </a:lnTo>
                <a:lnTo>
                  <a:pt x="1914525" y="238125"/>
                </a:lnTo>
                <a:lnTo>
                  <a:pt x="1924050" y="276225"/>
                </a:lnTo>
                <a:lnTo>
                  <a:pt x="1876425" y="266700"/>
                </a:lnTo>
                <a:lnTo>
                  <a:pt x="1885950" y="304800"/>
                </a:lnTo>
                <a:lnTo>
                  <a:pt x="1943100" y="304800"/>
                </a:lnTo>
                <a:lnTo>
                  <a:pt x="1971675" y="323850"/>
                </a:lnTo>
                <a:lnTo>
                  <a:pt x="2000250" y="342900"/>
                </a:lnTo>
                <a:lnTo>
                  <a:pt x="1914525" y="333375"/>
                </a:lnTo>
                <a:lnTo>
                  <a:pt x="1962150" y="419100"/>
                </a:lnTo>
                <a:lnTo>
                  <a:pt x="2009775" y="409575"/>
                </a:lnTo>
                <a:lnTo>
                  <a:pt x="2105025" y="438150"/>
                </a:lnTo>
                <a:lnTo>
                  <a:pt x="2076450" y="485775"/>
                </a:lnTo>
                <a:lnTo>
                  <a:pt x="2085975" y="514350"/>
                </a:lnTo>
                <a:lnTo>
                  <a:pt x="2076450" y="609600"/>
                </a:lnTo>
                <a:lnTo>
                  <a:pt x="2085975" y="619125"/>
                </a:lnTo>
                <a:lnTo>
                  <a:pt x="2133600" y="561975"/>
                </a:lnTo>
                <a:lnTo>
                  <a:pt x="2171700" y="590550"/>
                </a:lnTo>
                <a:lnTo>
                  <a:pt x="2152650" y="666750"/>
                </a:lnTo>
                <a:lnTo>
                  <a:pt x="2228850" y="676275"/>
                </a:lnTo>
                <a:lnTo>
                  <a:pt x="2238375" y="704850"/>
                </a:lnTo>
                <a:lnTo>
                  <a:pt x="2247900" y="714375"/>
                </a:lnTo>
                <a:lnTo>
                  <a:pt x="2286000" y="790575"/>
                </a:lnTo>
                <a:lnTo>
                  <a:pt x="2305050" y="781050"/>
                </a:lnTo>
                <a:lnTo>
                  <a:pt x="2181225" y="838200"/>
                </a:lnTo>
                <a:lnTo>
                  <a:pt x="2324100" y="781050"/>
                </a:lnTo>
                <a:lnTo>
                  <a:pt x="2286000" y="923925"/>
                </a:lnTo>
                <a:lnTo>
                  <a:pt x="2352675" y="990600"/>
                </a:lnTo>
                <a:lnTo>
                  <a:pt x="2371725" y="1143000"/>
                </a:lnTo>
                <a:lnTo>
                  <a:pt x="2381250" y="1247775"/>
                </a:lnTo>
                <a:lnTo>
                  <a:pt x="2400300" y="1238250"/>
                </a:lnTo>
                <a:lnTo>
                  <a:pt x="2343150" y="1362075"/>
                </a:lnTo>
                <a:lnTo>
                  <a:pt x="2409825" y="1390650"/>
                </a:lnTo>
                <a:lnTo>
                  <a:pt x="2400300" y="1476375"/>
                </a:lnTo>
                <a:lnTo>
                  <a:pt x="2409825" y="1543050"/>
                </a:lnTo>
                <a:lnTo>
                  <a:pt x="2495550" y="1590675"/>
                </a:lnTo>
                <a:lnTo>
                  <a:pt x="2495550" y="1695450"/>
                </a:lnTo>
                <a:lnTo>
                  <a:pt x="2476500" y="1676400"/>
                </a:lnTo>
                <a:lnTo>
                  <a:pt x="2552700" y="1733550"/>
                </a:lnTo>
                <a:lnTo>
                  <a:pt x="2600325" y="1828800"/>
                </a:lnTo>
                <a:lnTo>
                  <a:pt x="2581275" y="1914525"/>
                </a:lnTo>
                <a:lnTo>
                  <a:pt x="2552700" y="1952625"/>
                </a:lnTo>
                <a:lnTo>
                  <a:pt x="2590800" y="1952625"/>
                </a:lnTo>
                <a:lnTo>
                  <a:pt x="2590800" y="2066925"/>
                </a:lnTo>
                <a:lnTo>
                  <a:pt x="2562225" y="2133600"/>
                </a:lnTo>
                <a:lnTo>
                  <a:pt x="2628900" y="2228850"/>
                </a:lnTo>
                <a:lnTo>
                  <a:pt x="2619375" y="2286000"/>
                </a:lnTo>
                <a:lnTo>
                  <a:pt x="2724150" y="2314575"/>
                </a:lnTo>
                <a:lnTo>
                  <a:pt x="2714625" y="2381250"/>
                </a:lnTo>
                <a:lnTo>
                  <a:pt x="2667000" y="2400300"/>
                </a:lnTo>
                <a:lnTo>
                  <a:pt x="2724150" y="2476500"/>
                </a:lnTo>
                <a:lnTo>
                  <a:pt x="2724150" y="2543175"/>
                </a:lnTo>
                <a:lnTo>
                  <a:pt x="2781300" y="2571750"/>
                </a:lnTo>
                <a:lnTo>
                  <a:pt x="2781300" y="2695575"/>
                </a:lnTo>
                <a:lnTo>
                  <a:pt x="2762250" y="2686050"/>
                </a:lnTo>
                <a:lnTo>
                  <a:pt x="2800350" y="2781300"/>
                </a:lnTo>
                <a:lnTo>
                  <a:pt x="2838450" y="2790825"/>
                </a:lnTo>
                <a:lnTo>
                  <a:pt x="2809875" y="2914650"/>
                </a:lnTo>
                <a:lnTo>
                  <a:pt x="2762250" y="2924175"/>
                </a:lnTo>
                <a:lnTo>
                  <a:pt x="2724150" y="2952750"/>
                </a:lnTo>
                <a:lnTo>
                  <a:pt x="2676525" y="2971800"/>
                </a:lnTo>
                <a:lnTo>
                  <a:pt x="2743200" y="2952750"/>
                </a:lnTo>
                <a:lnTo>
                  <a:pt x="2695575" y="3028950"/>
                </a:lnTo>
                <a:lnTo>
                  <a:pt x="2695575" y="3076575"/>
                </a:lnTo>
                <a:lnTo>
                  <a:pt x="2705100" y="3038475"/>
                </a:lnTo>
                <a:lnTo>
                  <a:pt x="2686050" y="3105150"/>
                </a:lnTo>
                <a:lnTo>
                  <a:pt x="2695575" y="3152775"/>
                </a:lnTo>
                <a:lnTo>
                  <a:pt x="2762250" y="3257550"/>
                </a:lnTo>
                <a:lnTo>
                  <a:pt x="2724150" y="3257550"/>
                </a:lnTo>
                <a:lnTo>
                  <a:pt x="2695575" y="3324225"/>
                </a:lnTo>
                <a:lnTo>
                  <a:pt x="2695575" y="3352800"/>
                </a:lnTo>
                <a:lnTo>
                  <a:pt x="2695575" y="3343275"/>
                </a:lnTo>
                <a:lnTo>
                  <a:pt x="2705100" y="3409950"/>
                </a:lnTo>
                <a:lnTo>
                  <a:pt x="2752725" y="3409950"/>
                </a:lnTo>
                <a:lnTo>
                  <a:pt x="2705100" y="3495675"/>
                </a:lnTo>
                <a:lnTo>
                  <a:pt x="2676525" y="3486150"/>
                </a:lnTo>
                <a:lnTo>
                  <a:pt x="2695575" y="3552825"/>
                </a:lnTo>
                <a:lnTo>
                  <a:pt x="2695575" y="3600450"/>
                </a:lnTo>
                <a:lnTo>
                  <a:pt x="2686050" y="3600450"/>
                </a:lnTo>
                <a:lnTo>
                  <a:pt x="2609850" y="3524250"/>
                </a:lnTo>
                <a:lnTo>
                  <a:pt x="2562225" y="3676650"/>
                </a:lnTo>
                <a:lnTo>
                  <a:pt x="2562225" y="3638550"/>
                </a:lnTo>
                <a:lnTo>
                  <a:pt x="2524125" y="3667125"/>
                </a:lnTo>
                <a:lnTo>
                  <a:pt x="2514600" y="3714750"/>
                </a:lnTo>
                <a:lnTo>
                  <a:pt x="2495550" y="3743325"/>
                </a:lnTo>
                <a:lnTo>
                  <a:pt x="2495550" y="3752850"/>
                </a:lnTo>
                <a:lnTo>
                  <a:pt x="2486025" y="3781425"/>
                </a:lnTo>
                <a:lnTo>
                  <a:pt x="2476500" y="3876675"/>
                </a:lnTo>
                <a:lnTo>
                  <a:pt x="2381250" y="3829050"/>
                </a:lnTo>
                <a:lnTo>
                  <a:pt x="2390775" y="3819525"/>
                </a:lnTo>
                <a:lnTo>
                  <a:pt x="2362200" y="3905250"/>
                </a:lnTo>
                <a:lnTo>
                  <a:pt x="2343150" y="3981450"/>
                </a:lnTo>
                <a:lnTo>
                  <a:pt x="2362200" y="3981450"/>
                </a:lnTo>
                <a:lnTo>
                  <a:pt x="2305050" y="4057650"/>
                </a:lnTo>
                <a:lnTo>
                  <a:pt x="2209800" y="4076700"/>
                </a:lnTo>
                <a:lnTo>
                  <a:pt x="2105025" y="4076700"/>
                </a:lnTo>
                <a:lnTo>
                  <a:pt x="2038350" y="4152900"/>
                </a:lnTo>
                <a:lnTo>
                  <a:pt x="2057400" y="4191000"/>
                </a:lnTo>
                <a:lnTo>
                  <a:pt x="1962150" y="4181475"/>
                </a:lnTo>
                <a:lnTo>
                  <a:pt x="1962150" y="4162425"/>
                </a:lnTo>
                <a:lnTo>
                  <a:pt x="1895475" y="4229100"/>
                </a:lnTo>
                <a:lnTo>
                  <a:pt x="1800225" y="4276725"/>
                </a:lnTo>
                <a:lnTo>
                  <a:pt x="1724025" y="4238625"/>
                </a:lnTo>
                <a:lnTo>
                  <a:pt x="1714500" y="4295775"/>
                </a:lnTo>
                <a:lnTo>
                  <a:pt x="1628775" y="4324350"/>
                </a:lnTo>
                <a:lnTo>
                  <a:pt x="1514475" y="4314825"/>
                </a:lnTo>
                <a:lnTo>
                  <a:pt x="1428750" y="4343400"/>
                </a:lnTo>
                <a:lnTo>
                  <a:pt x="1390650" y="4400550"/>
                </a:lnTo>
                <a:lnTo>
                  <a:pt x="1381125" y="4381500"/>
                </a:lnTo>
                <a:lnTo>
                  <a:pt x="1362075" y="4448175"/>
                </a:lnTo>
                <a:lnTo>
                  <a:pt x="1304925" y="4429125"/>
                </a:lnTo>
                <a:lnTo>
                  <a:pt x="1228725" y="4476750"/>
                </a:lnTo>
                <a:lnTo>
                  <a:pt x="1228725" y="4467225"/>
                </a:lnTo>
                <a:lnTo>
                  <a:pt x="1219200" y="4591050"/>
                </a:lnTo>
                <a:lnTo>
                  <a:pt x="1143000" y="4638675"/>
                </a:lnTo>
                <a:lnTo>
                  <a:pt x="1133475" y="4648200"/>
                </a:lnTo>
                <a:lnTo>
                  <a:pt x="1047750" y="4705350"/>
                </a:lnTo>
                <a:lnTo>
                  <a:pt x="1028700" y="4695825"/>
                </a:lnTo>
                <a:lnTo>
                  <a:pt x="990600" y="4714875"/>
                </a:lnTo>
                <a:close/>
              </a:path>
            </a:pathLst>
          </a:custGeom>
          <a:solidFill>
            <a:srgbClr val="14729E">
              <a:alpha val="12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1687175" y="3590925"/>
            <a:ext cx="2847975" cy="4705350"/>
          </a:xfrm>
          <a:custGeom>
            <a:avLst/>
            <a:gdLst/>
            <a:ahLst/>
            <a:cxnLst/>
            <a:rect l="l" t="t" r="r" b="b"/>
            <a:pathLst>
              <a:path w="2847975" h="4705350">
                <a:moveTo>
                  <a:pt x="962025" y="4676775"/>
                </a:moveTo>
                <a:lnTo>
                  <a:pt x="952500" y="4705350"/>
                </a:lnTo>
                <a:lnTo>
                  <a:pt x="952500" y="4619625"/>
                </a:lnTo>
                <a:lnTo>
                  <a:pt x="933450" y="4629150"/>
                </a:lnTo>
                <a:lnTo>
                  <a:pt x="876300" y="4572000"/>
                </a:lnTo>
                <a:lnTo>
                  <a:pt x="819150" y="4543425"/>
                </a:lnTo>
                <a:lnTo>
                  <a:pt x="800100" y="4514850"/>
                </a:lnTo>
                <a:lnTo>
                  <a:pt x="828675" y="4457700"/>
                </a:lnTo>
                <a:lnTo>
                  <a:pt x="819150" y="4438650"/>
                </a:lnTo>
                <a:lnTo>
                  <a:pt x="742950" y="4381500"/>
                </a:lnTo>
                <a:lnTo>
                  <a:pt x="771525" y="4371975"/>
                </a:lnTo>
                <a:lnTo>
                  <a:pt x="733425" y="4352925"/>
                </a:lnTo>
                <a:lnTo>
                  <a:pt x="676275" y="4286250"/>
                </a:lnTo>
                <a:lnTo>
                  <a:pt x="704850" y="4267200"/>
                </a:lnTo>
                <a:lnTo>
                  <a:pt x="657225" y="4200525"/>
                </a:lnTo>
                <a:lnTo>
                  <a:pt x="628650" y="4162425"/>
                </a:lnTo>
                <a:lnTo>
                  <a:pt x="600075" y="4124325"/>
                </a:lnTo>
                <a:lnTo>
                  <a:pt x="609600" y="4086225"/>
                </a:lnTo>
                <a:lnTo>
                  <a:pt x="542925" y="4076700"/>
                </a:lnTo>
                <a:lnTo>
                  <a:pt x="504825" y="4067175"/>
                </a:lnTo>
                <a:lnTo>
                  <a:pt x="523875" y="4019550"/>
                </a:lnTo>
                <a:lnTo>
                  <a:pt x="504825" y="3990975"/>
                </a:lnTo>
                <a:lnTo>
                  <a:pt x="485775" y="3924300"/>
                </a:lnTo>
                <a:lnTo>
                  <a:pt x="438150" y="3886200"/>
                </a:lnTo>
                <a:lnTo>
                  <a:pt x="447675" y="3848100"/>
                </a:lnTo>
                <a:lnTo>
                  <a:pt x="400050" y="3819525"/>
                </a:lnTo>
                <a:lnTo>
                  <a:pt x="400050" y="3829050"/>
                </a:lnTo>
                <a:lnTo>
                  <a:pt x="342900" y="3752850"/>
                </a:lnTo>
                <a:lnTo>
                  <a:pt x="342900" y="3714750"/>
                </a:lnTo>
                <a:lnTo>
                  <a:pt x="314325" y="3686175"/>
                </a:lnTo>
                <a:lnTo>
                  <a:pt x="342900" y="3657600"/>
                </a:lnTo>
                <a:lnTo>
                  <a:pt x="285750" y="3638550"/>
                </a:lnTo>
                <a:lnTo>
                  <a:pt x="285750" y="3590925"/>
                </a:lnTo>
                <a:lnTo>
                  <a:pt x="238125" y="3543300"/>
                </a:lnTo>
                <a:lnTo>
                  <a:pt x="247650" y="3476625"/>
                </a:lnTo>
                <a:lnTo>
                  <a:pt x="228600" y="3419475"/>
                </a:lnTo>
                <a:lnTo>
                  <a:pt x="228600" y="3400425"/>
                </a:lnTo>
                <a:lnTo>
                  <a:pt x="247650" y="3314700"/>
                </a:lnTo>
                <a:lnTo>
                  <a:pt x="266700" y="3276600"/>
                </a:lnTo>
                <a:lnTo>
                  <a:pt x="276225" y="3219450"/>
                </a:lnTo>
                <a:lnTo>
                  <a:pt x="266700" y="3143250"/>
                </a:lnTo>
                <a:lnTo>
                  <a:pt x="238125" y="3114675"/>
                </a:lnTo>
                <a:lnTo>
                  <a:pt x="266700" y="3048000"/>
                </a:lnTo>
                <a:lnTo>
                  <a:pt x="247650" y="3038475"/>
                </a:lnTo>
                <a:lnTo>
                  <a:pt x="247650" y="2933700"/>
                </a:lnTo>
                <a:lnTo>
                  <a:pt x="200025" y="2924175"/>
                </a:lnTo>
                <a:lnTo>
                  <a:pt x="209550" y="2857500"/>
                </a:lnTo>
                <a:lnTo>
                  <a:pt x="152400" y="2781300"/>
                </a:lnTo>
                <a:lnTo>
                  <a:pt x="152400" y="2752725"/>
                </a:lnTo>
                <a:lnTo>
                  <a:pt x="133350" y="2695575"/>
                </a:lnTo>
                <a:lnTo>
                  <a:pt x="152400" y="2667000"/>
                </a:lnTo>
                <a:lnTo>
                  <a:pt x="142875" y="2590800"/>
                </a:lnTo>
                <a:lnTo>
                  <a:pt x="133350" y="2533650"/>
                </a:lnTo>
                <a:lnTo>
                  <a:pt x="123825" y="2533650"/>
                </a:lnTo>
                <a:lnTo>
                  <a:pt x="104775" y="2457450"/>
                </a:lnTo>
                <a:lnTo>
                  <a:pt x="133350" y="2428875"/>
                </a:lnTo>
                <a:lnTo>
                  <a:pt x="76200" y="2400300"/>
                </a:lnTo>
                <a:lnTo>
                  <a:pt x="76200" y="2352675"/>
                </a:lnTo>
                <a:lnTo>
                  <a:pt x="76200" y="2314575"/>
                </a:lnTo>
                <a:lnTo>
                  <a:pt x="95250" y="2257425"/>
                </a:lnTo>
                <a:lnTo>
                  <a:pt x="85725" y="2171700"/>
                </a:lnTo>
                <a:lnTo>
                  <a:pt x="66675" y="2152650"/>
                </a:lnTo>
                <a:lnTo>
                  <a:pt x="57150" y="2143125"/>
                </a:lnTo>
                <a:lnTo>
                  <a:pt x="19050" y="2066925"/>
                </a:lnTo>
                <a:lnTo>
                  <a:pt x="0" y="2038350"/>
                </a:lnTo>
                <a:lnTo>
                  <a:pt x="76200" y="2009775"/>
                </a:lnTo>
                <a:lnTo>
                  <a:pt x="38100" y="1952625"/>
                </a:lnTo>
                <a:lnTo>
                  <a:pt x="19050" y="1943100"/>
                </a:lnTo>
                <a:lnTo>
                  <a:pt x="85725" y="1876425"/>
                </a:lnTo>
                <a:lnTo>
                  <a:pt x="85725" y="1876425"/>
                </a:lnTo>
                <a:lnTo>
                  <a:pt x="76200" y="1857375"/>
                </a:lnTo>
                <a:lnTo>
                  <a:pt x="66675" y="1819275"/>
                </a:lnTo>
                <a:lnTo>
                  <a:pt x="85725" y="1819275"/>
                </a:lnTo>
                <a:lnTo>
                  <a:pt x="104775" y="1781175"/>
                </a:lnTo>
                <a:lnTo>
                  <a:pt x="95250" y="1714500"/>
                </a:lnTo>
                <a:lnTo>
                  <a:pt x="142875" y="1704975"/>
                </a:lnTo>
                <a:lnTo>
                  <a:pt x="133350" y="1676400"/>
                </a:lnTo>
                <a:lnTo>
                  <a:pt x="161925" y="1685925"/>
                </a:lnTo>
                <a:lnTo>
                  <a:pt x="133350" y="1657350"/>
                </a:lnTo>
                <a:lnTo>
                  <a:pt x="161925" y="1600200"/>
                </a:lnTo>
                <a:lnTo>
                  <a:pt x="180975" y="1600200"/>
                </a:lnTo>
                <a:lnTo>
                  <a:pt x="209550" y="1571625"/>
                </a:lnTo>
                <a:lnTo>
                  <a:pt x="161925" y="1504950"/>
                </a:lnTo>
                <a:lnTo>
                  <a:pt x="209550" y="1504950"/>
                </a:lnTo>
                <a:lnTo>
                  <a:pt x="190500" y="1457325"/>
                </a:lnTo>
                <a:lnTo>
                  <a:pt x="219075" y="1457325"/>
                </a:lnTo>
                <a:lnTo>
                  <a:pt x="247650" y="1438275"/>
                </a:lnTo>
                <a:lnTo>
                  <a:pt x="276225" y="1409700"/>
                </a:lnTo>
                <a:lnTo>
                  <a:pt x="257175" y="1352550"/>
                </a:lnTo>
                <a:lnTo>
                  <a:pt x="266700" y="1314450"/>
                </a:lnTo>
                <a:lnTo>
                  <a:pt x="314325" y="1323975"/>
                </a:lnTo>
                <a:lnTo>
                  <a:pt x="295275" y="1238250"/>
                </a:lnTo>
                <a:lnTo>
                  <a:pt x="342900" y="1238250"/>
                </a:lnTo>
                <a:lnTo>
                  <a:pt x="323850" y="1247775"/>
                </a:lnTo>
                <a:lnTo>
                  <a:pt x="352425" y="1190625"/>
                </a:lnTo>
                <a:lnTo>
                  <a:pt x="352425" y="1162050"/>
                </a:lnTo>
                <a:lnTo>
                  <a:pt x="381000" y="1104900"/>
                </a:lnTo>
                <a:lnTo>
                  <a:pt x="428625" y="1047750"/>
                </a:lnTo>
                <a:lnTo>
                  <a:pt x="447675" y="1009650"/>
                </a:lnTo>
                <a:lnTo>
                  <a:pt x="514350" y="990600"/>
                </a:lnTo>
                <a:lnTo>
                  <a:pt x="523875" y="952500"/>
                </a:lnTo>
                <a:lnTo>
                  <a:pt x="571500" y="981075"/>
                </a:lnTo>
                <a:lnTo>
                  <a:pt x="619125" y="914400"/>
                </a:lnTo>
                <a:lnTo>
                  <a:pt x="657225" y="876300"/>
                </a:lnTo>
                <a:lnTo>
                  <a:pt x="685800" y="857250"/>
                </a:lnTo>
                <a:lnTo>
                  <a:pt x="666750" y="790575"/>
                </a:lnTo>
                <a:lnTo>
                  <a:pt x="742950" y="809625"/>
                </a:lnTo>
                <a:lnTo>
                  <a:pt x="762000" y="714375"/>
                </a:lnTo>
                <a:lnTo>
                  <a:pt x="828675" y="676275"/>
                </a:lnTo>
                <a:lnTo>
                  <a:pt x="838200" y="666750"/>
                </a:lnTo>
                <a:lnTo>
                  <a:pt x="895350" y="666750"/>
                </a:lnTo>
                <a:lnTo>
                  <a:pt x="981075" y="600075"/>
                </a:lnTo>
                <a:lnTo>
                  <a:pt x="1019175" y="552450"/>
                </a:lnTo>
                <a:lnTo>
                  <a:pt x="1066800" y="523875"/>
                </a:lnTo>
                <a:lnTo>
                  <a:pt x="1104900" y="504825"/>
                </a:lnTo>
                <a:lnTo>
                  <a:pt x="1133475" y="438150"/>
                </a:lnTo>
                <a:lnTo>
                  <a:pt x="1123950" y="428625"/>
                </a:lnTo>
                <a:lnTo>
                  <a:pt x="1190625" y="400050"/>
                </a:lnTo>
                <a:lnTo>
                  <a:pt x="1200150" y="323850"/>
                </a:lnTo>
                <a:lnTo>
                  <a:pt x="1228725" y="333375"/>
                </a:lnTo>
                <a:lnTo>
                  <a:pt x="1323975" y="247650"/>
                </a:lnTo>
                <a:lnTo>
                  <a:pt x="1333500" y="238125"/>
                </a:lnTo>
                <a:lnTo>
                  <a:pt x="1352550" y="209550"/>
                </a:lnTo>
                <a:lnTo>
                  <a:pt x="1428750" y="161925"/>
                </a:lnTo>
                <a:lnTo>
                  <a:pt x="1457325" y="114300"/>
                </a:lnTo>
                <a:lnTo>
                  <a:pt x="1485900" y="104775"/>
                </a:lnTo>
                <a:lnTo>
                  <a:pt x="1543050" y="47625"/>
                </a:lnTo>
                <a:lnTo>
                  <a:pt x="1571625" y="57150"/>
                </a:lnTo>
                <a:lnTo>
                  <a:pt x="1600200" y="0"/>
                </a:lnTo>
                <a:lnTo>
                  <a:pt x="1743075" y="9525"/>
                </a:lnTo>
                <a:lnTo>
                  <a:pt x="1676400" y="161925"/>
                </a:lnTo>
                <a:lnTo>
                  <a:pt x="1628775" y="104775"/>
                </a:lnTo>
                <a:lnTo>
                  <a:pt x="1647825" y="38100"/>
                </a:lnTo>
                <a:lnTo>
                  <a:pt x="1666875" y="85725"/>
                </a:lnTo>
                <a:lnTo>
                  <a:pt x="1666875" y="47625"/>
                </a:lnTo>
                <a:lnTo>
                  <a:pt x="1724025" y="142875"/>
                </a:lnTo>
                <a:lnTo>
                  <a:pt x="1876425" y="123825"/>
                </a:lnTo>
                <a:lnTo>
                  <a:pt x="1885950" y="190500"/>
                </a:lnTo>
                <a:lnTo>
                  <a:pt x="1905000" y="200025"/>
                </a:lnTo>
                <a:lnTo>
                  <a:pt x="1905000" y="247650"/>
                </a:lnTo>
                <a:lnTo>
                  <a:pt x="1895475" y="228600"/>
                </a:lnTo>
                <a:lnTo>
                  <a:pt x="1924050" y="266700"/>
                </a:lnTo>
                <a:lnTo>
                  <a:pt x="1914525" y="295275"/>
                </a:lnTo>
                <a:lnTo>
                  <a:pt x="1943100" y="285750"/>
                </a:lnTo>
                <a:lnTo>
                  <a:pt x="1981200" y="361950"/>
                </a:lnTo>
                <a:lnTo>
                  <a:pt x="1962150" y="342900"/>
                </a:lnTo>
                <a:lnTo>
                  <a:pt x="1981200" y="381000"/>
                </a:lnTo>
                <a:lnTo>
                  <a:pt x="2019300" y="390525"/>
                </a:lnTo>
                <a:lnTo>
                  <a:pt x="2066925" y="438150"/>
                </a:lnTo>
                <a:lnTo>
                  <a:pt x="2085975" y="466725"/>
                </a:lnTo>
                <a:lnTo>
                  <a:pt x="2114550" y="466725"/>
                </a:lnTo>
                <a:lnTo>
                  <a:pt x="2076450" y="561975"/>
                </a:lnTo>
                <a:lnTo>
                  <a:pt x="2124075" y="581025"/>
                </a:lnTo>
                <a:lnTo>
                  <a:pt x="2143125" y="600075"/>
                </a:lnTo>
                <a:lnTo>
                  <a:pt x="2152650" y="609600"/>
                </a:lnTo>
                <a:lnTo>
                  <a:pt x="2190750" y="619125"/>
                </a:lnTo>
                <a:lnTo>
                  <a:pt x="2238375" y="647700"/>
                </a:lnTo>
                <a:lnTo>
                  <a:pt x="2228850" y="714375"/>
                </a:lnTo>
                <a:lnTo>
                  <a:pt x="2276475" y="704850"/>
                </a:lnTo>
                <a:lnTo>
                  <a:pt x="2305050" y="752475"/>
                </a:lnTo>
                <a:lnTo>
                  <a:pt x="2333625" y="790575"/>
                </a:lnTo>
                <a:lnTo>
                  <a:pt x="2276475" y="771525"/>
                </a:lnTo>
                <a:lnTo>
                  <a:pt x="2228850" y="790575"/>
                </a:lnTo>
                <a:lnTo>
                  <a:pt x="2381250" y="914400"/>
                </a:lnTo>
                <a:lnTo>
                  <a:pt x="2362200" y="923925"/>
                </a:lnTo>
                <a:lnTo>
                  <a:pt x="2247900" y="1028700"/>
                </a:lnTo>
                <a:lnTo>
                  <a:pt x="2324100" y="1152525"/>
                </a:lnTo>
                <a:lnTo>
                  <a:pt x="2362200" y="1295400"/>
                </a:lnTo>
                <a:lnTo>
                  <a:pt x="2390775" y="1323975"/>
                </a:lnTo>
                <a:lnTo>
                  <a:pt x="2428875" y="1438275"/>
                </a:lnTo>
                <a:lnTo>
                  <a:pt x="2428875" y="1400175"/>
                </a:lnTo>
                <a:lnTo>
                  <a:pt x="2457450" y="1428750"/>
                </a:lnTo>
                <a:lnTo>
                  <a:pt x="2466975" y="1543050"/>
                </a:lnTo>
                <a:lnTo>
                  <a:pt x="2505075" y="1600200"/>
                </a:lnTo>
                <a:lnTo>
                  <a:pt x="2571750" y="1704975"/>
                </a:lnTo>
                <a:lnTo>
                  <a:pt x="2628900" y="1743075"/>
                </a:lnTo>
                <a:lnTo>
                  <a:pt x="2571750" y="1800225"/>
                </a:lnTo>
                <a:lnTo>
                  <a:pt x="2552700" y="1847850"/>
                </a:lnTo>
                <a:lnTo>
                  <a:pt x="2552700" y="1895475"/>
                </a:lnTo>
                <a:lnTo>
                  <a:pt x="2562225" y="1981200"/>
                </a:lnTo>
                <a:lnTo>
                  <a:pt x="2619375" y="2028825"/>
                </a:lnTo>
                <a:lnTo>
                  <a:pt x="2638425" y="2076450"/>
                </a:lnTo>
                <a:lnTo>
                  <a:pt x="2647950" y="2143125"/>
                </a:lnTo>
                <a:lnTo>
                  <a:pt x="2667000" y="2257425"/>
                </a:lnTo>
                <a:lnTo>
                  <a:pt x="2705100" y="2314575"/>
                </a:lnTo>
                <a:lnTo>
                  <a:pt x="2714625" y="2390775"/>
                </a:lnTo>
                <a:lnTo>
                  <a:pt x="2733675" y="2428875"/>
                </a:lnTo>
                <a:lnTo>
                  <a:pt x="2781300" y="2438400"/>
                </a:lnTo>
                <a:lnTo>
                  <a:pt x="2743200" y="2514600"/>
                </a:lnTo>
                <a:lnTo>
                  <a:pt x="2743200" y="2581275"/>
                </a:lnTo>
                <a:lnTo>
                  <a:pt x="2724150" y="2657475"/>
                </a:lnTo>
                <a:lnTo>
                  <a:pt x="2762250" y="2667000"/>
                </a:lnTo>
                <a:lnTo>
                  <a:pt x="2790825" y="2733675"/>
                </a:lnTo>
                <a:lnTo>
                  <a:pt x="2847975" y="2724150"/>
                </a:lnTo>
                <a:lnTo>
                  <a:pt x="2781300" y="2762250"/>
                </a:lnTo>
                <a:lnTo>
                  <a:pt x="2781300" y="2914650"/>
                </a:lnTo>
                <a:lnTo>
                  <a:pt x="2714625" y="2905125"/>
                </a:lnTo>
                <a:lnTo>
                  <a:pt x="2771775" y="2924175"/>
                </a:lnTo>
                <a:lnTo>
                  <a:pt x="2638425" y="2914650"/>
                </a:lnTo>
                <a:lnTo>
                  <a:pt x="2724150" y="3009900"/>
                </a:lnTo>
                <a:lnTo>
                  <a:pt x="2676525" y="3057525"/>
                </a:lnTo>
                <a:lnTo>
                  <a:pt x="2667000" y="3190875"/>
                </a:lnTo>
                <a:lnTo>
                  <a:pt x="2724150" y="3181350"/>
                </a:lnTo>
                <a:lnTo>
                  <a:pt x="2809875" y="3209925"/>
                </a:lnTo>
                <a:lnTo>
                  <a:pt x="2752725" y="3209925"/>
                </a:lnTo>
                <a:lnTo>
                  <a:pt x="2752725" y="3286125"/>
                </a:lnTo>
                <a:lnTo>
                  <a:pt x="2771775" y="3295650"/>
                </a:lnTo>
                <a:lnTo>
                  <a:pt x="2705100" y="3276600"/>
                </a:lnTo>
                <a:lnTo>
                  <a:pt x="2667000" y="3305175"/>
                </a:lnTo>
                <a:lnTo>
                  <a:pt x="2619375" y="3314700"/>
                </a:lnTo>
                <a:lnTo>
                  <a:pt x="2667000" y="3457575"/>
                </a:lnTo>
                <a:lnTo>
                  <a:pt x="2676525" y="3419475"/>
                </a:lnTo>
                <a:lnTo>
                  <a:pt x="2705100" y="3457575"/>
                </a:lnTo>
                <a:lnTo>
                  <a:pt x="2695575" y="3438525"/>
                </a:lnTo>
                <a:lnTo>
                  <a:pt x="2657475" y="3476625"/>
                </a:lnTo>
                <a:lnTo>
                  <a:pt x="2628900" y="3552825"/>
                </a:lnTo>
                <a:lnTo>
                  <a:pt x="2628900" y="3524250"/>
                </a:lnTo>
                <a:lnTo>
                  <a:pt x="2619375" y="3562350"/>
                </a:lnTo>
                <a:lnTo>
                  <a:pt x="2581275" y="3600450"/>
                </a:lnTo>
                <a:lnTo>
                  <a:pt x="2581275" y="3667125"/>
                </a:lnTo>
                <a:lnTo>
                  <a:pt x="2495550" y="3676650"/>
                </a:lnTo>
                <a:lnTo>
                  <a:pt x="2524125" y="3705225"/>
                </a:lnTo>
                <a:lnTo>
                  <a:pt x="2476500" y="3743325"/>
                </a:lnTo>
                <a:lnTo>
                  <a:pt x="2476500" y="3771900"/>
                </a:lnTo>
                <a:lnTo>
                  <a:pt x="2438400" y="3848100"/>
                </a:lnTo>
                <a:lnTo>
                  <a:pt x="2495550" y="3867150"/>
                </a:lnTo>
                <a:lnTo>
                  <a:pt x="2314575" y="3981450"/>
                </a:lnTo>
                <a:lnTo>
                  <a:pt x="2305050" y="3971925"/>
                </a:lnTo>
                <a:lnTo>
                  <a:pt x="2305050" y="3990975"/>
                </a:lnTo>
                <a:lnTo>
                  <a:pt x="2343150" y="4010025"/>
                </a:lnTo>
                <a:lnTo>
                  <a:pt x="2200275" y="3962400"/>
                </a:lnTo>
                <a:lnTo>
                  <a:pt x="2219325" y="4010025"/>
                </a:lnTo>
                <a:lnTo>
                  <a:pt x="2143125" y="4086225"/>
                </a:lnTo>
                <a:lnTo>
                  <a:pt x="2047875" y="4029075"/>
                </a:lnTo>
                <a:lnTo>
                  <a:pt x="2095500" y="4067175"/>
                </a:lnTo>
                <a:lnTo>
                  <a:pt x="2047875" y="4086225"/>
                </a:lnTo>
                <a:lnTo>
                  <a:pt x="1914525" y="4143375"/>
                </a:lnTo>
                <a:lnTo>
                  <a:pt x="1952625" y="4200525"/>
                </a:lnTo>
                <a:lnTo>
                  <a:pt x="1895475" y="4210050"/>
                </a:lnTo>
                <a:lnTo>
                  <a:pt x="1857375" y="4248150"/>
                </a:lnTo>
                <a:lnTo>
                  <a:pt x="1762125" y="4229100"/>
                </a:lnTo>
                <a:lnTo>
                  <a:pt x="1552575" y="4238625"/>
                </a:lnTo>
                <a:lnTo>
                  <a:pt x="1543050" y="4219575"/>
                </a:lnTo>
                <a:lnTo>
                  <a:pt x="1466850" y="4276725"/>
                </a:lnTo>
                <a:lnTo>
                  <a:pt x="1381125" y="4333875"/>
                </a:lnTo>
                <a:lnTo>
                  <a:pt x="1314450" y="4400550"/>
                </a:lnTo>
                <a:lnTo>
                  <a:pt x="1266825" y="4400550"/>
                </a:lnTo>
                <a:lnTo>
                  <a:pt x="1295400" y="4410075"/>
                </a:lnTo>
                <a:lnTo>
                  <a:pt x="1266825" y="4457700"/>
                </a:lnTo>
                <a:lnTo>
                  <a:pt x="1238250" y="4429125"/>
                </a:lnTo>
                <a:lnTo>
                  <a:pt x="1228725" y="4600575"/>
                </a:lnTo>
                <a:lnTo>
                  <a:pt x="1200150" y="4591050"/>
                </a:lnTo>
                <a:lnTo>
                  <a:pt x="1152525" y="4600575"/>
                </a:lnTo>
                <a:lnTo>
                  <a:pt x="1019175" y="4667250"/>
                </a:lnTo>
                <a:lnTo>
                  <a:pt x="1009650" y="4648200"/>
                </a:lnTo>
                <a:lnTo>
                  <a:pt x="962025" y="4695825"/>
                </a:lnTo>
                <a:close/>
              </a:path>
            </a:pathLst>
          </a:custGeom>
          <a:solidFill>
            <a:srgbClr val="14729E">
              <a:alpha val="12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2430125" y="5724525"/>
            <a:ext cx="962025" cy="1581150"/>
          </a:xfrm>
          <a:custGeom>
            <a:avLst/>
            <a:gdLst/>
            <a:ahLst/>
            <a:cxnLst/>
            <a:rect l="l" t="t" r="r" b="b"/>
            <a:pathLst>
              <a:path w="962025" h="1581150">
                <a:moveTo>
                  <a:pt x="333375" y="1562100"/>
                </a:moveTo>
                <a:lnTo>
                  <a:pt x="361950" y="1581150"/>
                </a:lnTo>
                <a:lnTo>
                  <a:pt x="323850" y="1533525"/>
                </a:lnTo>
                <a:lnTo>
                  <a:pt x="314325" y="1552575"/>
                </a:lnTo>
                <a:lnTo>
                  <a:pt x="295275" y="1552575"/>
                </a:lnTo>
                <a:lnTo>
                  <a:pt x="295275" y="1533525"/>
                </a:lnTo>
                <a:lnTo>
                  <a:pt x="295275" y="1514475"/>
                </a:lnTo>
                <a:lnTo>
                  <a:pt x="295275" y="1495425"/>
                </a:lnTo>
                <a:lnTo>
                  <a:pt x="257175" y="1466850"/>
                </a:lnTo>
                <a:lnTo>
                  <a:pt x="285750" y="1476375"/>
                </a:lnTo>
                <a:lnTo>
                  <a:pt x="276225" y="1457325"/>
                </a:lnTo>
                <a:lnTo>
                  <a:pt x="247650" y="1466850"/>
                </a:lnTo>
                <a:lnTo>
                  <a:pt x="228600" y="1438275"/>
                </a:lnTo>
                <a:lnTo>
                  <a:pt x="257175" y="1438275"/>
                </a:lnTo>
                <a:lnTo>
                  <a:pt x="219075" y="1419225"/>
                </a:lnTo>
                <a:lnTo>
                  <a:pt x="200025" y="1419225"/>
                </a:lnTo>
                <a:lnTo>
                  <a:pt x="219075" y="1390650"/>
                </a:lnTo>
                <a:lnTo>
                  <a:pt x="200025" y="1362075"/>
                </a:lnTo>
                <a:lnTo>
                  <a:pt x="180975" y="1381125"/>
                </a:lnTo>
                <a:lnTo>
                  <a:pt x="190500" y="1333500"/>
                </a:lnTo>
                <a:lnTo>
                  <a:pt x="161925" y="1352550"/>
                </a:lnTo>
                <a:lnTo>
                  <a:pt x="152400" y="1314450"/>
                </a:lnTo>
                <a:lnTo>
                  <a:pt x="152400" y="1343025"/>
                </a:lnTo>
                <a:lnTo>
                  <a:pt x="152400" y="1323975"/>
                </a:lnTo>
                <a:lnTo>
                  <a:pt x="142875" y="1285875"/>
                </a:lnTo>
                <a:lnTo>
                  <a:pt x="142875" y="1295400"/>
                </a:lnTo>
                <a:lnTo>
                  <a:pt x="123825" y="1276350"/>
                </a:lnTo>
                <a:lnTo>
                  <a:pt x="114300" y="1247775"/>
                </a:lnTo>
                <a:lnTo>
                  <a:pt x="114300" y="1247775"/>
                </a:lnTo>
                <a:lnTo>
                  <a:pt x="114300" y="1257300"/>
                </a:lnTo>
                <a:lnTo>
                  <a:pt x="114300" y="1238250"/>
                </a:lnTo>
                <a:lnTo>
                  <a:pt x="104775" y="1228725"/>
                </a:lnTo>
                <a:lnTo>
                  <a:pt x="85725" y="1219200"/>
                </a:lnTo>
                <a:lnTo>
                  <a:pt x="133350" y="1171575"/>
                </a:lnTo>
                <a:lnTo>
                  <a:pt x="95250" y="1190625"/>
                </a:lnTo>
                <a:lnTo>
                  <a:pt x="66675" y="1152525"/>
                </a:lnTo>
                <a:lnTo>
                  <a:pt x="85725" y="1143000"/>
                </a:lnTo>
                <a:lnTo>
                  <a:pt x="104775" y="1114425"/>
                </a:lnTo>
                <a:lnTo>
                  <a:pt x="95250" y="1085850"/>
                </a:lnTo>
                <a:lnTo>
                  <a:pt x="95250" y="1095375"/>
                </a:lnTo>
                <a:lnTo>
                  <a:pt x="104775" y="1057275"/>
                </a:lnTo>
                <a:lnTo>
                  <a:pt x="95250" y="1028700"/>
                </a:lnTo>
                <a:lnTo>
                  <a:pt x="76200" y="1047750"/>
                </a:lnTo>
                <a:lnTo>
                  <a:pt x="95250" y="1019175"/>
                </a:lnTo>
                <a:lnTo>
                  <a:pt x="95250" y="981075"/>
                </a:lnTo>
                <a:lnTo>
                  <a:pt x="95250" y="981075"/>
                </a:lnTo>
                <a:lnTo>
                  <a:pt x="66675" y="952500"/>
                </a:lnTo>
                <a:lnTo>
                  <a:pt x="76200" y="942975"/>
                </a:lnTo>
                <a:lnTo>
                  <a:pt x="47625" y="923925"/>
                </a:lnTo>
                <a:lnTo>
                  <a:pt x="76200" y="923925"/>
                </a:lnTo>
                <a:lnTo>
                  <a:pt x="76200" y="904875"/>
                </a:lnTo>
                <a:lnTo>
                  <a:pt x="57150" y="885825"/>
                </a:lnTo>
                <a:lnTo>
                  <a:pt x="57150" y="838200"/>
                </a:lnTo>
                <a:lnTo>
                  <a:pt x="57150" y="857250"/>
                </a:lnTo>
                <a:lnTo>
                  <a:pt x="57150" y="819150"/>
                </a:lnTo>
                <a:lnTo>
                  <a:pt x="47625" y="800100"/>
                </a:lnTo>
                <a:lnTo>
                  <a:pt x="57150" y="809625"/>
                </a:lnTo>
                <a:lnTo>
                  <a:pt x="57150" y="781050"/>
                </a:lnTo>
                <a:lnTo>
                  <a:pt x="28575" y="781050"/>
                </a:lnTo>
                <a:lnTo>
                  <a:pt x="28575" y="762000"/>
                </a:lnTo>
                <a:lnTo>
                  <a:pt x="38100" y="742950"/>
                </a:lnTo>
                <a:lnTo>
                  <a:pt x="19050" y="723900"/>
                </a:lnTo>
                <a:lnTo>
                  <a:pt x="28575" y="714375"/>
                </a:lnTo>
                <a:lnTo>
                  <a:pt x="28575" y="695325"/>
                </a:lnTo>
                <a:lnTo>
                  <a:pt x="28575" y="685800"/>
                </a:lnTo>
                <a:lnTo>
                  <a:pt x="0" y="647700"/>
                </a:lnTo>
                <a:lnTo>
                  <a:pt x="28575" y="638175"/>
                </a:lnTo>
                <a:lnTo>
                  <a:pt x="38100" y="647700"/>
                </a:lnTo>
                <a:lnTo>
                  <a:pt x="38100" y="619125"/>
                </a:lnTo>
                <a:lnTo>
                  <a:pt x="38100" y="647700"/>
                </a:lnTo>
                <a:lnTo>
                  <a:pt x="47625" y="609600"/>
                </a:lnTo>
                <a:lnTo>
                  <a:pt x="28575" y="600075"/>
                </a:lnTo>
                <a:lnTo>
                  <a:pt x="19050" y="609600"/>
                </a:lnTo>
                <a:lnTo>
                  <a:pt x="38100" y="600075"/>
                </a:lnTo>
                <a:lnTo>
                  <a:pt x="57150" y="609600"/>
                </a:lnTo>
                <a:lnTo>
                  <a:pt x="38100" y="581025"/>
                </a:lnTo>
                <a:lnTo>
                  <a:pt x="47625" y="561975"/>
                </a:lnTo>
                <a:lnTo>
                  <a:pt x="57150" y="552450"/>
                </a:lnTo>
                <a:lnTo>
                  <a:pt x="38100" y="542925"/>
                </a:lnTo>
                <a:lnTo>
                  <a:pt x="47625" y="552450"/>
                </a:lnTo>
                <a:lnTo>
                  <a:pt x="47625" y="542925"/>
                </a:lnTo>
                <a:lnTo>
                  <a:pt x="66675" y="523875"/>
                </a:lnTo>
                <a:lnTo>
                  <a:pt x="95250" y="523875"/>
                </a:lnTo>
                <a:lnTo>
                  <a:pt x="66675" y="523875"/>
                </a:lnTo>
                <a:lnTo>
                  <a:pt x="85725" y="495300"/>
                </a:lnTo>
                <a:lnTo>
                  <a:pt x="76200" y="485775"/>
                </a:lnTo>
                <a:lnTo>
                  <a:pt x="95250" y="466725"/>
                </a:lnTo>
                <a:lnTo>
                  <a:pt x="95250" y="485775"/>
                </a:lnTo>
                <a:lnTo>
                  <a:pt x="85725" y="466725"/>
                </a:lnTo>
                <a:lnTo>
                  <a:pt x="95250" y="457200"/>
                </a:lnTo>
                <a:lnTo>
                  <a:pt x="104775" y="438150"/>
                </a:lnTo>
                <a:lnTo>
                  <a:pt x="123825" y="428625"/>
                </a:lnTo>
                <a:lnTo>
                  <a:pt x="104775" y="400050"/>
                </a:lnTo>
                <a:lnTo>
                  <a:pt x="133350" y="428625"/>
                </a:lnTo>
                <a:lnTo>
                  <a:pt x="114300" y="381000"/>
                </a:lnTo>
                <a:lnTo>
                  <a:pt x="133350" y="371475"/>
                </a:lnTo>
                <a:lnTo>
                  <a:pt x="142875" y="361950"/>
                </a:lnTo>
                <a:lnTo>
                  <a:pt x="133350" y="371475"/>
                </a:lnTo>
                <a:lnTo>
                  <a:pt x="152400" y="361950"/>
                </a:lnTo>
                <a:lnTo>
                  <a:pt x="161925" y="352425"/>
                </a:lnTo>
                <a:lnTo>
                  <a:pt x="190500" y="352425"/>
                </a:lnTo>
                <a:lnTo>
                  <a:pt x="190500" y="314325"/>
                </a:lnTo>
                <a:lnTo>
                  <a:pt x="228600" y="285750"/>
                </a:lnTo>
                <a:lnTo>
                  <a:pt x="219075" y="276225"/>
                </a:lnTo>
                <a:lnTo>
                  <a:pt x="228600" y="285750"/>
                </a:lnTo>
                <a:lnTo>
                  <a:pt x="247650" y="285750"/>
                </a:lnTo>
                <a:lnTo>
                  <a:pt x="276225" y="266700"/>
                </a:lnTo>
                <a:lnTo>
                  <a:pt x="285750" y="238125"/>
                </a:lnTo>
                <a:lnTo>
                  <a:pt x="285750" y="257175"/>
                </a:lnTo>
                <a:lnTo>
                  <a:pt x="304800" y="219075"/>
                </a:lnTo>
                <a:lnTo>
                  <a:pt x="314325" y="228600"/>
                </a:lnTo>
                <a:lnTo>
                  <a:pt x="323850" y="219075"/>
                </a:lnTo>
                <a:lnTo>
                  <a:pt x="352425" y="200025"/>
                </a:lnTo>
                <a:lnTo>
                  <a:pt x="371475" y="171450"/>
                </a:lnTo>
                <a:lnTo>
                  <a:pt x="371475" y="180975"/>
                </a:lnTo>
                <a:lnTo>
                  <a:pt x="371475" y="142875"/>
                </a:lnTo>
                <a:lnTo>
                  <a:pt x="390525" y="152400"/>
                </a:lnTo>
                <a:lnTo>
                  <a:pt x="390525" y="114300"/>
                </a:lnTo>
                <a:lnTo>
                  <a:pt x="419100" y="114300"/>
                </a:lnTo>
                <a:lnTo>
                  <a:pt x="419100" y="95250"/>
                </a:lnTo>
                <a:lnTo>
                  <a:pt x="428625" y="95250"/>
                </a:lnTo>
                <a:lnTo>
                  <a:pt x="457200" y="85725"/>
                </a:lnTo>
                <a:lnTo>
                  <a:pt x="476250" y="57150"/>
                </a:lnTo>
                <a:lnTo>
                  <a:pt x="485775" y="57150"/>
                </a:lnTo>
                <a:lnTo>
                  <a:pt x="476250" y="57150"/>
                </a:lnTo>
                <a:lnTo>
                  <a:pt x="523875" y="28575"/>
                </a:lnTo>
                <a:lnTo>
                  <a:pt x="523875" y="38100"/>
                </a:lnTo>
                <a:lnTo>
                  <a:pt x="542925" y="19050"/>
                </a:lnTo>
                <a:lnTo>
                  <a:pt x="552450" y="9525"/>
                </a:lnTo>
                <a:lnTo>
                  <a:pt x="571500" y="19050"/>
                </a:lnTo>
                <a:lnTo>
                  <a:pt x="504825" y="19050"/>
                </a:lnTo>
                <a:lnTo>
                  <a:pt x="514350" y="9525"/>
                </a:lnTo>
                <a:lnTo>
                  <a:pt x="542925" y="19050"/>
                </a:lnTo>
                <a:lnTo>
                  <a:pt x="571500" y="0"/>
                </a:lnTo>
                <a:lnTo>
                  <a:pt x="600075" y="47625"/>
                </a:lnTo>
                <a:lnTo>
                  <a:pt x="609600" y="47625"/>
                </a:lnTo>
                <a:lnTo>
                  <a:pt x="609600" y="57150"/>
                </a:lnTo>
                <a:lnTo>
                  <a:pt x="619125" y="47625"/>
                </a:lnTo>
                <a:lnTo>
                  <a:pt x="600075" y="38100"/>
                </a:lnTo>
                <a:lnTo>
                  <a:pt x="638175" y="66675"/>
                </a:lnTo>
                <a:lnTo>
                  <a:pt x="647700" y="57150"/>
                </a:lnTo>
                <a:lnTo>
                  <a:pt x="638175" y="85725"/>
                </a:lnTo>
                <a:lnTo>
                  <a:pt x="628650" y="85725"/>
                </a:lnTo>
                <a:lnTo>
                  <a:pt x="647700" y="85725"/>
                </a:lnTo>
                <a:lnTo>
                  <a:pt x="666750" y="104775"/>
                </a:lnTo>
                <a:lnTo>
                  <a:pt x="676275" y="114300"/>
                </a:lnTo>
                <a:lnTo>
                  <a:pt x="666750" y="133350"/>
                </a:lnTo>
                <a:lnTo>
                  <a:pt x="657225" y="142875"/>
                </a:lnTo>
                <a:lnTo>
                  <a:pt x="685800" y="152400"/>
                </a:lnTo>
                <a:lnTo>
                  <a:pt x="695325" y="152400"/>
                </a:lnTo>
                <a:lnTo>
                  <a:pt x="723900" y="180975"/>
                </a:lnTo>
                <a:lnTo>
                  <a:pt x="723900" y="200025"/>
                </a:lnTo>
                <a:lnTo>
                  <a:pt x="723900" y="180975"/>
                </a:lnTo>
                <a:lnTo>
                  <a:pt x="733425" y="219075"/>
                </a:lnTo>
                <a:lnTo>
                  <a:pt x="733425" y="219075"/>
                </a:lnTo>
                <a:lnTo>
                  <a:pt x="752475" y="219075"/>
                </a:lnTo>
                <a:lnTo>
                  <a:pt x="752475" y="238125"/>
                </a:lnTo>
                <a:lnTo>
                  <a:pt x="762000" y="238125"/>
                </a:lnTo>
                <a:lnTo>
                  <a:pt x="762000" y="266700"/>
                </a:lnTo>
                <a:lnTo>
                  <a:pt x="771525" y="276225"/>
                </a:lnTo>
                <a:lnTo>
                  <a:pt x="762000" y="266700"/>
                </a:lnTo>
                <a:lnTo>
                  <a:pt x="819150" y="352425"/>
                </a:lnTo>
                <a:lnTo>
                  <a:pt x="771525" y="361950"/>
                </a:lnTo>
                <a:lnTo>
                  <a:pt x="781050" y="276225"/>
                </a:lnTo>
                <a:lnTo>
                  <a:pt x="809625" y="314325"/>
                </a:lnTo>
                <a:lnTo>
                  <a:pt x="838200" y="352425"/>
                </a:lnTo>
                <a:lnTo>
                  <a:pt x="800100" y="438150"/>
                </a:lnTo>
                <a:lnTo>
                  <a:pt x="781050" y="428625"/>
                </a:lnTo>
                <a:lnTo>
                  <a:pt x="800100" y="447675"/>
                </a:lnTo>
                <a:lnTo>
                  <a:pt x="819150" y="447675"/>
                </a:lnTo>
                <a:lnTo>
                  <a:pt x="809625" y="447675"/>
                </a:lnTo>
                <a:lnTo>
                  <a:pt x="771525" y="485775"/>
                </a:lnTo>
                <a:lnTo>
                  <a:pt x="828675" y="504825"/>
                </a:lnTo>
                <a:lnTo>
                  <a:pt x="847725" y="561975"/>
                </a:lnTo>
                <a:lnTo>
                  <a:pt x="838200" y="590550"/>
                </a:lnTo>
                <a:lnTo>
                  <a:pt x="838200" y="609600"/>
                </a:lnTo>
                <a:lnTo>
                  <a:pt x="857250" y="609600"/>
                </a:lnTo>
                <a:lnTo>
                  <a:pt x="876300" y="581025"/>
                </a:lnTo>
                <a:lnTo>
                  <a:pt x="885825" y="609600"/>
                </a:lnTo>
                <a:lnTo>
                  <a:pt x="847725" y="619125"/>
                </a:lnTo>
                <a:lnTo>
                  <a:pt x="885825" y="685800"/>
                </a:lnTo>
                <a:lnTo>
                  <a:pt x="904875" y="733425"/>
                </a:lnTo>
                <a:lnTo>
                  <a:pt x="885825" y="733425"/>
                </a:lnTo>
                <a:lnTo>
                  <a:pt x="876300" y="733425"/>
                </a:lnTo>
                <a:lnTo>
                  <a:pt x="904875" y="752475"/>
                </a:lnTo>
                <a:lnTo>
                  <a:pt x="923925" y="771525"/>
                </a:lnTo>
                <a:lnTo>
                  <a:pt x="933450" y="800100"/>
                </a:lnTo>
                <a:lnTo>
                  <a:pt x="942975" y="828675"/>
                </a:lnTo>
                <a:lnTo>
                  <a:pt x="914400" y="857250"/>
                </a:lnTo>
                <a:lnTo>
                  <a:pt x="933450" y="847725"/>
                </a:lnTo>
                <a:lnTo>
                  <a:pt x="942975" y="885825"/>
                </a:lnTo>
                <a:lnTo>
                  <a:pt x="942975" y="904875"/>
                </a:lnTo>
                <a:lnTo>
                  <a:pt x="933450" y="923925"/>
                </a:lnTo>
                <a:lnTo>
                  <a:pt x="942975" y="876300"/>
                </a:lnTo>
                <a:lnTo>
                  <a:pt x="962025" y="914400"/>
                </a:lnTo>
                <a:lnTo>
                  <a:pt x="933450" y="952500"/>
                </a:lnTo>
                <a:lnTo>
                  <a:pt x="923925" y="952500"/>
                </a:lnTo>
                <a:lnTo>
                  <a:pt x="923925" y="971550"/>
                </a:lnTo>
                <a:lnTo>
                  <a:pt x="933450" y="952500"/>
                </a:lnTo>
                <a:lnTo>
                  <a:pt x="904875" y="981075"/>
                </a:lnTo>
                <a:lnTo>
                  <a:pt x="914400" y="1038225"/>
                </a:lnTo>
                <a:lnTo>
                  <a:pt x="904875" y="1028700"/>
                </a:lnTo>
                <a:lnTo>
                  <a:pt x="885825" y="1066800"/>
                </a:lnTo>
                <a:lnTo>
                  <a:pt x="914400" y="1066800"/>
                </a:lnTo>
                <a:lnTo>
                  <a:pt x="952500" y="1066800"/>
                </a:lnTo>
                <a:lnTo>
                  <a:pt x="923925" y="1104900"/>
                </a:lnTo>
                <a:lnTo>
                  <a:pt x="952500" y="1104900"/>
                </a:lnTo>
                <a:lnTo>
                  <a:pt x="923925" y="1085850"/>
                </a:lnTo>
                <a:lnTo>
                  <a:pt x="923925" y="1104900"/>
                </a:lnTo>
                <a:lnTo>
                  <a:pt x="866775" y="1152525"/>
                </a:lnTo>
                <a:lnTo>
                  <a:pt x="914400" y="1123950"/>
                </a:lnTo>
                <a:lnTo>
                  <a:pt x="923925" y="1162050"/>
                </a:lnTo>
                <a:lnTo>
                  <a:pt x="904875" y="1171575"/>
                </a:lnTo>
                <a:lnTo>
                  <a:pt x="885825" y="1181100"/>
                </a:lnTo>
                <a:lnTo>
                  <a:pt x="885825" y="1200150"/>
                </a:lnTo>
                <a:lnTo>
                  <a:pt x="885825" y="1171575"/>
                </a:lnTo>
                <a:lnTo>
                  <a:pt x="866775" y="1181100"/>
                </a:lnTo>
                <a:lnTo>
                  <a:pt x="904875" y="1200150"/>
                </a:lnTo>
                <a:lnTo>
                  <a:pt x="857250" y="1209675"/>
                </a:lnTo>
                <a:lnTo>
                  <a:pt x="857250" y="1238250"/>
                </a:lnTo>
                <a:lnTo>
                  <a:pt x="838200" y="1238250"/>
                </a:lnTo>
                <a:lnTo>
                  <a:pt x="847725" y="1247775"/>
                </a:lnTo>
                <a:lnTo>
                  <a:pt x="828675" y="1238250"/>
                </a:lnTo>
                <a:lnTo>
                  <a:pt x="838200" y="1276350"/>
                </a:lnTo>
                <a:lnTo>
                  <a:pt x="828675" y="1266825"/>
                </a:lnTo>
                <a:lnTo>
                  <a:pt x="847725" y="1343025"/>
                </a:lnTo>
                <a:lnTo>
                  <a:pt x="809625" y="1295400"/>
                </a:lnTo>
                <a:lnTo>
                  <a:pt x="828675" y="1352550"/>
                </a:lnTo>
                <a:lnTo>
                  <a:pt x="771525" y="1314450"/>
                </a:lnTo>
                <a:lnTo>
                  <a:pt x="685800" y="1362075"/>
                </a:lnTo>
                <a:lnTo>
                  <a:pt x="704850" y="1381125"/>
                </a:lnTo>
                <a:lnTo>
                  <a:pt x="704850" y="1390650"/>
                </a:lnTo>
                <a:lnTo>
                  <a:pt x="723900" y="1343025"/>
                </a:lnTo>
                <a:lnTo>
                  <a:pt x="685800" y="1362075"/>
                </a:lnTo>
                <a:lnTo>
                  <a:pt x="676275" y="1381125"/>
                </a:lnTo>
                <a:lnTo>
                  <a:pt x="628650" y="1362075"/>
                </a:lnTo>
                <a:lnTo>
                  <a:pt x="657225" y="1400175"/>
                </a:lnTo>
                <a:lnTo>
                  <a:pt x="638175" y="1352550"/>
                </a:lnTo>
                <a:lnTo>
                  <a:pt x="619125" y="1371600"/>
                </a:lnTo>
                <a:lnTo>
                  <a:pt x="619125" y="1419225"/>
                </a:lnTo>
                <a:lnTo>
                  <a:pt x="590550" y="1409700"/>
                </a:lnTo>
                <a:lnTo>
                  <a:pt x="504825" y="1419225"/>
                </a:lnTo>
                <a:lnTo>
                  <a:pt x="504825" y="1438275"/>
                </a:lnTo>
                <a:lnTo>
                  <a:pt x="504825" y="1466850"/>
                </a:lnTo>
                <a:lnTo>
                  <a:pt x="485775" y="1476375"/>
                </a:lnTo>
                <a:lnTo>
                  <a:pt x="485775" y="1438275"/>
                </a:lnTo>
                <a:lnTo>
                  <a:pt x="457200" y="1495425"/>
                </a:lnTo>
                <a:lnTo>
                  <a:pt x="428625" y="1485900"/>
                </a:lnTo>
                <a:lnTo>
                  <a:pt x="419100" y="1476375"/>
                </a:lnTo>
                <a:lnTo>
                  <a:pt x="447675" y="1533525"/>
                </a:lnTo>
                <a:lnTo>
                  <a:pt x="419100" y="1562100"/>
                </a:lnTo>
                <a:lnTo>
                  <a:pt x="409575" y="1562100"/>
                </a:lnTo>
                <a:lnTo>
                  <a:pt x="409575" y="1552575"/>
                </a:lnTo>
                <a:lnTo>
                  <a:pt x="381000" y="1533525"/>
                </a:lnTo>
                <a:lnTo>
                  <a:pt x="352425" y="1552575"/>
                </a:lnTo>
                <a:lnTo>
                  <a:pt x="352425" y="1562100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1887200" y="5400675"/>
            <a:ext cx="1276350" cy="2133600"/>
          </a:xfrm>
          <a:custGeom>
            <a:avLst/>
            <a:gdLst/>
            <a:ahLst/>
            <a:cxnLst/>
            <a:rect l="l" t="t" r="r" b="b"/>
            <a:pathLst>
              <a:path w="1276350" h="2133600">
                <a:moveTo>
                  <a:pt x="409575" y="2133600"/>
                </a:moveTo>
                <a:lnTo>
                  <a:pt x="409575" y="2105025"/>
                </a:lnTo>
                <a:lnTo>
                  <a:pt x="400050" y="2076450"/>
                </a:lnTo>
                <a:lnTo>
                  <a:pt x="390525" y="2076450"/>
                </a:lnTo>
                <a:lnTo>
                  <a:pt x="381000" y="2066925"/>
                </a:lnTo>
                <a:lnTo>
                  <a:pt x="381000" y="2028825"/>
                </a:lnTo>
                <a:lnTo>
                  <a:pt x="390525" y="2009775"/>
                </a:lnTo>
                <a:lnTo>
                  <a:pt x="371475" y="2009775"/>
                </a:lnTo>
                <a:lnTo>
                  <a:pt x="352425" y="1981200"/>
                </a:lnTo>
                <a:lnTo>
                  <a:pt x="342900" y="1962150"/>
                </a:lnTo>
                <a:lnTo>
                  <a:pt x="333375" y="1962150"/>
                </a:lnTo>
                <a:lnTo>
                  <a:pt x="314325" y="1924050"/>
                </a:lnTo>
                <a:lnTo>
                  <a:pt x="295275" y="1933575"/>
                </a:lnTo>
                <a:lnTo>
                  <a:pt x="295275" y="1895475"/>
                </a:lnTo>
                <a:lnTo>
                  <a:pt x="285750" y="1905000"/>
                </a:lnTo>
                <a:lnTo>
                  <a:pt x="295275" y="1885950"/>
                </a:lnTo>
                <a:lnTo>
                  <a:pt x="266700" y="1866900"/>
                </a:lnTo>
                <a:lnTo>
                  <a:pt x="276225" y="1828800"/>
                </a:lnTo>
                <a:lnTo>
                  <a:pt x="219075" y="1847850"/>
                </a:lnTo>
                <a:lnTo>
                  <a:pt x="200025" y="1809750"/>
                </a:lnTo>
                <a:lnTo>
                  <a:pt x="228600" y="1819275"/>
                </a:lnTo>
                <a:lnTo>
                  <a:pt x="209550" y="1809750"/>
                </a:lnTo>
                <a:lnTo>
                  <a:pt x="200025" y="1752600"/>
                </a:lnTo>
                <a:lnTo>
                  <a:pt x="200025" y="1743075"/>
                </a:lnTo>
                <a:lnTo>
                  <a:pt x="190500" y="1743075"/>
                </a:lnTo>
                <a:lnTo>
                  <a:pt x="190500" y="1724025"/>
                </a:lnTo>
                <a:lnTo>
                  <a:pt x="152400" y="1685925"/>
                </a:lnTo>
                <a:lnTo>
                  <a:pt x="161925" y="1685925"/>
                </a:lnTo>
                <a:lnTo>
                  <a:pt x="133350" y="1676400"/>
                </a:lnTo>
                <a:lnTo>
                  <a:pt x="142875" y="1666875"/>
                </a:lnTo>
                <a:lnTo>
                  <a:pt x="142875" y="1657350"/>
                </a:lnTo>
                <a:lnTo>
                  <a:pt x="133350" y="1638300"/>
                </a:lnTo>
                <a:lnTo>
                  <a:pt x="123825" y="1619250"/>
                </a:lnTo>
                <a:lnTo>
                  <a:pt x="114300" y="1571625"/>
                </a:lnTo>
                <a:lnTo>
                  <a:pt x="66675" y="1571625"/>
                </a:lnTo>
                <a:lnTo>
                  <a:pt x="85725" y="1562100"/>
                </a:lnTo>
                <a:lnTo>
                  <a:pt x="85725" y="1514475"/>
                </a:lnTo>
                <a:lnTo>
                  <a:pt x="123825" y="1485900"/>
                </a:lnTo>
                <a:lnTo>
                  <a:pt x="104775" y="1466850"/>
                </a:lnTo>
                <a:lnTo>
                  <a:pt x="114300" y="1428750"/>
                </a:lnTo>
                <a:lnTo>
                  <a:pt x="104775" y="1400175"/>
                </a:lnTo>
                <a:lnTo>
                  <a:pt x="66675" y="1409700"/>
                </a:lnTo>
                <a:lnTo>
                  <a:pt x="66675" y="1381125"/>
                </a:lnTo>
                <a:lnTo>
                  <a:pt x="85725" y="1390650"/>
                </a:lnTo>
                <a:lnTo>
                  <a:pt x="85725" y="1323975"/>
                </a:lnTo>
                <a:lnTo>
                  <a:pt x="85725" y="1314450"/>
                </a:lnTo>
                <a:lnTo>
                  <a:pt x="66675" y="1276350"/>
                </a:lnTo>
                <a:lnTo>
                  <a:pt x="76200" y="1257300"/>
                </a:lnTo>
                <a:lnTo>
                  <a:pt x="47625" y="1247775"/>
                </a:lnTo>
                <a:lnTo>
                  <a:pt x="47625" y="1247775"/>
                </a:lnTo>
                <a:lnTo>
                  <a:pt x="47625" y="1200150"/>
                </a:lnTo>
                <a:lnTo>
                  <a:pt x="76200" y="1171575"/>
                </a:lnTo>
                <a:lnTo>
                  <a:pt x="47625" y="1152525"/>
                </a:lnTo>
                <a:lnTo>
                  <a:pt x="66675" y="1114425"/>
                </a:lnTo>
                <a:lnTo>
                  <a:pt x="47625" y="1123950"/>
                </a:lnTo>
                <a:lnTo>
                  <a:pt x="38100" y="1114425"/>
                </a:lnTo>
                <a:lnTo>
                  <a:pt x="28575" y="1057275"/>
                </a:lnTo>
                <a:lnTo>
                  <a:pt x="28575" y="1047750"/>
                </a:lnTo>
                <a:lnTo>
                  <a:pt x="19050" y="1019175"/>
                </a:lnTo>
                <a:lnTo>
                  <a:pt x="38100" y="990600"/>
                </a:lnTo>
                <a:lnTo>
                  <a:pt x="19050" y="1000125"/>
                </a:lnTo>
                <a:lnTo>
                  <a:pt x="38100" y="971550"/>
                </a:lnTo>
                <a:lnTo>
                  <a:pt x="19050" y="971550"/>
                </a:lnTo>
                <a:lnTo>
                  <a:pt x="19050" y="942975"/>
                </a:lnTo>
                <a:lnTo>
                  <a:pt x="19050" y="895350"/>
                </a:lnTo>
                <a:lnTo>
                  <a:pt x="9525" y="876300"/>
                </a:lnTo>
                <a:lnTo>
                  <a:pt x="38100" y="885825"/>
                </a:lnTo>
                <a:lnTo>
                  <a:pt x="0" y="885825"/>
                </a:lnTo>
                <a:lnTo>
                  <a:pt x="9525" y="847725"/>
                </a:lnTo>
                <a:lnTo>
                  <a:pt x="19050" y="857250"/>
                </a:lnTo>
                <a:lnTo>
                  <a:pt x="9525" y="819150"/>
                </a:lnTo>
                <a:lnTo>
                  <a:pt x="19050" y="809625"/>
                </a:lnTo>
                <a:lnTo>
                  <a:pt x="9525" y="790575"/>
                </a:lnTo>
                <a:lnTo>
                  <a:pt x="9525" y="809625"/>
                </a:lnTo>
                <a:lnTo>
                  <a:pt x="19050" y="781050"/>
                </a:lnTo>
                <a:lnTo>
                  <a:pt x="57150" y="762000"/>
                </a:lnTo>
                <a:lnTo>
                  <a:pt x="57150" y="752475"/>
                </a:lnTo>
                <a:lnTo>
                  <a:pt x="47625" y="752475"/>
                </a:lnTo>
                <a:lnTo>
                  <a:pt x="66675" y="723900"/>
                </a:lnTo>
                <a:lnTo>
                  <a:pt x="66675" y="733425"/>
                </a:lnTo>
                <a:lnTo>
                  <a:pt x="66675" y="733425"/>
                </a:lnTo>
                <a:lnTo>
                  <a:pt x="47625" y="714375"/>
                </a:lnTo>
                <a:lnTo>
                  <a:pt x="57150" y="676275"/>
                </a:lnTo>
                <a:lnTo>
                  <a:pt x="66675" y="657225"/>
                </a:lnTo>
                <a:lnTo>
                  <a:pt x="104775" y="666750"/>
                </a:lnTo>
                <a:lnTo>
                  <a:pt x="95250" y="628650"/>
                </a:lnTo>
                <a:lnTo>
                  <a:pt x="95250" y="638175"/>
                </a:lnTo>
                <a:lnTo>
                  <a:pt x="114300" y="619125"/>
                </a:lnTo>
                <a:lnTo>
                  <a:pt x="95250" y="619125"/>
                </a:lnTo>
                <a:lnTo>
                  <a:pt x="142875" y="600075"/>
                </a:lnTo>
                <a:lnTo>
                  <a:pt x="123825" y="581025"/>
                </a:lnTo>
                <a:lnTo>
                  <a:pt x="142875" y="581025"/>
                </a:lnTo>
                <a:lnTo>
                  <a:pt x="133350" y="542925"/>
                </a:lnTo>
                <a:lnTo>
                  <a:pt x="123825" y="542925"/>
                </a:lnTo>
                <a:lnTo>
                  <a:pt x="161925" y="514350"/>
                </a:lnTo>
                <a:lnTo>
                  <a:pt x="161925" y="514350"/>
                </a:lnTo>
                <a:lnTo>
                  <a:pt x="142875" y="485775"/>
                </a:lnTo>
                <a:lnTo>
                  <a:pt x="209550" y="495300"/>
                </a:lnTo>
                <a:lnTo>
                  <a:pt x="219075" y="438150"/>
                </a:lnTo>
                <a:lnTo>
                  <a:pt x="219075" y="457200"/>
                </a:lnTo>
                <a:lnTo>
                  <a:pt x="219075" y="447675"/>
                </a:lnTo>
                <a:lnTo>
                  <a:pt x="238125" y="457200"/>
                </a:lnTo>
                <a:lnTo>
                  <a:pt x="276225" y="400050"/>
                </a:lnTo>
                <a:lnTo>
                  <a:pt x="276225" y="419100"/>
                </a:lnTo>
                <a:lnTo>
                  <a:pt x="304800" y="400050"/>
                </a:lnTo>
                <a:lnTo>
                  <a:pt x="314325" y="390525"/>
                </a:lnTo>
                <a:lnTo>
                  <a:pt x="314325" y="333375"/>
                </a:lnTo>
                <a:lnTo>
                  <a:pt x="352425" y="333375"/>
                </a:lnTo>
                <a:lnTo>
                  <a:pt x="352425" y="323850"/>
                </a:lnTo>
                <a:lnTo>
                  <a:pt x="390525" y="295275"/>
                </a:lnTo>
                <a:lnTo>
                  <a:pt x="409575" y="295275"/>
                </a:lnTo>
                <a:lnTo>
                  <a:pt x="438150" y="266700"/>
                </a:lnTo>
                <a:lnTo>
                  <a:pt x="447675" y="257175"/>
                </a:lnTo>
                <a:lnTo>
                  <a:pt x="447675" y="228600"/>
                </a:lnTo>
                <a:lnTo>
                  <a:pt x="476250" y="209550"/>
                </a:lnTo>
                <a:lnTo>
                  <a:pt x="485775" y="200025"/>
                </a:lnTo>
                <a:lnTo>
                  <a:pt x="523875" y="171450"/>
                </a:lnTo>
                <a:lnTo>
                  <a:pt x="533400" y="171450"/>
                </a:lnTo>
                <a:lnTo>
                  <a:pt x="533400" y="171450"/>
                </a:lnTo>
                <a:lnTo>
                  <a:pt x="571500" y="142875"/>
                </a:lnTo>
                <a:lnTo>
                  <a:pt x="581025" y="114300"/>
                </a:lnTo>
                <a:lnTo>
                  <a:pt x="590550" y="85725"/>
                </a:lnTo>
                <a:lnTo>
                  <a:pt x="628650" y="66675"/>
                </a:lnTo>
                <a:lnTo>
                  <a:pt x="619125" y="66675"/>
                </a:lnTo>
                <a:lnTo>
                  <a:pt x="647700" y="76200"/>
                </a:lnTo>
                <a:lnTo>
                  <a:pt x="666750" y="57150"/>
                </a:lnTo>
                <a:lnTo>
                  <a:pt x="666750" y="28575"/>
                </a:lnTo>
                <a:lnTo>
                  <a:pt x="685800" y="9525"/>
                </a:lnTo>
                <a:lnTo>
                  <a:pt x="714375" y="9525"/>
                </a:lnTo>
                <a:lnTo>
                  <a:pt x="657225" y="0"/>
                </a:lnTo>
                <a:lnTo>
                  <a:pt x="647700" y="19050"/>
                </a:lnTo>
                <a:lnTo>
                  <a:pt x="685800" y="9525"/>
                </a:lnTo>
                <a:lnTo>
                  <a:pt x="714375" y="0"/>
                </a:lnTo>
                <a:lnTo>
                  <a:pt x="762000" y="57150"/>
                </a:lnTo>
                <a:lnTo>
                  <a:pt x="809625" y="19050"/>
                </a:lnTo>
                <a:lnTo>
                  <a:pt x="781050" y="9525"/>
                </a:lnTo>
                <a:lnTo>
                  <a:pt x="828675" y="66675"/>
                </a:lnTo>
                <a:lnTo>
                  <a:pt x="828675" y="76200"/>
                </a:lnTo>
                <a:lnTo>
                  <a:pt x="847725" y="66675"/>
                </a:lnTo>
                <a:lnTo>
                  <a:pt x="866775" y="76200"/>
                </a:lnTo>
                <a:lnTo>
                  <a:pt x="819150" y="95250"/>
                </a:lnTo>
                <a:lnTo>
                  <a:pt x="847725" y="133350"/>
                </a:lnTo>
                <a:lnTo>
                  <a:pt x="847725" y="104775"/>
                </a:lnTo>
                <a:lnTo>
                  <a:pt x="885825" y="161925"/>
                </a:lnTo>
                <a:lnTo>
                  <a:pt x="895350" y="171450"/>
                </a:lnTo>
                <a:lnTo>
                  <a:pt x="866775" y="161925"/>
                </a:lnTo>
                <a:lnTo>
                  <a:pt x="895350" y="142875"/>
                </a:lnTo>
                <a:lnTo>
                  <a:pt x="914400" y="171450"/>
                </a:lnTo>
                <a:lnTo>
                  <a:pt x="933450" y="190500"/>
                </a:lnTo>
                <a:lnTo>
                  <a:pt x="923925" y="228600"/>
                </a:lnTo>
                <a:lnTo>
                  <a:pt x="923925" y="228600"/>
                </a:lnTo>
                <a:lnTo>
                  <a:pt x="942975" y="238125"/>
                </a:lnTo>
                <a:lnTo>
                  <a:pt x="952500" y="257175"/>
                </a:lnTo>
                <a:lnTo>
                  <a:pt x="952500" y="295275"/>
                </a:lnTo>
                <a:lnTo>
                  <a:pt x="990600" y="314325"/>
                </a:lnTo>
                <a:lnTo>
                  <a:pt x="990600" y="314325"/>
                </a:lnTo>
                <a:lnTo>
                  <a:pt x="1000125" y="285750"/>
                </a:lnTo>
                <a:lnTo>
                  <a:pt x="1009650" y="285750"/>
                </a:lnTo>
                <a:lnTo>
                  <a:pt x="1019175" y="333375"/>
                </a:lnTo>
                <a:lnTo>
                  <a:pt x="1019175" y="323850"/>
                </a:lnTo>
                <a:lnTo>
                  <a:pt x="1047750" y="352425"/>
                </a:lnTo>
                <a:lnTo>
                  <a:pt x="1000125" y="390525"/>
                </a:lnTo>
                <a:lnTo>
                  <a:pt x="981075" y="285750"/>
                </a:lnTo>
                <a:lnTo>
                  <a:pt x="1028700" y="361950"/>
                </a:lnTo>
                <a:lnTo>
                  <a:pt x="1057275" y="409575"/>
                </a:lnTo>
                <a:lnTo>
                  <a:pt x="1047750" y="476250"/>
                </a:lnTo>
                <a:lnTo>
                  <a:pt x="1028700" y="504825"/>
                </a:lnTo>
                <a:lnTo>
                  <a:pt x="1047750" y="542925"/>
                </a:lnTo>
                <a:lnTo>
                  <a:pt x="1057275" y="581025"/>
                </a:lnTo>
                <a:lnTo>
                  <a:pt x="971550" y="657225"/>
                </a:lnTo>
                <a:lnTo>
                  <a:pt x="1019175" y="619125"/>
                </a:lnTo>
                <a:lnTo>
                  <a:pt x="1066800" y="695325"/>
                </a:lnTo>
                <a:lnTo>
                  <a:pt x="1104900" y="714375"/>
                </a:lnTo>
                <a:lnTo>
                  <a:pt x="1133475" y="742950"/>
                </a:lnTo>
                <a:lnTo>
                  <a:pt x="1133475" y="762000"/>
                </a:lnTo>
                <a:lnTo>
                  <a:pt x="1171575" y="752475"/>
                </a:lnTo>
                <a:lnTo>
                  <a:pt x="1143000" y="809625"/>
                </a:lnTo>
                <a:lnTo>
                  <a:pt x="1085850" y="857250"/>
                </a:lnTo>
                <a:lnTo>
                  <a:pt x="1190625" y="866775"/>
                </a:lnTo>
                <a:lnTo>
                  <a:pt x="1190625" y="885825"/>
                </a:lnTo>
                <a:lnTo>
                  <a:pt x="1162050" y="895350"/>
                </a:lnTo>
                <a:lnTo>
                  <a:pt x="1133475" y="952500"/>
                </a:lnTo>
                <a:lnTo>
                  <a:pt x="1181100" y="971550"/>
                </a:lnTo>
                <a:lnTo>
                  <a:pt x="1209675" y="1009650"/>
                </a:lnTo>
                <a:lnTo>
                  <a:pt x="1200150" y="1038225"/>
                </a:lnTo>
                <a:lnTo>
                  <a:pt x="1257300" y="1076325"/>
                </a:lnTo>
                <a:lnTo>
                  <a:pt x="1266825" y="1095375"/>
                </a:lnTo>
                <a:lnTo>
                  <a:pt x="1238250" y="1095375"/>
                </a:lnTo>
                <a:lnTo>
                  <a:pt x="1238250" y="1143000"/>
                </a:lnTo>
                <a:lnTo>
                  <a:pt x="1228725" y="1152525"/>
                </a:lnTo>
                <a:lnTo>
                  <a:pt x="1200150" y="1162050"/>
                </a:lnTo>
                <a:lnTo>
                  <a:pt x="1228725" y="1219200"/>
                </a:lnTo>
                <a:lnTo>
                  <a:pt x="1219200" y="1247775"/>
                </a:lnTo>
                <a:lnTo>
                  <a:pt x="1152525" y="1228725"/>
                </a:lnTo>
                <a:lnTo>
                  <a:pt x="1171575" y="1295400"/>
                </a:lnTo>
                <a:lnTo>
                  <a:pt x="1276350" y="1257300"/>
                </a:lnTo>
                <a:lnTo>
                  <a:pt x="1228725" y="1304925"/>
                </a:lnTo>
                <a:lnTo>
                  <a:pt x="1200150" y="1409700"/>
                </a:lnTo>
                <a:lnTo>
                  <a:pt x="1152525" y="1333500"/>
                </a:lnTo>
                <a:lnTo>
                  <a:pt x="1181100" y="1333500"/>
                </a:lnTo>
                <a:lnTo>
                  <a:pt x="1181100" y="1381125"/>
                </a:lnTo>
                <a:lnTo>
                  <a:pt x="1152525" y="1381125"/>
                </a:lnTo>
                <a:lnTo>
                  <a:pt x="1171575" y="1419225"/>
                </a:lnTo>
                <a:lnTo>
                  <a:pt x="1181100" y="1457325"/>
                </a:lnTo>
                <a:lnTo>
                  <a:pt x="1247775" y="1428750"/>
                </a:lnTo>
                <a:lnTo>
                  <a:pt x="1247775" y="1466850"/>
                </a:lnTo>
                <a:lnTo>
                  <a:pt x="1209675" y="1495425"/>
                </a:lnTo>
                <a:lnTo>
                  <a:pt x="1228725" y="1485900"/>
                </a:lnTo>
                <a:lnTo>
                  <a:pt x="1200150" y="1485900"/>
                </a:lnTo>
                <a:lnTo>
                  <a:pt x="1247775" y="1476375"/>
                </a:lnTo>
                <a:lnTo>
                  <a:pt x="1209675" y="1495425"/>
                </a:lnTo>
                <a:lnTo>
                  <a:pt x="1190625" y="1485900"/>
                </a:lnTo>
                <a:lnTo>
                  <a:pt x="1181100" y="1552575"/>
                </a:lnTo>
                <a:lnTo>
                  <a:pt x="1200150" y="1609725"/>
                </a:lnTo>
                <a:lnTo>
                  <a:pt x="1143000" y="1609725"/>
                </a:lnTo>
                <a:lnTo>
                  <a:pt x="1152525" y="1609725"/>
                </a:lnTo>
                <a:lnTo>
                  <a:pt x="1162050" y="1590675"/>
                </a:lnTo>
                <a:lnTo>
                  <a:pt x="1181100" y="1619250"/>
                </a:lnTo>
                <a:lnTo>
                  <a:pt x="1104900" y="1638300"/>
                </a:lnTo>
                <a:lnTo>
                  <a:pt x="1143000" y="1600200"/>
                </a:lnTo>
                <a:lnTo>
                  <a:pt x="1104900" y="1647825"/>
                </a:lnTo>
                <a:lnTo>
                  <a:pt x="1104900" y="1704975"/>
                </a:lnTo>
                <a:lnTo>
                  <a:pt x="1123950" y="1704975"/>
                </a:lnTo>
                <a:lnTo>
                  <a:pt x="1085850" y="1714500"/>
                </a:lnTo>
                <a:lnTo>
                  <a:pt x="1114425" y="1724025"/>
                </a:lnTo>
                <a:lnTo>
                  <a:pt x="1114425" y="1733550"/>
                </a:lnTo>
                <a:lnTo>
                  <a:pt x="1076325" y="1809750"/>
                </a:lnTo>
                <a:lnTo>
                  <a:pt x="1085850" y="1838325"/>
                </a:lnTo>
                <a:lnTo>
                  <a:pt x="1047750" y="1790700"/>
                </a:lnTo>
                <a:lnTo>
                  <a:pt x="1000125" y="1838325"/>
                </a:lnTo>
                <a:lnTo>
                  <a:pt x="1009650" y="1828800"/>
                </a:lnTo>
                <a:lnTo>
                  <a:pt x="1009650" y="1828800"/>
                </a:lnTo>
                <a:lnTo>
                  <a:pt x="933450" y="1828800"/>
                </a:lnTo>
                <a:lnTo>
                  <a:pt x="923925" y="1866900"/>
                </a:lnTo>
                <a:lnTo>
                  <a:pt x="895350" y="1847850"/>
                </a:lnTo>
                <a:lnTo>
                  <a:pt x="895350" y="1866900"/>
                </a:lnTo>
                <a:lnTo>
                  <a:pt x="885825" y="1876425"/>
                </a:lnTo>
                <a:lnTo>
                  <a:pt x="847725" y="1885950"/>
                </a:lnTo>
                <a:lnTo>
                  <a:pt x="819150" y="1895475"/>
                </a:lnTo>
                <a:lnTo>
                  <a:pt x="819150" y="1895475"/>
                </a:lnTo>
                <a:lnTo>
                  <a:pt x="790575" y="1905000"/>
                </a:lnTo>
                <a:lnTo>
                  <a:pt x="723900" y="1943100"/>
                </a:lnTo>
                <a:lnTo>
                  <a:pt x="695325" y="1857375"/>
                </a:lnTo>
                <a:lnTo>
                  <a:pt x="609600" y="1924050"/>
                </a:lnTo>
                <a:lnTo>
                  <a:pt x="609600" y="1952625"/>
                </a:lnTo>
                <a:lnTo>
                  <a:pt x="600075" y="1933575"/>
                </a:lnTo>
                <a:lnTo>
                  <a:pt x="561975" y="1981200"/>
                </a:lnTo>
                <a:lnTo>
                  <a:pt x="561975" y="1990725"/>
                </a:lnTo>
                <a:lnTo>
                  <a:pt x="542925" y="2019300"/>
                </a:lnTo>
                <a:lnTo>
                  <a:pt x="533400" y="2019300"/>
                </a:lnTo>
                <a:lnTo>
                  <a:pt x="590550" y="2019300"/>
                </a:lnTo>
                <a:lnTo>
                  <a:pt x="542925" y="2028825"/>
                </a:lnTo>
                <a:lnTo>
                  <a:pt x="523875" y="2066925"/>
                </a:lnTo>
                <a:lnTo>
                  <a:pt x="485775" y="2085975"/>
                </a:lnTo>
                <a:lnTo>
                  <a:pt x="447675" y="2085975"/>
                </a:lnTo>
                <a:lnTo>
                  <a:pt x="438150" y="20859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2877800" y="4800600"/>
            <a:ext cx="1076325" cy="1828800"/>
          </a:xfrm>
          <a:custGeom>
            <a:avLst/>
            <a:gdLst/>
            <a:ahLst/>
            <a:cxnLst/>
            <a:rect l="l" t="t" r="r" b="b"/>
            <a:pathLst>
              <a:path w="1076325" h="1828800">
                <a:moveTo>
                  <a:pt x="342900" y="1809750"/>
                </a:moveTo>
                <a:lnTo>
                  <a:pt x="323850" y="1790700"/>
                </a:lnTo>
                <a:lnTo>
                  <a:pt x="323850" y="1800225"/>
                </a:lnTo>
                <a:lnTo>
                  <a:pt x="323850" y="1800225"/>
                </a:lnTo>
                <a:lnTo>
                  <a:pt x="342900" y="1781175"/>
                </a:lnTo>
                <a:lnTo>
                  <a:pt x="323850" y="1771650"/>
                </a:lnTo>
                <a:lnTo>
                  <a:pt x="295275" y="1733550"/>
                </a:lnTo>
                <a:lnTo>
                  <a:pt x="314325" y="1733550"/>
                </a:lnTo>
                <a:lnTo>
                  <a:pt x="304800" y="1714500"/>
                </a:lnTo>
                <a:lnTo>
                  <a:pt x="285750" y="1733550"/>
                </a:lnTo>
                <a:lnTo>
                  <a:pt x="257175" y="1695450"/>
                </a:lnTo>
                <a:lnTo>
                  <a:pt x="266700" y="1666875"/>
                </a:lnTo>
                <a:lnTo>
                  <a:pt x="247650" y="1638300"/>
                </a:lnTo>
                <a:lnTo>
                  <a:pt x="276225" y="1657350"/>
                </a:lnTo>
                <a:lnTo>
                  <a:pt x="266700" y="1628775"/>
                </a:lnTo>
                <a:lnTo>
                  <a:pt x="238125" y="1628775"/>
                </a:lnTo>
                <a:lnTo>
                  <a:pt x="238125" y="1590675"/>
                </a:lnTo>
                <a:lnTo>
                  <a:pt x="219075" y="1590675"/>
                </a:lnTo>
                <a:lnTo>
                  <a:pt x="190500" y="1590675"/>
                </a:lnTo>
                <a:lnTo>
                  <a:pt x="190500" y="1571625"/>
                </a:lnTo>
                <a:lnTo>
                  <a:pt x="171450" y="1543050"/>
                </a:lnTo>
                <a:lnTo>
                  <a:pt x="171450" y="1552575"/>
                </a:lnTo>
                <a:lnTo>
                  <a:pt x="180975" y="1504950"/>
                </a:lnTo>
                <a:lnTo>
                  <a:pt x="161925" y="1504950"/>
                </a:lnTo>
                <a:lnTo>
                  <a:pt x="142875" y="1495425"/>
                </a:lnTo>
                <a:lnTo>
                  <a:pt x="123825" y="1476375"/>
                </a:lnTo>
                <a:lnTo>
                  <a:pt x="142875" y="1476375"/>
                </a:lnTo>
                <a:lnTo>
                  <a:pt x="114300" y="1466850"/>
                </a:lnTo>
                <a:lnTo>
                  <a:pt x="133350" y="1457325"/>
                </a:lnTo>
                <a:lnTo>
                  <a:pt x="95250" y="1409700"/>
                </a:lnTo>
                <a:lnTo>
                  <a:pt x="104775" y="1428750"/>
                </a:lnTo>
                <a:lnTo>
                  <a:pt x="85725" y="1400175"/>
                </a:lnTo>
                <a:lnTo>
                  <a:pt x="104775" y="1409700"/>
                </a:lnTo>
                <a:lnTo>
                  <a:pt x="57150" y="1371600"/>
                </a:lnTo>
                <a:lnTo>
                  <a:pt x="76200" y="1352550"/>
                </a:lnTo>
                <a:lnTo>
                  <a:pt x="76200" y="1343025"/>
                </a:lnTo>
                <a:lnTo>
                  <a:pt x="85725" y="1323975"/>
                </a:lnTo>
                <a:lnTo>
                  <a:pt x="76200" y="1285875"/>
                </a:lnTo>
                <a:lnTo>
                  <a:pt x="95250" y="1285875"/>
                </a:lnTo>
                <a:lnTo>
                  <a:pt x="57150" y="1257300"/>
                </a:lnTo>
                <a:lnTo>
                  <a:pt x="76200" y="1228725"/>
                </a:lnTo>
                <a:lnTo>
                  <a:pt x="76200" y="1190625"/>
                </a:lnTo>
                <a:lnTo>
                  <a:pt x="76200" y="1171575"/>
                </a:lnTo>
                <a:lnTo>
                  <a:pt x="76200" y="1143000"/>
                </a:lnTo>
                <a:lnTo>
                  <a:pt x="66675" y="1152525"/>
                </a:lnTo>
                <a:lnTo>
                  <a:pt x="66675" y="1123950"/>
                </a:lnTo>
                <a:lnTo>
                  <a:pt x="66675" y="1095375"/>
                </a:lnTo>
                <a:lnTo>
                  <a:pt x="57150" y="1076325"/>
                </a:lnTo>
                <a:lnTo>
                  <a:pt x="47625" y="1085850"/>
                </a:lnTo>
                <a:lnTo>
                  <a:pt x="38100" y="1047750"/>
                </a:lnTo>
                <a:lnTo>
                  <a:pt x="66675" y="1047750"/>
                </a:lnTo>
                <a:lnTo>
                  <a:pt x="28575" y="1000125"/>
                </a:lnTo>
                <a:lnTo>
                  <a:pt x="38100" y="990600"/>
                </a:lnTo>
                <a:lnTo>
                  <a:pt x="47625" y="981075"/>
                </a:lnTo>
                <a:lnTo>
                  <a:pt x="19050" y="971550"/>
                </a:lnTo>
                <a:lnTo>
                  <a:pt x="38100" y="942975"/>
                </a:lnTo>
                <a:lnTo>
                  <a:pt x="0" y="942975"/>
                </a:lnTo>
                <a:lnTo>
                  <a:pt x="9525" y="895350"/>
                </a:lnTo>
                <a:lnTo>
                  <a:pt x="9525" y="904875"/>
                </a:lnTo>
                <a:lnTo>
                  <a:pt x="19050" y="876300"/>
                </a:lnTo>
                <a:lnTo>
                  <a:pt x="0" y="866775"/>
                </a:lnTo>
                <a:lnTo>
                  <a:pt x="0" y="828675"/>
                </a:lnTo>
                <a:lnTo>
                  <a:pt x="9525" y="819150"/>
                </a:lnTo>
                <a:lnTo>
                  <a:pt x="0" y="809625"/>
                </a:lnTo>
                <a:lnTo>
                  <a:pt x="0" y="790575"/>
                </a:lnTo>
                <a:lnTo>
                  <a:pt x="0" y="800100"/>
                </a:lnTo>
                <a:lnTo>
                  <a:pt x="0" y="771525"/>
                </a:lnTo>
                <a:lnTo>
                  <a:pt x="19050" y="723900"/>
                </a:lnTo>
                <a:lnTo>
                  <a:pt x="9525" y="723900"/>
                </a:lnTo>
                <a:lnTo>
                  <a:pt x="38100" y="733425"/>
                </a:lnTo>
                <a:lnTo>
                  <a:pt x="9525" y="723900"/>
                </a:lnTo>
                <a:lnTo>
                  <a:pt x="9525" y="704850"/>
                </a:lnTo>
                <a:lnTo>
                  <a:pt x="38100" y="685800"/>
                </a:lnTo>
                <a:lnTo>
                  <a:pt x="28575" y="666750"/>
                </a:lnTo>
                <a:lnTo>
                  <a:pt x="19050" y="685800"/>
                </a:lnTo>
                <a:lnTo>
                  <a:pt x="47625" y="666750"/>
                </a:lnTo>
                <a:lnTo>
                  <a:pt x="47625" y="647700"/>
                </a:lnTo>
                <a:lnTo>
                  <a:pt x="28575" y="647700"/>
                </a:lnTo>
                <a:lnTo>
                  <a:pt x="38100" y="647700"/>
                </a:lnTo>
                <a:lnTo>
                  <a:pt x="66675" y="619125"/>
                </a:lnTo>
                <a:lnTo>
                  <a:pt x="57150" y="638175"/>
                </a:lnTo>
                <a:lnTo>
                  <a:pt x="38100" y="600075"/>
                </a:lnTo>
                <a:lnTo>
                  <a:pt x="57150" y="590550"/>
                </a:lnTo>
                <a:lnTo>
                  <a:pt x="47625" y="590550"/>
                </a:lnTo>
                <a:lnTo>
                  <a:pt x="85725" y="561975"/>
                </a:lnTo>
                <a:lnTo>
                  <a:pt x="66675" y="561975"/>
                </a:lnTo>
                <a:lnTo>
                  <a:pt x="95250" y="542925"/>
                </a:lnTo>
                <a:lnTo>
                  <a:pt x="66675" y="561975"/>
                </a:lnTo>
                <a:lnTo>
                  <a:pt x="85725" y="552450"/>
                </a:lnTo>
                <a:lnTo>
                  <a:pt x="95250" y="533400"/>
                </a:lnTo>
                <a:lnTo>
                  <a:pt x="114300" y="533400"/>
                </a:lnTo>
                <a:lnTo>
                  <a:pt x="104775" y="514350"/>
                </a:lnTo>
                <a:lnTo>
                  <a:pt x="95250" y="504825"/>
                </a:lnTo>
                <a:lnTo>
                  <a:pt x="104775" y="457200"/>
                </a:lnTo>
                <a:lnTo>
                  <a:pt x="123825" y="457200"/>
                </a:lnTo>
                <a:lnTo>
                  <a:pt x="114300" y="447675"/>
                </a:lnTo>
                <a:lnTo>
                  <a:pt x="133350" y="438150"/>
                </a:lnTo>
                <a:lnTo>
                  <a:pt x="161925" y="409575"/>
                </a:lnTo>
                <a:lnTo>
                  <a:pt x="180975" y="390525"/>
                </a:lnTo>
                <a:lnTo>
                  <a:pt x="180975" y="390525"/>
                </a:lnTo>
                <a:lnTo>
                  <a:pt x="209550" y="390525"/>
                </a:lnTo>
                <a:lnTo>
                  <a:pt x="209550" y="400050"/>
                </a:lnTo>
                <a:lnTo>
                  <a:pt x="200025" y="381000"/>
                </a:lnTo>
                <a:lnTo>
                  <a:pt x="228600" y="342900"/>
                </a:lnTo>
                <a:lnTo>
                  <a:pt x="247650" y="323850"/>
                </a:lnTo>
                <a:lnTo>
                  <a:pt x="257175" y="295275"/>
                </a:lnTo>
                <a:lnTo>
                  <a:pt x="257175" y="314325"/>
                </a:lnTo>
                <a:lnTo>
                  <a:pt x="276225" y="285750"/>
                </a:lnTo>
                <a:lnTo>
                  <a:pt x="295275" y="257175"/>
                </a:lnTo>
                <a:lnTo>
                  <a:pt x="342900" y="266700"/>
                </a:lnTo>
                <a:lnTo>
                  <a:pt x="333375" y="257175"/>
                </a:lnTo>
                <a:lnTo>
                  <a:pt x="371475" y="257175"/>
                </a:lnTo>
                <a:lnTo>
                  <a:pt x="371475" y="219075"/>
                </a:lnTo>
                <a:lnTo>
                  <a:pt x="400050" y="190500"/>
                </a:lnTo>
                <a:lnTo>
                  <a:pt x="419100" y="200025"/>
                </a:lnTo>
                <a:lnTo>
                  <a:pt x="400050" y="190500"/>
                </a:lnTo>
                <a:lnTo>
                  <a:pt x="428625" y="161925"/>
                </a:lnTo>
                <a:lnTo>
                  <a:pt x="428625" y="152400"/>
                </a:lnTo>
                <a:lnTo>
                  <a:pt x="476250" y="161925"/>
                </a:lnTo>
                <a:lnTo>
                  <a:pt x="476250" y="114300"/>
                </a:lnTo>
                <a:lnTo>
                  <a:pt x="495300" y="95250"/>
                </a:lnTo>
                <a:lnTo>
                  <a:pt x="504825" y="85725"/>
                </a:lnTo>
                <a:lnTo>
                  <a:pt x="523875" y="76200"/>
                </a:lnTo>
                <a:lnTo>
                  <a:pt x="514350" y="76200"/>
                </a:lnTo>
                <a:lnTo>
                  <a:pt x="552450" y="57150"/>
                </a:lnTo>
                <a:lnTo>
                  <a:pt x="561975" y="57150"/>
                </a:lnTo>
                <a:lnTo>
                  <a:pt x="552450" y="47625"/>
                </a:lnTo>
                <a:lnTo>
                  <a:pt x="590550" y="9525"/>
                </a:lnTo>
                <a:lnTo>
                  <a:pt x="609600" y="0"/>
                </a:lnTo>
                <a:lnTo>
                  <a:pt x="600075" y="47625"/>
                </a:lnTo>
                <a:lnTo>
                  <a:pt x="542925" y="19050"/>
                </a:lnTo>
                <a:lnTo>
                  <a:pt x="619125" y="66675"/>
                </a:lnTo>
                <a:lnTo>
                  <a:pt x="600075" y="19050"/>
                </a:lnTo>
                <a:lnTo>
                  <a:pt x="647700" y="38100"/>
                </a:lnTo>
                <a:lnTo>
                  <a:pt x="619125" y="9525"/>
                </a:lnTo>
                <a:lnTo>
                  <a:pt x="666750" y="38100"/>
                </a:lnTo>
                <a:lnTo>
                  <a:pt x="714375" y="38100"/>
                </a:lnTo>
                <a:lnTo>
                  <a:pt x="781050" y="95250"/>
                </a:lnTo>
                <a:lnTo>
                  <a:pt x="714375" y="66675"/>
                </a:lnTo>
                <a:lnTo>
                  <a:pt x="685800" y="104775"/>
                </a:lnTo>
                <a:lnTo>
                  <a:pt x="714375" y="95250"/>
                </a:lnTo>
                <a:lnTo>
                  <a:pt x="762000" y="114300"/>
                </a:lnTo>
                <a:lnTo>
                  <a:pt x="742950" y="142875"/>
                </a:lnTo>
                <a:lnTo>
                  <a:pt x="762000" y="123825"/>
                </a:lnTo>
                <a:lnTo>
                  <a:pt x="733425" y="123825"/>
                </a:lnTo>
                <a:lnTo>
                  <a:pt x="762000" y="152400"/>
                </a:lnTo>
                <a:lnTo>
                  <a:pt x="762000" y="180975"/>
                </a:lnTo>
                <a:lnTo>
                  <a:pt x="781050" y="190500"/>
                </a:lnTo>
                <a:lnTo>
                  <a:pt x="800100" y="171450"/>
                </a:lnTo>
                <a:lnTo>
                  <a:pt x="790575" y="209550"/>
                </a:lnTo>
                <a:lnTo>
                  <a:pt x="771525" y="200025"/>
                </a:lnTo>
                <a:lnTo>
                  <a:pt x="790575" y="238125"/>
                </a:lnTo>
                <a:lnTo>
                  <a:pt x="800100" y="247650"/>
                </a:lnTo>
                <a:lnTo>
                  <a:pt x="771525" y="247650"/>
                </a:lnTo>
                <a:lnTo>
                  <a:pt x="771525" y="238125"/>
                </a:lnTo>
                <a:lnTo>
                  <a:pt x="809625" y="228600"/>
                </a:lnTo>
                <a:lnTo>
                  <a:pt x="847725" y="266700"/>
                </a:lnTo>
                <a:lnTo>
                  <a:pt x="866775" y="295275"/>
                </a:lnTo>
                <a:lnTo>
                  <a:pt x="847725" y="295275"/>
                </a:lnTo>
                <a:lnTo>
                  <a:pt x="866775" y="295275"/>
                </a:lnTo>
                <a:lnTo>
                  <a:pt x="857250" y="314325"/>
                </a:lnTo>
                <a:lnTo>
                  <a:pt x="847725" y="323850"/>
                </a:lnTo>
                <a:lnTo>
                  <a:pt x="847725" y="295275"/>
                </a:lnTo>
                <a:lnTo>
                  <a:pt x="895350" y="371475"/>
                </a:lnTo>
                <a:lnTo>
                  <a:pt x="904875" y="381000"/>
                </a:lnTo>
                <a:lnTo>
                  <a:pt x="923925" y="390525"/>
                </a:lnTo>
                <a:lnTo>
                  <a:pt x="857250" y="476250"/>
                </a:lnTo>
                <a:lnTo>
                  <a:pt x="904875" y="523875"/>
                </a:lnTo>
                <a:lnTo>
                  <a:pt x="895350" y="504825"/>
                </a:lnTo>
                <a:lnTo>
                  <a:pt x="962025" y="609600"/>
                </a:lnTo>
                <a:lnTo>
                  <a:pt x="914400" y="590550"/>
                </a:lnTo>
                <a:lnTo>
                  <a:pt x="914400" y="581025"/>
                </a:lnTo>
                <a:lnTo>
                  <a:pt x="933450" y="590550"/>
                </a:lnTo>
                <a:lnTo>
                  <a:pt x="952500" y="647700"/>
                </a:lnTo>
                <a:lnTo>
                  <a:pt x="923925" y="657225"/>
                </a:lnTo>
                <a:lnTo>
                  <a:pt x="952500" y="666750"/>
                </a:lnTo>
                <a:lnTo>
                  <a:pt x="981075" y="723900"/>
                </a:lnTo>
                <a:lnTo>
                  <a:pt x="971550" y="742950"/>
                </a:lnTo>
                <a:lnTo>
                  <a:pt x="1019175" y="781050"/>
                </a:lnTo>
                <a:lnTo>
                  <a:pt x="1000125" y="819150"/>
                </a:lnTo>
                <a:lnTo>
                  <a:pt x="1000125" y="790575"/>
                </a:lnTo>
                <a:lnTo>
                  <a:pt x="971550" y="781050"/>
                </a:lnTo>
                <a:lnTo>
                  <a:pt x="990600" y="809625"/>
                </a:lnTo>
                <a:lnTo>
                  <a:pt x="990600" y="828675"/>
                </a:lnTo>
                <a:lnTo>
                  <a:pt x="1028700" y="895350"/>
                </a:lnTo>
                <a:lnTo>
                  <a:pt x="1009650" y="923925"/>
                </a:lnTo>
                <a:lnTo>
                  <a:pt x="1028700" y="923925"/>
                </a:lnTo>
                <a:lnTo>
                  <a:pt x="1047750" y="981075"/>
                </a:lnTo>
                <a:lnTo>
                  <a:pt x="1028700" y="981075"/>
                </a:lnTo>
                <a:lnTo>
                  <a:pt x="1057275" y="1019175"/>
                </a:lnTo>
                <a:lnTo>
                  <a:pt x="1038225" y="1028700"/>
                </a:lnTo>
                <a:lnTo>
                  <a:pt x="1028700" y="1038225"/>
                </a:lnTo>
                <a:lnTo>
                  <a:pt x="1076325" y="1057275"/>
                </a:lnTo>
                <a:lnTo>
                  <a:pt x="981075" y="1038225"/>
                </a:lnTo>
                <a:lnTo>
                  <a:pt x="1000125" y="1000125"/>
                </a:lnTo>
                <a:lnTo>
                  <a:pt x="981075" y="1104900"/>
                </a:lnTo>
                <a:lnTo>
                  <a:pt x="1047750" y="1114425"/>
                </a:lnTo>
                <a:lnTo>
                  <a:pt x="1066800" y="1133475"/>
                </a:lnTo>
                <a:lnTo>
                  <a:pt x="1038225" y="1143000"/>
                </a:lnTo>
                <a:lnTo>
                  <a:pt x="1038225" y="1143000"/>
                </a:lnTo>
                <a:lnTo>
                  <a:pt x="1000125" y="1190625"/>
                </a:lnTo>
                <a:lnTo>
                  <a:pt x="1000125" y="1200150"/>
                </a:lnTo>
                <a:lnTo>
                  <a:pt x="1038225" y="1181100"/>
                </a:lnTo>
                <a:lnTo>
                  <a:pt x="1047750" y="1200150"/>
                </a:lnTo>
                <a:lnTo>
                  <a:pt x="1066800" y="1238250"/>
                </a:lnTo>
                <a:lnTo>
                  <a:pt x="1047750" y="1266825"/>
                </a:lnTo>
                <a:lnTo>
                  <a:pt x="1066800" y="1304925"/>
                </a:lnTo>
                <a:lnTo>
                  <a:pt x="1019175" y="1276350"/>
                </a:lnTo>
                <a:lnTo>
                  <a:pt x="1019175" y="1295400"/>
                </a:lnTo>
                <a:lnTo>
                  <a:pt x="1000125" y="1304925"/>
                </a:lnTo>
                <a:lnTo>
                  <a:pt x="1019175" y="1343025"/>
                </a:lnTo>
                <a:lnTo>
                  <a:pt x="1019175" y="1371600"/>
                </a:lnTo>
                <a:lnTo>
                  <a:pt x="1009650" y="1352550"/>
                </a:lnTo>
                <a:lnTo>
                  <a:pt x="990600" y="1362075"/>
                </a:lnTo>
                <a:lnTo>
                  <a:pt x="1009650" y="1343025"/>
                </a:lnTo>
                <a:lnTo>
                  <a:pt x="990600" y="1362075"/>
                </a:lnTo>
                <a:lnTo>
                  <a:pt x="981075" y="1371600"/>
                </a:lnTo>
                <a:lnTo>
                  <a:pt x="1000125" y="1343025"/>
                </a:lnTo>
                <a:lnTo>
                  <a:pt x="990600" y="1390650"/>
                </a:lnTo>
                <a:lnTo>
                  <a:pt x="990600" y="1400175"/>
                </a:lnTo>
                <a:lnTo>
                  <a:pt x="942975" y="1419225"/>
                </a:lnTo>
                <a:lnTo>
                  <a:pt x="942975" y="1419225"/>
                </a:lnTo>
                <a:lnTo>
                  <a:pt x="923925" y="1438275"/>
                </a:lnTo>
                <a:lnTo>
                  <a:pt x="923925" y="1476375"/>
                </a:lnTo>
                <a:lnTo>
                  <a:pt x="933450" y="1485900"/>
                </a:lnTo>
                <a:lnTo>
                  <a:pt x="904875" y="1447800"/>
                </a:lnTo>
                <a:lnTo>
                  <a:pt x="904875" y="1495425"/>
                </a:lnTo>
                <a:lnTo>
                  <a:pt x="923925" y="1495425"/>
                </a:lnTo>
                <a:lnTo>
                  <a:pt x="885825" y="1543050"/>
                </a:lnTo>
                <a:lnTo>
                  <a:pt x="857250" y="1552575"/>
                </a:lnTo>
                <a:lnTo>
                  <a:pt x="838200" y="1543050"/>
                </a:lnTo>
                <a:lnTo>
                  <a:pt x="828675" y="1552575"/>
                </a:lnTo>
                <a:lnTo>
                  <a:pt x="809625" y="1581150"/>
                </a:lnTo>
                <a:lnTo>
                  <a:pt x="771525" y="1600200"/>
                </a:lnTo>
                <a:lnTo>
                  <a:pt x="762000" y="1609725"/>
                </a:lnTo>
                <a:lnTo>
                  <a:pt x="714375" y="1609725"/>
                </a:lnTo>
                <a:lnTo>
                  <a:pt x="742950" y="1609725"/>
                </a:lnTo>
                <a:lnTo>
                  <a:pt x="723900" y="1619250"/>
                </a:lnTo>
                <a:lnTo>
                  <a:pt x="714375" y="1628775"/>
                </a:lnTo>
                <a:lnTo>
                  <a:pt x="685800" y="1628775"/>
                </a:lnTo>
                <a:lnTo>
                  <a:pt x="638175" y="1657350"/>
                </a:lnTo>
                <a:lnTo>
                  <a:pt x="571500" y="1647825"/>
                </a:lnTo>
                <a:lnTo>
                  <a:pt x="571500" y="1695450"/>
                </a:lnTo>
                <a:lnTo>
                  <a:pt x="590550" y="1714500"/>
                </a:lnTo>
                <a:lnTo>
                  <a:pt x="514350" y="1685925"/>
                </a:lnTo>
                <a:lnTo>
                  <a:pt x="476250" y="1676400"/>
                </a:lnTo>
                <a:lnTo>
                  <a:pt x="447675" y="1685925"/>
                </a:lnTo>
                <a:lnTo>
                  <a:pt x="438150" y="1724025"/>
                </a:lnTo>
                <a:lnTo>
                  <a:pt x="457200" y="1714500"/>
                </a:lnTo>
                <a:lnTo>
                  <a:pt x="466725" y="1685925"/>
                </a:lnTo>
                <a:lnTo>
                  <a:pt x="409575" y="1752600"/>
                </a:lnTo>
                <a:lnTo>
                  <a:pt x="419100" y="1800225"/>
                </a:lnTo>
                <a:lnTo>
                  <a:pt x="409575" y="1771650"/>
                </a:lnTo>
                <a:lnTo>
                  <a:pt x="447675" y="1800225"/>
                </a:lnTo>
                <a:lnTo>
                  <a:pt x="381000" y="1800225"/>
                </a:lnTo>
                <a:lnTo>
                  <a:pt x="371475" y="1828800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3382625" y="747712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04775"/>
                </a:moveTo>
                <a:lnTo>
                  <a:pt x="142875" y="133350"/>
                </a:lnTo>
                <a:lnTo>
                  <a:pt x="123825" y="180975"/>
                </a:lnTo>
                <a:lnTo>
                  <a:pt x="85725" y="180975"/>
                </a:lnTo>
                <a:lnTo>
                  <a:pt x="28575" y="171450"/>
                </a:lnTo>
                <a:lnTo>
                  <a:pt x="0" y="104775"/>
                </a:lnTo>
                <a:lnTo>
                  <a:pt x="19050" y="28575"/>
                </a:lnTo>
                <a:lnTo>
                  <a:pt x="76200" y="19050"/>
                </a:lnTo>
                <a:lnTo>
                  <a:pt x="114300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1277600" y="4743450"/>
            <a:ext cx="142875" cy="123825"/>
          </a:xfrm>
          <a:custGeom>
            <a:avLst/>
            <a:gdLst/>
            <a:ahLst/>
            <a:cxnLst/>
            <a:rect l="l" t="t" r="r" b="b"/>
            <a:pathLst>
              <a:path w="142875" h="123825">
                <a:moveTo>
                  <a:pt x="142875" y="66675"/>
                </a:moveTo>
                <a:lnTo>
                  <a:pt x="104775" y="95250"/>
                </a:lnTo>
                <a:lnTo>
                  <a:pt x="95250" y="123825"/>
                </a:lnTo>
                <a:lnTo>
                  <a:pt x="38100" y="123825"/>
                </a:lnTo>
                <a:lnTo>
                  <a:pt x="0" y="114300"/>
                </a:lnTo>
                <a:lnTo>
                  <a:pt x="9525" y="76200"/>
                </a:lnTo>
                <a:lnTo>
                  <a:pt x="0" y="28575"/>
                </a:lnTo>
                <a:lnTo>
                  <a:pt x="57150" y="19050"/>
                </a:lnTo>
                <a:lnTo>
                  <a:pt x="95250" y="0"/>
                </a:lnTo>
                <a:lnTo>
                  <a:pt x="114300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11696700" y="7153275"/>
            <a:ext cx="161925" cy="180975"/>
          </a:xfrm>
          <a:custGeom>
            <a:avLst/>
            <a:gdLst/>
            <a:ahLst/>
            <a:cxnLst/>
            <a:rect l="l" t="t" r="r" b="b"/>
            <a:pathLst>
              <a:path w="161925" h="180975">
                <a:moveTo>
                  <a:pt x="161925" y="66675"/>
                </a:moveTo>
                <a:lnTo>
                  <a:pt x="142875" y="123825"/>
                </a:lnTo>
                <a:lnTo>
                  <a:pt x="133350" y="180975"/>
                </a:lnTo>
                <a:lnTo>
                  <a:pt x="85725" y="152400"/>
                </a:lnTo>
                <a:lnTo>
                  <a:pt x="9525" y="114300"/>
                </a:lnTo>
                <a:lnTo>
                  <a:pt x="19050" y="76200"/>
                </a:lnTo>
                <a:lnTo>
                  <a:pt x="0" y="38100"/>
                </a:lnTo>
                <a:lnTo>
                  <a:pt x="76200" y="0"/>
                </a:lnTo>
                <a:lnTo>
                  <a:pt x="123825" y="9525"/>
                </a:lnTo>
                <a:lnTo>
                  <a:pt x="142875" y="28575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4001750" y="6962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104775" y="142875"/>
                </a:lnTo>
                <a:lnTo>
                  <a:pt x="85725" y="190500"/>
                </a:lnTo>
                <a:lnTo>
                  <a:pt x="66675" y="171450"/>
                </a:lnTo>
                <a:lnTo>
                  <a:pt x="28575" y="142875"/>
                </a:lnTo>
                <a:lnTo>
                  <a:pt x="19050" y="85725"/>
                </a:lnTo>
                <a:lnTo>
                  <a:pt x="0" y="38100"/>
                </a:lnTo>
                <a:lnTo>
                  <a:pt x="57150" y="19050"/>
                </a:lnTo>
                <a:lnTo>
                  <a:pt x="95250" y="0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4468475" y="6115050"/>
            <a:ext cx="180975" cy="171450"/>
          </a:xfrm>
          <a:custGeom>
            <a:avLst/>
            <a:gdLst/>
            <a:ahLst/>
            <a:cxnLst/>
            <a:rect l="l" t="t" r="r" b="b"/>
            <a:pathLst>
              <a:path w="180975" h="171450">
                <a:moveTo>
                  <a:pt x="180975" y="114300"/>
                </a:moveTo>
                <a:lnTo>
                  <a:pt x="161925" y="142875"/>
                </a:lnTo>
                <a:lnTo>
                  <a:pt x="123825" y="171450"/>
                </a:lnTo>
                <a:lnTo>
                  <a:pt x="66675" y="171450"/>
                </a:lnTo>
                <a:lnTo>
                  <a:pt x="9525" y="152400"/>
                </a:lnTo>
                <a:lnTo>
                  <a:pt x="0" y="114300"/>
                </a:lnTo>
                <a:lnTo>
                  <a:pt x="9525" y="76200"/>
                </a:lnTo>
                <a:lnTo>
                  <a:pt x="66675" y="57150"/>
                </a:lnTo>
                <a:lnTo>
                  <a:pt x="133350" y="0"/>
                </a:lnTo>
                <a:lnTo>
                  <a:pt x="171450" y="47625"/>
                </a:lnTo>
                <a:close/>
              </a:path>
            </a:pathLst>
          </a:custGeom>
          <a:solidFill>
            <a:srgbClr val="14729E">
              <a:alpha val="7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1515725" y="7296150"/>
            <a:ext cx="333375" cy="238125"/>
          </a:xfrm>
          <a:custGeom>
            <a:avLst/>
            <a:gdLst/>
            <a:ahLst/>
            <a:cxnLst/>
            <a:rect l="l" t="t" r="r" b="b"/>
            <a:pathLst>
              <a:path w="333375" h="238125">
                <a:moveTo>
                  <a:pt x="333375" y="123825"/>
                </a:moveTo>
                <a:lnTo>
                  <a:pt x="228600" y="171450"/>
                </a:lnTo>
                <a:lnTo>
                  <a:pt x="171450" y="209550"/>
                </a:lnTo>
                <a:lnTo>
                  <a:pt x="114300" y="238125"/>
                </a:lnTo>
                <a:lnTo>
                  <a:pt x="47625" y="238125"/>
                </a:lnTo>
                <a:lnTo>
                  <a:pt x="9525" y="142875"/>
                </a:lnTo>
                <a:lnTo>
                  <a:pt x="0" y="38100"/>
                </a:lnTo>
                <a:lnTo>
                  <a:pt x="76200" y="9525"/>
                </a:lnTo>
                <a:lnTo>
                  <a:pt x="200025" y="0"/>
                </a:lnTo>
                <a:lnTo>
                  <a:pt x="295275" y="47625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1249978" y="4271963"/>
            <a:ext cx="3611880" cy="3623310"/>
          </a:xfrm>
          <a:custGeom>
            <a:avLst/>
            <a:gdLst/>
            <a:ahLst/>
            <a:cxnLst/>
            <a:rect l="l" t="t" r="r" b="b"/>
            <a:pathLst>
              <a:path w="3611880" h="3623310">
                <a:moveTo>
                  <a:pt x="846773" y="100013"/>
                </a:moveTo>
                <a:lnTo>
                  <a:pt x="865823" y="119063"/>
                </a:lnTo>
                <a:lnTo>
                  <a:pt x="846773" y="138113"/>
                </a:lnTo>
                <a:lnTo>
                  <a:pt x="827723" y="119063"/>
                </a:lnTo>
                <a:close/>
                <a:moveTo>
                  <a:pt x="894398" y="632460"/>
                </a:moveTo>
                <a:lnTo>
                  <a:pt x="914400" y="652463"/>
                </a:lnTo>
                <a:lnTo>
                  <a:pt x="894398" y="672465"/>
                </a:lnTo>
                <a:lnTo>
                  <a:pt x="874395" y="652463"/>
                </a:lnTo>
                <a:close/>
                <a:moveTo>
                  <a:pt x="2999423" y="934403"/>
                </a:moveTo>
                <a:lnTo>
                  <a:pt x="3022283" y="957263"/>
                </a:lnTo>
                <a:lnTo>
                  <a:pt x="2999423" y="980122"/>
                </a:lnTo>
                <a:lnTo>
                  <a:pt x="2976563" y="957263"/>
                </a:lnTo>
                <a:close/>
                <a:moveTo>
                  <a:pt x="1742123" y="641985"/>
                </a:moveTo>
                <a:lnTo>
                  <a:pt x="1762125" y="661988"/>
                </a:lnTo>
                <a:lnTo>
                  <a:pt x="1742123" y="681990"/>
                </a:lnTo>
                <a:lnTo>
                  <a:pt x="1722120" y="661988"/>
                </a:lnTo>
                <a:close/>
                <a:moveTo>
                  <a:pt x="2142173" y="542925"/>
                </a:moveTo>
                <a:lnTo>
                  <a:pt x="2156460" y="557213"/>
                </a:lnTo>
                <a:lnTo>
                  <a:pt x="2142173" y="571500"/>
                </a:lnTo>
                <a:lnTo>
                  <a:pt x="2127885" y="557213"/>
                </a:lnTo>
                <a:close/>
                <a:moveTo>
                  <a:pt x="2446973" y="2616518"/>
                </a:moveTo>
                <a:lnTo>
                  <a:pt x="2454593" y="2624138"/>
                </a:lnTo>
                <a:lnTo>
                  <a:pt x="2446973" y="2631757"/>
                </a:lnTo>
                <a:lnTo>
                  <a:pt x="2439353" y="2624138"/>
                </a:lnTo>
                <a:close/>
                <a:moveTo>
                  <a:pt x="732473" y="1256347"/>
                </a:moveTo>
                <a:lnTo>
                  <a:pt x="747713" y="1271588"/>
                </a:lnTo>
                <a:lnTo>
                  <a:pt x="732473" y="1286828"/>
                </a:lnTo>
                <a:lnTo>
                  <a:pt x="717233" y="1271588"/>
                </a:lnTo>
                <a:close/>
                <a:moveTo>
                  <a:pt x="3094673" y="422910"/>
                </a:moveTo>
                <a:lnTo>
                  <a:pt x="3114675" y="442913"/>
                </a:lnTo>
                <a:lnTo>
                  <a:pt x="3094673" y="462915"/>
                </a:lnTo>
                <a:lnTo>
                  <a:pt x="3074670" y="442913"/>
                </a:lnTo>
                <a:close/>
                <a:moveTo>
                  <a:pt x="665798" y="261937"/>
                </a:moveTo>
                <a:lnTo>
                  <a:pt x="684848" y="280988"/>
                </a:lnTo>
                <a:lnTo>
                  <a:pt x="665798" y="300038"/>
                </a:lnTo>
                <a:lnTo>
                  <a:pt x="646748" y="280988"/>
                </a:lnTo>
                <a:close/>
                <a:moveTo>
                  <a:pt x="3589973" y="1564005"/>
                </a:moveTo>
                <a:lnTo>
                  <a:pt x="3611880" y="1585913"/>
                </a:lnTo>
                <a:lnTo>
                  <a:pt x="3589973" y="1607820"/>
                </a:lnTo>
                <a:lnTo>
                  <a:pt x="3568065" y="1585913"/>
                </a:lnTo>
                <a:close/>
                <a:moveTo>
                  <a:pt x="1761173" y="3070860"/>
                </a:moveTo>
                <a:lnTo>
                  <a:pt x="1781175" y="3090863"/>
                </a:lnTo>
                <a:lnTo>
                  <a:pt x="1761173" y="3110865"/>
                </a:lnTo>
                <a:lnTo>
                  <a:pt x="1741170" y="3090863"/>
                </a:lnTo>
                <a:close/>
                <a:moveTo>
                  <a:pt x="2265998" y="417195"/>
                </a:moveTo>
                <a:lnTo>
                  <a:pt x="2282190" y="433388"/>
                </a:lnTo>
                <a:lnTo>
                  <a:pt x="2265998" y="449580"/>
                </a:lnTo>
                <a:lnTo>
                  <a:pt x="2249805" y="433388"/>
                </a:lnTo>
                <a:close/>
                <a:moveTo>
                  <a:pt x="875348" y="2281238"/>
                </a:moveTo>
                <a:lnTo>
                  <a:pt x="894398" y="2300288"/>
                </a:lnTo>
                <a:lnTo>
                  <a:pt x="875348" y="2319338"/>
                </a:lnTo>
                <a:lnTo>
                  <a:pt x="856298" y="2300288"/>
                </a:lnTo>
                <a:close/>
                <a:moveTo>
                  <a:pt x="18098" y="2505075"/>
                </a:moveTo>
                <a:lnTo>
                  <a:pt x="32385" y="2519363"/>
                </a:lnTo>
                <a:lnTo>
                  <a:pt x="18098" y="2533650"/>
                </a:lnTo>
                <a:lnTo>
                  <a:pt x="3810" y="2519363"/>
                </a:lnTo>
                <a:close/>
                <a:moveTo>
                  <a:pt x="751523" y="1212532"/>
                </a:moveTo>
                <a:lnTo>
                  <a:pt x="772478" y="1233488"/>
                </a:lnTo>
                <a:lnTo>
                  <a:pt x="751523" y="1254443"/>
                </a:lnTo>
                <a:lnTo>
                  <a:pt x="730568" y="1233488"/>
                </a:lnTo>
                <a:close/>
                <a:moveTo>
                  <a:pt x="951548" y="928688"/>
                </a:moveTo>
                <a:lnTo>
                  <a:pt x="961073" y="938213"/>
                </a:lnTo>
                <a:lnTo>
                  <a:pt x="951548" y="947737"/>
                </a:lnTo>
                <a:lnTo>
                  <a:pt x="942023" y="938213"/>
                </a:lnTo>
                <a:close/>
                <a:moveTo>
                  <a:pt x="2951798" y="2726055"/>
                </a:moveTo>
                <a:lnTo>
                  <a:pt x="2973705" y="2747963"/>
                </a:lnTo>
                <a:lnTo>
                  <a:pt x="2951798" y="2769870"/>
                </a:lnTo>
                <a:lnTo>
                  <a:pt x="2929890" y="2747963"/>
                </a:lnTo>
                <a:close/>
                <a:moveTo>
                  <a:pt x="2827973" y="2249805"/>
                </a:moveTo>
                <a:lnTo>
                  <a:pt x="2849880" y="2271713"/>
                </a:lnTo>
                <a:lnTo>
                  <a:pt x="2827973" y="2293620"/>
                </a:lnTo>
                <a:lnTo>
                  <a:pt x="2806065" y="2271713"/>
                </a:lnTo>
                <a:close/>
                <a:moveTo>
                  <a:pt x="8573" y="2396490"/>
                </a:moveTo>
                <a:lnTo>
                  <a:pt x="17145" y="2405063"/>
                </a:lnTo>
                <a:lnTo>
                  <a:pt x="8573" y="2413635"/>
                </a:lnTo>
                <a:lnTo>
                  <a:pt x="0" y="2405063"/>
                </a:lnTo>
                <a:close/>
                <a:moveTo>
                  <a:pt x="646748" y="2576513"/>
                </a:moveTo>
                <a:lnTo>
                  <a:pt x="656273" y="2586038"/>
                </a:lnTo>
                <a:lnTo>
                  <a:pt x="646748" y="2595563"/>
                </a:lnTo>
                <a:lnTo>
                  <a:pt x="637223" y="2586038"/>
                </a:lnTo>
                <a:close/>
                <a:moveTo>
                  <a:pt x="484823" y="695325"/>
                </a:moveTo>
                <a:lnTo>
                  <a:pt x="499110" y="709613"/>
                </a:lnTo>
                <a:lnTo>
                  <a:pt x="484823" y="723900"/>
                </a:lnTo>
                <a:lnTo>
                  <a:pt x="470535" y="709613"/>
                </a:lnTo>
                <a:close/>
                <a:moveTo>
                  <a:pt x="1237298" y="3131820"/>
                </a:moveTo>
                <a:lnTo>
                  <a:pt x="1253490" y="3148013"/>
                </a:lnTo>
                <a:lnTo>
                  <a:pt x="1237298" y="3164205"/>
                </a:lnTo>
                <a:lnTo>
                  <a:pt x="1221105" y="3148013"/>
                </a:lnTo>
                <a:close/>
                <a:moveTo>
                  <a:pt x="2580323" y="910590"/>
                </a:moveTo>
                <a:lnTo>
                  <a:pt x="2598420" y="928688"/>
                </a:lnTo>
                <a:lnTo>
                  <a:pt x="2580323" y="946785"/>
                </a:lnTo>
                <a:lnTo>
                  <a:pt x="2562225" y="928688"/>
                </a:lnTo>
                <a:close/>
                <a:moveTo>
                  <a:pt x="2123123" y="3029903"/>
                </a:moveTo>
                <a:lnTo>
                  <a:pt x="2136458" y="3043238"/>
                </a:lnTo>
                <a:lnTo>
                  <a:pt x="2123123" y="3056572"/>
                </a:lnTo>
                <a:lnTo>
                  <a:pt x="2109788" y="3043238"/>
                </a:lnTo>
                <a:close/>
                <a:moveTo>
                  <a:pt x="370523" y="2366963"/>
                </a:moveTo>
                <a:lnTo>
                  <a:pt x="380048" y="2376488"/>
                </a:lnTo>
                <a:lnTo>
                  <a:pt x="370523" y="2386013"/>
                </a:lnTo>
                <a:lnTo>
                  <a:pt x="360998" y="2376488"/>
                </a:lnTo>
                <a:close/>
                <a:moveTo>
                  <a:pt x="322898" y="574358"/>
                </a:moveTo>
                <a:lnTo>
                  <a:pt x="334328" y="585788"/>
                </a:lnTo>
                <a:lnTo>
                  <a:pt x="322898" y="597217"/>
                </a:lnTo>
                <a:lnTo>
                  <a:pt x="311468" y="585788"/>
                </a:lnTo>
                <a:close/>
                <a:moveTo>
                  <a:pt x="475298" y="368617"/>
                </a:moveTo>
                <a:lnTo>
                  <a:pt x="492443" y="385763"/>
                </a:lnTo>
                <a:lnTo>
                  <a:pt x="475298" y="402908"/>
                </a:lnTo>
                <a:lnTo>
                  <a:pt x="458153" y="385763"/>
                </a:lnTo>
                <a:close/>
                <a:moveTo>
                  <a:pt x="1056323" y="10478"/>
                </a:moveTo>
                <a:lnTo>
                  <a:pt x="1069658" y="23813"/>
                </a:lnTo>
                <a:lnTo>
                  <a:pt x="1056323" y="37147"/>
                </a:lnTo>
                <a:lnTo>
                  <a:pt x="1042988" y="23813"/>
                </a:lnTo>
                <a:close/>
                <a:moveTo>
                  <a:pt x="2656523" y="3252788"/>
                </a:moveTo>
                <a:lnTo>
                  <a:pt x="2666048" y="3262313"/>
                </a:lnTo>
                <a:lnTo>
                  <a:pt x="2656523" y="3271838"/>
                </a:lnTo>
                <a:lnTo>
                  <a:pt x="2646998" y="3262313"/>
                </a:lnTo>
                <a:close/>
                <a:moveTo>
                  <a:pt x="2132648" y="3401378"/>
                </a:moveTo>
                <a:lnTo>
                  <a:pt x="2155508" y="3424238"/>
                </a:lnTo>
                <a:lnTo>
                  <a:pt x="2132648" y="3447098"/>
                </a:lnTo>
                <a:lnTo>
                  <a:pt x="2109788" y="3424238"/>
                </a:lnTo>
                <a:close/>
                <a:moveTo>
                  <a:pt x="1199198" y="706755"/>
                </a:moveTo>
                <a:lnTo>
                  <a:pt x="1211580" y="719138"/>
                </a:lnTo>
                <a:lnTo>
                  <a:pt x="1199198" y="731520"/>
                </a:lnTo>
                <a:lnTo>
                  <a:pt x="1186815" y="719138"/>
                </a:lnTo>
                <a:close/>
                <a:moveTo>
                  <a:pt x="1665923" y="0"/>
                </a:moveTo>
                <a:lnTo>
                  <a:pt x="1680210" y="14288"/>
                </a:lnTo>
                <a:lnTo>
                  <a:pt x="1665923" y="28575"/>
                </a:lnTo>
                <a:lnTo>
                  <a:pt x="1651635" y="14288"/>
                </a:lnTo>
                <a:close/>
                <a:moveTo>
                  <a:pt x="618173" y="3120390"/>
                </a:moveTo>
                <a:lnTo>
                  <a:pt x="636270" y="3138488"/>
                </a:lnTo>
                <a:lnTo>
                  <a:pt x="618173" y="3156585"/>
                </a:lnTo>
                <a:lnTo>
                  <a:pt x="600075" y="3138488"/>
                </a:lnTo>
                <a:close/>
                <a:moveTo>
                  <a:pt x="2608898" y="254317"/>
                </a:moveTo>
                <a:lnTo>
                  <a:pt x="2616518" y="261937"/>
                </a:lnTo>
                <a:lnTo>
                  <a:pt x="2608898" y="269558"/>
                </a:lnTo>
                <a:lnTo>
                  <a:pt x="2601278" y="261937"/>
                </a:lnTo>
                <a:close/>
                <a:moveTo>
                  <a:pt x="675323" y="2138363"/>
                </a:moveTo>
                <a:lnTo>
                  <a:pt x="694373" y="2157413"/>
                </a:lnTo>
                <a:lnTo>
                  <a:pt x="675323" y="2176463"/>
                </a:lnTo>
                <a:lnTo>
                  <a:pt x="656273" y="2157413"/>
                </a:lnTo>
                <a:close/>
                <a:moveTo>
                  <a:pt x="113348" y="2529840"/>
                </a:moveTo>
                <a:lnTo>
                  <a:pt x="121920" y="2538413"/>
                </a:lnTo>
                <a:lnTo>
                  <a:pt x="113348" y="2546985"/>
                </a:lnTo>
                <a:lnTo>
                  <a:pt x="104775" y="2538413"/>
                </a:lnTo>
                <a:close/>
                <a:moveTo>
                  <a:pt x="3142298" y="825818"/>
                </a:moveTo>
                <a:lnTo>
                  <a:pt x="3149918" y="833438"/>
                </a:lnTo>
                <a:lnTo>
                  <a:pt x="3142298" y="841057"/>
                </a:lnTo>
                <a:lnTo>
                  <a:pt x="3134678" y="833438"/>
                </a:lnTo>
                <a:close/>
                <a:moveTo>
                  <a:pt x="656273" y="1467803"/>
                </a:moveTo>
                <a:lnTo>
                  <a:pt x="669608" y="1481138"/>
                </a:lnTo>
                <a:lnTo>
                  <a:pt x="656273" y="1494472"/>
                </a:lnTo>
                <a:lnTo>
                  <a:pt x="642938" y="1481138"/>
                </a:lnTo>
                <a:close/>
                <a:moveTo>
                  <a:pt x="1180148" y="403860"/>
                </a:moveTo>
                <a:lnTo>
                  <a:pt x="1200150" y="423863"/>
                </a:lnTo>
                <a:lnTo>
                  <a:pt x="1180148" y="443865"/>
                </a:lnTo>
                <a:lnTo>
                  <a:pt x="1160145" y="423863"/>
                </a:lnTo>
                <a:close/>
                <a:moveTo>
                  <a:pt x="741998" y="273367"/>
                </a:moveTo>
                <a:lnTo>
                  <a:pt x="749618" y="280988"/>
                </a:lnTo>
                <a:lnTo>
                  <a:pt x="741998" y="288608"/>
                </a:lnTo>
                <a:lnTo>
                  <a:pt x="734378" y="280988"/>
                </a:lnTo>
                <a:close/>
                <a:moveTo>
                  <a:pt x="370523" y="2012632"/>
                </a:moveTo>
                <a:lnTo>
                  <a:pt x="381953" y="2024062"/>
                </a:lnTo>
                <a:lnTo>
                  <a:pt x="370523" y="2035493"/>
                </a:lnTo>
                <a:lnTo>
                  <a:pt x="359093" y="2024062"/>
                </a:lnTo>
                <a:close/>
                <a:moveTo>
                  <a:pt x="1294448" y="2707005"/>
                </a:moveTo>
                <a:lnTo>
                  <a:pt x="1306830" y="2719388"/>
                </a:lnTo>
                <a:lnTo>
                  <a:pt x="1294448" y="2731770"/>
                </a:lnTo>
                <a:lnTo>
                  <a:pt x="1282065" y="2719388"/>
                </a:lnTo>
                <a:close/>
                <a:moveTo>
                  <a:pt x="2542223" y="60960"/>
                </a:moveTo>
                <a:lnTo>
                  <a:pt x="2562225" y="80963"/>
                </a:lnTo>
                <a:lnTo>
                  <a:pt x="2542223" y="100965"/>
                </a:lnTo>
                <a:lnTo>
                  <a:pt x="2522220" y="80963"/>
                </a:lnTo>
                <a:close/>
                <a:moveTo>
                  <a:pt x="856298" y="1178243"/>
                </a:moveTo>
                <a:lnTo>
                  <a:pt x="863918" y="1185863"/>
                </a:lnTo>
                <a:lnTo>
                  <a:pt x="856298" y="1193482"/>
                </a:lnTo>
                <a:lnTo>
                  <a:pt x="848678" y="1185863"/>
                </a:lnTo>
                <a:close/>
                <a:moveTo>
                  <a:pt x="3266123" y="1259205"/>
                </a:moveTo>
                <a:lnTo>
                  <a:pt x="3288030" y="1281113"/>
                </a:lnTo>
                <a:lnTo>
                  <a:pt x="3266123" y="1303020"/>
                </a:lnTo>
                <a:lnTo>
                  <a:pt x="3244215" y="1281113"/>
                </a:lnTo>
                <a:close/>
                <a:moveTo>
                  <a:pt x="332423" y="2882265"/>
                </a:moveTo>
                <a:lnTo>
                  <a:pt x="340995" y="2890838"/>
                </a:lnTo>
                <a:lnTo>
                  <a:pt x="332423" y="2899410"/>
                </a:lnTo>
                <a:lnTo>
                  <a:pt x="323850" y="2890838"/>
                </a:lnTo>
                <a:close/>
                <a:moveTo>
                  <a:pt x="561023" y="1854518"/>
                </a:moveTo>
                <a:lnTo>
                  <a:pt x="568643" y="1862138"/>
                </a:lnTo>
                <a:lnTo>
                  <a:pt x="561023" y="1869757"/>
                </a:lnTo>
                <a:lnTo>
                  <a:pt x="553403" y="1862138"/>
                </a:lnTo>
                <a:close/>
                <a:moveTo>
                  <a:pt x="2504123" y="234315"/>
                </a:moveTo>
                <a:lnTo>
                  <a:pt x="2512695" y="242888"/>
                </a:lnTo>
                <a:lnTo>
                  <a:pt x="2504123" y="251460"/>
                </a:lnTo>
                <a:lnTo>
                  <a:pt x="2495550" y="242888"/>
                </a:lnTo>
                <a:close/>
                <a:moveTo>
                  <a:pt x="3037523" y="639128"/>
                </a:moveTo>
                <a:lnTo>
                  <a:pt x="3060383" y="661988"/>
                </a:lnTo>
                <a:lnTo>
                  <a:pt x="3037523" y="684847"/>
                </a:lnTo>
                <a:lnTo>
                  <a:pt x="3014663" y="661988"/>
                </a:lnTo>
                <a:close/>
                <a:moveTo>
                  <a:pt x="903923" y="939165"/>
                </a:moveTo>
                <a:lnTo>
                  <a:pt x="912495" y="947737"/>
                </a:lnTo>
                <a:lnTo>
                  <a:pt x="903923" y="956310"/>
                </a:lnTo>
                <a:lnTo>
                  <a:pt x="895350" y="947737"/>
                </a:lnTo>
                <a:close/>
                <a:moveTo>
                  <a:pt x="2199323" y="2601278"/>
                </a:moveTo>
                <a:lnTo>
                  <a:pt x="2212658" y="2614613"/>
                </a:lnTo>
                <a:lnTo>
                  <a:pt x="2199323" y="2627947"/>
                </a:lnTo>
                <a:lnTo>
                  <a:pt x="2185988" y="2614613"/>
                </a:lnTo>
                <a:close/>
                <a:moveTo>
                  <a:pt x="1637348" y="2967038"/>
                </a:moveTo>
                <a:lnTo>
                  <a:pt x="1646873" y="2976563"/>
                </a:lnTo>
                <a:lnTo>
                  <a:pt x="1637348" y="2986088"/>
                </a:lnTo>
                <a:lnTo>
                  <a:pt x="1627823" y="2976563"/>
                </a:lnTo>
                <a:close/>
                <a:moveTo>
                  <a:pt x="2389823" y="2767013"/>
                </a:moveTo>
                <a:lnTo>
                  <a:pt x="2408873" y="2786063"/>
                </a:lnTo>
                <a:lnTo>
                  <a:pt x="2389823" y="2805113"/>
                </a:lnTo>
                <a:lnTo>
                  <a:pt x="2370773" y="2786063"/>
                </a:lnTo>
                <a:close/>
                <a:moveTo>
                  <a:pt x="1675448" y="198120"/>
                </a:moveTo>
                <a:lnTo>
                  <a:pt x="1691640" y="214313"/>
                </a:lnTo>
                <a:lnTo>
                  <a:pt x="1675448" y="230505"/>
                </a:lnTo>
                <a:lnTo>
                  <a:pt x="1659255" y="214313"/>
                </a:lnTo>
                <a:close/>
                <a:moveTo>
                  <a:pt x="732473" y="2315528"/>
                </a:moveTo>
                <a:lnTo>
                  <a:pt x="755333" y="2338388"/>
                </a:lnTo>
                <a:lnTo>
                  <a:pt x="732473" y="2361248"/>
                </a:lnTo>
                <a:lnTo>
                  <a:pt x="709613" y="2338388"/>
                </a:lnTo>
                <a:close/>
                <a:moveTo>
                  <a:pt x="3008948" y="1748790"/>
                </a:moveTo>
                <a:lnTo>
                  <a:pt x="3017520" y="1757363"/>
                </a:lnTo>
                <a:lnTo>
                  <a:pt x="3008948" y="1765935"/>
                </a:lnTo>
                <a:lnTo>
                  <a:pt x="3000375" y="1757363"/>
                </a:lnTo>
                <a:close/>
                <a:moveTo>
                  <a:pt x="2485073" y="128588"/>
                </a:moveTo>
                <a:lnTo>
                  <a:pt x="2504123" y="147638"/>
                </a:lnTo>
                <a:lnTo>
                  <a:pt x="2485073" y="166688"/>
                </a:lnTo>
                <a:lnTo>
                  <a:pt x="2466023" y="147638"/>
                </a:lnTo>
                <a:close/>
                <a:moveTo>
                  <a:pt x="665798" y="1764030"/>
                </a:moveTo>
                <a:lnTo>
                  <a:pt x="678180" y="1776413"/>
                </a:lnTo>
                <a:lnTo>
                  <a:pt x="665798" y="1788795"/>
                </a:lnTo>
                <a:lnTo>
                  <a:pt x="653415" y="1776413"/>
                </a:lnTo>
                <a:close/>
                <a:moveTo>
                  <a:pt x="2656523" y="2544128"/>
                </a:moveTo>
                <a:lnTo>
                  <a:pt x="2669858" y="2557463"/>
                </a:lnTo>
                <a:lnTo>
                  <a:pt x="2656523" y="2570797"/>
                </a:lnTo>
                <a:lnTo>
                  <a:pt x="2643188" y="2557463"/>
                </a:lnTo>
                <a:close/>
                <a:moveTo>
                  <a:pt x="980123" y="2561273"/>
                </a:moveTo>
                <a:lnTo>
                  <a:pt x="995363" y="2576513"/>
                </a:lnTo>
                <a:lnTo>
                  <a:pt x="980123" y="2591753"/>
                </a:lnTo>
                <a:lnTo>
                  <a:pt x="964883" y="2576513"/>
                </a:lnTo>
                <a:close/>
                <a:moveTo>
                  <a:pt x="141923" y="2401253"/>
                </a:moveTo>
                <a:lnTo>
                  <a:pt x="155258" y="2414588"/>
                </a:lnTo>
                <a:lnTo>
                  <a:pt x="141923" y="2427922"/>
                </a:lnTo>
                <a:lnTo>
                  <a:pt x="128588" y="2414588"/>
                </a:lnTo>
                <a:close/>
                <a:moveTo>
                  <a:pt x="980123" y="3303270"/>
                </a:moveTo>
                <a:lnTo>
                  <a:pt x="996315" y="3319463"/>
                </a:lnTo>
                <a:lnTo>
                  <a:pt x="980123" y="3335655"/>
                </a:lnTo>
                <a:lnTo>
                  <a:pt x="963930" y="3319463"/>
                </a:lnTo>
                <a:close/>
                <a:moveTo>
                  <a:pt x="2713673" y="1570672"/>
                </a:moveTo>
                <a:lnTo>
                  <a:pt x="2728913" y="1585913"/>
                </a:lnTo>
                <a:lnTo>
                  <a:pt x="2713673" y="1601153"/>
                </a:lnTo>
                <a:lnTo>
                  <a:pt x="2698433" y="1585913"/>
                </a:lnTo>
                <a:close/>
                <a:moveTo>
                  <a:pt x="1513523" y="2925128"/>
                </a:moveTo>
                <a:lnTo>
                  <a:pt x="1526858" y="2938463"/>
                </a:lnTo>
                <a:lnTo>
                  <a:pt x="1513523" y="2951798"/>
                </a:lnTo>
                <a:lnTo>
                  <a:pt x="1500188" y="2938463"/>
                </a:lnTo>
                <a:close/>
                <a:moveTo>
                  <a:pt x="341948" y="2154555"/>
                </a:moveTo>
                <a:lnTo>
                  <a:pt x="363855" y="2176463"/>
                </a:lnTo>
                <a:lnTo>
                  <a:pt x="341948" y="2198370"/>
                </a:lnTo>
                <a:lnTo>
                  <a:pt x="320040" y="2176463"/>
                </a:lnTo>
                <a:close/>
                <a:moveTo>
                  <a:pt x="437198" y="1433513"/>
                </a:moveTo>
                <a:lnTo>
                  <a:pt x="446723" y="1443038"/>
                </a:lnTo>
                <a:lnTo>
                  <a:pt x="437198" y="1452563"/>
                </a:lnTo>
                <a:lnTo>
                  <a:pt x="427673" y="1443038"/>
                </a:lnTo>
                <a:close/>
                <a:moveTo>
                  <a:pt x="2885123" y="2511743"/>
                </a:moveTo>
                <a:lnTo>
                  <a:pt x="2892743" y="2519363"/>
                </a:lnTo>
                <a:lnTo>
                  <a:pt x="2885123" y="2526982"/>
                </a:lnTo>
                <a:lnTo>
                  <a:pt x="2877503" y="2519363"/>
                </a:lnTo>
                <a:close/>
                <a:moveTo>
                  <a:pt x="2751773" y="2689860"/>
                </a:moveTo>
                <a:lnTo>
                  <a:pt x="2762250" y="2700338"/>
                </a:lnTo>
                <a:lnTo>
                  <a:pt x="2751773" y="2710815"/>
                </a:lnTo>
                <a:lnTo>
                  <a:pt x="2741295" y="2700338"/>
                </a:lnTo>
                <a:close/>
                <a:moveTo>
                  <a:pt x="3247073" y="1667828"/>
                </a:moveTo>
                <a:lnTo>
                  <a:pt x="3269933" y="1690688"/>
                </a:lnTo>
                <a:lnTo>
                  <a:pt x="3247073" y="1713547"/>
                </a:lnTo>
                <a:lnTo>
                  <a:pt x="3224213" y="1690688"/>
                </a:lnTo>
                <a:close/>
                <a:moveTo>
                  <a:pt x="684848" y="1328738"/>
                </a:moveTo>
                <a:lnTo>
                  <a:pt x="703898" y="1347788"/>
                </a:lnTo>
                <a:lnTo>
                  <a:pt x="684848" y="1366838"/>
                </a:lnTo>
                <a:lnTo>
                  <a:pt x="665798" y="1347788"/>
                </a:lnTo>
                <a:close/>
                <a:moveTo>
                  <a:pt x="3218498" y="1695450"/>
                </a:moveTo>
                <a:lnTo>
                  <a:pt x="3232785" y="1709738"/>
                </a:lnTo>
                <a:lnTo>
                  <a:pt x="3218498" y="1724025"/>
                </a:lnTo>
                <a:lnTo>
                  <a:pt x="3204210" y="1709738"/>
                </a:lnTo>
                <a:close/>
                <a:moveTo>
                  <a:pt x="2666048" y="3101340"/>
                </a:moveTo>
                <a:lnTo>
                  <a:pt x="2684145" y="3119438"/>
                </a:lnTo>
                <a:lnTo>
                  <a:pt x="2666048" y="3137535"/>
                </a:lnTo>
                <a:lnTo>
                  <a:pt x="2647950" y="3119438"/>
                </a:lnTo>
                <a:close/>
                <a:moveTo>
                  <a:pt x="2856548" y="1483043"/>
                </a:moveTo>
                <a:lnTo>
                  <a:pt x="2864168" y="1490663"/>
                </a:lnTo>
                <a:lnTo>
                  <a:pt x="2856548" y="1498282"/>
                </a:lnTo>
                <a:lnTo>
                  <a:pt x="2848928" y="1490663"/>
                </a:lnTo>
                <a:close/>
                <a:moveTo>
                  <a:pt x="732473" y="2076450"/>
                </a:moveTo>
                <a:lnTo>
                  <a:pt x="746760" y="2090738"/>
                </a:lnTo>
                <a:lnTo>
                  <a:pt x="732473" y="2105025"/>
                </a:lnTo>
                <a:lnTo>
                  <a:pt x="718185" y="2090738"/>
                </a:lnTo>
                <a:close/>
                <a:moveTo>
                  <a:pt x="1951673" y="2993707"/>
                </a:moveTo>
                <a:lnTo>
                  <a:pt x="1963103" y="3005138"/>
                </a:lnTo>
                <a:lnTo>
                  <a:pt x="1951673" y="3016568"/>
                </a:lnTo>
                <a:lnTo>
                  <a:pt x="1940243" y="3005138"/>
                </a:lnTo>
                <a:close/>
                <a:moveTo>
                  <a:pt x="1932623" y="3587115"/>
                </a:moveTo>
                <a:lnTo>
                  <a:pt x="1950720" y="3605213"/>
                </a:lnTo>
                <a:lnTo>
                  <a:pt x="1932623" y="3623310"/>
                </a:lnTo>
                <a:lnTo>
                  <a:pt x="1914525" y="3605213"/>
                </a:lnTo>
                <a:close/>
                <a:moveTo>
                  <a:pt x="884873" y="138113"/>
                </a:moveTo>
                <a:lnTo>
                  <a:pt x="903923" y="157163"/>
                </a:lnTo>
                <a:lnTo>
                  <a:pt x="884873" y="176213"/>
                </a:lnTo>
                <a:lnTo>
                  <a:pt x="865823" y="157163"/>
                </a:lnTo>
                <a:close/>
                <a:moveTo>
                  <a:pt x="932498" y="589597"/>
                </a:moveTo>
                <a:lnTo>
                  <a:pt x="947737" y="604838"/>
                </a:lnTo>
                <a:lnTo>
                  <a:pt x="932498" y="620078"/>
                </a:lnTo>
                <a:lnTo>
                  <a:pt x="917258" y="604838"/>
                </a:lnTo>
                <a:close/>
                <a:moveTo>
                  <a:pt x="2770823" y="2451735"/>
                </a:moveTo>
                <a:lnTo>
                  <a:pt x="2790825" y="2471738"/>
                </a:lnTo>
                <a:lnTo>
                  <a:pt x="2770823" y="2491740"/>
                </a:lnTo>
                <a:lnTo>
                  <a:pt x="2750820" y="2471738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2102465" y="5033963"/>
            <a:ext cx="1706880" cy="1950720"/>
          </a:xfrm>
          <a:custGeom>
            <a:avLst/>
            <a:gdLst/>
            <a:ahLst/>
            <a:cxnLst/>
            <a:rect l="l" t="t" r="r" b="b"/>
            <a:pathLst>
              <a:path w="1706880" h="1950720">
                <a:moveTo>
                  <a:pt x="699135" y="1344930"/>
                </a:moveTo>
                <a:lnTo>
                  <a:pt x="711518" y="1357313"/>
                </a:lnTo>
                <a:lnTo>
                  <a:pt x="699135" y="1369695"/>
                </a:lnTo>
                <a:lnTo>
                  <a:pt x="686753" y="1357313"/>
                </a:lnTo>
                <a:close/>
                <a:moveTo>
                  <a:pt x="613410" y="24765"/>
                </a:moveTo>
                <a:lnTo>
                  <a:pt x="631508" y="42863"/>
                </a:lnTo>
                <a:lnTo>
                  <a:pt x="613410" y="60960"/>
                </a:lnTo>
                <a:lnTo>
                  <a:pt x="595313" y="42863"/>
                </a:lnTo>
                <a:close/>
                <a:moveTo>
                  <a:pt x="1118235" y="509587"/>
                </a:moveTo>
                <a:lnTo>
                  <a:pt x="1127760" y="519113"/>
                </a:lnTo>
                <a:lnTo>
                  <a:pt x="1118235" y="528638"/>
                </a:lnTo>
                <a:lnTo>
                  <a:pt x="1108710" y="519113"/>
                </a:lnTo>
                <a:close/>
                <a:moveTo>
                  <a:pt x="1365885" y="611505"/>
                </a:moveTo>
                <a:lnTo>
                  <a:pt x="1378268" y="623888"/>
                </a:lnTo>
                <a:lnTo>
                  <a:pt x="1365885" y="636270"/>
                </a:lnTo>
                <a:lnTo>
                  <a:pt x="1353503" y="623888"/>
                </a:lnTo>
                <a:close/>
                <a:moveTo>
                  <a:pt x="422910" y="1620203"/>
                </a:moveTo>
                <a:lnTo>
                  <a:pt x="436245" y="1633538"/>
                </a:lnTo>
                <a:lnTo>
                  <a:pt x="422910" y="1646872"/>
                </a:lnTo>
                <a:lnTo>
                  <a:pt x="409575" y="1633538"/>
                </a:lnTo>
                <a:close/>
                <a:moveTo>
                  <a:pt x="222885" y="650557"/>
                </a:moveTo>
                <a:lnTo>
                  <a:pt x="243840" y="671513"/>
                </a:lnTo>
                <a:lnTo>
                  <a:pt x="222885" y="692468"/>
                </a:lnTo>
                <a:lnTo>
                  <a:pt x="201930" y="671513"/>
                </a:lnTo>
                <a:close/>
                <a:moveTo>
                  <a:pt x="1261110" y="1862138"/>
                </a:moveTo>
                <a:lnTo>
                  <a:pt x="1280160" y="1881187"/>
                </a:lnTo>
                <a:lnTo>
                  <a:pt x="1261110" y="1900238"/>
                </a:lnTo>
                <a:lnTo>
                  <a:pt x="1242060" y="1881187"/>
                </a:lnTo>
                <a:close/>
                <a:moveTo>
                  <a:pt x="718185" y="1624965"/>
                </a:moveTo>
                <a:lnTo>
                  <a:pt x="736283" y="1643063"/>
                </a:lnTo>
                <a:lnTo>
                  <a:pt x="718185" y="1661160"/>
                </a:lnTo>
                <a:lnTo>
                  <a:pt x="700088" y="1643063"/>
                </a:lnTo>
                <a:close/>
                <a:moveTo>
                  <a:pt x="251460" y="320993"/>
                </a:moveTo>
                <a:lnTo>
                  <a:pt x="268605" y="338138"/>
                </a:lnTo>
                <a:lnTo>
                  <a:pt x="251460" y="355282"/>
                </a:lnTo>
                <a:lnTo>
                  <a:pt x="234315" y="338138"/>
                </a:lnTo>
                <a:close/>
                <a:moveTo>
                  <a:pt x="594360" y="1906905"/>
                </a:moveTo>
                <a:lnTo>
                  <a:pt x="616268" y="1928813"/>
                </a:lnTo>
                <a:lnTo>
                  <a:pt x="594360" y="1950720"/>
                </a:lnTo>
                <a:lnTo>
                  <a:pt x="572453" y="1928813"/>
                </a:lnTo>
                <a:close/>
                <a:moveTo>
                  <a:pt x="708660" y="347663"/>
                </a:moveTo>
                <a:lnTo>
                  <a:pt x="727710" y="366713"/>
                </a:lnTo>
                <a:lnTo>
                  <a:pt x="708660" y="385763"/>
                </a:lnTo>
                <a:lnTo>
                  <a:pt x="689610" y="366713"/>
                </a:lnTo>
                <a:close/>
                <a:moveTo>
                  <a:pt x="937260" y="1455420"/>
                </a:moveTo>
                <a:lnTo>
                  <a:pt x="943928" y="1462088"/>
                </a:lnTo>
                <a:lnTo>
                  <a:pt x="937260" y="1468755"/>
                </a:lnTo>
                <a:lnTo>
                  <a:pt x="930593" y="1462088"/>
                </a:lnTo>
                <a:close/>
                <a:moveTo>
                  <a:pt x="1689735" y="1473518"/>
                </a:moveTo>
                <a:lnTo>
                  <a:pt x="1706880" y="1490663"/>
                </a:lnTo>
                <a:lnTo>
                  <a:pt x="1689735" y="1507807"/>
                </a:lnTo>
                <a:lnTo>
                  <a:pt x="1672590" y="1490663"/>
                </a:lnTo>
                <a:close/>
                <a:moveTo>
                  <a:pt x="1203960" y="65722"/>
                </a:moveTo>
                <a:lnTo>
                  <a:pt x="1219200" y="80963"/>
                </a:lnTo>
                <a:lnTo>
                  <a:pt x="1203960" y="96203"/>
                </a:lnTo>
                <a:lnTo>
                  <a:pt x="1188720" y="80963"/>
                </a:lnTo>
                <a:close/>
                <a:moveTo>
                  <a:pt x="22860" y="1401128"/>
                </a:moveTo>
                <a:lnTo>
                  <a:pt x="36195" y="1414463"/>
                </a:lnTo>
                <a:lnTo>
                  <a:pt x="22860" y="1427797"/>
                </a:lnTo>
                <a:lnTo>
                  <a:pt x="9525" y="1414463"/>
                </a:lnTo>
                <a:close/>
                <a:moveTo>
                  <a:pt x="1175385" y="897255"/>
                </a:moveTo>
                <a:lnTo>
                  <a:pt x="1187768" y="909638"/>
                </a:lnTo>
                <a:lnTo>
                  <a:pt x="1175385" y="922020"/>
                </a:lnTo>
                <a:lnTo>
                  <a:pt x="1163003" y="909638"/>
                </a:lnTo>
                <a:close/>
                <a:moveTo>
                  <a:pt x="356235" y="567690"/>
                </a:moveTo>
                <a:lnTo>
                  <a:pt x="374333" y="585788"/>
                </a:lnTo>
                <a:lnTo>
                  <a:pt x="356235" y="603885"/>
                </a:lnTo>
                <a:lnTo>
                  <a:pt x="338138" y="585788"/>
                </a:lnTo>
                <a:close/>
                <a:moveTo>
                  <a:pt x="518160" y="1497330"/>
                </a:moveTo>
                <a:lnTo>
                  <a:pt x="540068" y="1519238"/>
                </a:lnTo>
                <a:lnTo>
                  <a:pt x="518160" y="1541145"/>
                </a:lnTo>
                <a:lnTo>
                  <a:pt x="496253" y="1519238"/>
                </a:lnTo>
                <a:close/>
                <a:moveTo>
                  <a:pt x="603885" y="211455"/>
                </a:moveTo>
                <a:lnTo>
                  <a:pt x="625793" y="233362"/>
                </a:lnTo>
                <a:lnTo>
                  <a:pt x="603885" y="255270"/>
                </a:lnTo>
                <a:lnTo>
                  <a:pt x="581978" y="233362"/>
                </a:lnTo>
                <a:close/>
                <a:moveTo>
                  <a:pt x="299085" y="553403"/>
                </a:moveTo>
                <a:lnTo>
                  <a:pt x="312420" y="566738"/>
                </a:lnTo>
                <a:lnTo>
                  <a:pt x="299085" y="580072"/>
                </a:lnTo>
                <a:lnTo>
                  <a:pt x="285750" y="566738"/>
                </a:lnTo>
                <a:close/>
                <a:moveTo>
                  <a:pt x="803910" y="0"/>
                </a:moveTo>
                <a:lnTo>
                  <a:pt x="818198" y="14288"/>
                </a:lnTo>
                <a:lnTo>
                  <a:pt x="803910" y="28575"/>
                </a:lnTo>
                <a:lnTo>
                  <a:pt x="789623" y="14288"/>
                </a:lnTo>
                <a:close/>
                <a:moveTo>
                  <a:pt x="432435" y="1069657"/>
                </a:moveTo>
                <a:lnTo>
                  <a:pt x="453390" y="1090613"/>
                </a:lnTo>
                <a:lnTo>
                  <a:pt x="432435" y="1111568"/>
                </a:lnTo>
                <a:lnTo>
                  <a:pt x="411480" y="1090613"/>
                </a:lnTo>
                <a:close/>
                <a:moveTo>
                  <a:pt x="41910" y="1482090"/>
                </a:moveTo>
                <a:lnTo>
                  <a:pt x="60008" y="1500188"/>
                </a:lnTo>
                <a:lnTo>
                  <a:pt x="41910" y="1518285"/>
                </a:lnTo>
                <a:lnTo>
                  <a:pt x="23813" y="1500188"/>
                </a:lnTo>
                <a:close/>
                <a:moveTo>
                  <a:pt x="394335" y="1356360"/>
                </a:moveTo>
                <a:lnTo>
                  <a:pt x="414338" y="1376363"/>
                </a:lnTo>
                <a:lnTo>
                  <a:pt x="394335" y="1396365"/>
                </a:lnTo>
                <a:lnTo>
                  <a:pt x="374333" y="1376363"/>
                </a:lnTo>
                <a:close/>
                <a:moveTo>
                  <a:pt x="13335" y="562928"/>
                </a:moveTo>
                <a:lnTo>
                  <a:pt x="26670" y="576263"/>
                </a:lnTo>
                <a:lnTo>
                  <a:pt x="13335" y="589597"/>
                </a:lnTo>
                <a:lnTo>
                  <a:pt x="0" y="576263"/>
                </a:lnTo>
                <a:close/>
                <a:moveTo>
                  <a:pt x="1651635" y="1337310"/>
                </a:moveTo>
                <a:lnTo>
                  <a:pt x="1671638" y="1357313"/>
                </a:lnTo>
                <a:lnTo>
                  <a:pt x="1651635" y="1377315"/>
                </a:lnTo>
                <a:lnTo>
                  <a:pt x="1631633" y="1357313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1303318" y="4576763"/>
            <a:ext cx="3304222" cy="3172778"/>
          </a:xfrm>
          <a:custGeom>
            <a:avLst/>
            <a:gdLst/>
            <a:ahLst/>
            <a:cxnLst/>
            <a:rect l="l" t="t" r="r" b="b"/>
            <a:pathLst>
              <a:path w="3304222" h="3172778">
                <a:moveTo>
                  <a:pt x="1231582" y="2963228"/>
                </a:moveTo>
                <a:lnTo>
                  <a:pt x="1254443" y="2986088"/>
                </a:lnTo>
                <a:lnTo>
                  <a:pt x="1231582" y="3008948"/>
                </a:lnTo>
                <a:lnTo>
                  <a:pt x="1208722" y="2986088"/>
                </a:lnTo>
                <a:close/>
                <a:moveTo>
                  <a:pt x="1965007" y="3068003"/>
                </a:moveTo>
                <a:lnTo>
                  <a:pt x="1987868" y="3090863"/>
                </a:lnTo>
                <a:lnTo>
                  <a:pt x="1965007" y="3113722"/>
                </a:lnTo>
                <a:lnTo>
                  <a:pt x="1942147" y="3090863"/>
                </a:lnTo>
                <a:close/>
                <a:moveTo>
                  <a:pt x="3241357" y="512445"/>
                </a:moveTo>
                <a:lnTo>
                  <a:pt x="3257550" y="528638"/>
                </a:lnTo>
                <a:lnTo>
                  <a:pt x="3241357" y="544830"/>
                </a:lnTo>
                <a:lnTo>
                  <a:pt x="3225165" y="528638"/>
                </a:lnTo>
                <a:close/>
                <a:moveTo>
                  <a:pt x="3012757" y="1925955"/>
                </a:moveTo>
                <a:lnTo>
                  <a:pt x="3034665" y="1947863"/>
                </a:lnTo>
                <a:lnTo>
                  <a:pt x="3012757" y="1969770"/>
                </a:lnTo>
                <a:lnTo>
                  <a:pt x="2990850" y="1947863"/>
                </a:lnTo>
                <a:close/>
                <a:moveTo>
                  <a:pt x="564832" y="2744153"/>
                </a:moveTo>
                <a:lnTo>
                  <a:pt x="578168" y="2757488"/>
                </a:lnTo>
                <a:lnTo>
                  <a:pt x="564832" y="2770822"/>
                </a:lnTo>
                <a:lnTo>
                  <a:pt x="551497" y="2757488"/>
                </a:lnTo>
                <a:close/>
                <a:moveTo>
                  <a:pt x="2488882" y="1995487"/>
                </a:moveTo>
                <a:lnTo>
                  <a:pt x="2498407" y="2005013"/>
                </a:lnTo>
                <a:lnTo>
                  <a:pt x="2488882" y="2014538"/>
                </a:lnTo>
                <a:lnTo>
                  <a:pt x="2479357" y="2005013"/>
                </a:lnTo>
                <a:close/>
                <a:moveTo>
                  <a:pt x="2041207" y="3142297"/>
                </a:moveTo>
                <a:lnTo>
                  <a:pt x="2056447" y="3157538"/>
                </a:lnTo>
                <a:lnTo>
                  <a:pt x="2041207" y="3172778"/>
                </a:lnTo>
                <a:lnTo>
                  <a:pt x="2025968" y="3157538"/>
                </a:lnTo>
                <a:close/>
                <a:moveTo>
                  <a:pt x="69532" y="1836420"/>
                </a:moveTo>
                <a:lnTo>
                  <a:pt x="85725" y="1852612"/>
                </a:lnTo>
                <a:lnTo>
                  <a:pt x="69532" y="1868805"/>
                </a:lnTo>
                <a:lnTo>
                  <a:pt x="53340" y="1852612"/>
                </a:lnTo>
                <a:close/>
                <a:moveTo>
                  <a:pt x="2555557" y="2556510"/>
                </a:moveTo>
                <a:lnTo>
                  <a:pt x="2575560" y="2576513"/>
                </a:lnTo>
                <a:lnTo>
                  <a:pt x="2555557" y="2596515"/>
                </a:lnTo>
                <a:lnTo>
                  <a:pt x="2535555" y="2576513"/>
                </a:lnTo>
                <a:close/>
                <a:moveTo>
                  <a:pt x="698182" y="0"/>
                </a:moveTo>
                <a:lnTo>
                  <a:pt x="712470" y="14288"/>
                </a:lnTo>
                <a:lnTo>
                  <a:pt x="698182" y="28575"/>
                </a:lnTo>
                <a:lnTo>
                  <a:pt x="683895" y="14288"/>
                </a:lnTo>
                <a:close/>
                <a:moveTo>
                  <a:pt x="2688907" y="376238"/>
                </a:moveTo>
                <a:lnTo>
                  <a:pt x="2707957" y="395288"/>
                </a:lnTo>
                <a:lnTo>
                  <a:pt x="2688907" y="414338"/>
                </a:lnTo>
                <a:lnTo>
                  <a:pt x="2669857" y="395288"/>
                </a:lnTo>
                <a:close/>
                <a:moveTo>
                  <a:pt x="3288982" y="722947"/>
                </a:moveTo>
                <a:lnTo>
                  <a:pt x="3304222" y="738188"/>
                </a:lnTo>
                <a:lnTo>
                  <a:pt x="3288982" y="753428"/>
                </a:lnTo>
                <a:lnTo>
                  <a:pt x="3273743" y="738188"/>
                </a:lnTo>
                <a:close/>
                <a:moveTo>
                  <a:pt x="993457" y="2759393"/>
                </a:moveTo>
                <a:lnTo>
                  <a:pt x="1001077" y="2767013"/>
                </a:lnTo>
                <a:lnTo>
                  <a:pt x="993457" y="2774632"/>
                </a:lnTo>
                <a:lnTo>
                  <a:pt x="985838" y="2767013"/>
                </a:lnTo>
                <a:close/>
                <a:moveTo>
                  <a:pt x="2403157" y="2712720"/>
                </a:moveTo>
                <a:lnTo>
                  <a:pt x="2409825" y="2719388"/>
                </a:lnTo>
                <a:lnTo>
                  <a:pt x="2403157" y="2726055"/>
                </a:lnTo>
                <a:lnTo>
                  <a:pt x="2396490" y="2719388"/>
                </a:lnTo>
                <a:close/>
                <a:moveTo>
                  <a:pt x="2488882" y="227647"/>
                </a:moveTo>
                <a:lnTo>
                  <a:pt x="2504122" y="242888"/>
                </a:lnTo>
                <a:lnTo>
                  <a:pt x="2488882" y="258128"/>
                </a:lnTo>
                <a:lnTo>
                  <a:pt x="2473643" y="242888"/>
                </a:lnTo>
                <a:close/>
                <a:moveTo>
                  <a:pt x="2298382" y="2863215"/>
                </a:moveTo>
                <a:lnTo>
                  <a:pt x="2316480" y="2881313"/>
                </a:lnTo>
                <a:lnTo>
                  <a:pt x="2298382" y="2899410"/>
                </a:lnTo>
                <a:lnTo>
                  <a:pt x="2280285" y="2881313"/>
                </a:lnTo>
                <a:close/>
                <a:moveTo>
                  <a:pt x="3069907" y="2338388"/>
                </a:moveTo>
                <a:lnTo>
                  <a:pt x="3079432" y="2347913"/>
                </a:lnTo>
                <a:lnTo>
                  <a:pt x="3069907" y="2357438"/>
                </a:lnTo>
                <a:lnTo>
                  <a:pt x="3060382" y="2347913"/>
                </a:lnTo>
                <a:close/>
                <a:moveTo>
                  <a:pt x="2927032" y="1812607"/>
                </a:moveTo>
                <a:lnTo>
                  <a:pt x="2938463" y="1824038"/>
                </a:lnTo>
                <a:lnTo>
                  <a:pt x="2927032" y="1835468"/>
                </a:lnTo>
                <a:lnTo>
                  <a:pt x="2915602" y="1824038"/>
                </a:lnTo>
                <a:close/>
                <a:moveTo>
                  <a:pt x="21907" y="935355"/>
                </a:moveTo>
                <a:lnTo>
                  <a:pt x="43815" y="957263"/>
                </a:lnTo>
                <a:lnTo>
                  <a:pt x="21907" y="979170"/>
                </a:lnTo>
                <a:lnTo>
                  <a:pt x="0" y="957263"/>
                </a:lnTo>
                <a:close/>
                <a:moveTo>
                  <a:pt x="2660332" y="720090"/>
                </a:moveTo>
                <a:lnTo>
                  <a:pt x="2678430" y="738188"/>
                </a:lnTo>
                <a:lnTo>
                  <a:pt x="2660332" y="756285"/>
                </a:lnTo>
                <a:lnTo>
                  <a:pt x="2642235" y="738188"/>
                </a:lnTo>
                <a:close/>
                <a:moveTo>
                  <a:pt x="1098232" y="2549843"/>
                </a:moveTo>
                <a:lnTo>
                  <a:pt x="1105852" y="2557463"/>
                </a:lnTo>
                <a:lnTo>
                  <a:pt x="1098232" y="2565082"/>
                </a:lnTo>
                <a:lnTo>
                  <a:pt x="1090613" y="2557463"/>
                </a:lnTo>
                <a:close/>
                <a:moveTo>
                  <a:pt x="2374582" y="2820353"/>
                </a:moveTo>
                <a:lnTo>
                  <a:pt x="2397443" y="2843213"/>
                </a:lnTo>
                <a:lnTo>
                  <a:pt x="2374582" y="2866073"/>
                </a:lnTo>
                <a:lnTo>
                  <a:pt x="2351722" y="2843213"/>
                </a:lnTo>
                <a:close/>
                <a:moveTo>
                  <a:pt x="964882" y="600075"/>
                </a:moveTo>
                <a:lnTo>
                  <a:pt x="979170" y="614363"/>
                </a:lnTo>
                <a:lnTo>
                  <a:pt x="964882" y="628650"/>
                </a:lnTo>
                <a:lnTo>
                  <a:pt x="950595" y="614363"/>
                </a:lnTo>
                <a:close/>
                <a:moveTo>
                  <a:pt x="2326957" y="1015365"/>
                </a:moveTo>
                <a:lnTo>
                  <a:pt x="2345055" y="1033462"/>
                </a:lnTo>
                <a:lnTo>
                  <a:pt x="2326957" y="1051560"/>
                </a:lnTo>
                <a:lnTo>
                  <a:pt x="2308860" y="1033462"/>
                </a:lnTo>
                <a:close/>
                <a:moveTo>
                  <a:pt x="1517332" y="747713"/>
                </a:moveTo>
                <a:lnTo>
                  <a:pt x="1526857" y="757238"/>
                </a:lnTo>
                <a:lnTo>
                  <a:pt x="1517332" y="766763"/>
                </a:lnTo>
                <a:lnTo>
                  <a:pt x="1507807" y="757238"/>
                </a:lnTo>
                <a:close/>
                <a:moveTo>
                  <a:pt x="1650682" y="1960245"/>
                </a:moveTo>
                <a:lnTo>
                  <a:pt x="1666875" y="1976438"/>
                </a:lnTo>
                <a:lnTo>
                  <a:pt x="1650682" y="1992630"/>
                </a:lnTo>
                <a:lnTo>
                  <a:pt x="1634490" y="1976438"/>
                </a:lnTo>
                <a:close/>
                <a:moveTo>
                  <a:pt x="1736407" y="1693545"/>
                </a:moveTo>
                <a:lnTo>
                  <a:pt x="1752600" y="1709738"/>
                </a:lnTo>
                <a:lnTo>
                  <a:pt x="1736407" y="1725930"/>
                </a:lnTo>
                <a:lnTo>
                  <a:pt x="1720215" y="1709738"/>
                </a:lnTo>
                <a:close/>
                <a:moveTo>
                  <a:pt x="1507807" y="1602105"/>
                </a:moveTo>
                <a:lnTo>
                  <a:pt x="1520190" y="1614488"/>
                </a:lnTo>
                <a:lnTo>
                  <a:pt x="1507807" y="1626870"/>
                </a:lnTo>
                <a:lnTo>
                  <a:pt x="1495425" y="1614488"/>
                </a:lnTo>
                <a:close/>
                <a:moveTo>
                  <a:pt x="1060132" y="1584960"/>
                </a:moveTo>
                <a:lnTo>
                  <a:pt x="1070610" y="1595438"/>
                </a:lnTo>
                <a:lnTo>
                  <a:pt x="1060132" y="1605915"/>
                </a:lnTo>
                <a:lnTo>
                  <a:pt x="1049655" y="1595438"/>
                </a:lnTo>
                <a:close/>
                <a:moveTo>
                  <a:pt x="1136332" y="939165"/>
                </a:moveTo>
                <a:lnTo>
                  <a:pt x="1154430" y="957263"/>
                </a:lnTo>
                <a:lnTo>
                  <a:pt x="1136332" y="975360"/>
                </a:lnTo>
                <a:lnTo>
                  <a:pt x="1118235" y="957263"/>
                </a:lnTo>
                <a:close/>
                <a:moveTo>
                  <a:pt x="1336357" y="1110615"/>
                </a:moveTo>
                <a:lnTo>
                  <a:pt x="1344930" y="1119188"/>
                </a:lnTo>
                <a:lnTo>
                  <a:pt x="1336357" y="1127760"/>
                </a:lnTo>
                <a:lnTo>
                  <a:pt x="1327785" y="111918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1315700" y="4562475"/>
            <a:ext cx="3048000" cy="2771775"/>
          </a:xfrm>
          <a:custGeom>
            <a:avLst/>
            <a:gdLst/>
            <a:ahLst/>
            <a:cxnLst/>
            <a:rect l="l" t="t" r="r" b="b"/>
            <a:pathLst>
              <a:path w="3048000" h="2771775">
                <a:moveTo>
                  <a:pt x="3009900" y="2409825"/>
                </a:moveTo>
                <a:quadBezTo>
                  <a:pt x="2914650" y="2466975"/>
                  <a:pt x="2819400" y="2562225"/>
                </a:quadBezTo>
                <a:moveTo>
                  <a:pt x="2762250" y="2266950"/>
                </a:moveTo>
                <a:quadBezTo>
                  <a:pt x="2714625" y="2295525"/>
                  <a:pt x="2676525" y="2352675"/>
                </a:quadBezTo>
                <a:moveTo>
                  <a:pt x="752475" y="57150"/>
                </a:moveTo>
                <a:quadBezTo>
                  <a:pt x="819150" y="9525"/>
                  <a:pt x="895350" y="0"/>
                </a:quadBezTo>
                <a:moveTo>
                  <a:pt x="695325" y="2152650"/>
                </a:moveTo>
                <a:quadBezTo>
                  <a:pt x="600075" y="2066925"/>
                  <a:pt x="514350" y="2019300"/>
                </a:quadBezTo>
                <a:moveTo>
                  <a:pt x="1162050" y="2619375"/>
                </a:moveTo>
                <a:quadBezTo>
                  <a:pt x="1095375" y="2581275"/>
                  <a:pt x="1028700" y="2571750"/>
                </a:quadBezTo>
                <a:moveTo>
                  <a:pt x="561975" y="2438400"/>
                </a:moveTo>
                <a:quadBezTo>
                  <a:pt x="457200" y="2343150"/>
                  <a:pt x="352425" y="2286000"/>
                </a:quadBezTo>
                <a:moveTo>
                  <a:pt x="2876550" y="1409700"/>
                </a:moveTo>
                <a:quadBezTo>
                  <a:pt x="2886075" y="1504950"/>
                  <a:pt x="2905125" y="1638300"/>
                </a:quadBezTo>
                <a:moveTo>
                  <a:pt x="733425" y="2257425"/>
                </a:moveTo>
                <a:quadBezTo>
                  <a:pt x="695325" y="2181225"/>
                  <a:pt x="647700" y="2152650"/>
                </a:quadBezTo>
                <a:moveTo>
                  <a:pt x="447675" y="1600200"/>
                </a:moveTo>
                <a:quadBezTo>
                  <a:pt x="428625" y="1533525"/>
                  <a:pt x="409575" y="1495425"/>
                </a:quadBezTo>
                <a:moveTo>
                  <a:pt x="3048000" y="1333500"/>
                </a:moveTo>
                <a:quadBezTo>
                  <a:pt x="3038475" y="1390650"/>
                  <a:pt x="3038475" y="1485900"/>
                </a:quadBezTo>
                <a:moveTo>
                  <a:pt x="9525" y="1076325"/>
                </a:moveTo>
                <a:quadBezTo>
                  <a:pt x="38100" y="923925"/>
                  <a:pt x="66675" y="809625"/>
                </a:quadBezTo>
                <a:moveTo>
                  <a:pt x="2686050" y="2705100"/>
                </a:moveTo>
                <a:quadBezTo>
                  <a:pt x="2647950" y="2724150"/>
                  <a:pt x="2609850" y="2771775"/>
                </a:quadBezTo>
                <a:moveTo>
                  <a:pt x="95250" y="1743075"/>
                </a:moveTo>
                <a:quadBezTo>
                  <a:pt x="47625" y="1628775"/>
                  <a:pt x="0" y="1552575"/>
                </a:quadBezTo>
                <a:moveTo>
                  <a:pt x="533400" y="1057275"/>
                </a:moveTo>
                <a:quadBezTo>
                  <a:pt x="561975" y="971550"/>
                  <a:pt x="600075" y="93345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2087225" y="4933950"/>
            <a:ext cx="1819275" cy="1809750"/>
          </a:xfrm>
          <a:custGeom>
            <a:avLst/>
            <a:gdLst/>
            <a:ahLst/>
            <a:cxnLst/>
            <a:rect l="l" t="t" r="r" b="b"/>
            <a:pathLst>
              <a:path w="1819275" h="1809750">
                <a:moveTo>
                  <a:pt x="104775" y="152400"/>
                </a:moveTo>
                <a:lnTo>
                  <a:pt x="161925" y="457200"/>
                </a:lnTo>
                <a:moveTo>
                  <a:pt x="66675" y="152400"/>
                </a:moveTo>
                <a:lnTo>
                  <a:pt x="104775" y="381000"/>
                </a:lnTo>
                <a:moveTo>
                  <a:pt x="47625" y="161925"/>
                </a:moveTo>
                <a:lnTo>
                  <a:pt x="114300" y="542925"/>
                </a:lnTo>
                <a:moveTo>
                  <a:pt x="0" y="171450"/>
                </a:moveTo>
                <a:lnTo>
                  <a:pt x="57150" y="485775"/>
                </a:lnTo>
                <a:moveTo>
                  <a:pt x="1819275" y="1695450"/>
                </a:moveTo>
                <a:lnTo>
                  <a:pt x="1371600" y="1809750"/>
                </a:lnTo>
                <a:moveTo>
                  <a:pt x="1809750" y="1666875"/>
                </a:moveTo>
                <a:lnTo>
                  <a:pt x="1343025" y="1790700"/>
                </a:lnTo>
                <a:moveTo>
                  <a:pt x="1800225" y="1628775"/>
                </a:moveTo>
                <a:lnTo>
                  <a:pt x="1266825" y="1762125"/>
                </a:lnTo>
                <a:moveTo>
                  <a:pt x="1790700" y="1600200"/>
                </a:moveTo>
                <a:lnTo>
                  <a:pt x="1400175" y="1695450"/>
                </a:lnTo>
                <a:moveTo>
                  <a:pt x="1457325" y="47625"/>
                </a:moveTo>
                <a:lnTo>
                  <a:pt x="1171575" y="428625"/>
                </a:lnTo>
                <a:moveTo>
                  <a:pt x="1438275" y="28575"/>
                </a:moveTo>
                <a:lnTo>
                  <a:pt x="1104900" y="476250"/>
                </a:lnTo>
                <a:moveTo>
                  <a:pt x="1409700" y="9525"/>
                </a:moveTo>
                <a:lnTo>
                  <a:pt x="1162050" y="342900"/>
                </a:lnTo>
                <a:moveTo>
                  <a:pt x="1390650" y="0"/>
                </a:moveTo>
                <a:lnTo>
                  <a:pt x="1038225" y="46672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801475" y="3495675"/>
            <a:ext cx="2152650" cy="2800350"/>
          </a:xfrm>
          <a:custGeom>
            <a:avLst/>
            <a:gdLst/>
            <a:ahLst/>
            <a:cxnLst/>
            <a:rect l="l" t="t" r="r" b="b"/>
            <a:pathLst>
              <a:path w="2152650" h="2800350">
                <a:moveTo>
                  <a:pt x="1038225" y="2800350"/>
                </a:moveTo>
                <a:lnTo>
                  <a:pt x="1028700" y="2790825"/>
                </a:lnTo>
                <a:lnTo>
                  <a:pt x="1019175" y="2743200"/>
                </a:lnTo>
                <a:lnTo>
                  <a:pt x="1009650" y="2724150"/>
                </a:lnTo>
                <a:lnTo>
                  <a:pt x="981075" y="2724150"/>
                </a:lnTo>
                <a:lnTo>
                  <a:pt x="971550" y="2676525"/>
                </a:lnTo>
                <a:lnTo>
                  <a:pt x="981075" y="2657475"/>
                </a:lnTo>
                <a:lnTo>
                  <a:pt x="933450" y="2667000"/>
                </a:lnTo>
                <a:lnTo>
                  <a:pt x="923925" y="2619375"/>
                </a:lnTo>
                <a:lnTo>
                  <a:pt x="904875" y="2600325"/>
                </a:lnTo>
                <a:lnTo>
                  <a:pt x="895350" y="2581275"/>
                </a:lnTo>
                <a:lnTo>
                  <a:pt x="866775" y="2543175"/>
                </a:lnTo>
                <a:lnTo>
                  <a:pt x="857250" y="2533650"/>
                </a:lnTo>
                <a:lnTo>
                  <a:pt x="838200" y="2505075"/>
                </a:lnTo>
                <a:lnTo>
                  <a:pt x="819150" y="2495550"/>
                </a:lnTo>
                <a:lnTo>
                  <a:pt x="819150" y="2476500"/>
                </a:lnTo>
                <a:lnTo>
                  <a:pt x="790575" y="2476500"/>
                </a:lnTo>
                <a:lnTo>
                  <a:pt x="762000" y="2438400"/>
                </a:lnTo>
                <a:lnTo>
                  <a:pt x="742950" y="2409825"/>
                </a:lnTo>
                <a:lnTo>
                  <a:pt x="714375" y="2381250"/>
                </a:lnTo>
                <a:lnTo>
                  <a:pt x="695325" y="2400300"/>
                </a:lnTo>
                <a:lnTo>
                  <a:pt x="685800" y="2381250"/>
                </a:lnTo>
                <a:lnTo>
                  <a:pt x="676275" y="2333625"/>
                </a:lnTo>
                <a:lnTo>
                  <a:pt x="676275" y="2352675"/>
                </a:lnTo>
                <a:lnTo>
                  <a:pt x="638175" y="2333625"/>
                </a:lnTo>
                <a:lnTo>
                  <a:pt x="619125" y="2276475"/>
                </a:lnTo>
                <a:lnTo>
                  <a:pt x="609600" y="2276475"/>
                </a:lnTo>
                <a:lnTo>
                  <a:pt x="571500" y="2276475"/>
                </a:lnTo>
                <a:lnTo>
                  <a:pt x="581025" y="2257425"/>
                </a:lnTo>
                <a:lnTo>
                  <a:pt x="552450" y="2209800"/>
                </a:lnTo>
                <a:lnTo>
                  <a:pt x="542925" y="2200275"/>
                </a:lnTo>
                <a:lnTo>
                  <a:pt x="504825" y="2162175"/>
                </a:lnTo>
                <a:lnTo>
                  <a:pt x="504825" y="2143125"/>
                </a:lnTo>
                <a:lnTo>
                  <a:pt x="590550" y="2143125"/>
                </a:lnTo>
                <a:lnTo>
                  <a:pt x="523875" y="2066925"/>
                </a:lnTo>
                <a:lnTo>
                  <a:pt x="476250" y="2047875"/>
                </a:lnTo>
                <a:lnTo>
                  <a:pt x="504825" y="2076450"/>
                </a:lnTo>
                <a:lnTo>
                  <a:pt x="476250" y="2057400"/>
                </a:lnTo>
                <a:lnTo>
                  <a:pt x="438150" y="2028825"/>
                </a:lnTo>
                <a:lnTo>
                  <a:pt x="457200" y="2000250"/>
                </a:lnTo>
                <a:lnTo>
                  <a:pt x="428625" y="1962150"/>
                </a:lnTo>
                <a:lnTo>
                  <a:pt x="381000" y="1914525"/>
                </a:lnTo>
                <a:lnTo>
                  <a:pt x="352425" y="1924050"/>
                </a:lnTo>
                <a:lnTo>
                  <a:pt x="333375" y="1876425"/>
                </a:lnTo>
                <a:lnTo>
                  <a:pt x="361950" y="1819275"/>
                </a:lnTo>
                <a:lnTo>
                  <a:pt x="323850" y="1809750"/>
                </a:lnTo>
                <a:lnTo>
                  <a:pt x="304800" y="1781175"/>
                </a:lnTo>
                <a:lnTo>
                  <a:pt x="285750" y="1762125"/>
                </a:lnTo>
                <a:lnTo>
                  <a:pt x="295275" y="1752600"/>
                </a:lnTo>
                <a:lnTo>
                  <a:pt x="238125" y="1695450"/>
                </a:lnTo>
                <a:lnTo>
                  <a:pt x="257175" y="1724025"/>
                </a:lnTo>
                <a:lnTo>
                  <a:pt x="228600" y="1704975"/>
                </a:lnTo>
                <a:lnTo>
                  <a:pt x="219075" y="1647825"/>
                </a:lnTo>
                <a:lnTo>
                  <a:pt x="190500" y="1628775"/>
                </a:lnTo>
                <a:lnTo>
                  <a:pt x="209550" y="1552575"/>
                </a:lnTo>
                <a:lnTo>
                  <a:pt x="190500" y="1533525"/>
                </a:lnTo>
                <a:lnTo>
                  <a:pt x="171450" y="1495425"/>
                </a:lnTo>
                <a:lnTo>
                  <a:pt x="152400" y="1457325"/>
                </a:lnTo>
                <a:lnTo>
                  <a:pt x="152400" y="1447800"/>
                </a:lnTo>
                <a:lnTo>
                  <a:pt x="104775" y="1419225"/>
                </a:lnTo>
                <a:lnTo>
                  <a:pt x="85725" y="1390650"/>
                </a:lnTo>
                <a:lnTo>
                  <a:pt x="66675" y="1352550"/>
                </a:lnTo>
                <a:lnTo>
                  <a:pt x="28575" y="1314450"/>
                </a:lnTo>
                <a:lnTo>
                  <a:pt x="28575" y="1266825"/>
                </a:lnTo>
                <a:lnTo>
                  <a:pt x="0" y="1266825"/>
                </a:lnTo>
                <a:lnTo>
                  <a:pt x="0" y="1228725"/>
                </a:lnTo>
                <a:lnTo>
                  <a:pt x="47625" y="1228725"/>
                </a:lnTo>
                <a:lnTo>
                  <a:pt x="66675" y="1209675"/>
                </a:lnTo>
                <a:lnTo>
                  <a:pt x="76200" y="1219200"/>
                </a:lnTo>
                <a:lnTo>
                  <a:pt x="85725" y="1181100"/>
                </a:lnTo>
                <a:lnTo>
                  <a:pt x="114300" y="1162050"/>
                </a:lnTo>
                <a:lnTo>
                  <a:pt x="114300" y="1143000"/>
                </a:lnTo>
                <a:lnTo>
                  <a:pt x="123825" y="1133475"/>
                </a:lnTo>
                <a:lnTo>
                  <a:pt x="123825" y="1133475"/>
                </a:lnTo>
                <a:lnTo>
                  <a:pt x="180975" y="1114425"/>
                </a:lnTo>
                <a:lnTo>
                  <a:pt x="180975" y="1095375"/>
                </a:lnTo>
                <a:lnTo>
                  <a:pt x="200025" y="1057275"/>
                </a:lnTo>
                <a:lnTo>
                  <a:pt x="219075" y="1057275"/>
                </a:lnTo>
                <a:lnTo>
                  <a:pt x="238125" y="1028700"/>
                </a:lnTo>
                <a:lnTo>
                  <a:pt x="285750" y="1000125"/>
                </a:lnTo>
                <a:lnTo>
                  <a:pt x="285750" y="1019175"/>
                </a:lnTo>
                <a:lnTo>
                  <a:pt x="285750" y="971550"/>
                </a:lnTo>
                <a:lnTo>
                  <a:pt x="304800" y="962025"/>
                </a:lnTo>
                <a:lnTo>
                  <a:pt x="314325" y="962025"/>
                </a:lnTo>
                <a:lnTo>
                  <a:pt x="323850" y="962025"/>
                </a:lnTo>
                <a:lnTo>
                  <a:pt x="352425" y="942975"/>
                </a:lnTo>
                <a:lnTo>
                  <a:pt x="400050" y="942975"/>
                </a:lnTo>
                <a:lnTo>
                  <a:pt x="419100" y="885825"/>
                </a:lnTo>
                <a:lnTo>
                  <a:pt x="419100" y="876300"/>
                </a:lnTo>
                <a:lnTo>
                  <a:pt x="466725" y="866775"/>
                </a:lnTo>
                <a:lnTo>
                  <a:pt x="466725" y="847725"/>
                </a:lnTo>
                <a:lnTo>
                  <a:pt x="504825" y="828675"/>
                </a:lnTo>
                <a:lnTo>
                  <a:pt x="495300" y="819150"/>
                </a:lnTo>
                <a:lnTo>
                  <a:pt x="514350" y="781050"/>
                </a:lnTo>
                <a:lnTo>
                  <a:pt x="533400" y="790575"/>
                </a:lnTo>
                <a:lnTo>
                  <a:pt x="571500" y="742950"/>
                </a:lnTo>
                <a:lnTo>
                  <a:pt x="590550" y="762000"/>
                </a:lnTo>
                <a:lnTo>
                  <a:pt x="561975" y="790575"/>
                </a:lnTo>
                <a:lnTo>
                  <a:pt x="514350" y="742950"/>
                </a:lnTo>
                <a:lnTo>
                  <a:pt x="542925" y="704850"/>
                </a:lnTo>
                <a:lnTo>
                  <a:pt x="704850" y="723900"/>
                </a:lnTo>
                <a:lnTo>
                  <a:pt x="733425" y="657225"/>
                </a:lnTo>
                <a:lnTo>
                  <a:pt x="714375" y="638175"/>
                </a:lnTo>
                <a:lnTo>
                  <a:pt x="742950" y="571500"/>
                </a:lnTo>
                <a:lnTo>
                  <a:pt x="790575" y="533400"/>
                </a:lnTo>
                <a:lnTo>
                  <a:pt x="866775" y="495300"/>
                </a:lnTo>
                <a:lnTo>
                  <a:pt x="885825" y="476250"/>
                </a:lnTo>
                <a:lnTo>
                  <a:pt x="866775" y="447675"/>
                </a:lnTo>
                <a:lnTo>
                  <a:pt x="838200" y="400050"/>
                </a:lnTo>
                <a:lnTo>
                  <a:pt x="904875" y="361950"/>
                </a:lnTo>
                <a:lnTo>
                  <a:pt x="847725" y="381000"/>
                </a:lnTo>
                <a:lnTo>
                  <a:pt x="847725" y="361950"/>
                </a:lnTo>
                <a:lnTo>
                  <a:pt x="857250" y="295275"/>
                </a:lnTo>
                <a:lnTo>
                  <a:pt x="857250" y="257175"/>
                </a:lnTo>
                <a:lnTo>
                  <a:pt x="923925" y="257175"/>
                </a:lnTo>
                <a:lnTo>
                  <a:pt x="933450" y="247650"/>
                </a:lnTo>
                <a:lnTo>
                  <a:pt x="962025" y="247650"/>
                </a:lnTo>
                <a:lnTo>
                  <a:pt x="952500" y="190500"/>
                </a:lnTo>
                <a:lnTo>
                  <a:pt x="990600" y="200025"/>
                </a:lnTo>
                <a:lnTo>
                  <a:pt x="990600" y="180975"/>
                </a:lnTo>
                <a:lnTo>
                  <a:pt x="1000125" y="142875"/>
                </a:lnTo>
                <a:lnTo>
                  <a:pt x="1019175" y="142875"/>
                </a:lnTo>
                <a:lnTo>
                  <a:pt x="1047750" y="104775"/>
                </a:lnTo>
                <a:lnTo>
                  <a:pt x="1076325" y="123825"/>
                </a:lnTo>
                <a:lnTo>
                  <a:pt x="1095375" y="76200"/>
                </a:lnTo>
                <a:lnTo>
                  <a:pt x="1123950" y="66675"/>
                </a:lnTo>
                <a:lnTo>
                  <a:pt x="1114425" y="19050"/>
                </a:lnTo>
                <a:lnTo>
                  <a:pt x="1123950" y="9525"/>
                </a:lnTo>
                <a:lnTo>
                  <a:pt x="1123950" y="0"/>
                </a:lnTo>
                <a:lnTo>
                  <a:pt x="1123950" y="66675"/>
                </a:lnTo>
                <a:lnTo>
                  <a:pt x="1181100" y="161925"/>
                </a:lnTo>
                <a:lnTo>
                  <a:pt x="1162050" y="142875"/>
                </a:lnTo>
                <a:lnTo>
                  <a:pt x="1181100" y="95250"/>
                </a:lnTo>
                <a:lnTo>
                  <a:pt x="1200150" y="57150"/>
                </a:lnTo>
                <a:lnTo>
                  <a:pt x="1209675" y="95250"/>
                </a:lnTo>
                <a:lnTo>
                  <a:pt x="1257300" y="123825"/>
                </a:lnTo>
                <a:lnTo>
                  <a:pt x="1276350" y="123825"/>
                </a:lnTo>
                <a:lnTo>
                  <a:pt x="1323975" y="219075"/>
                </a:lnTo>
                <a:lnTo>
                  <a:pt x="1352550" y="238125"/>
                </a:lnTo>
                <a:lnTo>
                  <a:pt x="1352550" y="276225"/>
                </a:lnTo>
                <a:lnTo>
                  <a:pt x="1371600" y="323850"/>
                </a:lnTo>
                <a:lnTo>
                  <a:pt x="1390650" y="352425"/>
                </a:lnTo>
                <a:lnTo>
                  <a:pt x="1400175" y="371475"/>
                </a:lnTo>
                <a:lnTo>
                  <a:pt x="1428750" y="409575"/>
                </a:lnTo>
                <a:lnTo>
                  <a:pt x="1438275" y="438150"/>
                </a:lnTo>
                <a:lnTo>
                  <a:pt x="1438275" y="476250"/>
                </a:lnTo>
                <a:lnTo>
                  <a:pt x="1476375" y="523875"/>
                </a:lnTo>
                <a:lnTo>
                  <a:pt x="1495425" y="552450"/>
                </a:lnTo>
                <a:lnTo>
                  <a:pt x="1524000" y="571500"/>
                </a:lnTo>
                <a:lnTo>
                  <a:pt x="1504950" y="628650"/>
                </a:lnTo>
                <a:lnTo>
                  <a:pt x="1533525" y="638175"/>
                </a:lnTo>
                <a:lnTo>
                  <a:pt x="1524000" y="666750"/>
                </a:lnTo>
                <a:lnTo>
                  <a:pt x="1562100" y="695325"/>
                </a:lnTo>
                <a:lnTo>
                  <a:pt x="1600200" y="733425"/>
                </a:lnTo>
                <a:lnTo>
                  <a:pt x="1590675" y="781050"/>
                </a:lnTo>
                <a:lnTo>
                  <a:pt x="1647825" y="809625"/>
                </a:lnTo>
                <a:lnTo>
                  <a:pt x="1666875" y="828675"/>
                </a:lnTo>
                <a:lnTo>
                  <a:pt x="1685925" y="857250"/>
                </a:lnTo>
                <a:lnTo>
                  <a:pt x="1695450" y="885825"/>
                </a:lnTo>
                <a:lnTo>
                  <a:pt x="1733550" y="942975"/>
                </a:lnTo>
                <a:lnTo>
                  <a:pt x="1743075" y="952500"/>
                </a:lnTo>
                <a:lnTo>
                  <a:pt x="1781175" y="962025"/>
                </a:lnTo>
                <a:lnTo>
                  <a:pt x="1762125" y="990600"/>
                </a:lnTo>
                <a:lnTo>
                  <a:pt x="1771650" y="1038225"/>
                </a:lnTo>
                <a:lnTo>
                  <a:pt x="1781175" y="1066800"/>
                </a:lnTo>
                <a:lnTo>
                  <a:pt x="1819275" y="1066800"/>
                </a:lnTo>
                <a:lnTo>
                  <a:pt x="1828800" y="1095375"/>
                </a:lnTo>
                <a:lnTo>
                  <a:pt x="1847850" y="1095375"/>
                </a:lnTo>
                <a:lnTo>
                  <a:pt x="1847850" y="1123950"/>
                </a:lnTo>
                <a:lnTo>
                  <a:pt x="1866900" y="1133475"/>
                </a:lnTo>
                <a:lnTo>
                  <a:pt x="1847850" y="1190625"/>
                </a:lnTo>
                <a:lnTo>
                  <a:pt x="1857375" y="1209675"/>
                </a:lnTo>
                <a:lnTo>
                  <a:pt x="1885950" y="1200150"/>
                </a:lnTo>
                <a:lnTo>
                  <a:pt x="1895475" y="1247775"/>
                </a:lnTo>
                <a:lnTo>
                  <a:pt x="1924050" y="1266825"/>
                </a:lnTo>
                <a:lnTo>
                  <a:pt x="1924050" y="1304925"/>
                </a:lnTo>
                <a:lnTo>
                  <a:pt x="1914525" y="1333500"/>
                </a:lnTo>
                <a:lnTo>
                  <a:pt x="1914525" y="1333500"/>
                </a:lnTo>
                <a:lnTo>
                  <a:pt x="1952625" y="1381125"/>
                </a:lnTo>
                <a:lnTo>
                  <a:pt x="1962150" y="1400175"/>
                </a:lnTo>
                <a:lnTo>
                  <a:pt x="1962150" y="1438275"/>
                </a:lnTo>
                <a:lnTo>
                  <a:pt x="1971675" y="1419225"/>
                </a:lnTo>
                <a:lnTo>
                  <a:pt x="1990725" y="1485900"/>
                </a:lnTo>
                <a:lnTo>
                  <a:pt x="2028825" y="1485900"/>
                </a:lnTo>
                <a:lnTo>
                  <a:pt x="2028825" y="1524000"/>
                </a:lnTo>
                <a:lnTo>
                  <a:pt x="2047875" y="1514475"/>
                </a:lnTo>
                <a:lnTo>
                  <a:pt x="2057400" y="1562100"/>
                </a:lnTo>
                <a:lnTo>
                  <a:pt x="2047875" y="1590675"/>
                </a:lnTo>
                <a:lnTo>
                  <a:pt x="2076450" y="1590675"/>
                </a:lnTo>
                <a:lnTo>
                  <a:pt x="2095500" y="1619250"/>
                </a:lnTo>
                <a:lnTo>
                  <a:pt x="2133600" y="1657350"/>
                </a:lnTo>
                <a:lnTo>
                  <a:pt x="2114550" y="1657350"/>
                </a:lnTo>
                <a:lnTo>
                  <a:pt x="2133600" y="1704975"/>
                </a:lnTo>
                <a:lnTo>
                  <a:pt x="2152650" y="1590675"/>
                </a:lnTo>
                <a:lnTo>
                  <a:pt x="2152650" y="1666875"/>
                </a:lnTo>
                <a:lnTo>
                  <a:pt x="2076450" y="1685925"/>
                </a:lnTo>
                <a:lnTo>
                  <a:pt x="2000250" y="1800225"/>
                </a:lnTo>
                <a:lnTo>
                  <a:pt x="1952625" y="1819275"/>
                </a:lnTo>
                <a:lnTo>
                  <a:pt x="2019300" y="1762125"/>
                </a:lnTo>
                <a:lnTo>
                  <a:pt x="1962150" y="1809750"/>
                </a:lnTo>
                <a:lnTo>
                  <a:pt x="2066925" y="1809750"/>
                </a:lnTo>
                <a:lnTo>
                  <a:pt x="1990725" y="1781175"/>
                </a:lnTo>
                <a:lnTo>
                  <a:pt x="1962150" y="1866900"/>
                </a:lnTo>
                <a:lnTo>
                  <a:pt x="1962150" y="1847850"/>
                </a:lnTo>
                <a:lnTo>
                  <a:pt x="1990725" y="1876425"/>
                </a:lnTo>
                <a:lnTo>
                  <a:pt x="1952625" y="1876425"/>
                </a:lnTo>
                <a:lnTo>
                  <a:pt x="1952625" y="1914525"/>
                </a:lnTo>
                <a:lnTo>
                  <a:pt x="1971675" y="1885950"/>
                </a:lnTo>
                <a:lnTo>
                  <a:pt x="1924050" y="1914525"/>
                </a:lnTo>
                <a:lnTo>
                  <a:pt x="1905000" y="1952625"/>
                </a:lnTo>
                <a:lnTo>
                  <a:pt x="1857375" y="1933575"/>
                </a:lnTo>
                <a:lnTo>
                  <a:pt x="1819275" y="1924050"/>
                </a:lnTo>
                <a:lnTo>
                  <a:pt x="1819275" y="2000250"/>
                </a:lnTo>
                <a:lnTo>
                  <a:pt x="1819275" y="2028825"/>
                </a:lnTo>
                <a:lnTo>
                  <a:pt x="1762125" y="2047875"/>
                </a:lnTo>
                <a:lnTo>
                  <a:pt x="1752600" y="2047875"/>
                </a:lnTo>
                <a:lnTo>
                  <a:pt x="1724025" y="2105025"/>
                </a:lnTo>
                <a:lnTo>
                  <a:pt x="1685925" y="2124075"/>
                </a:lnTo>
                <a:lnTo>
                  <a:pt x="1695450" y="2143125"/>
                </a:lnTo>
                <a:lnTo>
                  <a:pt x="1714500" y="2152650"/>
                </a:lnTo>
                <a:lnTo>
                  <a:pt x="1704975" y="2171700"/>
                </a:lnTo>
                <a:lnTo>
                  <a:pt x="1695450" y="2181225"/>
                </a:lnTo>
                <a:lnTo>
                  <a:pt x="1685925" y="2209800"/>
                </a:lnTo>
                <a:lnTo>
                  <a:pt x="1657350" y="2219325"/>
                </a:lnTo>
                <a:lnTo>
                  <a:pt x="1647825" y="2247900"/>
                </a:lnTo>
                <a:lnTo>
                  <a:pt x="1619250" y="2257425"/>
                </a:lnTo>
                <a:lnTo>
                  <a:pt x="1600200" y="2305050"/>
                </a:lnTo>
                <a:lnTo>
                  <a:pt x="1590675" y="2324100"/>
                </a:lnTo>
                <a:lnTo>
                  <a:pt x="1571625" y="2333625"/>
                </a:lnTo>
                <a:lnTo>
                  <a:pt x="1552575" y="2324100"/>
                </a:lnTo>
                <a:lnTo>
                  <a:pt x="1514475" y="2362200"/>
                </a:lnTo>
                <a:lnTo>
                  <a:pt x="1504950" y="2381250"/>
                </a:lnTo>
                <a:lnTo>
                  <a:pt x="1476375" y="2400300"/>
                </a:lnTo>
                <a:lnTo>
                  <a:pt x="1447800" y="2409825"/>
                </a:lnTo>
                <a:lnTo>
                  <a:pt x="1457325" y="2409825"/>
                </a:lnTo>
                <a:lnTo>
                  <a:pt x="1409700" y="2419350"/>
                </a:lnTo>
                <a:lnTo>
                  <a:pt x="1419225" y="2438400"/>
                </a:lnTo>
                <a:lnTo>
                  <a:pt x="1400175" y="2457450"/>
                </a:lnTo>
                <a:lnTo>
                  <a:pt x="1371600" y="2486025"/>
                </a:lnTo>
                <a:lnTo>
                  <a:pt x="1371600" y="2514600"/>
                </a:lnTo>
                <a:lnTo>
                  <a:pt x="1333500" y="2543175"/>
                </a:lnTo>
                <a:lnTo>
                  <a:pt x="1314450" y="2552700"/>
                </a:lnTo>
                <a:lnTo>
                  <a:pt x="1323975" y="2581275"/>
                </a:lnTo>
                <a:lnTo>
                  <a:pt x="1314450" y="2600325"/>
                </a:lnTo>
                <a:lnTo>
                  <a:pt x="1285875" y="2619375"/>
                </a:lnTo>
                <a:lnTo>
                  <a:pt x="1257300" y="2628900"/>
                </a:lnTo>
                <a:lnTo>
                  <a:pt x="1228725" y="2657475"/>
                </a:lnTo>
                <a:lnTo>
                  <a:pt x="1200150" y="2647950"/>
                </a:lnTo>
                <a:lnTo>
                  <a:pt x="1200150" y="2676525"/>
                </a:lnTo>
                <a:lnTo>
                  <a:pt x="1181100" y="2686050"/>
                </a:lnTo>
                <a:lnTo>
                  <a:pt x="1162050" y="2724150"/>
                </a:lnTo>
                <a:lnTo>
                  <a:pt x="1143000" y="2714625"/>
                </a:lnTo>
                <a:lnTo>
                  <a:pt x="1123950" y="2743200"/>
                </a:lnTo>
                <a:lnTo>
                  <a:pt x="1095375" y="2752725"/>
                </a:lnTo>
                <a:lnTo>
                  <a:pt x="1095375" y="2781300"/>
                </a:lnTo>
                <a:lnTo>
                  <a:pt x="1085850" y="2790825"/>
                </a:lnTo>
                <a:close/>
              </a:path>
            </a:pathLst>
          </a:custGeom>
          <a:solidFill>
            <a:srgbClr val="14729E">
              <a:alpha val="11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1649075" y="3238500"/>
            <a:ext cx="2457450" cy="3286125"/>
          </a:xfrm>
          <a:custGeom>
            <a:avLst/>
            <a:gdLst/>
            <a:ahLst/>
            <a:cxnLst/>
            <a:rect l="l" t="t" r="r" b="b"/>
            <a:pathLst>
              <a:path w="2457450" h="3286125">
                <a:moveTo>
                  <a:pt x="1219200" y="3286125"/>
                </a:moveTo>
                <a:lnTo>
                  <a:pt x="1190625" y="3276600"/>
                </a:lnTo>
                <a:lnTo>
                  <a:pt x="1162050" y="3238500"/>
                </a:lnTo>
                <a:lnTo>
                  <a:pt x="1162050" y="3238500"/>
                </a:lnTo>
                <a:lnTo>
                  <a:pt x="1133475" y="3209925"/>
                </a:lnTo>
                <a:lnTo>
                  <a:pt x="1133475" y="3152775"/>
                </a:lnTo>
                <a:lnTo>
                  <a:pt x="1104900" y="3143250"/>
                </a:lnTo>
                <a:lnTo>
                  <a:pt x="1085850" y="3105150"/>
                </a:lnTo>
                <a:lnTo>
                  <a:pt x="1076325" y="3095625"/>
                </a:lnTo>
                <a:lnTo>
                  <a:pt x="1028700" y="3038475"/>
                </a:lnTo>
                <a:lnTo>
                  <a:pt x="1009650" y="3019425"/>
                </a:lnTo>
                <a:lnTo>
                  <a:pt x="1000125" y="3000375"/>
                </a:lnTo>
                <a:lnTo>
                  <a:pt x="990600" y="2962275"/>
                </a:lnTo>
                <a:lnTo>
                  <a:pt x="942975" y="2952750"/>
                </a:lnTo>
                <a:lnTo>
                  <a:pt x="933450" y="2914650"/>
                </a:lnTo>
                <a:lnTo>
                  <a:pt x="923925" y="2914650"/>
                </a:lnTo>
                <a:lnTo>
                  <a:pt x="895350" y="2886075"/>
                </a:lnTo>
                <a:lnTo>
                  <a:pt x="876300" y="2876550"/>
                </a:lnTo>
                <a:lnTo>
                  <a:pt x="847725" y="2828925"/>
                </a:lnTo>
                <a:lnTo>
                  <a:pt x="828675" y="2800350"/>
                </a:lnTo>
                <a:lnTo>
                  <a:pt x="819150" y="2800350"/>
                </a:lnTo>
                <a:lnTo>
                  <a:pt x="790575" y="2781300"/>
                </a:lnTo>
                <a:lnTo>
                  <a:pt x="762000" y="2752725"/>
                </a:lnTo>
                <a:lnTo>
                  <a:pt x="742950" y="2733675"/>
                </a:lnTo>
                <a:lnTo>
                  <a:pt x="733425" y="2705100"/>
                </a:lnTo>
                <a:lnTo>
                  <a:pt x="695325" y="2695575"/>
                </a:lnTo>
                <a:lnTo>
                  <a:pt x="666750" y="2657475"/>
                </a:lnTo>
                <a:lnTo>
                  <a:pt x="666750" y="2638425"/>
                </a:lnTo>
                <a:lnTo>
                  <a:pt x="638175" y="2638425"/>
                </a:lnTo>
                <a:lnTo>
                  <a:pt x="638175" y="2571750"/>
                </a:lnTo>
                <a:lnTo>
                  <a:pt x="609600" y="2571750"/>
                </a:lnTo>
                <a:lnTo>
                  <a:pt x="571500" y="2562225"/>
                </a:lnTo>
                <a:lnTo>
                  <a:pt x="561975" y="2533650"/>
                </a:lnTo>
                <a:lnTo>
                  <a:pt x="590550" y="2381250"/>
                </a:lnTo>
                <a:lnTo>
                  <a:pt x="600075" y="2419350"/>
                </a:lnTo>
                <a:lnTo>
                  <a:pt x="581025" y="2428875"/>
                </a:lnTo>
                <a:lnTo>
                  <a:pt x="571500" y="2428875"/>
                </a:lnTo>
                <a:lnTo>
                  <a:pt x="561975" y="2390775"/>
                </a:lnTo>
                <a:lnTo>
                  <a:pt x="561975" y="2333625"/>
                </a:lnTo>
                <a:lnTo>
                  <a:pt x="495300" y="2324100"/>
                </a:lnTo>
                <a:lnTo>
                  <a:pt x="476250" y="2286000"/>
                </a:lnTo>
                <a:lnTo>
                  <a:pt x="457200" y="2257425"/>
                </a:lnTo>
                <a:lnTo>
                  <a:pt x="371475" y="2238375"/>
                </a:lnTo>
                <a:lnTo>
                  <a:pt x="419100" y="2171700"/>
                </a:lnTo>
                <a:lnTo>
                  <a:pt x="390525" y="2171700"/>
                </a:lnTo>
                <a:lnTo>
                  <a:pt x="371475" y="2143125"/>
                </a:lnTo>
                <a:lnTo>
                  <a:pt x="342900" y="2114550"/>
                </a:lnTo>
                <a:lnTo>
                  <a:pt x="323850" y="2095500"/>
                </a:lnTo>
                <a:lnTo>
                  <a:pt x="285750" y="2057400"/>
                </a:lnTo>
                <a:lnTo>
                  <a:pt x="304800" y="2057400"/>
                </a:lnTo>
                <a:lnTo>
                  <a:pt x="285750" y="2028825"/>
                </a:lnTo>
                <a:lnTo>
                  <a:pt x="247650" y="1943100"/>
                </a:lnTo>
                <a:lnTo>
                  <a:pt x="238125" y="1933575"/>
                </a:lnTo>
                <a:lnTo>
                  <a:pt x="228600" y="1866900"/>
                </a:lnTo>
                <a:lnTo>
                  <a:pt x="228600" y="1847850"/>
                </a:lnTo>
                <a:lnTo>
                  <a:pt x="209550" y="1790700"/>
                </a:lnTo>
                <a:lnTo>
                  <a:pt x="190500" y="1790700"/>
                </a:lnTo>
                <a:lnTo>
                  <a:pt x="152400" y="1733550"/>
                </a:lnTo>
                <a:lnTo>
                  <a:pt x="161925" y="1695450"/>
                </a:lnTo>
                <a:lnTo>
                  <a:pt x="123825" y="1676400"/>
                </a:lnTo>
                <a:lnTo>
                  <a:pt x="95250" y="1619250"/>
                </a:lnTo>
                <a:lnTo>
                  <a:pt x="95250" y="1590675"/>
                </a:lnTo>
                <a:lnTo>
                  <a:pt x="57150" y="1562100"/>
                </a:lnTo>
                <a:lnTo>
                  <a:pt x="19050" y="1524000"/>
                </a:lnTo>
                <a:lnTo>
                  <a:pt x="0" y="1485900"/>
                </a:lnTo>
                <a:lnTo>
                  <a:pt x="9525" y="1457325"/>
                </a:lnTo>
                <a:lnTo>
                  <a:pt x="66675" y="1495425"/>
                </a:lnTo>
                <a:lnTo>
                  <a:pt x="66675" y="1447800"/>
                </a:lnTo>
                <a:lnTo>
                  <a:pt x="85725" y="1438275"/>
                </a:lnTo>
                <a:lnTo>
                  <a:pt x="104775" y="1409700"/>
                </a:lnTo>
                <a:lnTo>
                  <a:pt x="104775" y="1371600"/>
                </a:lnTo>
                <a:lnTo>
                  <a:pt x="114300" y="1362075"/>
                </a:lnTo>
                <a:lnTo>
                  <a:pt x="152400" y="1333500"/>
                </a:lnTo>
                <a:lnTo>
                  <a:pt x="161925" y="1314450"/>
                </a:lnTo>
                <a:lnTo>
                  <a:pt x="180975" y="1314450"/>
                </a:lnTo>
                <a:lnTo>
                  <a:pt x="200025" y="1295400"/>
                </a:lnTo>
                <a:lnTo>
                  <a:pt x="209550" y="1247775"/>
                </a:lnTo>
                <a:lnTo>
                  <a:pt x="257175" y="1228725"/>
                </a:lnTo>
                <a:lnTo>
                  <a:pt x="266700" y="1209675"/>
                </a:lnTo>
                <a:lnTo>
                  <a:pt x="285750" y="1190625"/>
                </a:lnTo>
                <a:lnTo>
                  <a:pt x="314325" y="1181100"/>
                </a:lnTo>
                <a:lnTo>
                  <a:pt x="314325" y="1171575"/>
                </a:lnTo>
                <a:lnTo>
                  <a:pt x="342900" y="1162050"/>
                </a:lnTo>
                <a:lnTo>
                  <a:pt x="371475" y="1143000"/>
                </a:lnTo>
                <a:lnTo>
                  <a:pt x="390525" y="1123950"/>
                </a:lnTo>
                <a:lnTo>
                  <a:pt x="419100" y="1104900"/>
                </a:lnTo>
                <a:lnTo>
                  <a:pt x="428625" y="1076325"/>
                </a:lnTo>
                <a:lnTo>
                  <a:pt x="476250" y="1066800"/>
                </a:lnTo>
                <a:lnTo>
                  <a:pt x="485775" y="1057275"/>
                </a:lnTo>
                <a:lnTo>
                  <a:pt x="495300" y="1047750"/>
                </a:lnTo>
                <a:lnTo>
                  <a:pt x="514350" y="990600"/>
                </a:lnTo>
                <a:lnTo>
                  <a:pt x="542925" y="1000125"/>
                </a:lnTo>
                <a:lnTo>
                  <a:pt x="542925" y="962025"/>
                </a:lnTo>
                <a:lnTo>
                  <a:pt x="571500" y="962025"/>
                </a:lnTo>
                <a:lnTo>
                  <a:pt x="590550" y="933450"/>
                </a:lnTo>
                <a:lnTo>
                  <a:pt x="628650" y="895350"/>
                </a:lnTo>
                <a:lnTo>
                  <a:pt x="638175" y="914400"/>
                </a:lnTo>
                <a:lnTo>
                  <a:pt x="685800" y="895350"/>
                </a:lnTo>
                <a:lnTo>
                  <a:pt x="762000" y="819150"/>
                </a:lnTo>
                <a:lnTo>
                  <a:pt x="714375" y="847725"/>
                </a:lnTo>
                <a:lnTo>
                  <a:pt x="771525" y="828675"/>
                </a:lnTo>
                <a:lnTo>
                  <a:pt x="790575" y="771525"/>
                </a:lnTo>
                <a:lnTo>
                  <a:pt x="800100" y="704850"/>
                </a:lnTo>
                <a:lnTo>
                  <a:pt x="866775" y="695325"/>
                </a:lnTo>
                <a:lnTo>
                  <a:pt x="914400" y="647700"/>
                </a:lnTo>
                <a:lnTo>
                  <a:pt x="962025" y="600075"/>
                </a:lnTo>
                <a:lnTo>
                  <a:pt x="952500" y="542925"/>
                </a:lnTo>
                <a:lnTo>
                  <a:pt x="942975" y="504825"/>
                </a:lnTo>
                <a:lnTo>
                  <a:pt x="990600" y="514350"/>
                </a:lnTo>
                <a:lnTo>
                  <a:pt x="990600" y="514350"/>
                </a:lnTo>
                <a:lnTo>
                  <a:pt x="1000125" y="466725"/>
                </a:lnTo>
                <a:lnTo>
                  <a:pt x="1009650" y="390525"/>
                </a:lnTo>
                <a:lnTo>
                  <a:pt x="990600" y="390525"/>
                </a:lnTo>
                <a:lnTo>
                  <a:pt x="1038225" y="323850"/>
                </a:lnTo>
                <a:lnTo>
                  <a:pt x="1076325" y="314325"/>
                </a:lnTo>
                <a:lnTo>
                  <a:pt x="1047750" y="304800"/>
                </a:lnTo>
                <a:lnTo>
                  <a:pt x="1085850" y="304800"/>
                </a:lnTo>
                <a:lnTo>
                  <a:pt x="1104900" y="266700"/>
                </a:lnTo>
                <a:lnTo>
                  <a:pt x="1114425" y="238125"/>
                </a:lnTo>
                <a:lnTo>
                  <a:pt x="1133475" y="209550"/>
                </a:lnTo>
                <a:lnTo>
                  <a:pt x="1152525" y="209550"/>
                </a:lnTo>
                <a:lnTo>
                  <a:pt x="1181100" y="161925"/>
                </a:lnTo>
                <a:lnTo>
                  <a:pt x="1219200" y="180975"/>
                </a:lnTo>
                <a:lnTo>
                  <a:pt x="1209675" y="123825"/>
                </a:lnTo>
                <a:lnTo>
                  <a:pt x="1219200" y="123825"/>
                </a:lnTo>
                <a:lnTo>
                  <a:pt x="1266825" y="95250"/>
                </a:lnTo>
                <a:lnTo>
                  <a:pt x="1257300" y="47625"/>
                </a:lnTo>
                <a:lnTo>
                  <a:pt x="1266825" y="47625"/>
                </a:lnTo>
                <a:lnTo>
                  <a:pt x="1304925" y="9525"/>
                </a:lnTo>
                <a:lnTo>
                  <a:pt x="1276350" y="0"/>
                </a:lnTo>
                <a:lnTo>
                  <a:pt x="1276350" y="38100"/>
                </a:lnTo>
                <a:lnTo>
                  <a:pt x="1333500" y="95250"/>
                </a:lnTo>
                <a:lnTo>
                  <a:pt x="1371600" y="133350"/>
                </a:lnTo>
                <a:lnTo>
                  <a:pt x="1390650" y="161925"/>
                </a:lnTo>
                <a:lnTo>
                  <a:pt x="1400175" y="133350"/>
                </a:lnTo>
                <a:lnTo>
                  <a:pt x="1466850" y="171450"/>
                </a:lnTo>
                <a:lnTo>
                  <a:pt x="1476375" y="161925"/>
                </a:lnTo>
                <a:lnTo>
                  <a:pt x="1485900" y="180975"/>
                </a:lnTo>
                <a:lnTo>
                  <a:pt x="1495425" y="238125"/>
                </a:lnTo>
                <a:lnTo>
                  <a:pt x="1514475" y="333375"/>
                </a:lnTo>
                <a:lnTo>
                  <a:pt x="1562100" y="400050"/>
                </a:lnTo>
                <a:lnTo>
                  <a:pt x="1581150" y="457200"/>
                </a:lnTo>
                <a:lnTo>
                  <a:pt x="1628775" y="457200"/>
                </a:lnTo>
                <a:lnTo>
                  <a:pt x="1628775" y="504825"/>
                </a:lnTo>
                <a:lnTo>
                  <a:pt x="1638300" y="561975"/>
                </a:lnTo>
                <a:lnTo>
                  <a:pt x="1666875" y="590550"/>
                </a:lnTo>
                <a:lnTo>
                  <a:pt x="1695450" y="581025"/>
                </a:lnTo>
                <a:lnTo>
                  <a:pt x="1685925" y="609600"/>
                </a:lnTo>
                <a:lnTo>
                  <a:pt x="1733550" y="666750"/>
                </a:lnTo>
                <a:lnTo>
                  <a:pt x="1724025" y="742950"/>
                </a:lnTo>
                <a:lnTo>
                  <a:pt x="1771650" y="742950"/>
                </a:lnTo>
                <a:lnTo>
                  <a:pt x="1752600" y="819150"/>
                </a:lnTo>
                <a:lnTo>
                  <a:pt x="1800225" y="809625"/>
                </a:lnTo>
                <a:lnTo>
                  <a:pt x="1781175" y="876300"/>
                </a:lnTo>
                <a:lnTo>
                  <a:pt x="1828800" y="914400"/>
                </a:lnTo>
                <a:lnTo>
                  <a:pt x="1857375" y="933450"/>
                </a:lnTo>
                <a:lnTo>
                  <a:pt x="1905000" y="981075"/>
                </a:lnTo>
                <a:lnTo>
                  <a:pt x="1933575" y="1009650"/>
                </a:lnTo>
                <a:lnTo>
                  <a:pt x="1962150" y="1057275"/>
                </a:lnTo>
                <a:lnTo>
                  <a:pt x="1981200" y="1066800"/>
                </a:lnTo>
                <a:lnTo>
                  <a:pt x="1990725" y="1114425"/>
                </a:lnTo>
                <a:lnTo>
                  <a:pt x="2028825" y="1162050"/>
                </a:lnTo>
                <a:lnTo>
                  <a:pt x="2038350" y="1200150"/>
                </a:lnTo>
                <a:lnTo>
                  <a:pt x="2057400" y="1190625"/>
                </a:lnTo>
                <a:lnTo>
                  <a:pt x="2085975" y="1238250"/>
                </a:lnTo>
                <a:lnTo>
                  <a:pt x="2085975" y="1285875"/>
                </a:lnTo>
                <a:lnTo>
                  <a:pt x="2076450" y="1285875"/>
                </a:lnTo>
                <a:lnTo>
                  <a:pt x="2095500" y="1323975"/>
                </a:lnTo>
                <a:lnTo>
                  <a:pt x="2143125" y="1314450"/>
                </a:lnTo>
                <a:lnTo>
                  <a:pt x="2162175" y="1352550"/>
                </a:lnTo>
                <a:lnTo>
                  <a:pt x="2152650" y="1400175"/>
                </a:lnTo>
                <a:lnTo>
                  <a:pt x="2171700" y="1419225"/>
                </a:lnTo>
                <a:lnTo>
                  <a:pt x="2171700" y="1438275"/>
                </a:lnTo>
                <a:lnTo>
                  <a:pt x="2200275" y="1457325"/>
                </a:lnTo>
                <a:lnTo>
                  <a:pt x="2200275" y="1504950"/>
                </a:lnTo>
                <a:lnTo>
                  <a:pt x="2219325" y="1514475"/>
                </a:lnTo>
                <a:lnTo>
                  <a:pt x="2238375" y="1571625"/>
                </a:lnTo>
                <a:lnTo>
                  <a:pt x="2257425" y="1600200"/>
                </a:lnTo>
                <a:lnTo>
                  <a:pt x="2238375" y="1609725"/>
                </a:lnTo>
                <a:lnTo>
                  <a:pt x="2286000" y="1666875"/>
                </a:lnTo>
                <a:lnTo>
                  <a:pt x="2266950" y="1657350"/>
                </a:lnTo>
                <a:lnTo>
                  <a:pt x="2305050" y="1704975"/>
                </a:lnTo>
                <a:lnTo>
                  <a:pt x="2314575" y="1724025"/>
                </a:lnTo>
                <a:lnTo>
                  <a:pt x="2324100" y="1743075"/>
                </a:lnTo>
                <a:lnTo>
                  <a:pt x="2343150" y="1762125"/>
                </a:lnTo>
                <a:lnTo>
                  <a:pt x="2343150" y="1800225"/>
                </a:lnTo>
                <a:lnTo>
                  <a:pt x="2362200" y="1828800"/>
                </a:lnTo>
                <a:lnTo>
                  <a:pt x="2371725" y="1838325"/>
                </a:lnTo>
                <a:lnTo>
                  <a:pt x="2390775" y="1885950"/>
                </a:lnTo>
                <a:lnTo>
                  <a:pt x="2428875" y="1895475"/>
                </a:lnTo>
                <a:lnTo>
                  <a:pt x="2438400" y="1924050"/>
                </a:lnTo>
                <a:lnTo>
                  <a:pt x="2457450" y="1962150"/>
                </a:lnTo>
                <a:lnTo>
                  <a:pt x="2457450" y="1971675"/>
                </a:lnTo>
                <a:lnTo>
                  <a:pt x="2333625" y="2162175"/>
                </a:lnTo>
                <a:lnTo>
                  <a:pt x="2286000" y="2095500"/>
                </a:lnTo>
                <a:lnTo>
                  <a:pt x="2295525" y="2114550"/>
                </a:lnTo>
                <a:lnTo>
                  <a:pt x="2295525" y="2152650"/>
                </a:lnTo>
                <a:lnTo>
                  <a:pt x="2295525" y="2047875"/>
                </a:lnTo>
                <a:lnTo>
                  <a:pt x="2286000" y="2114550"/>
                </a:lnTo>
                <a:lnTo>
                  <a:pt x="2305050" y="2095500"/>
                </a:lnTo>
                <a:lnTo>
                  <a:pt x="2371725" y="2105025"/>
                </a:lnTo>
                <a:lnTo>
                  <a:pt x="2438400" y="2133600"/>
                </a:lnTo>
                <a:lnTo>
                  <a:pt x="2381250" y="2200275"/>
                </a:lnTo>
                <a:lnTo>
                  <a:pt x="2314575" y="2247900"/>
                </a:lnTo>
                <a:lnTo>
                  <a:pt x="2295525" y="2209800"/>
                </a:lnTo>
                <a:lnTo>
                  <a:pt x="2286000" y="2238375"/>
                </a:lnTo>
                <a:lnTo>
                  <a:pt x="2266950" y="2266950"/>
                </a:lnTo>
                <a:lnTo>
                  <a:pt x="2257425" y="2276475"/>
                </a:lnTo>
                <a:lnTo>
                  <a:pt x="2238375" y="2228850"/>
                </a:lnTo>
                <a:lnTo>
                  <a:pt x="2238375" y="2219325"/>
                </a:lnTo>
                <a:lnTo>
                  <a:pt x="2124075" y="2266950"/>
                </a:lnTo>
                <a:lnTo>
                  <a:pt x="2114550" y="2314575"/>
                </a:lnTo>
                <a:lnTo>
                  <a:pt x="2085975" y="2324100"/>
                </a:lnTo>
                <a:lnTo>
                  <a:pt x="2038350" y="2400300"/>
                </a:lnTo>
                <a:lnTo>
                  <a:pt x="2047875" y="2390775"/>
                </a:lnTo>
                <a:lnTo>
                  <a:pt x="2019300" y="2419350"/>
                </a:lnTo>
                <a:lnTo>
                  <a:pt x="1971675" y="2447925"/>
                </a:lnTo>
                <a:lnTo>
                  <a:pt x="1971675" y="2505075"/>
                </a:lnTo>
                <a:lnTo>
                  <a:pt x="1981200" y="2514600"/>
                </a:lnTo>
                <a:lnTo>
                  <a:pt x="1990725" y="2562225"/>
                </a:lnTo>
                <a:lnTo>
                  <a:pt x="1971675" y="2533650"/>
                </a:lnTo>
                <a:lnTo>
                  <a:pt x="1933575" y="2562225"/>
                </a:lnTo>
                <a:lnTo>
                  <a:pt x="1943100" y="2562225"/>
                </a:lnTo>
                <a:lnTo>
                  <a:pt x="1914525" y="2609850"/>
                </a:lnTo>
                <a:lnTo>
                  <a:pt x="1885950" y="2600325"/>
                </a:lnTo>
                <a:lnTo>
                  <a:pt x="1847850" y="2638425"/>
                </a:lnTo>
                <a:lnTo>
                  <a:pt x="1866900" y="2667000"/>
                </a:lnTo>
                <a:lnTo>
                  <a:pt x="1857375" y="2705100"/>
                </a:lnTo>
                <a:lnTo>
                  <a:pt x="1828800" y="2705100"/>
                </a:lnTo>
                <a:lnTo>
                  <a:pt x="1800225" y="2724150"/>
                </a:lnTo>
                <a:lnTo>
                  <a:pt x="1771650" y="2762250"/>
                </a:lnTo>
                <a:lnTo>
                  <a:pt x="1733550" y="2771775"/>
                </a:lnTo>
                <a:lnTo>
                  <a:pt x="1733550" y="2781300"/>
                </a:lnTo>
                <a:lnTo>
                  <a:pt x="1685925" y="2790825"/>
                </a:lnTo>
                <a:lnTo>
                  <a:pt x="1657350" y="2819400"/>
                </a:lnTo>
                <a:lnTo>
                  <a:pt x="1638300" y="2857500"/>
                </a:lnTo>
                <a:lnTo>
                  <a:pt x="1638300" y="2867025"/>
                </a:lnTo>
                <a:lnTo>
                  <a:pt x="1619250" y="2895600"/>
                </a:lnTo>
                <a:lnTo>
                  <a:pt x="1571625" y="2895600"/>
                </a:lnTo>
                <a:lnTo>
                  <a:pt x="1552575" y="2943225"/>
                </a:lnTo>
                <a:lnTo>
                  <a:pt x="1543050" y="2971800"/>
                </a:lnTo>
                <a:lnTo>
                  <a:pt x="1514475" y="3000375"/>
                </a:lnTo>
                <a:lnTo>
                  <a:pt x="1504950" y="3000375"/>
                </a:lnTo>
                <a:lnTo>
                  <a:pt x="1485900" y="3028950"/>
                </a:lnTo>
                <a:lnTo>
                  <a:pt x="1457325" y="3048000"/>
                </a:lnTo>
                <a:lnTo>
                  <a:pt x="1428750" y="3067050"/>
                </a:lnTo>
                <a:lnTo>
                  <a:pt x="1409700" y="3086100"/>
                </a:lnTo>
                <a:lnTo>
                  <a:pt x="1390650" y="3105150"/>
                </a:lnTo>
                <a:lnTo>
                  <a:pt x="1362075" y="3124200"/>
                </a:lnTo>
                <a:lnTo>
                  <a:pt x="1362075" y="3152775"/>
                </a:lnTo>
                <a:lnTo>
                  <a:pt x="1323975" y="3190875"/>
                </a:lnTo>
                <a:lnTo>
                  <a:pt x="1285875" y="3200400"/>
                </a:lnTo>
                <a:lnTo>
                  <a:pt x="1295400" y="3209925"/>
                </a:lnTo>
                <a:lnTo>
                  <a:pt x="1266825" y="3219450"/>
                </a:lnTo>
                <a:lnTo>
                  <a:pt x="1257300" y="3238500"/>
                </a:lnTo>
                <a:lnTo>
                  <a:pt x="1228725" y="32575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1649075" y="3238500"/>
            <a:ext cx="2476500" cy="3295650"/>
          </a:xfrm>
          <a:custGeom>
            <a:avLst/>
            <a:gdLst/>
            <a:ahLst/>
            <a:cxnLst/>
            <a:rect l="l" t="t" r="r" b="b"/>
            <a:pathLst>
              <a:path w="2476500" h="3295650">
                <a:moveTo>
                  <a:pt x="1200150" y="3295650"/>
                </a:moveTo>
                <a:lnTo>
                  <a:pt x="1200150" y="3257550"/>
                </a:lnTo>
                <a:lnTo>
                  <a:pt x="1152525" y="3257550"/>
                </a:lnTo>
                <a:lnTo>
                  <a:pt x="1133475" y="3257550"/>
                </a:lnTo>
                <a:lnTo>
                  <a:pt x="1123950" y="3181350"/>
                </a:lnTo>
                <a:lnTo>
                  <a:pt x="1114425" y="3181350"/>
                </a:lnTo>
                <a:lnTo>
                  <a:pt x="1123950" y="3114675"/>
                </a:lnTo>
                <a:lnTo>
                  <a:pt x="1104900" y="3086100"/>
                </a:lnTo>
                <a:lnTo>
                  <a:pt x="1047750" y="3086100"/>
                </a:lnTo>
                <a:lnTo>
                  <a:pt x="1019175" y="3048000"/>
                </a:lnTo>
                <a:lnTo>
                  <a:pt x="1038225" y="3009900"/>
                </a:lnTo>
                <a:lnTo>
                  <a:pt x="990600" y="2990850"/>
                </a:lnTo>
                <a:lnTo>
                  <a:pt x="971550" y="2952750"/>
                </a:lnTo>
                <a:lnTo>
                  <a:pt x="952500" y="2962275"/>
                </a:lnTo>
                <a:lnTo>
                  <a:pt x="933450" y="2924175"/>
                </a:lnTo>
                <a:lnTo>
                  <a:pt x="923925" y="2886075"/>
                </a:lnTo>
                <a:lnTo>
                  <a:pt x="885825" y="2895600"/>
                </a:lnTo>
                <a:lnTo>
                  <a:pt x="876300" y="2886075"/>
                </a:lnTo>
                <a:lnTo>
                  <a:pt x="828675" y="2819400"/>
                </a:lnTo>
                <a:lnTo>
                  <a:pt x="838200" y="2838450"/>
                </a:lnTo>
                <a:lnTo>
                  <a:pt x="790575" y="2790825"/>
                </a:lnTo>
                <a:lnTo>
                  <a:pt x="790575" y="2781300"/>
                </a:lnTo>
                <a:lnTo>
                  <a:pt x="781050" y="2733675"/>
                </a:lnTo>
                <a:lnTo>
                  <a:pt x="742950" y="2743200"/>
                </a:lnTo>
                <a:lnTo>
                  <a:pt x="733425" y="2705100"/>
                </a:lnTo>
                <a:lnTo>
                  <a:pt x="723900" y="2695575"/>
                </a:lnTo>
                <a:lnTo>
                  <a:pt x="676275" y="2695575"/>
                </a:lnTo>
                <a:lnTo>
                  <a:pt x="647700" y="2628900"/>
                </a:lnTo>
                <a:lnTo>
                  <a:pt x="628650" y="2609850"/>
                </a:lnTo>
                <a:lnTo>
                  <a:pt x="609600" y="2590800"/>
                </a:lnTo>
                <a:lnTo>
                  <a:pt x="600075" y="2581275"/>
                </a:lnTo>
                <a:lnTo>
                  <a:pt x="590550" y="2543175"/>
                </a:lnTo>
                <a:lnTo>
                  <a:pt x="552450" y="2543175"/>
                </a:lnTo>
                <a:lnTo>
                  <a:pt x="552450" y="2505075"/>
                </a:lnTo>
                <a:lnTo>
                  <a:pt x="533400" y="2438400"/>
                </a:lnTo>
                <a:lnTo>
                  <a:pt x="590550" y="2457450"/>
                </a:lnTo>
                <a:lnTo>
                  <a:pt x="590550" y="2409825"/>
                </a:lnTo>
                <a:lnTo>
                  <a:pt x="581025" y="2409825"/>
                </a:lnTo>
                <a:lnTo>
                  <a:pt x="504825" y="2352675"/>
                </a:lnTo>
                <a:lnTo>
                  <a:pt x="466725" y="2352675"/>
                </a:lnTo>
                <a:lnTo>
                  <a:pt x="438150" y="2295525"/>
                </a:lnTo>
                <a:lnTo>
                  <a:pt x="447675" y="2286000"/>
                </a:lnTo>
                <a:lnTo>
                  <a:pt x="466725" y="2219325"/>
                </a:lnTo>
                <a:lnTo>
                  <a:pt x="428625" y="2171700"/>
                </a:lnTo>
                <a:lnTo>
                  <a:pt x="381000" y="2162175"/>
                </a:lnTo>
                <a:lnTo>
                  <a:pt x="371475" y="2171700"/>
                </a:lnTo>
                <a:lnTo>
                  <a:pt x="371475" y="2105025"/>
                </a:lnTo>
                <a:lnTo>
                  <a:pt x="342900" y="2095500"/>
                </a:lnTo>
                <a:lnTo>
                  <a:pt x="314325" y="2057400"/>
                </a:lnTo>
                <a:lnTo>
                  <a:pt x="295275" y="2038350"/>
                </a:lnTo>
                <a:lnTo>
                  <a:pt x="314325" y="2000250"/>
                </a:lnTo>
                <a:lnTo>
                  <a:pt x="266700" y="1952625"/>
                </a:lnTo>
                <a:lnTo>
                  <a:pt x="238125" y="1933575"/>
                </a:lnTo>
                <a:lnTo>
                  <a:pt x="247650" y="1914525"/>
                </a:lnTo>
                <a:lnTo>
                  <a:pt x="219075" y="1885950"/>
                </a:lnTo>
                <a:lnTo>
                  <a:pt x="171450" y="1819275"/>
                </a:lnTo>
                <a:lnTo>
                  <a:pt x="190500" y="1781175"/>
                </a:lnTo>
                <a:lnTo>
                  <a:pt x="161925" y="1733550"/>
                </a:lnTo>
                <a:lnTo>
                  <a:pt x="123825" y="1733550"/>
                </a:lnTo>
                <a:lnTo>
                  <a:pt x="104775" y="1685925"/>
                </a:lnTo>
                <a:lnTo>
                  <a:pt x="76200" y="1647825"/>
                </a:lnTo>
                <a:lnTo>
                  <a:pt x="76200" y="1590675"/>
                </a:lnTo>
                <a:lnTo>
                  <a:pt x="38100" y="1552575"/>
                </a:lnTo>
                <a:lnTo>
                  <a:pt x="0" y="1533525"/>
                </a:lnTo>
                <a:lnTo>
                  <a:pt x="0" y="1485900"/>
                </a:lnTo>
                <a:lnTo>
                  <a:pt x="0" y="1457325"/>
                </a:lnTo>
                <a:lnTo>
                  <a:pt x="28575" y="1438275"/>
                </a:lnTo>
                <a:lnTo>
                  <a:pt x="47625" y="1447800"/>
                </a:lnTo>
                <a:lnTo>
                  <a:pt x="85725" y="1438275"/>
                </a:lnTo>
                <a:lnTo>
                  <a:pt x="57150" y="1409700"/>
                </a:lnTo>
                <a:lnTo>
                  <a:pt x="133350" y="1390650"/>
                </a:lnTo>
                <a:lnTo>
                  <a:pt x="142875" y="1343025"/>
                </a:lnTo>
                <a:lnTo>
                  <a:pt x="142875" y="1323975"/>
                </a:lnTo>
                <a:lnTo>
                  <a:pt x="142875" y="1285875"/>
                </a:lnTo>
                <a:lnTo>
                  <a:pt x="161925" y="1285875"/>
                </a:lnTo>
                <a:lnTo>
                  <a:pt x="209550" y="1285875"/>
                </a:lnTo>
                <a:lnTo>
                  <a:pt x="228600" y="1266825"/>
                </a:lnTo>
                <a:lnTo>
                  <a:pt x="247650" y="1257300"/>
                </a:lnTo>
                <a:lnTo>
                  <a:pt x="247650" y="1219200"/>
                </a:lnTo>
                <a:lnTo>
                  <a:pt x="295275" y="1219200"/>
                </a:lnTo>
                <a:lnTo>
                  <a:pt x="304800" y="1190625"/>
                </a:lnTo>
                <a:lnTo>
                  <a:pt x="304800" y="1171575"/>
                </a:lnTo>
                <a:lnTo>
                  <a:pt x="342900" y="1143000"/>
                </a:lnTo>
                <a:lnTo>
                  <a:pt x="352425" y="1104900"/>
                </a:lnTo>
                <a:lnTo>
                  <a:pt x="381000" y="1114425"/>
                </a:lnTo>
                <a:lnTo>
                  <a:pt x="409575" y="1104900"/>
                </a:lnTo>
                <a:lnTo>
                  <a:pt x="428625" y="1085850"/>
                </a:lnTo>
                <a:lnTo>
                  <a:pt x="476250" y="1047750"/>
                </a:lnTo>
                <a:lnTo>
                  <a:pt x="466725" y="1047750"/>
                </a:lnTo>
                <a:lnTo>
                  <a:pt x="495300" y="1019175"/>
                </a:lnTo>
                <a:lnTo>
                  <a:pt x="542925" y="1019175"/>
                </a:lnTo>
                <a:lnTo>
                  <a:pt x="533400" y="990600"/>
                </a:lnTo>
                <a:lnTo>
                  <a:pt x="571500" y="981075"/>
                </a:lnTo>
                <a:lnTo>
                  <a:pt x="581025" y="952500"/>
                </a:lnTo>
                <a:lnTo>
                  <a:pt x="590550" y="923925"/>
                </a:lnTo>
                <a:lnTo>
                  <a:pt x="628650" y="914400"/>
                </a:lnTo>
                <a:lnTo>
                  <a:pt x="657225" y="876300"/>
                </a:lnTo>
                <a:lnTo>
                  <a:pt x="695325" y="914400"/>
                </a:lnTo>
                <a:lnTo>
                  <a:pt x="676275" y="781050"/>
                </a:lnTo>
                <a:lnTo>
                  <a:pt x="752475" y="809625"/>
                </a:lnTo>
                <a:lnTo>
                  <a:pt x="781050" y="866775"/>
                </a:lnTo>
                <a:lnTo>
                  <a:pt x="762000" y="819150"/>
                </a:lnTo>
                <a:lnTo>
                  <a:pt x="857250" y="800100"/>
                </a:lnTo>
                <a:lnTo>
                  <a:pt x="904875" y="714375"/>
                </a:lnTo>
                <a:lnTo>
                  <a:pt x="914400" y="647700"/>
                </a:lnTo>
                <a:lnTo>
                  <a:pt x="847725" y="542925"/>
                </a:lnTo>
                <a:lnTo>
                  <a:pt x="885825" y="561975"/>
                </a:lnTo>
                <a:lnTo>
                  <a:pt x="923925" y="542925"/>
                </a:lnTo>
                <a:lnTo>
                  <a:pt x="971550" y="495300"/>
                </a:lnTo>
                <a:lnTo>
                  <a:pt x="962025" y="438150"/>
                </a:lnTo>
                <a:lnTo>
                  <a:pt x="981075" y="419100"/>
                </a:lnTo>
                <a:lnTo>
                  <a:pt x="962025" y="390525"/>
                </a:lnTo>
                <a:lnTo>
                  <a:pt x="1000125" y="371475"/>
                </a:lnTo>
                <a:lnTo>
                  <a:pt x="1076325" y="352425"/>
                </a:lnTo>
                <a:lnTo>
                  <a:pt x="1066800" y="333375"/>
                </a:lnTo>
                <a:lnTo>
                  <a:pt x="1076325" y="323850"/>
                </a:lnTo>
                <a:lnTo>
                  <a:pt x="1066800" y="295275"/>
                </a:lnTo>
                <a:lnTo>
                  <a:pt x="1076325" y="266700"/>
                </a:lnTo>
                <a:lnTo>
                  <a:pt x="1114425" y="238125"/>
                </a:lnTo>
                <a:lnTo>
                  <a:pt x="1114425" y="209550"/>
                </a:lnTo>
                <a:lnTo>
                  <a:pt x="1162050" y="200025"/>
                </a:lnTo>
                <a:lnTo>
                  <a:pt x="1171575" y="219075"/>
                </a:lnTo>
                <a:lnTo>
                  <a:pt x="1200150" y="161925"/>
                </a:lnTo>
                <a:lnTo>
                  <a:pt x="1238250" y="142875"/>
                </a:lnTo>
                <a:lnTo>
                  <a:pt x="1247775" y="104775"/>
                </a:lnTo>
                <a:lnTo>
                  <a:pt x="1238250" y="114300"/>
                </a:lnTo>
                <a:lnTo>
                  <a:pt x="1266825" y="76200"/>
                </a:lnTo>
                <a:lnTo>
                  <a:pt x="1266825" y="47625"/>
                </a:lnTo>
                <a:lnTo>
                  <a:pt x="1304925" y="0"/>
                </a:lnTo>
                <a:lnTo>
                  <a:pt x="1323975" y="76200"/>
                </a:lnTo>
                <a:lnTo>
                  <a:pt x="1323975" y="95250"/>
                </a:lnTo>
                <a:lnTo>
                  <a:pt x="1343025" y="114300"/>
                </a:lnTo>
                <a:lnTo>
                  <a:pt x="1371600" y="142875"/>
                </a:lnTo>
                <a:lnTo>
                  <a:pt x="1400175" y="142875"/>
                </a:lnTo>
                <a:lnTo>
                  <a:pt x="1400175" y="104775"/>
                </a:lnTo>
                <a:lnTo>
                  <a:pt x="1466850" y="123825"/>
                </a:lnTo>
                <a:lnTo>
                  <a:pt x="1457325" y="171450"/>
                </a:lnTo>
                <a:lnTo>
                  <a:pt x="1485900" y="276225"/>
                </a:lnTo>
                <a:lnTo>
                  <a:pt x="1524000" y="276225"/>
                </a:lnTo>
                <a:lnTo>
                  <a:pt x="1533525" y="304800"/>
                </a:lnTo>
                <a:lnTo>
                  <a:pt x="1590675" y="390525"/>
                </a:lnTo>
                <a:lnTo>
                  <a:pt x="1590675" y="419100"/>
                </a:lnTo>
                <a:lnTo>
                  <a:pt x="1628775" y="485775"/>
                </a:lnTo>
                <a:lnTo>
                  <a:pt x="1609725" y="504825"/>
                </a:lnTo>
                <a:lnTo>
                  <a:pt x="1638300" y="533400"/>
                </a:lnTo>
                <a:lnTo>
                  <a:pt x="1647825" y="609600"/>
                </a:lnTo>
                <a:lnTo>
                  <a:pt x="1724025" y="628650"/>
                </a:lnTo>
                <a:lnTo>
                  <a:pt x="1724025" y="647700"/>
                </a:lnTo>
                <a:lnTo>
                  <a:pt x="1714500" y="666750"/>
                </a:lnTo>
                <a:lnTo>
                  <a:pt x="1743075" y="714375"/>
                </a:lnTo>
                <a:lnTo>
                  <a:pt x="1733550" y="762000"/>
                </a:lnTo>
                <a:lnTo>
                  <a:pt x="1762125" y="790575"/>
                </a:lnTo>
                <a:lnTo>
                  <a:pt x="1800225" y="819150"/>
                </a:lnTo>
                <a:lnTo>
                  <a:pt x="1819275" y="838200"/>
                </a:lnTo>
                <a:lnTo>
                  <a:pt x="1876425" y="876300"/>
                </a:lnTo>
                <a:lnTo>
                  <a:pt x="1876425" y="923925"/>
                </a:lnTo>
                <a:lnTo>
                  <a:pt x="1924050" y="990600"/>
                </a:lnTo>
                <a:lnTo>
                  <a:pt x="1924050" y="1009650"/>
                </a:lnTo>
                <a:lnTo>
                  <a:pt x="1952625" y="1047750"/>
                </a:lnTo>
                <a:lnTo>
                  <a:pt x="1990725" y="1114425"/>
                </a:lnTo>
                <a:lnTo>
                  <a:pt x="1981200" y="1123950"/>
                </a:lnTo>
                <a:lnTo>
                  <a:pt x="2009775" y="1104900"/>
                </a:lnTo>
                <a:lnTo>
                  <a:pt x="2009775" y="1152525"/>
                </a:lnTo>
                <a:lnTo>
                  <a:pt x="2066925" y="1209675"/>
                </a:lnTo>
                <a:lnTo>
                  <a:pt x="2085975" y="1219200"/>
                </a:lnTo>
                <a:lnTo>
                  <a:pt x="2076450" y="1266825"/>
                </a:lnTo>
                <a:lnTo>
                  <a:pt x="2105025" y="1285875"/>
                </a:lnTo>
                <a:lnTo>
                  <a:pt x="2114550" y="1304925"/>
                </a:lnTo>
                <a:lnTo>
                  <a:pt x="2143125" y="1323975"/>
                </a:lnTo>
                <a:lnTo>
                  <a:pt x="2133600" y="1343025"/>
                </a:lnTo>
                <a:lnTo>
                  <a:pt x="2162175" y="1352550"/>
                </a:lnTo>
                <a:lnTo>
                  <a:pt x="2181225" y="1419225"/>
                </a:lnTo>
                <a:lnTo>
                  <a:pt x="2162175" y="1447800"/>
                </a:lnTo>
                <a:lnTo>
                  <a:pt x="2181225" y="1476375"/>
                </a:lnTo>
                <a:lnTo>
                  <a:pt x="2200275" y="1476375"/>
                </a:lnTo>
                <a:lnTo>
                  <a:pt x="2219325" y="1524000"/>
                </a:lnTo>
                <a:lnTo>
                  <a:pt x="2228850" y="1562100"/>
                </a:lnTo>
                <a:lnTo>
                  <a:pt x="2257425" y="1590675"/>
                </a:lnTo>
                <a:lnTo>
                  <a:pt x="2266950" y="1600200"/>
                </a:lnTo>
                <a:lnTo>
                  <a:pt x="2276475" y="1647825"/>
                </a:lnTo>
                <a:lnTo>
                  <a:pt x="2276475" y="1685925"/>
                </a:lnTo>
                <a:lnTo>
                  <a:pt x="2295525" y="1685925"/>
                </a:lnTo>
                <a:lnTo>
                  <a:pt x="2314575" y="1724025"/>
                </a:lnTo>
                <a:lnTo>
                  <a:pt x="2324100" y="1752600"/>
                </a:lnTo>
                <a:lnTo>
                  <a:pt x="2343150" y="1771650"/>
                </a:lnTo>
                <a:lnTo>
                  <a:pt x="2343150" y="1809750"/>
                </a:lnTo>
                <a:lnTo>
                  <a:pt x="2362200" y="1819275"/>
                </a:lnTo>
                <a:lnTo>
                  <a:pt x="2390775" y="1857375"/>
                </a:lnTo>
                <a:lnTo>
                  <a:pt x="2400300" y="1876425"/>
                </a:lnTo>
                <a:lnTo>
                  <a:pt x="2438400" y="1905000"/>
                </a:lnTo>
                <a:lnTo>
                  <a:pt x="2428875" y="1914525"/>
                </a:lnTo>
                <a:lnTo>
                  <a:pt x="2447925" y="1971675"/>
                </a:lnTo>
                <a:lnTo>
                  <a:pt x="2466975" y="1990725"/>
                </a:lnTo>
                <a:lnTo>
                  <a:pt x="2447925" y="1990725"/>
                </a:lnTo>
                <a:lnTo>
                  <a:pt x="2476500" y="1962150"/>
                </a:lnTo>
                <a:lnTo>
                  <a:pt x="2447925" y="2143125"/>
                </a:lnTo>
                <a:lnTo>
                  <a:pt x="2295525" y="2114550"/>
                </a:lnTo>
                <a:lnTo>
                  <a:pt x="2295525" y="2200275"/>
                </a:lnTo>
                <a:lnTo>
                  <a:pt x="2257425" y="2162175"/>
                </a:lnTo>
                <a:lnTo>
                  <a:pt x="2276475" y="2105025"/>
                </a:lnTo>
                <a:lnTo>
                  <a:pt x="2381250" y="2133600"/>
                </a:lnTo>
                <a:lnTo>
                  <a:pt x="2333625" y="2095500"/>
                </a:lnTo>
                <a:lnTo>
                  <a:pt x="2343150" y="2076450"/>
                </a:lnTo>
                <a:lnTo>
                  <a:pt x="2343150" y="2162175"/>
                </a:lnTo>
                <a:lnTo>
                  <a:pt x="2305050" y="2219325"/>
                </a:lnTo>
                <a:lnTo>
                  <a:pt x="2266950" y="2219325"/>
                </a:lnTo>
                <a:lnTo>
                  <a:pt x="2276475" y="2190750"/>
                </a:lnTo>
                <a:lnTo>
                  <a:pt x="2276475" y="2219325"/>
                </a:lnTo>
                <a:lnTo>
                  <a:pt x="2219325" y="2238375"/>
                </a:lnTo>
                <a:lnTo>
                  <a:pt x="2200275" y="2314575"/>
                </a:lnTo>
                <a:lnTo>
                  <a:pt x="2190750" y="2314575"/>
                </a:lnTo>
                <a:lnTo>
                  <a:pt x="2133600" y="2333625"/>
                </a:lnTo>
                <a:lnTo>
                  <a:pt x="2076450" y="2343150"/>
                </a:lnTo>
                <a:lnTo>
                  <a:pt x="2038350" y="2371725"/>
                </a:lnTo>
                <a:lnTo>
                  <a:pt x="2019300" y="2390775"/>
                </a:lnTo>
                <a:lnTo>
                  <a:pt x="2009775" y="2447925"/>
                </a:lnTo>
                <a:lnTo>
                  <a:pt x="2000250" y="2457450"/>
                </a:lnTo>
                <a:lnTo>
                  <a:pt x="1962150" y="2466975"/>
                </a:lnTo>
                <a:lnTo>
                  <a:pt x="1981200" y="2505075"/>
                </a:lnTo>
                <a:lnTo>
                  <a:pt x="1990725" y="2552700"/>
                </a:lnTo>
                <a:lnTo>
                  <a:pt x="1962150" y="2543175"/>
                </a:lnTo>
                <a:lnTo>
                  <a:pt x="1943100" y="2543175"/>
                </a:lnTo>
                <a:lnTo>
                  <a:pt x="1905000" y="2581275"/>
                </a:lnTo>
                <a:lnTo>
                  <a:pt x="1905000" y="2619375"/>
                </a:lnTo>
                <a:lnTo>
                  <a:pt x="1895475" y="2609850"/>
                </a:lnTo>
                <a:lnTo>
                  <a:pt x="1866900" y="2657475"/>
                </a:lnTo>
                <a:lnTo>
                  <a:pt x="1866900" y="2647950"/>
                </a:lnTo>
                <a:lnTo>
                  <a:pt x="1828800" y="2695575"/>
                </a:lnTo>
                <a:lnTo>
                  <a:pt x="1819275" y="2714625"/>
                </a:lnTo>
                <a:lnTo>
                  <a:pt x="1800225" y="2762250"/>
                </a:lnTo>
                <a:lnTo>
                  <a:pt x="1752600" y="2762250"/>
                </a:lnTo>
                <a:lnTo>
                  <a:pt x="1752600" y="2771775"/>
                </a:lnTo>
                <a:lnTo>
                  <a:pt x="1733550" y="2781300"/>
                </a:lnTo>
                <a:lnTo>
                  <a:pt x="1714500" y="2781300"/>
                </a:lnTo>
                <a:lnTo>
                  <a:pt x="1666875" y="2800350"/>
                </a:lnTo>
                <a:lnTo>
                  <a:pt x="1647825" y="2819400"/>
                </a:lnTo>
                <a:lnTo>
                  <a:pt x="1609725" y="2857500"/>
                </a:lnTo>
                <a:lnTo>
                  <a:pt x="1619250" y="2867025"/>
                </a:lnTo>
                <a:lnTo>
                  <a:pt x="1590675" y="2924175"/>
                </a:lnTo>
                <a:lnTo>
                  <a:pt x="1552575" y="2952750"/>
                </a:lnTo>
                <a:lnTo>
                  <a:pt x="1543050" y="2990850"/>
                </a:lnTo>
                <a:lnTo>
                  <a:pt x="1514475" y="2990850"/>
                </a:lnTo>
                <a:lnTo>
                  <a:pt x="1495425" y="3019425"/>
                </a:lnTo>
                <a:lnTo>
                  <a:pt x="1466850" y="3038475"/>
                </a:lnTo>
                <a:lnTo>
                  <a:pt x="1447800" y="3048000"/>
                </a:lnTo>
                <a:lnTo>
                  <a:pt x="1447800" y="3057525"/>
                </a:lnTo>
                <a:lnTo>
                  <a:pt x="1419225" y="3095625"/>
                </a:lnTo>
                <a:lnTo>
                  <a:pt x="1400175" y="3095625"/>
                </a:lnTo>
                <a:lnTo>
                  <a:pt x="1371600" y="3152775"/>
                </a:lnTo>
                <a:lnTo>
                  <a:pt x="1352550" y="3143250"/>
                </a:lnTo>
                <a:lnTo>
                  <a:pt x="1314450" y="3181350"/>
                </a:lnTo>
                <a:lnTo>
                  <a:pt x="1323975" y="3190875"/>
                </a:lnTo>
                <a:lnTo>
                  <a:pt x="1285875" y="3209925"/>
                </a:lnTo>
                <a:lnTo>
                  <a:pt x="1247775" y="3238500"/>
                </a:lnTo>
                <a:lnTo>
                  <a:pt x="1257300" y="3276600"/>
                </a:lnTo>
                <a:lnTo>
                  <a:pt x="1228725" y="3267075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1982450" y="4181475"/>
            <a:ext cx="1114425" cy="1476375"/>
          </a:xfrm>
          <a:custGeom>
            <a:avLst/>
            <a:gdLst/>
            <a:ahLst/>
            <a:cxnLst/>
            <a:rect l="l" t="t" r="r" b="b"/>
            <a:pathLst>
              <a:path w="1114425" h="1476375">
                <a:moveTo>
                  <a:pt x="542925" y="1476375"/>
                </a:moveTo>
                <a:lnTo>
                  <a:pt x="533400" y="1457325"/>
                </a:lnTo>
                <a:lnTo>
                  <a:pt x="523875" y="1457325"/>
                </a:lnTo>
                <a:lnTo>
                  <a:pt x="514350" y="1447800"/>
                </a:lnTo>
                <a:lnTo>
                  <a:pt x="523875" y="1428750"/>
                </a:lnTo>
                <a:lnTo>
                  <a:pt x="504825" y="1409700"/>
                </a:lnTo>
                <a:lnTo>
                  <a:pt x="504825" y="1409700"/>
                </a:lnTo>
                <a:lnTo>
                  <a:pt x="495300" y="1400175"/>
                </a:lnTo>
                <a:lnTo>
                  <a:pt x="476250" y="1371600"/>
                </a:lnTo>
                <a:lnTo>
                  <a:pt x="485775" y="1381125"/>
                </a:lnTo>
                <a:lnTo>
                  <a:pt x="457200" y="1362075"/>
                </a:lnTo>
                <a:lnTo>
                  <a:pt x="457200" y="1343025"/>
                </a:lnTo>
                <a:lnTo>
                  <a:pt x="447675" y="1333500"/>
                </a:lnTo>
                <a:lnTo>
                  <a:pt x="438150" y="1304925"/>
                </a:lnTo>
                <a:lnTo>
                  <a:pt x="438150" y="1314450"/>
                </a:lnTo>
                <a:lnTo>
                  <a:pt x="428625" y="1304925"/>
                </a:lnTo>
                <a:lnTo>
                  <a:pt x="409575" y="1295400"/>
                </a:lnTo>
                <a:lnTo>
                  <a:pt x="390525" y="1285875"/>
                </a:lnTo>
                <a:lnTo>
                  <a:pt x="390525" y="1295400"/>
                </a:lnTo>
                <a:lnTo>
                  <a:pt x="371475" y="1276350"/>
                </a:lnTo>
                <a:lnTo>
                  <a:pt x="361950" y="1266825"/>
                </a:lnTo>
                <a:lnTo>
                  <a:pt x="352425" y="1247775"/>
                </a:lnTo>
                <a:lnTo>
                  <a:pt x="352425" y="1238250"/>
                </a:lnTo>
                <a:lnTo>
                  <a:pt x="333375" y="1228725"/>
                </a:lnTo>
                <a:lnTo>
                  <a:pt x="333375" y="1219200"/>
                </a:lnTo>
                <a:lnTo>
                  <a:pt x="304800" y="1209675"/>
                </a:lnTo>
                <a:lnTo>
                  <a:pt x="304800" y="1190625"/>
                </a:lnTo>
                <a:lnTo>
                  <a:pt x="304800" y="1200150"/>
                </a:lnTo>
                <a:lnTo>
                  <a:pt x="304800" y="1162050"/>
                </a:lnTo>
                <a:lnTo>
                  <a:pt x="295275" y="1162050"/>
                </a:lnTo>
                <a:lnTo>
                  <a:pt x="295275" y="1162050"/>
                </a:lnTo>
                <a:lnTo>
                  <a:pt x="276225" y="1143000"/>
                </a:lnTo>
                <a:lnTo>
                  <a:pt x="257175" y="1123950"/>
                </a:lnTo>
                <a:lnTo>
                  <a:pt x="276225" y="1171575"/>
                </a:lnTo>
                <a:lnTo>
                  <a:pt x="247650" y="1085850"/>
                </a:lnTo>
                <a:lnTo>
                  <a:pt x="257175" y="1114425"/>
                </a:lnTo>
                <a:lnTo>
                  <a:pt x="266700" y="1076325"/>
                </a:lnTo>
                <a:lnTo>
                  <a:pt x="266700" y="1085850"/>
                </a:lnTo>
                <a:lnTo>
                  <a:pt x="228600" y="1076325"/>
                </a:lnTo>
                <a:lnTo>
                  <a:pt x="228600" y="1047750"/>
                </a:lnTo>
                <a:lnTo>
                  <a:pt x="209550" y="1047750"/>
                </a:lnTo>
                <a:lnTo>
                  <a:pt x="209550" y="1000125"/>
                </a:lnTo>
                <a:lnTo>
                  <a:pt x="200025" y="971550"/>
                </a:lnTo>
                <a:lnTo>
                  <a:pt x="171450" y="952500"/>
                </a:lnTo>
                <a:lnTo>
                  <a:pt x="190500" y="971550"/>
                </a:lnTo>
                <a:lnTo>
                  <a:pt x="171450" y="971550"/>
                </a:lnTo>
                <a:lnTo>
                  <a:pt x="152400" y="962025"/>
                </a:lnTo>
                <a:lnTo>
                  <a:pt x="152400" y="942975"/>
                </a:lnTo>
                <a:lnTo>
                  <a:pt x="133350" y="923925"/>
                </a:lnTo>
                <a:lnTo>
                  <a:pt x="152400" y="942975"/>
                </a:lnTo>
                <a:lnTo>
                  <a:pt x="161925" y="933450"/>
                </a:lnTo>
                <a:lnTo>
                  <a:pt x="133350" y="914400"/>
                </a:lnTo>
                <a:lnTo>
                  <a:pt x="133350" y="876300"/>
                </a:lnTo>
                <a:lnTo>
                  <a:pt x="142875" y="876300"/>
                </a:lnTo>
                <a:lnTo>
                  <a:pt x="114300" y="819150"/>
                </a:lnTo>
                <a:lnTo>
                  <a:pt x="104775" y="800100"/>
                </a:lnTo>
                <a:lnTo>
                  <a:pt x="95250" y="790575"/>
                </a:lnTo>
                <a:lnTo>
                  <a:pt x="66675" y="771525"/>
                </a:lnTo>
                <a:lnTo>
                  <a:pt x="76200" y="781050"/>
                </a:lnTo>
                <a:lnTo>
                  <a:pt x="57150" y="762000"/>
                </a:lnTo>
                <a:lnTo>
                  <a:pt x="66675" y="742950"/>
                </a:lnTo>
                <a:lnTo>
                  <a:pt x="38100" y="714375"/>
                </a:lnTo>
                <a:lnTo>
                  <a:pt x="28575" y="704850"/>
                </a:lnTo>
                <a:lnTo>
                  <a:pt x="19050" y="685800"/>
                </a:lnTo>
                <a:lnTo>
                  <a:pt x="0" y="676275"/>
                </a:lnTo>
                <a:lnTo>
                  <a:pt x="19050" y="666750"/>
                </a:lnTo>
                <a:lnTo>
                  <a:pt x="19050" y="657225"/>
                </a:lnTo>
                <a:lnTo>
                  <a:pt x="28575" y="657225"/>
                </a:lnTo>
                <a:lnTo>
                  <a:pt x="38100" y="638175"/>
                </a:lnTo>
                <a:lnTo>
                  <a:pt x="38100" y="628650"/>
                </a:lnTo>
                <a:lnTo>
                  <a:pt x="47625" y="600075"/>
                </a:lnTo>
                <a:lnTo>
                  <a:pt x="66675" y="590550"/>
                </a:lnTo>
                <a:lnTo>
                  <a:pt x="76200" y="590550"/>
                </a:lnTo>
                <a:lnTo>
                  <a:pt x="85725" y="590550"/>
                </a:lnTo>
                <a:lnTo>
                  <a:pt x="95250" y="590550"/>
                </a:lnTo>
                <a:lnTo>
                  <a:pt x="104775" y="581025"/>
                </a:lnTo>
                <a:lnTo>
                  <a:pt x="123825" y="561975"/>
                </a:lnTo>
                <a:lnTo>
                  <a:pt x="114300" y="561975"/>
                </a:lnTo>
                <a:lnTo>
                  <a:pt x="123825" y="542925"/>
                </a:lnTo>
                <a:lnTo>
                  <a:pt x="133350" y="542925"/>
                </a:lnTo>
                <a:lnTo>
                  <a:pt x="152400" y="533400"/>
                </a:lnTo>
                <a:lnTo>
                  <a:pt x="171450" y="533400"/>
                </a:lnTo>
                <a:lnTo>
                  <a:pt x="180975" y="523875"/>
                </a:lnTo>
                <a:lnTo>
                  <a:pt x="180975" y="514350"/>
                </a:lnTo>
                <a:lnTo>
                  <a:pt x="180975" y="504825"/>
                </a:lnTo>
                <a:lnTo>
                  <a:pt x="200025" y="495300"/>
                </a:lnTo>
                <a:lnTo>
                  <a:pt x="200025" y="476250"/>
                </a:lnTo>
                <a:lnTo>
                  <a:pt x="209550" y="485775"/>
                </a:lnTo>
                <a:lnTo>
                  <a:pt x="228600" y="466725"/>
                </a:lnTo>
                <a:lnTo>
                  <a:pt x="238125" y="447675"/>
                </a:lnTo>
                <a:lnTo>
                  <a:pt x="257175" y="438150"/>
                </a:lnTo>
                <a:lnTo>
                  <a:pt x="257175" y="438150"/>
                </a:lnTo>
                <a:lnTo>
                  <a:pt x="247650" y="428625"/>
                </a:lnTo>
                <a:lnTo>
                  <a:pt x="266700" y="428625"/>
                </a:lnTo>
                <a:lnTo>
                  <a:pt x="276225" y="428625"/>
                </a:lnTo>
                <a:lnTo>
                  <a:pt x="285750" y="419100"/>
                </a:lnTo>
                <a:lnTo>
                  <a:pt x="304800" y="409575"/>
                </a:lnTo>
                <a:lnTo>
                  <a:pt x="314325" y="428625"/>
                </a:lnTo>
                <a:lnTo>
                  <a:pt x="361950" y="457200"/>
                </a:lnTo>
                <a:lnTo>
                  <a:pt x="371475" y="428625"/>
                </a:lnTo>
                <a:lnTo>
                  <a:pt x="361950" y="390525"/>
                </a:lnTo>
                <a:lnTo>
                  <a:pt x="361950" y="371475"/>
                </a:lnTo>
                <a:lnTo>
                  <a:pt x="390525" y="333375"/>
                </a:lnTo>
                <a:lnTo>
                  <a:pt x="419100" y="304800"/>
                </a:lnTo>
                <a:lnTo>
                  <a:pt x="419100" y="285750"/>
                </a:lnTo>
                <a:lnTo>
                  <a:pt x="390525" y="276225"/>
                </a:lnTo>
                <a:lnTo>
                  <a:pt x="381000" y="219075"/>
                </a:lnTo>
                <a:lnTo>
                  <a:pt x="419100" y="228600"/>
                </a:lnTo>
                <a:lnTo>
                  <a:pt x="457200" y="219075"/>
                </a:lnTo>
                <a:lnTo>
                  <a:pt x="466725" y="209550"/>
                </a:lnTo>
                <a:lnTo>
                  <a:pt x="428625" y="171450"/>
                </a:lnTo>
                <a:lnTo>
                  <a:pt x="447675" y="161925"/>
                </a:lnTo>
                <a:lnTo>
                  <a:pt x="457200" y="171450"/>
                </a:lnTo>
                <a:lnTo>
                  <a:pt x="457200" y="133350"/>
                </a:lnTo>
                <a:lnTo>
                  <a:pt x="447675" y="133350"/>
                </a:lnTo>
                <a:lnTo>
                  <a:pt x="485775" y="123825"/>
                </a:lnTo>
                <a:lnTo>
                  <a:pt x="495300" y="123825"/>
                </a:lnTo>
                <a:lnTo>
                  <a:pt x="504825" y="123825"/>
                </a:lnTo>
                <a:lnTo>
                  <a:pt x="514350" y="114300"/>
                </a:lnTo>
                <a:lnTo>
                  <a:pt x="514350" y="85725"/>
                </a:lnTo>
                <a:lnTo>
                  <a:pt x="533400" y="85725"/>
                </a:lnTo>
                <a:lnTo>
                  <a:pt x="514350" y="66675"/>
                </a:lnTo>
                <a:lnTo>
                  <a:pt x="533400" y="47625"/>
                </a:lnTo>
                <a:lnTo>
                  <a:pt x="542925" y="66675"/>
                </a:lnTo>
                <a:lnTo>
                  <a:pt x="552450" y="57150"/>
                </a:lnTo>
                <a:lnTo>
                  <a:pt x="552450" y="38100"/>
                </a:lnTo>
                <a:lnTo>
                  <a:pt x="571500" y="47625"/>
                </a:lnTo>
                <a:lnTo>
                  <a:pt x="590550" y="0"/>
                </a:lnTo>
                <a:lnTo>
                  <a:pt x="581025" y="0"/>
                </a:lnTo>
                <a:lnTo>
                  <a:pt x="561975" y="47625"/>
                </a:lnTo>
                <a:lnTo>
                  <a:pt x="552450" y="9525"/>
                </a:lnTo>
                <a:lnTo>
                  <a:pt x="609600" y="38100"/>
                </a:lnTo>
                <a:lnTo>
                  <a:pt x="619125" y="57150"/>
                </a:lnTo>
                <a:lnTo>
                  <a:pt x="638175" y="76200"/>
                </a:lnTo>
                <a:lnTo>
                  <a:pt x="647700" y="85725"/>
                </a:lnTo>
                <a:lnTo>
                  <a:pt x="676275" y="114300"/>
                </a:lnTo>
                <a:lnTo>
                  <a:pt x="666750" y="76200"/>
                </a:lnTo>
                <a:lnTo>
                  <a:pt x="647700" y="95250"/>
                </a:lnTo>
                <a:lnTo>
                  <a:pt x="685800" y="114300"/>
                </a:lnTo>
                <a:lnTo>
                  <a:pt x="723900" y="161925"/>
                </a:lnTo>
                <a:lnTo>
                  <a:pt x="723900" y="161925"/>
                </a:lnTo>
                <a:lnTo>
                  <a:pt x="742950" y="190500"/>
                </a:lnTo>
                <a:lnTo>
                  <a:pt x="723900" y="228600"/>
                </a:lnTo>
                <a:lnTo>
                  <a:pt x="723900" y="228600"/>
                </a:lnTo>
                <a:lnTo>
                  <a:pt x="742950" y="247650"/>
                </a:lnTo>
                <a:lnTo>
                  <a:pt x="771525" y="276225"/>
                </a:lnTo>
                <a:lnTo>
                  <a:pt x="752475" y="285750"/>
                </a:lnTo>
                <a:lnTo>
                  <a:pt x="762000" y="304800"/>
                </a:lnTo>
                <a:lnTo>
                  <a:pt x="781050" y="304800"/>
                </a:lnTo>
                <a:lnTo>
                  <a:pt x="790575" y="342900"/>
                </a:lnTo>
                <a:lnTo>
                  <a:pt x="800100" y="333375"/>
                </a:lnTo>
                <a:lnTo>
                  <a:pt x="819150" y="371475"/>
                </a:lnTo>
                <a:lnTo>
                  <a:pt x="819150" y="371475"/>
                </a:lnTo>
                <a:lnTo>
                  <a:pt x="819150" y="390525"/>
                </a:lnTo>
                <a:lnTo>
                  <a:pt x="838200" y="409575"/>
                </a:lnTo>
                <a:lnTo>
                  <a:pt x="857250" y="438150"/>
                </a:lnTo>
                <a:lnTo>
                  <a:pt x="876300" y="438150"/>
                </a:lnTo>
                <a:lnTo>
                  <a:pt x="847725" y="457200"/>
                </a:lnTo>
                <a:lnTo>
                  <a:pt x="885825" y="466725"/>
                </a:lnTo>
                <a:lnTo>
                  <a:pt x="876300" y="485775"/>
                </a:lnTo>
                <a:lnTo>
                  <a:pt x="904875" y="495300"/>
                </a:lnTo>
                <a:lnTo>
                  <a:pt x="923925" y="523875"/>
                </a:lnTo>
                <a:lnTo>
                  <a:pt x="923925" y="523875"/>
                </a:lnTo>
                <a:lnTo>
                  <a:pt x="933450" y="533400"/>
                </a:lnTo>
                <a:lnTo>
                  <a:pt x="933450" y="552450"/>
                </a:lnTo>
                <a:lnTo>
                  <a:pt x="952500" y="571500"/>
                </a:lnTo>
                <a:lnTo>
                  <a:pt x="942975" y="571500"/>
                </a:lnTo>
                <a:lnTo>
                  <a:pt x="942975" y="590550"/>
                </a:lnTo>
                <a:lnTo>
                  <a:pt x="962025" y="590550"/>
                </a:lnTo>
                <a:lnTo>
                  <a:pt x="981075" y="600075"/>
                </a:lnTo>
                <a:lnTo>
                  <a:pt x="971550" y="638175"/>
                </a:lnTo>
                <a:lnTo>
                  <a:pt x="971550" y="647700"/>
                </a:lnTo>
                <a:lnTo>
                  <a:pt x="981075" y="638175"/>
                </a:lnTo>
                <a:lnTo>
                  <a:pt x="1000125" y="657225"/>
                </a:lnTo>
                <a:lnTo>
                  <a:pt x="1000125" y="676275"/>
                </a:lnTo>
                <a:lnTo>
                  <a:pt x="1000125" y="685800"/>
                </a:lnTo>
                <a:lnTo>
                  <a:pt x="1009650" y="704850"/>
                </a:lnTo>
                <a:lnTo>
                  <a:pt x="1019175" y="704850"/>
                </a:lnTo>
                <a:lnTo>
                  <a:pt x="1019175" y="714375"/>
                </a:lnTo>
                <a:lnTo>
                  <a:pt x="1019175" y="723900"/>
                </a:lnTo>
                <a:lnTo>
                  <a:pt x="1038225" y="742950"/>
                </a:lnTo>
                <a:lnTo>
                  <a:pt x="1019175" y="771525"/>
                </a:lnTo>
                <a:lnTo>
                  <a:pt x="1047750" y="771525"/>
                </a:lnTo>
                <a:lnTo>
                  <a:pt x="1057275" y="790575"/>
                </a:lnTo>
                <a:lnTo>
                  <a:pt x="1057275" y="781050"/>
                </a:lnTo>
                <a:lnTo>
                  <a:pt x="1076325" y="809625"/>
                </a:lnTo>
                <a:lnTo>
                  <a:pt x="1076325" y="809625"/>
                </a:lnTo>
                <a:lnTo>
                  <a:pt x="1085850" y="838200"/>
                </a:lnTo>
                <a:lnTo>
                  <a:pt x="1076325" y="828675"/>
                </a:lnTo>
                <a:lnTo>
                  <a:pt x="1085850" y="866775"/>
                </a:lnTo>
                <a:lnTo>
                  <a:pt x="1104900" y="876300"/>
                </a:lnTo>
                <a:lnTo>
                  <a:pt x="1114425" y="885825"/>
                </a:lnTo>
                <a:lnTo>
                  <a:pt x="1114425" y="895350"/>
                </a:lnTo>
                <a:lnTo>
                  <a:pt x="1114425" y="952500"/>
                </a:lnTo>
                <a:lnTo>
                  <a:pt x="1104900" y="876300"/>
                </a:lnTo>
                <a:lnTo>
                  <a:pt x="1085850" y="895350"/>
                </a:lnTo>
                <a:lnTo>
                  <a:pt x="1047750" y="952500"/>
                </a:lnTo>
                <a:lnTo>
                  <a:pt x="1038225" y="933450"/>
                </a:lnTo>
                <a:lnTo>
                  <a:pt x="1028700" y="933450"/>
                </a:lnTo>
                <a:lnTo>
                  <a:pt x="1066800" y="923925"/>
                </a:lnTo>
                <a:lnTo>
                  <a:pt x="1066800" y="962025"/>
                </a:lnTo>
                <a:lnTo>
                  <a:pt x="1047750" y="942975"/>
                </a:lnTo>
                <a:lnTo>
                  <a:pt x="1047750" y="962025"/>
                </a:lnTo>
                <a:lnTo>
                  <a:pt x="1028700" y="971550"/>
                </a:lnTo>
                <a:lnTo>
                  <a:pt x="1047750" y="990600"/>
                </a:lnTo>
                <a:lnTo>
                  <a:pt x="1047750" y="1000125"/>
                </a:lnTo>
                <a:lnTo>
                  <a:pt x="1047750" y="981075"/>
                </a:lnTo>
                <a:lnTo>
                  <a:pt x="1038225" y="981075"/>
                </a:lnTo>
                <a:lnTo>
                  <a:pt x="1000125" y="1009650"/>
                </a:lnTo>
                <a:lnTo>
                  <a:pt x="962025" y="990600"/>
                </a:lnTo>
                <a:lnTo>
                  <a:pt x="990600" y="1038225"/>
                </a:lnTo>
                <a:lnTo>
                  <a:pt x="962025" y="1047750"/>
                </a:lnTo>
                <a:lnTo>
                  <a:pt x="942975" y="1047750"/>
                </a:lnTo>
                <a:lnTo>
                  <a:pt x="971550" y="1085850"/>
                </a:lnTo>
                <a:lnTo>
                  <a:pt x="942975" y="1076325"/>
                </a:lnTo>
                <a:lnTo>
                  <a:pt x="914400" y="1066800"/>
                </a:lnTo>
                <a:lnTo>
                  <a:pt x="904875" y="1085850"/>
                </a:lnTo>
                <a:lnTo>
                  <a:pt x="885825" y="1123950"/>
                </a:lnTo>
                <a:lnTo>
                  <a:pt x="885825" y="1114425"/>
                </a:lnTo>
                <a:lnTo>
                  <a:pt x="914400" y="1133475"/>
                </a:lnTo>
                <a:lnTo>
                  <a:pt x="895350" y="1152525"/>
                </a:lnTo>
                <a:lnTo>
                  <a:pt x="895350" y="1143000"/>
                </a:lnTo>
                <a:lnTo>
                  <a:pt x="866775" y="1152525"/>
                </a:lnTo>
                <a:lnTo>
                  <a:pt x="857250" y="1171575"/>
                </a:lnTo>
                <a:lnTo>
                  <a:pt x="857250" y="1171575"/>
                </a:lnTo>
                <a:lnTo>
                  <a:pt x="857250" y="1190625"/>
                </a:lnTo>
                <a:lnTo>
                  <a:pt x="838200" y="1209675"/>
                </a:lnTo>
                <a:lnTo>
                  <a:pt x="828675" y="1209675"/>
                </a:lnTo>
                <a:lnTo>
                  <a:pt x="819150" y="1209675"/>
                </a:lnTo>
                <a:lnTo>
                  <a:pt x="800100" y="1219200"/>
                </a:lnTo>
                <a:lnTo>
                  <a:pt x="80010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752475" y="1266825"/>
                </a:lnTo>
                <a:lnTo>
                  <a:pt x="762000" y="1266825"/>
                </a:lnTo>
                <a:lnTo>
                  <a:pt x="733425" y="1285875"/>
                </a:lnTo>
                <a:lnTo>
                  <a:pt x="733425" y="1285875"/>
                </a:lnTo>
                <a:lnTo>
                  <a:pt x="733425" y="1295400"/>
                </a:lnTo>
                <a:lnTo>
                  <a:pt x="714375" y="1304925"/>
                </a:lnTo>
                <a:lnTo>
                  <a:pt x="704850" y="1333500"/>
                </a:lnTo>
                <a:lnTo>
                  <a:pt x="695325" y="1333500"/>
                </a:lnTo>
                <a:lnTo>
                  <a:pt x="685800" y="1323975"/>
                </a:lnTo>
                <a:lnTo>
                  <a:pt x="676275" y="1343025"/>
                </a:lnTo>
                <a:lnTo>
                  <a:pt x="676275" y="1362075"/>
                </a:lnTo>
                <a:lnTo>
                  <a:pt x="676275" y="1371600"/>
                </a:lnTo>
                <a:lnTo>
                  <a:pt x="657225" y="1381125"/>
                </a:lnTo>
                <a:lnTo>
                  <a:pt x="638175" y="1390650"/>
                </a:lnTo>
                <a:lnTo>
                  <a:pt x="628650" y="1390650"/>
                </a:lnTo>
                <a:lnTo>
                  <a:pt x="638175" y="1400175"/>
                </a:lnTo>
                <a:lnTo>
                  <a:pt x="609600" y="1419225"/>
                </a:lnTo>
                <a:lnTo>
                  <a:pt x="609600" y="1409700"/>
                </a:lnTo>
                <a:lnTo>
                  <a:pt x="590550" y="1428750"/>
                </a:lnTo>
                <a:lnTo>
                  <a:pt x="571500" y="1447800"/>
                </a:lnTo>
                <a:lnTo>
                  <a:pt x="571500" y="1438275"/>
                </a:lnTo>
                <a:lnTo>
                  <a:pt x="571500" y="1457325"/>
                </a:lnTo>
                <a:lnTo>
                  <a:pt x="552450" y="146685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2487275" y="3933825"/>
            <a:ext cx="1143000" cy="1352550"/>
          </a:xfrm>
          <a:custGeom>
            <a:avLst/>
            <a:gdLst/>
            <a:ahLst/>
            <a:cxnLst/>
            <a:rect l="l" t="t" r="r" b="b"/>
            <a:pathLst>
              <a:path w="1143000" h="1352550">
                <a:moveTo>
                  <a:pt x="504825" y="1352550"/>
                </a:moveTo>
                <a:lnTo>
                  <a:pt x="485775" y="1343025"/>
                </a:lnTo>
                <a:lnTo>
                  <a:pt x="514350" y="1343025"/>
                </a:lnTo>
                <a:lnTo>
                  <a:pt x="495300" y="1323975"/>
                </a:lnTo>
                <a:lnTo>
                  <a:pt x="485775" y="1295400"/>
                </a:lnTo>
                <a:lnTo>
                  <a:pt x="466725" y="1304925"/>
                </a:lnTo>
                <a:lnTo>
                  <a:pt x="457200" y="1276350"/>
                </a:lnTo>
                <a:lnTo>
                  <a:pt x="447675" y="1285875"/>
                </a:lnTo>
                <a:lnTo>
                  <a:pt x="447675" y="1247775"/>
                </a:lnTo>
                <a:lnTo>
                  <a:pt x="447675" y="1238250"/>
                </a:lnTo>
                <a:lnTo>
                  <a:pt x="447675" y="1228725"/>
                </a:lnTo>
                <a:lnTo>
                  <a:pt x="419100" y="1200150"/>
                </a:lnTo>
                <a:lnTo>
                  <a:pt x="409575" y="1219200"/>
                </a:lnTo>
                <a:lnTo>
                  <a:pt x="390525" y="1200150"/>
                </a:lnTo>
                <a:lnTo>
                  <a:pt x="371475" y="1200150"/>
                </a:lnTo>
                <a:lnTo>
                  <a:pt x="371475" y="1171575"/>
                </a:lnTo>
                <a:lnTo>
                  <a:pt x="371475" y="1171575"/>
                </a:lnTo>
                <a:lnTo>
                  <a:pt x="342900" y="1162050"/>
                </a:lnTo>
                <a:lnTo>
                  <a:pt x="342900" y="1162050"/>
                </a:lnTo>
                <a:lnTo>
                  <a:pt x="342900" y="1162050"/>
                </a:lnTo>
                <a:lnTo>
                  <a:pt x="323850" y="1152525"/>
                </a:lnTo>
                <a:lnTo>
                  <a:pt x="314325" y="1114425"/>
                </a:lnTo>
                <a:lnTo>
                  <a:pt x="314325" y="1123950"/>
                </a:lnTo>
                <a:lnTo>
                  <a:pt x="304800" y="1123950"/>
                </a:lnTo>
                <a:lnTo>
                  <a:pt x="314325" y="1114425"/>
                </a:lnTo>
                <a:lnTo>
                  <a:pt x="304800" y="1104900"/>
                </a:lnTo>
                <a:lnTo>
                  <a:pt x="295275" y="1095375"/>
                </a:lnTo>
                <a:lnTo>
                  <a:pt x="285750" y="1085850"/>
                </a:lnTo>
                <a:lnTo>
                  <a:pt x="257175" y="1076325"/>
                </a:lnTo>
                <a:lnTo>
                  <a:pt x="257175" y="1047750"/>
                </a:lnTo>
                <a:lnTo>
                  <a:pt x="238125" y="1057275"/>
                </a:lnTo>
                <a:lnTo>
                  <a:pt x="247650" y="1038225"/>
                </a:lnTo>
                <a:lnTo>
                  <a:pt x="238125" y="1019175"/>
                </a:lnTo>
                <a:lnTo>
                  <a:pt x="247650" y="1009650"/>
                </a:lnTo>
                <a:lnTo>
                  <a:pt x="257175" y="1000125"/>
                </a:lnTo>
                <a:lnTo>
                  <a:pt x="257175" y="1000125"/>
                </a:lnTo>
                <a:lnTo>
                  <a:pt x="257175" y="990600"/>
                </a:lnTo>
                <a:lnTo>
                  <a:pt x="219075" y="971550"/>
                </a:lnTo>
                <a:lnTo>
                  <a:pt x="219075" y="971550"/>
                </a:lnTo>
                <a:lnTo>
                  <a:pt x="219075" y="942975"/>
                </a:lnTo>
                <a:lnTo>
                  <a:pt x="200025" y="933450"/>
                </a:lnTo>
                <a:lnTo>
                  <a:pt x="171450" y="942975"/>
                </a:lnTo>
                <a:lnTo>
                  <a:pt x="180975" y="904875"/>
                </a:lnTo>
                <a:lnTo>
                  <a:pt x="180975" y="876300"/>
                </a:lnTo>
                <a:lnTo>
                  <a:pt x="171450" y="876300"/>
                </a:lnTo>
                <a:lnTo>
                  <a:pt x="161925" y="885825"/>
                </a:lnTo>
                <a:lnTo>
                  <a:pt x="152400" y="866775"/>
                </a:lnTo>
                <a:lnTo>
                  <a:pt x="142875" y="857250"/>
                </a:lnTo>
                <a:lnTo>
                  <a:pt x="123825" y="838200"/>
                </a:lnTo>
                <a:lnTo>
                  <a:pt x="133350" y="790575"/>
                </a:lnTo>
                <a:lnTo>
                  <a:pt x="95250" y="790575"/>
                </a:lnTo>
                <a:lnTo>
                  <a:pt x="95250" y="800100"/>
                </a:lnTo>
                <a:lnTo>
                  <a:pt x="114300" y="771525"/>
                </a:lnTo>
                <a:lnTo>
                  <a:pt x="76200" y="733425"/>
                </a:lnTo>
                <a:lnTo>
                  <a:pt x="104775" y="752475"/>
                </a:lnTo>
                <a:lnTo>
                  <a:pt x="85725" y="742950"/>
                </a:lnTo>
                <a:lnTo>
                  <a:pt x="85725" y="714375"/>
                </a:lnTo>
                <a:lnTo>
                  <a:pt x="66675" y="704850"/>
                </a:lnTo>
                <a:lnTo>
                  <a:pt x="38100" y="685800"/>
                </a:lnTo>
                <a:lnTo>
                  <a:pt x="47625" y="676275"/>
                </a:lnTo>
                <a:lnTo>
                  <a:pt x="57150" y="647700"/>
                </a:lnTo>
                <a:lnTo>
                  <a:pt x="47625" y="628650"/>
                </a:lnTo>
                <a:lnTo>
                  <a:pt x="28575" y="619125"/>
                </a:lnTo>
                <a:lnTo>
                  <a:pt x="19050" y="600075"/>
                </a:lnTo>
                <a:lnTo>
                  <a:pt x="0" y="609600"/>
                </a:lnTo>
                <a:lnTo>
                  <a:pt x="9525" y="590550"/>
                </a:lnTo>
                <a:lnTo>
                  <a:pt x="28575" y="590550"/>
                </a:lnTo>
                <a:lnTo>
                  <a:pt x="28575" y="600075"/>
                </a:lnTo>
                <a:lnTo>
                  <a:pt x="28575" y="571500"/>
                </a:lnTo>
                <a:lnTo>
                  <a:pt x="47625" y="571500"/>
                </a:lnTo>
                <a:lnTo>
                  <a:pt x="38100" y="571500"/>
                </a:lnTo>
                <a:lnTo>
                  <a:pt x="66675" y="561975"/>
                </a:lnTo>
                <a:lnTo>
                  <a:pt x="76200" y="533400"/>
                </a:lnTo>
                <a:lnTo>
                  <a:pt x="85725" y="523875"/>
                </a:lnTo>
                <a:lnTo>
                  <a:pt x="76200" y="533400"/>
                </a:lnTo>
                <a:lnTo>
                  <a:pt x="85725" y="514350"/>
                </a:lnTo>
                <a:lnTo>
                  <a:pt x="95250" y="504825"/>
                </a:lnTo>
                <a:lnTo>
                  <a:pt x="114300" y="504825"/>
                </a:lnTo>
                <a:lnTo>
                  <a:pt x="95250" y="495300"/>
                </a:lnTo>
                <a:lnTo>
                  <a:pt x="104775" y="476250"/>
                </a:lnTo>
                <a:lnTo>
                  <a:pt x="133350" y="495300"/>
                </a:lnTo>
                <a:lnTo>
                  <a:pt x="133350" y="466725"/>
                </a:lnTo>
                <a:lnTo>
                  <a:pt x="161925" y="466725"/>
                </a:lnTo>
                <a:lnTo>
                  <a:pt x="142875" y="457200"/>
                </a:lnTo>
                <a:lnTo>
                  <a:pt x="161925" y="447675"/>
                </a:lnTo>
                <a:lnTo>
                  <a:pt x="161925" y="438150"/>
                </a:lnTo>
                <a:lnTo>
                  <a:pt x="171450" y="438150"/>
                </a:lnTo>
                <a:lnTo>
                  <a:pt x="180975" y="428625"/>
                </a:lnTo>
                <a:lnTo>
                  <a:pt x="190500" y="419100"/>
                </a:lnTo>
                <a:lnTo>
                  <a:pt x="209550" y="409575"/>
                </a:lnTo>
                <a:lnTo>
                  <a:pt x="209550" y="419100"/>
                </a:lnTo>
                <a:lnTo>
                  <a:pt x="228600" y="409575"/>
                </a:lnTo>
                <a:lnTo>
                  <a:pt x="228600" y="390525"/>
                </a:lnTo>
                <a:lnTo>
                  <a:pt x="238125" y="371475"/>
                </a:lnTo>
                <a:lnTo>
                  <a:pt x="266700" y="381000"/>
                </a:lnTo>
                <a:lnTo>
                  <a:pt x="257175" y="371475"/>
                </a:lnTo>
                <a:lnTo>
                  <a:pt x="276225" y="371475"/>
                </a:lnTo>
                <a:lnTo>
                  <a:pt x="219075" y="304800"/>
                </a:lnTo>
                <a:lnTo>
                  <a:pt x="295275" y="276225"/>
                </a:lnTo>
                <a:lnTo>
                  <a:pt x="333375" y="333375"/>
                </a:lnTo>
                <a:lnTo>
                  <a:pt x="333375" y="342900"/>
                </a:lnTo>
                <a:lnTo>
                  <a:pt x="323850" y="342900"/>
                </a:lnTo>
                <a:lnTo>
                  <a:pt x="352425" y="266700"/>
                </a:lnTo>
                <a:lnTo>
                  <a:pt x="371475" y="247650"/>
                </a:lnTo>
                <a:lnTo>
                  <a:pt x="390525" y="257175"/>
                </a:lnTo>
                <a:lnTo>
                  <a:pt x="400050" y="276225"/>
                </a:lnTo>
                <a:lnTo>
                  <a:pt x="381000" y="257175"/>
                </a:lnTo>
                <a:lnTo>
                  <a:pt x="371475" y="219075"/>
                </a:lnTo>
                <a:lnTo>
                  <a:pt x="409575" y="209550"/>
                </a:lnTo>
                <a:lnTo>
                  <a:pt x="381000" y="200025"/>
                </a:lnTo>
                <a:lnTo>
                  <a:pt x="409575" y="190500"/>
                </a:lnTo>
                <a:lnTo>
                  <a:pt x="438150" y="200025"/>
                </a:lnTo>
                <a:lnTo>
                  <a:pt x="409575" y="152400"/>
                </a:lnTo>
                <a:lnTo>
                  <a:pt x="409575" y="152400"/>
                </a:lnTo>
                <a:lnTo>
                  <a:pt x="419100" y="152400"/>
                </a:lnTo>
                <a:lnTo>
                  <a:pt x="438150" y="152400"/>
                </a:lnTo>
                <a:lnTo>
                  <a:pt x="447675" y="104775"/>
                </a:lnTo>
                <a:lnTo>
                  <a:pt x="466725" y="104775"/>
                </a:lnTo>
                <a:lnTo>
                  <a:pt x="476250" y="85725"/>
                </a:lnTo>
                <a:lnTo>
                  <a:pt x="466725" y="85725"/>
                </a:lnTo>
                <a:lnTo>
                  <a:pt x="485775" y="85725"/>
                </a:lnTo>
                <a:lnTo>
                  <a:pt x="466725" y="76200"/>
                </a:lnTo>
                <a:lnTo>
                  <a:pt x="485775" y="57150"/>
                </a:lnTo>
                <a:lnTo>
                  <a:pt x="504825" y="47625"/>
                </a:lnTo>
                <a:lnTo>
                  <a:pt x="504825" y="28575"/>
                </a:lnTo>
                <a:lnTo>
                  <a:pt x="514350" y="38100"/>
                </a:lnTo>
                <a:lnTo>
                  <a:pt x="504825" y="9525"/>
                </a:lnTo>
                <a:lnTo>
                  <a:pt x="523875" y="19050"/>
                </a:lnTo>
                <a:lnTo>
                  <a:pt x="533400" y="9525"/>
                </a:lnTo>
                <a:lnTo>
                  <a:pt x="571500" y="0"/>
                </a:lnTo>
                <a:lnTo>
                  <a:pt x="485775" y="38100"/>
                </a:lnTo>
                <a:lnTo>
                  <a:pt x="523875" y="19050"/>
                </a:lnTo>
                <a:lnTo>
                  <a:pt x="561975" y="47625"/>
                </a:lnTo>
                <a:lnTo>
                  <a:pt x="561975" y="66675"/>
                </a:lnTo>
                <a:lnTo>
                  <a:pt x="600075" y="66675"/>
                </a:lnTo>
                <a:lnTo>
                  <a:pt x="609600" y="57150"/>
                </a:lnTo>
                <a:lnTo>
                  <a:pt x="600075" y="57150"/>
                </a:lnTo>
                <a:lnTo>
                  <a:pt x="619125" y="104775"/>
                </a:lnTo>
                <a:lnTo>
                  <a:pt x="619125" y="66675"/>
                </a:lnTo>
                <a:lnTo>
                  <a:pt x="619125" y="95250"/>
                </a:lnTo>
                <a:lnTo>
                  <a:pt x="647700" y="161925"/>
                </a:lnTo>
                <a:lnTo>
                  <a:pt x="666750" y="180975"/>
                </a:lnTo>
                <a:lnTo>
                  <a:pt x="685800" y="180975"/>
                </a:lnTo>
                <a:lnTo>
                  <a:pt x="695325" y="209550"/>
                </a:lnTo>
                <a:lnTo>
                  <a:pt x="685800" y="209550"/>
                </a:lnTo>
                <a:lnTo>
                  <a:pt x="657225" y="238125"/>
                </a:lnTo>
                <a:lnTo>
                  <a:pt x="676275" y="238125"/>
                </a:lnTo>
                <a:lnTo>
                  <a:pt x="723900" y="266700"/>
                </a:lnTo>
                <a:lnTo>
                  <a:pt x="704850" y="266700"/>
                </a:lnTo>
                <a:lnTo>
                  <a:pt x="704850" y="276225"/>
                </a:lnTo>
                <a:lnTo>
                  <a:pt x="733425" y="304800"/>
                </a:lnTo>
                <a:lnTo>
                  <a:pt x="733425" y="314325"/>
                </a:lnTo>
                <a:lnTo>
                  <a:pt x="733425" y="323850"/>
                </a:lnTo>
                <a:lnTo>
                  <a:pt x="733425" y="342900"/>
                </a:lnTo>
                <a:lnTo>
                  <a:pt x="752475" y="371475"/>
                </a:lnTo>
                <a:lnTo>
                  <a:pt x="762000" y="390525"/>
                </a:lnTo>
                <a:lnTo>
                  <a:pt x="781050" y="381000"/>
                </a:lnTo>
                <a:lnTo>
                  <a:pt x="790575" y="419100"/>
                </a:lnTo>
                <a:lnTo>
                  <a:pt x="809625" y="419100"/>
                </a:lnTo>
                <a:lnTo>
                  <a:pt x="800100" y="428625"/>
                </a:lnTo>
                <a:lnTo>
                  <a:pt x="828675" y="457200"/>
                </a:lnTo>
                <a:lnTo>
                  <a:pt x="847725" y="466725"/>
                </a:lnTo>
                <a:lnTo>
                  <a:pt x="857250" y="466725"/>
                </a:lnTo>
                <a:lnTo>
                  <a:pt x="847725" y="476250"/>
                </a:lnTo>
                <a:lnTo>
                  <a:pt x="857250" y="504825"/>
                </a:lnTo>
                <a:lnTo>
                  <a:pt x="847725" y="523875"/>
                </a:lnTo>
                <a:lnTo>
                  <a:pt x="847725" y="514350"/>
                </a:lnTo>
                <a:lnTo>
                  <a:pt x="857250" y="542925"/>
                </a:lnTo>
                <a:lnTo>
                  <a:pt x="885825" y="533400"/>
                </a:lnTo>
                <a:lnTo>
                  <a:pt x="876300" y="542925"/>
                </a:lnTo>
                <a:lnTo>
                  <a:pt x="895350" y="561975"/>
                </a:lnTo>
                <a:lnTo>
                  <a:pt x="895350" y="571500"/>
                </a:lnTo>
                <a:lnTo>
                  <a:pt x="904875" y="571500"/>
                </a:lnTo>
                <a:lnTo>
                  <a:pt x="904875" y="590550"/>
                </a:lnTo>
                <a:lnTo>
                  <a:pt x="904875" y="619125"/>
                </a:lnTo>
                <a:lnTo>
                  <a:pt x="923925" y="619125"/>
                </a:lnTo>
                <a:lnTo>
                  <a:pt x="923925" y="638175"/>
                </a:lnTo>
                <a:lnTo>
                  <a:pt x="904875" y="666750"/>
                </a:lnTo>
                <a:lnTo>
                  <a:pt x="923925" y="657225"/>
                </a:lnTo>
                <a:lnTo>
                  <a:pt x="923925" y="676275"/>
                </a:lnTo>
                <a:lnTo>
                  <a:pt x="923925" y="685800"/>
                </a:lnTo>
                <a:lnTo>
                  <a:pt x="942975" y="695325"/>
                </a:lnTo>
                <a:lnTo>
                  <a:pt x="952500" y="685800"/>
                </a:lnTo>
                <a:lnTo>
                  <a:pt x="962025" y="714375"/>
                </a:lnTo>
                <a:lnTo>
                  <a:pt x="962025" y="723900"/>
                </a:lnTo>
                <a:lnTo>
                  <a:pt x="962025" y="723900"/>
                </a:lnTo>
                <a:lnTo>
                  <a:pt x="981075" y="742950"/>
                </a:lnTo>
                <a:lnTo>
                  <a:pt x="981075" y="762000"/>
                </a:lnTo>
                <a:lnTo>
                  <a:pt x="990600" y="771525"/>
                </a:lnTo>
                <a:lnTo>
                  <a:pt x="990600" y="771525"/>
                </a:lnTo>
                <a:lnTo>
                  <a:pt x="1009650" y="790575"/>
                </a:lnTo>
                <a:lnTo>
                  <a:pt x="1019175" y="790575"/>
                </a:lnTo>
                <a:lnTo>
                  <a:pt x="1009650" y="800100"/>
                </a:lnTo>
                <a:lnTo>
                  <a:pt x="1143000" y="809625"/>
                </a:lnTo>
                <a:lnTo>
                  <a:pt x="1095375" y="876300"/>
                </a:lnTo>
                <a:lnTo>
                  <a:pt x="1028700" y="914400"/>
                </a:lnTo>
                <a:lnTo>
                  <a:pt x="942975" y="857250"/>
                </a:lnTo>
                <a:lnTo>
                  <a:pt x="952500" y="952500"/>
                </a:lnTo>
                <a:lnTo>
                  <a:pt x="1019175" y="895350"/>
                </a:lnTo>
                <a:lnTo>
                  <a:pt x="1000125" y="895350"/>
                </a:lnTo>
                <a:lnTo>
                  <a:pt x="981075" y="857250"/>
                </a:lnTo>
                <a:lnTo>
                  <a:pt x="952500" y="885825"/>
                </a:lnTo>
                <a:lnTo>
                  <a:pt x="952500" y="847725"/>
                </a:lnTo>
                <a:lnTo>
                  <a:pt x="981075" y="866775"/>
                </a:lnTo>
                <a:lnTo>
                  <a:pt x="942975" y="904875"/>
                </a:lnTo>
                <a:lnTo>
                  <a:pt x="962025" y="914400"/>
                </a:lnTo>
                <a:lnTo>
                  <a:pt x="942975" y="904875"/>
                </a:lnTo>
                <a:lnTo>
                  <a:pt x="914400" y="904875"/>
                </a:lnTo>
                <a:lnTo>
                  <a:pt x="923925" y="914400"/>
                </a:lnTo>
                <a:lnTo>
                  <a:pt x="933450" y="876300"/>
                </a:lnTo>
                <a:lnTo>
                  <a:pt x="857250" y="962025"/>
                </a:lnTo>
                <a:lnTo>
                  <a:pt x="857250" y="990600"/>
                </a:lnTo>
                <a:lnTo>
                  <a:pt x="866775" y="942975"/>
                </a:lnTo>
                <a:lnTo>
                  <a:pt x="857250" y="933450"/>
                </a:lnTo>
                <a:lnTo>
                  <a:pt x="819150" y="952500"/>
                </a:lnTo>
                <a:lnTo>
                  <a:pt x="819150" y="971550"/>
                </a:lnTo>
                <a:lnTo>
                  <a:pt x="819150" y="990600"/>
                </a:lnTo>
                <a:lnTo>
                  <a:pt x="828675" y="1009650"/>
                </a:lnTo>
                <a:lnTo>
                  <a:pt x="828675" y="1009650"/>
                </a:lnTo>
                <a:lnTo>
                  <a:pt x="828675" y="1000125"/>
                </a:lnTo>
                <a:lnTo>
                  <a:pt x="828675" y="1028700"/>
                </a:lnTo>
                <a:lnTo>
                  <a:pt x="809625" y="1057275"/>
                </a:lnTo>
                <a:lnTo>
                  <a:pt x="781050" y="1057275"/>
                </a:lnTo>
                <a:lnTo>
                  <a:pt x="781050" y="1066800"/>
                </a:lnTo>
                <a:lnTo>
                  <a:pt x="790575" y="1066800"/>
                </a:lnTo>
                <a:lnTo>
                  <a:pt x="771525" y="1085850"/>
                </a:lnTo>
                <a:lnTo>
                  <a:pt x="781050" y="1085850"/>
                </a:lnTo>
                <a:lnTo>
                  <a:pt x="742950" y="1085850"/>
                </a:lnTo>
                <a:lnTo>
                  <a:pt x="752475" y="1114425"/>
                </a:lnTo>
                <a:lnTo>
                  <a:pt x="752475" y="1114425"/>
                </a:lnTo>
                <a:lnTo>
                  <a:pt x="742950" y="1114425"/>
                </a:lnTo>
                <a:lnTo>
                  <a:pt x="723900" y="1114425"/>
                </a:lnTo>
                <a:lnTo>
                  <a:pt x="714375" y="1123950"/>
                </a:lnTo>
                <a:lnTo>
                  <a:pt x="685800" y="1152525"/>
                </a:lnTo>
                <a:lnTo>
                  <a:pt x="695325" y="1171575"/>
                </a:lnTo>
                <a:lnTo>
                  <a:pt x="676275" y="1181100"/>
                </a:lnTo>
                <a:lnTo>
                  <a:pt x="666750" y="1181100"/>
                </a:lnTo>
                <a:lnTo>
                  <a:pt x="666750" y="1171575"/>
                </a:lnTo>
                <a:lnTo>
                  <a:pt x="638175" y="1181100"/>
                </a:lnTo>
                <a:lnTo>
                  <a:pt x="647700" y="1209675"/>
                </a:lnTo>
                <a:lnTo>
                  <a:pt x="628650" y="1209675"/>
                </a:lnTo>
                <a:lnTo>
                  <a:pt x="628650" y="1228725"/>
                </a:lnTo>
                <a:lnTo>
                  <a:pt x="619125" y="1228725"/>
                </a:lnTo>
                <a:lnTo>
                  <a:pt x="600075" y="1238250"/>
                </a:lnTo>
                <a:lnTo>
                  <a:pt x="600075" y="1228725"/>
                </a:lnTo>
                <a:lnTo>
                  <a:pt x="590550" y="1247775"/>
                </a:lnTo>
                <a:lnTo>
                  <a:pt x="590550" y="1257300"/>
                </a:lnTo>
                <a:lnTo>
                  <a:pt x="561975" y="1266825"/>
                </a:lnTo>
                <a:lnTo>
                  <a:pt x="552450" y="1276350"/>
                </a:lnTo>
                <a:lnTo>
                  <a:pt x="552450" y="1276350"/>
                </a:lnTo>
                <a:lnTo>
                  <a:pt x="542925" y="1285875"/>
                </a:lnTo>
                <a:lnTo>
                  <a:pt x="533400" y="1304925"/>
                </a:lnTo>
                <a:lnTo>
                  <a:pt x="523875" y="1304925"/>
                </a:lnTo>
                <a:lnTo>
                  <a:pt x="514350" y="1314450"/>
                </a:lnTo>
                <a:lnTo>
                  <a:pt x="523875" y="1323975"/>
                </a:lnTo>
                <a:lnTo>
                  <a:pt x="514350" y="13239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2801600" y="4295775"/>
            <a:ext cx="838200" cy="1104900"/>
          </a:xfrm>
          <a:custGeom>
            <a:avLst/>
            <a:gdLst/>
            <a:ahLst/>
            <a:cxnLst/>
            <a:rect l="l" t="t" r="r" b="b"/>
            <a:pathLst>
              <a:path w="838200" h="1104900">
                <a:moveTo>
                  <a:pt x="409575" y="1095375"/>
                </a:moveTo>
                <a:lnTo>
                  <a:pt x="409575" y="1104900"/>
                </a:lnTo>
                <a:lnTo>
                  <a:pt x="390525" y="1076325"/>
                </a:lnTo>
                <a:lnTo>
                  <a:pt x="371475" y="1066800"/>
                </a:lnTo>
                <a:lnTo>
                  <a:pt x="390525" y="1057275"/>
                </a:lnTo>
                <a:lnTo>
                  <a:pt x="381000" y="1047750"/>
                </a:lnTo>
                <a:lnTo>
                  <a:pt x="381000" y="1047750"/>
                </a:lnTo>
                <a:lnTo>
                  <a:pt x="361950" y="1038225"/>
                </a:lnTo>
                <a:lnTo>
                  <a:pt x="361950" y="1019175"/>
                </a:lnTo>
                <a:lnTo>
                  <a:pt x="361950" y="1028700"/>
                </a:lnTo>
                <a:lnTo>
                  <a:pt x="342900" y="1019175"/>
                </a:lnTo>
                <a:lnTo>
                  <a:pt x="352425" y="1009650"/>
                </a:lnTo>
                <a:lnTo>
                  <a:pt x="333375" y="990600"/>
                </a:lnTo>
                <a:lnTo>
                  <a:pt x="323850" y="990600"/>
                </a:lnTo>
                <a:lnTo>
                  <a:pt x="304800" y="990600"/>
                </a:lnTo>
                <a:lnTo>
                  <a:pt x="314325" y="981075"/>
                </a:lnTo>
                <a:lnTo>
                  <a:pt x="295275" y="962025"/>
                </a:lnTo>
                <a:lnTo>
                  <a:pt x="295275" y="933450"/>
                </a:lnTo>
                <a:lnTo>
                  <a:pt x="295275" y="933450"/>
                </a:lnTo>
                <a:lnTo>
                  <a:pt x="295275" y="933450"/>
                </a:lnTo>
                <a:lnTo>
                  <a:pt x="276225" y="933450"/>
                </a:lnTo>
                <a:lnTo>
                  <a:pt x="257175" y="923925"/>
                </a:lnTo>
                <a:lnTo>
                  <a:pt x="266700" y="923925"/>
                </a:lnTo>
                <a:lnTo>
                  <a:pt x="238125" y="914400"/>
                </a:lnTo>
                <a:lnTo>
                  <a:pt x="238125" y="895350"/>
                </a:lnTo>
                <a:lnTo>
                  <a:pt x="228600" y="904875"/>
                </a:lnTo>
                <a:lnTo>
                  <a:pt x="238125" y="885825"/>
                </a:lnTo>
                <a:lnTo>
                  <a:pt x="219075" y="885825"/>
                </a:lnTo>
                <a:lnTo>
                  <a:pt x="228600" y="857250"/>
                </a:lnTo>
                <a:lnTo>
                  <a:pt x="209550" y="876300"/>
                </a:lnTo>
                <a:lnTo>
                  <a:pt x="190500" y="857250"/>
                </a:lnTo>
                <a:lnTo>
                  <a:pt x="200025" y="847725"/>
                </a:lnTo>
                <a:lnTo>
                  <a:pt x="190500" y="838200"/>
                </a:lnTo>
                <a:lnTo>
                  <a:pt x="180975" y="847725"/>
                </a:lnTo>
                <a:lnTo>
                  <a:pt x="200025" y="809625"/>
                </a:lnTo>
                <a:lnTo>
                  <a:pt x="200025" y="809625"/>
                </a:lnTo>
                <a:lnTo>
                  <a:pt x="200025" y="809625"/>
                </a:lnTo>
                <a:lnTo>
                  <a:pt x="180975" y="800100"/>
                </a:lnTo>
                <a:lnTo>
                  <a:pt x="180975" y="819150"/>
                </a:lnTo>
                <a:lnTo>
                  <a:pt x="171450" y="781050"/>
                </a:lnTo>
                <a:lnTo>
                  <a:pt x="142875" y="771525"/>
                </a:lnTo>
                <a:lnTo>
                  <a:pt x="142875" y="752475"/>
                </a:lnTo>
                <a:lnTo>
                  <a:pt x="142875" y="733425"/>
                </a:lnTo>
                <a:lnTo>
                  <a:pt x="123825" y="704850"/>
                </a:lnTo>
                <a:lnTo>
                  <a:pt x="123825" y="714375"/>
                </a:lnTo>
                <a:lnTo>
                  <a:pt x="123825" y="695325"/>
                </a:lnTo>
                <a:lnTo>
                  <a:pt x="114300" y="714375"/>
                </a:lnTo>
                <a:lnTo>
                  <a:pt x="104775" y="676275"/>
                </a:lnTo>
                <a:lnTo>
                  <a:pt x="95250" y="685800"/>
                </a:lnTo>
                <a:lnTo>
                  <a:pt x="104775" y="628650"/>
                </a:lnTo>
                <a:lnTo>
                  <a:pt x="95250" y="628650"/>
                </a:lnTo>
                <a:lnTo>
                  <a:pt x="123825" y="638175"/>
                </a:lnTo>
                <a:lnTo>
                  <a:pt x="95250" y="647700"/>
                </a:lnTo>
                <a:lnTo>
                  <a:pt x="66675" y="647700"/>
                </a:lnTo>
                <a:lnTo>
                  <a:pt x="57150" y="628650"/>
                </a:lnTo>
                <a:lnTo>
                  <a:pt x="66675" y="590550"/>
                </a:lnTo>
                <a:lnTo>
                  <a:pt x="66675" y="581025"/>
                </a:lnTo>
                <a:lnTo>
                  <a:pt x="76200" y="571500"/>
                </a:lnTo>
                <a:lnTo>
                  <a:pt x="57150" y="561975"/>
                </a:lnTo>
                <a:lnTo>
                  <a:pt x="47625" y="552450"/>
                </a:lnTo>
                <a:lnTo>
                  <a:pt x="28575" y="542925"/>
                </a:lnTo>
                <a:lnTo>
                  <a:pt x="19050" y="533400"/>
                </a:lnTo>
                <a:lnTo>
                  <a:pt x="28575" y="523875"/>
                </a:lnTo>
                <a:lnTo>
                  <a:pt x="9525" y="514350"/>
                </a:lnTo>
                <a:lnTo>
                  <a:pt x="0" y="485775"/>
                </a:lnTo>
                <a:lnTo>
                  <a:pt x="0" y="466725"/>
                </a:lnTo>
                <a:lnTo>
                  <a:pt x="19050" y="476250"/>
                </a:lnTo>
                <a:lnTo>
                  <a:pt x="19050" y="476250"/>
                </a:lnTo>
                <a:lnTo>
                  <a:pt x="28575" y="485775"/>
                </a:lnTo>
                <a:lnTo>
                  <a:pt x="38100" y="457200"/>
                </a:lnTo>
                <a:lnTo>
                  <a:pt x="28575" y="466725"/>
                </a:lnTo>
                <a:lnTo>
                  <a:pt x="57150" y="457200"/>
                </a:lnTo>
                <a:lnTo>
                  <a:pt x="57150" y="428625"/>
                </a:lnTo>
                <a:lnTo>
                  <a:pt x="57150" y="428625"/>
                </a:lnTo>
                <a:lnTo>
                  <a:pt x="66675" y="419100"/>
                </a:lnTo>
                <a:lnTo>
                  <a:pt x="76200" y="419100"/>
                </a:lnTo>
                <a:lnTo>
                  <a:pt x="85725" y="428625"/>
                </a:lnTo>
                <a:lnTo>
                  <a:pt x="85725" y="409575"/>
                </a:lnTo>
                <a:lnTo>
                  <a:pt x="95250" y="390525"/>
                </a:lnTo>
                <a:lnTo>
                  <a:pt x="104775" y="409575"/>
                </a:lnTo>
                <a:lnTo>
                  <a:pt x="95250" y="400050"/>
                </a:lnTo>
                <a:lnTo>
                  <a:pt x="114300" y="381000"/>
                </a:lnTo>
                <a:lnTo>
                  <a:pt x="114300" y="381000"/>
                </a:lnTo>
                <a:lnTo>
                  <a:pt x="133350" y="381000"/>
                </a:lnTo>
                <a:lnTo>
                  <a:pt x="142875" y="381000"/>
                </a:lnTo>
                <a:lnTo>
                  <a:pt x="152400" y="371475"/>
                </a:lnTo>
                <a:lnTo>
                  <a:pt x="152400" y="352425"/>
                </a:lnTo>
                <a:lnTo>
                  <a:pt x="161925" y="361950"/>
                </a:lnTo>
                <a:lnTo>
                  <a:pt x="161925" y="342900"/>
                </a:lnTo>
                <a:lnTo>
                  <a:pt x="171450" y="333375"/>
                </a:lnTo>
                <a:lnTo>
                  <a:pt x="171450" y="323850"/>
                </a:lnTo>
                <a:lnTo>
                  <a:pt x="190500" y="333375"/>
                </a:lnTo>
                <a:lnTo>
                  <a:pt x="180975" y="323850"/>
                </a:lnTo>
                <a:lnTo>
                  <a:pt x="190500" y="314325"/>
                </a:lnTo>
                <a:lnTo>
                  <a:pt x="190500" y="304800"/>
                </a:lnTo>
                <a:lnTo>
                  <a:pt x="209550" y="304800"/>
                </a:lnTo>
                <a:lnTo>
                  <a:pt x="209550" y="295275"/>
                </a:lnTo>
                <a:lnTo>
                  <a:pt x="180975" y="266700"/>
                </a:lnTo>
                <a:lnTo>
                  <a:pt x="209550" y="323850"/>
                </a:lnTo>
                <a:lnTo>
                  <a:pt x="219075" y="304800"/>
                </a:lnTo>
                <a:lnTo>
                  <a:pt x="266700" y="285750"/>
                </a:lnTo>
                <a:lnTo>
                  <a:pt x="266700" y="266700"/>
                </a:lnTo>
                <a:lnTo>
                  <a:pt x="257175" y="228600"/>
                </a:lnTo>
                <a:lnTo>
                  <a:pt x="295275" y="219075"/>
                </a:lnTo>
                <a:lnTo>
                  <a:pt x="323850" y="209550"/>
                </a:lnTo>
                <a:lnTo>
                  <a:pt x="323850" y="200025"/>
                </a:lnTo>
                <a:lnTo>
                  <a:pt x="333375" y="200025"/>
                </a:lnTo>
                <a:lnTo>
                  <a:pt x="342900" y="190500"/>
                </a:lnTo>
                <a:lnTo>
                  <a:pt x="323850" y="161925"/>
                </a:lnTo>
                <a:lnTo>
                  <a:pt x="352425" y="152400"/>
                </a:lnTo>
                <a:lnTo>
                  <a:pt x="342900" y="161925"/>
                </a:lnTo>
                <a:lnTo>
                  <a:pt x="342900" y="123825"/>
                </a:lnTo>
                <a:lnTo>
                  <a:pt x="342900" y="114300"/>
                </a:lnTo>
                <a:lnTo>
                  <a:pt x="342900" y="114300"/>
                </a:lnTo>
                <a:lnTo>
                  <a:pt x="361950" y="123825"/>
                </a:lnTo>
                <a:lnTo>
                  <a:pt x="371475" y="104775"/>
                </a:lnTo>
                <a:lnTo>
                  <a:pt x="371475" y="95250"/>
                </a:lnTo>
                <a:lnTo>
                  <a:pt x="342900" y="85725"/>
                </a:lnTo>
                <a:lnTo>
                  <a:pt x="361950" y="76200"/>
                </a:lnTo>
                <a:lnTo>
                  <a:pt x="381000" y="66675"/>
                </a:lnTo>
                <a:lnTo>
                  <a:pt x="390525" y="57150"/>
                </a:lnTo>
                <a:lnTo>
                  <a:pt x="400050" y="19050"/>
                </a:lnTo>
                <a:lnTo>
                  <a:pt x="419100" y="28575"/>
                </a:lnTo>
                <a:lnTo>
                  <a:pt x="409575" y="19050"/>
                </a:lnTo>
                <a:lnTo>
                  <a:pt x="428625" y="19050"/>
                </a:lnTo>
                <a:lnTo>
                  <a:pt x="419100" y="28575"/>
                </a:lnTo>
                <a:lnTo>
                  <a:pt x="447675" y="9525"/>
                </a:lnTo>
                <a:lnTo>
                  <a:pt x="428625" y="19050"/>
                </a:lnTo>
                <a:lnTo>
                  <a:pt x="447675" y="0"/>
                </a:lnTo>
                <a:lnTo>
                  <a:pt x="466725" y="38100"/>
                </a:lnTo>
                <a:lnTo>
                  <a:pt x="485775" y="19050"/>
                </a:lnTo>
                <a:lnTo>
                  <a:pt x="514350" y="9525"/>
                </a:lnTo>
                <a:lnTo>
                  <a:pt x="466725" y="38100"/>
                </a:lnTo>
                <a:lnTo>
                  <a:pt x="447675" y="57150"/>
                </a:lnTo>
                <a:lnTo>
                  <a:pt x="476250" y="19050"/>
                </a:lnTo>
                <a:lnTo>
                  <a:pt x="495300" y="38100"/>
                </a:lnTo>
                <a:lnTo>
                  <a:pt x="485775" y="57150"/>
                </a:lnTo>
                <a:lnTo>
                  <a:pt x="466725" y="66675"/>
                </a:lnTo>
                <a:lnTo>
                  <a:pt x="485775" y="76200"/>
                </a:lnTo>
                <a:lnTo>
                  <a:pt x="504825" y="95250"/>
                </a:lnTo>
                <a:lnTo>
                  <a:pt x="533400" y="123825"/>
                </a:lnTo>
                <a:lnTo>
                  <a:pt x="533400" y="142875"/>
                </a:lnTo>
                <a:lnTo>
                  <a:pt x="552450" y="142875"/>
                </a:lnTo>
                <a:lnTo>
                  <a:pt x="542925" y="161925"/>
                </a:lnTo>
                <a:lnTo>
                  <a:pt x="552450" y="190500"/>
                </a:lnTo>
                <a:lnTo>
                  <a:pt x="581025" y="190500"/>
                </a:lnTo>
                <a:lnTo>
                  <a:pt x="561975" y="209550"/>
                </a:lnTo>
                <a:lnTo>
                  <a:pt x="581025" y="219075"/>
                </a:lnTo>
                <a:lnTo>
                  <a:pt x="590550" y="209550"/>
                </a:lnTo>
                <a:lnTo>
                  <a:pt x="590550" y="238125"/>
                </a:lnTo>
                <a:lnTo>
                  <a:pt x="600075" y="266700"/>
                </a:lnTo>
                <a:lnTo>
                  <a:pt x="600075" y="266700"/>
                </a:lnTo>
                <a:lnTo>
                  <a:pt x="600075" y="257175"/>
                </a:lnTo>
                <a:lnTo>
                  <a:pt x="619125" y="276225"/>
                </a:lnTo>
                <a:lnTo>
                  <a:pt x="619125" y="295275"/>
                </a:lnTo>
                <a:lnTo>
                  <a:pt x="638175" y="314325"/>
                </a:lnTo>
                <a:lnTo>
                  <a:pt x="647700" y="314325"/>
                </a:lnTo>
                <a:lnTo>
                  <a:pt x="638175" y="342900"/>
                </a:lnTo>
                <a:lnTo>
                  <a:pt x="647700" y="352425"/>
                </a:lnTo>
                <a:lnTo>
                  <a:pt x="676275" y="361950"/>
                </a:lnTo>
                <a:lnTo>
                  <a:pt x="666750" y="361950"/>
                </a:lnTo>
                <a:lnTo>
                  <a:pt x="676275" y="381000"/>
                </a:lnTo>
                <a:lnTo>
                  <a:pt x="676275" y="400050"/>
                </a:lnTo>
                <a:lnTo>
                  <a:pt x="695325" y="409575"/>
                </a:lnTo>
                <a:lnTo>
                  <a:pt x="695325" y="419100"/>
                </a:lnTo>
                <a:lnTo>
                  <a:pt x="714375" y="428625"/>
                </a:lnTo>
                <a:lnTo>
                  <a:pt x="695325" y="428625"/>
                </a:lnTo>
                <a:lnTo>
                  <a:pt x="714375" y="428625"/>
                </a:lnTo>
                <a:lnTo>
                  <a:pt x="714375" y="438150"/>
                </a:lnTo>
                <a:lnTo>
                  <a:pt x="723900" y="428625"/>
                </a:lnTo>
                <a:lnTo>
                  <a:pt x="723900" y="457200"/>
                </a:lnTo>
                <a:lnTo>
                  <a:pt x="742950" y="466725"/>
                </a:lnTo>
                <a:lnTo>
                  <a:pt x="723900" y="476250"/>
                </a:lnTo>
                <a:lnTo>
                  <a:pt x="742950" y="476250"/>
                </a:lnTo>
                <a:lnTo>
                  <a:pt x="752475" y="485775"/>
                </a:lnTo>
                <a:lnTo>
                  <a:pt x="733425" y="504825"/>
                </a:lnTo>
                <a:lnTo>
                  <a:pt x="742950" y="523875"/>
                </a:lnTo>
                <a:lnTo>
                  <a:pt x="752475" y="533400"/>
                </a:lnTo>
                <a:lnTo>
                  <a:pt x="762000" y="533400"/>
                </a:lnTo>
                <a:lnTo>
                  <a:pt x="771525" y="533400"/>
                </a:lnTo>
                <a:lnTo>
                  <a:pt x="752475" y="561975"/>
                </a:lnTo>
                <a:lnTo>
                  <a:pt x="762000" y="571500"/>
                </a:lnTo>
                <a:lnTo>
                  <a:pt x="790575" y="571500"/>
                </a:lnTo>
                <a:lnTo>
                  <a:pt x="790575" y="590550"/>
                </a:lnTo>
                <a:lnTo>
                  <a:pt x="800100" y="581025"/>
                </a:lnTo>
                <a:lnTo>
                  <a:pt x="800100" y="600075"/>
                </a:lnTo>
                <a:lnTo>
                  <a:pt x="800100" y="600075"/>
                </a:lnTo>
                <a:lnTo>
                  <a:pt x="809625" y="619125"/>
                </a:lnTo>
                <a:lnTo>
                  <a:pt x="809625" y="609600"/>
                </a:lnTo>
                <a:lnTo>
                  <a:pt x="819150" y="619125"/>
                </a:lnTo>
                <a:lnTo>
                  <a:pt x="819150" y="638175"/>
                </a:lnTo>
                <a:lnTo>
                  <a:pt x="809625" y="657225"/>
                </a:lnTo>
                <a:lnTo>
                  <a:pt x="838200" y="666750"/>
                </a:lnTo>
                <a:lnTo>
                  <a:pt x="771525" y="657225"/>
                </a:lnTo>
                <a:lnTo>
                  <a:pt x="733425" y="714375"/>
                </a:lnTo>
                <a:lnTo>
                  <a:pt x="771525" y="685800"/>
                </a:lnTo>
                <a:lnTo>
                  <a:pt x="781050" y="714375"/>
                </a:lnTo>
                <a:lnTo>
                  <a:pt x="723900" y="714375"/>
                </a:lnTo>
                <a:lnTo>
                  <a:pt x="781050" y="742950"/>
                </a:lnTo>
                <a:lnTo>
                  <a:pt x="809625" y="733425"/>
                </a:lnTo>
                <a:lnTo>
                  <a:pt x="800100" y="704850"/>
                </a:lnTo>
                <a:lnTo>
                  <a:pt x="762000" y="733425"/>
                </a:lnTo>
                <a:lnTo>
                  <a:pt x="752475" y="752475"/>
                </a:lnTo>
                <a:lnTo>
                  <a:pt x="771525" y="742950"/>
                </a:lnTo>
                <a:lnTo>
                  <a:pt x="771525" y="723900"/>
                </a:lnTo>
                <a:lnTo>
                  <a:pt x="781050" y="742950"/>
                </a:lnTo>
                <a:lnTo>
                  <a:pt x="771525" y="752475"/>
                </a:lnTo>
                <a:lnTo>
                  <a:pt x="752475" y="733425"/>
                </a:lnTo>
                <a:lnTo>
                  <a:pt x="752475" y="742950"/>
                </a:lnTo>
                <a:lnTo>
                  <a:pt x="733425" y="781050"/>
                </a:lnTo>
                <a:lnTo>
                  <a:pt x="723900" y="762000"/>
                </a:lnTo>
                <a:lnTo>
                  <a:pt x="714375" y="781050"/>
                </a:lnTo>
                <a:lnTo>
                  <a:pt x="714375" y="771525"/>
                </a:lnTo>
                <a:lnTo>
                  <a:pt x="685800" y="790575"/>
                </a:lnTo>
                <a:lnTo>
                  <a:pt x="685800" y="790575"/>
                </a:lnTo>
                <a:lnTo>
                  <a:pt x="676275" y="800100"/>
                </a:lnTo>
                <a:lnTo>
                  <a:pt x="676275" y="809625"/>
                </a:lnTo>
                <a:lnTo>
                  <a:pt x="657225" y="819150"/>
                </a:lnTo>
                <a:lnTo>
                  <a:pt x="657225" y="828675"/>
                </a:lnTo>
                <a:lnTo>
                  <a:pt x="666750" y="847725"/>
                </a:lnTo>
                <a:lnTo>
                  <a:pt x="666750" y="857250"/>
                </a:lnTo>
                <a:lnTo>
                  <a:pt x="657225" y="847725"/>
                </a:lnTo>
                <a:lnTo>
                  <a:pt x="657225" y="866775"/>
                </a:lnTo>
                <a:lnTo>
                  <a:pt x="647700" y="876300"/>
                </a:lnTo>
                <a:lnTo>
                  <a:pt x="638175" y="876300"/>
                </a:lnTo>
                <a:lnTo>
                  <a:pt x="619125" y="895350"/>
                </a:lnTo>
                <a:lnTo>
                  <a:pt x="619125" y="904875"/>
                </a:lnTo>
                <a:lnTo>
                  <a:pt x="619125" y="895350"/>
                </a:lnTo>
                <a:lnTo>
                  <a:pt x="619125" y="895350"/>
                </a:lnTo>
                <a:lnTo>
                  <a:pt x="600075" y="904875"/>
                </a:lnTo>
                <a:lnTo>
                  <a:pt x="609600" y="914400"/>
                </a:lnTo>
                <a:lnTo>
                  <a:pt x="590550" y="923925"/>
                </a:lnTo>
                <a:lnTo>
                  <a:pt x="581025" y="933450"/>
                </a:lnTo>
                <a:lnTo>
                  <a:pt x="571500" y="923925"/>
                </a:lnTo>
                <a:lnTo>
                  <a:pt x="571500" y="933450"/>
                </a:lnTo>
                <a:lnTo>
                  <a:pt x="552450" y="942975"/>
                </a:lnTo>
                <a:lnTo>
                  <a:pt x="552450" y="962025"/>
                </a:lnTo>
                <a:lnTo>
                  <a:pt x="542925" y="962025"/>
                </a:lnTo>
                <a:lnTo>
                  <a:pt x="523875" y="981075"/>
                </a:lnTo>
                <a:lnTo>
                  <a:pt x="542925" y="981075"/>
                </a:lnTo>
                <a:lnTo>
                  <a:pt x="514350" y="1000125"/>
                </a:lnTo>
                <a:lnTo>
                  <a:pt x="523875" y="1000125"/>
                </a:lnTo>
                <a:lnTo>
                  <a:pt x="495300" y="1000125"/>
                </a:lnTo>
                <a:lnTo>
                  <a:pt x="495300" y="1000125"/>
                </a:lnTo>
                <a:lnTo>
                  <a:pt x="504825" y="1019175"/>
                </a:lnTo>
                <a:lnTo>
                  <a:pt x="485775" y="1009650"/>
                </a:lnTo>
                <a:lnTo>
                  <a:pt x="485775" y="1028700"/>
                </a:lnTo>
                <a:lnTo>
                  <a:pt x="476250" y="1028700"/>
                </a:lnTo>
                <a:lnTo>
                  <a:pt x="457200" y="1038225"/>
                </a:lnTo>
                <a:lnTo>
                  <a:pt x="466725" y="1057275"/>
                </a:lnTo>
                <a:lnTo>
                  <a:pt x="457200" y="1066800"/>
                </a:lnTo>
                <a:lnTo>
                  <a:pt x="447675" y="1057275"/>
                </a:lnTo>
                <a:lnTo>
                  <a:pt x="438150" y="1076325"/>
                </a:lnTo>
                <a:lnTo>
                  <a:pt x="419100" y="1085850"/>
                </a:lnTo>
                <a:lnTo>
                  <a:pt x="428625" y="1095375"/>
                </a:lnTo>
                <a:lnTo>
                  <a:pt x="419100" y="108585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2334875" y="3695700"/>
            <a:ext cx="190500" cy="171450"/>
          </a:xfrm>
          <a:custGeom>
            <a:avLst/>
            <a:gdLst/>
            <a:ahLst/>
            <a:cxnLst/>
            <a:rect l="l" t="t" r="r" b="b"/>
            <a:pathLst>
              <a:path w="190500" h="171450">
                <a:moveTo>
                  <a:pt x="190500" y="76200"/>
                </a:moveTo>
                <a:lnTo>
                  <a:pt x="152400" y="123825"/>
                </a:lnTo>
                <a:lnTo>
                  <a:pt x="104775" y="171450"/>
                </a:lnTo>
                <a:lnTo>
                  <a:pt x="76200" y="133350"/>
                </a:lnTo>
                <a:lnTo>
                  <a:pt x="19050" y="114300"/>
                </a:lnTo>
                <a:lnTo>
                  <a:pt x="19050" y="76200"/>
                </a:lnTo>
                <a:lnTo>
                  <a:pt x="0" y="28575"/>
                </a:lnTo>
                <a:lnTo>
                  <a:pt x="57150" y="19050"/>
                </a:lnTo>
                <a:lnTo>
                  <a:pt x="114300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2934950" y="62579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38100"/>
                </a:moveTo>
                <a:lnTo>
                  <a:pt x="76200" y="57150"/>
                </a:lnTo>
                <a:lnTo>
                  <a:pt x="47625" y="95250"/>
                </a:lnTo>
                <a:lnTo>
                  <a:pt x="28575" y="76200"/>
                </a:lnTo>
                <a:lnTo>
                  <a:pt x="0" y="66675"/>
                </a:lnTo>
                <a:lnTo>
                  <a:pt x="0" y="38100"/>
                </a:lnTo>
                <a:lnTo>
                  <a:pt x="0" y="19050"/>
                </a:lnTo>
                <a:lnTo>
                  <a:pt x="28575" y="0"/>
                </a:lnTo>
                <a:lnTo>
                  <a:pt x="47625" y="9525"/>
                </a:lnTo>
                <a:lnTo>
                  <a:pt x="76200" y="285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1696700" y="4429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76200"/>
                </a:moveTo>
                <a:lnTo>
                  <a:pt x="95250" y="114300"/>
                </a:lnTo>
                <a:lnTo>
                  <a:pt x="76200" y="133350"/>
                </a:lnTo>
                <a:lnTo>
                  <a:pt x="38100" y="123825"/>
                </a:lnTo>
                <a:lnTo>
                  <a:pt x="9525" y="104775"/>
                </a:lnTo>
                <a:lnTo>
                  <a:pt x="0" y="76200"/>
                </a:lnTo>
                <a:lnTo>
                  <a:pt x="0" y="47625"/>
                </a:lnTo>
                <a:lnTo>
                  <a:pt x="38100" y="19050"/>
                </a:lnTo>
                <a:lnTo>
                  <a:pt x="76200" y="0"/>
                </a:lnTo>
                <a:lnTo>
                  <a:pt x="114300" y="3810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2058650" y="38004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28575"/>
                </a:moveTo>
                <a:lnTo>
                  <a:pt x="66675" y="47625"/>
                </a:lnTo>
                <a:lnTo>
                  <a:pt x="57150" y="76200"/>
                </a:lnTo>
                <a:lnTo>
                  <a:pt x="38100" y="66675"/>
                </a:lnTo>
                <a:lnTo>
                  <a:pt x="9525" y="57150"/>
                </a:lnTo>
                <a:lnTo>
                  <a:pt x="0" y="38100"/>
                </a:lnTo>
                <a:lnTo>
                  <a:pt x="0" y="9525"/>
                </a:lnTo>
                <a:lnTo>
                  <a:pt x="19050" y="0"/>
                </a:lnTo>
                <a:lnTo>
                  <a:pt x="57150" y="0"/>
                </a:lnTo>
                <a:lnTo>
                  <a:pt x="66675" y="9525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12401550" y="3971925"/>
            <a:ext cx="114300" cy="142875"/>
          </a:xfrm>
          <a:custGeom>
            <a:avLst/>
            <a:gdLst/>
            <a:ahLst/>
            <a:cxnLst/>
            <a:rect l="l" t="t" r="r" b="b"/>
            <a:pathLst>
              <a:path w="114300" h="142875">
                <a:moveTo>
                  <a:pt x="114300" y="57150"/>
                </a:moveTo>
                <a:lnTo>
                  <a:pt x="114300" y="95250"/>
                </a:lnTo>
                <a:lnTo>
                  <a:pt x="85725" y="142875"/>
                </a:lnTo>
                <a:lnTo>
                  <a:pt x="38100" y="114300"/>
                </a:lnTo>
                <a:lnTo>
                  <a:pt x="19050" y="114300"/>
                </a:lnTo>
                <a:lnTo>
                  <a:pt x="0" y="47625"/>
                </a:lnTo>
                <a:lnTo>
                  <a:pt x="0" y="9525"/>
                </a:lnTo>
                <a:lnTo>
                  <a:pt x="28575" y="0"/>
                </a:lnTo>
                <a:lnTo>
                  <a:pt x="85725" y="0"/>
                </a:lnTo>
                <a:lnTo>
                  <a:pt x="104775" y="1905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12906375" y="6029325"/>
            <a:ext cx="180975" cy="171450"/>
          </a:xfrm>
          <a:custGeom>
            <a:avLst/>
            <a:gdLst/>
            <a:ahLst/>
            <a:cxnLst/>
            <a:rect l="l" t="t" r="r" b="b"/>
            <a:pathLst>
              <a:path w="180975" h="171450">
                <a:moveTo>
                  <a:pt x="180975" y="85725"/>
                </a:moveTo>
                <a:lnTo>
                  <a:pt x="152400" y="142875"/>
                </a:lnTo>
                <a:lnTo>
                  <a:pt x="133350" y="171450"/>
                </a:lnTo>
                <a:lnTo>
                  <a:pt x="85725" y="161925"/>
                </a:lnTo>
                <a:lnTo>
                  <a:pt x="28575" y="142875"/>
                </a:lnTo>
                <a:lnTo>
                  <a:pt x="9525" y="76200"/>
                </a:lnTo>
                <a:lnTo>
                  <a:pt x="0" y="28575"/>
                </a:lnTo>
                <a:lnTo>
                  <a:pt x="76200" y="38100"/>
                </a:lnTo>
                <a:lnTo>
                  <a:pt x="142875" y="0"/>
                </a:lnTo>
                <a:lnTo>
                  <a:pt x="171450" y="47625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1742420" y="3724275"/>
            <a:ext cx="2249805" cy="2387918"/>
          </a:xfrm>
          <a:custGeom>
            <a:avLst/>
            <a:gdLst/>
            <a:ahLst/>
            <a:cxnLst/>
            <a:rect l="l" t="t" r="r" b="b"/>
            <a:pathLst>
              <a:path w="2249805" h="2387918">
                <a:moveTo>
                  <a:pt x="1773555" y="1624965"/>
                </a:moveTo>
                <a:lnTo>
                  <a:pt x="1786890" y="1638300"/>
                </a:lnTo>
                <a:lnTo>
                  <a:pt x="1773555" y="1651635"/>
                </a:lnTo>
                <a:lnTo>
                  <a:pt x="1760220" y="1638300"/>
                </a:lnTo>
                <a:close/>
                <a:moveTo>
                  <a:pt x="1773555" y="1934528"/>
                </a:moveTo>
                <a:lnTo>
                  <a:pt x="1782128" y="1943100"/>
                </a:lnTo>
                <a:lnTo>
                  <a:pt x="1773555" y="1951673"/>
                </a:lnTo>
                <a:lnTo>
                  <a:pt x="1764982" y="1943100"/>
                </a:lnTo>
                <a:close/>
                <a:moveTo>
                  <a:pt x="1649730" y="2060257"/>
                </a:moveTo>
                <a:lnTo>
                  <a:pt x="1665923" y="2076450"/>
                </a:lnTo>
                <a:lnTo>
                  <a:pt x="1649730" y="2092643"/>
                </a:lnTo>
                <a:lnTo>
                  <a:pt x="1633538" y="2076450"/>
                </a:lnTo>
                <a:close/>
                <a:moveTo>
                  <a:pt x="811530" y="2075497"/>
                </a:moveTo>
                <a:lnTo>
                  <a:pt x="831532" y="2095500"/>
                </a:lnTo>
                <a:lnTo>
                  <a:pt x="811530" y="2115503"/>
                </a:lnTo>
                <a:lnTo>
                  <a:pt x="791528" y="2095500"/>
                </a:lnTo>
                <a:close/>
                <a:moveTo>
                  <a:pt x="440055" y="510540"/>
                </a:moveTo>
                <a:lnTo>
                  <a:pt x="453390" y="523875"/>
                </a:lnTo>
                <a:lnTo>
                  <a:pt x="440055" y="537210"/>
                </a:lnTo>
                <a:lnTo>
                  <a:pt x="426720" y="523875"/>
                </a:lnTo>
                <a:close/>
                <a:moveTo>
                  <a:pt x="554355" y="570547"/>
                </a:moveTo>
                <a:lnTo>
                  <a:pt x="564832" y="581025"/>
                </a:lnTo>
                <a:lnTo>
                  <a:pt x="554355" y="591503"/>
                </a:lnTo>
                <a:lnTo>
                  <a:pt x="543878" y="581025"/>
                </a:lnTo>
                <a:close/>
                <a:moveTo>
                  <a:pt x="1278255" y="394335"/>
                </a:moveTo>
                <a:lnTo>
                  <a:pt x="1293495" y="409575"/>
                </a:lnTo>
                <a:lnTo>
                  <a:pt x="1278255" y="424815"/>
                </a:lnTo>
                <a:lnTo>
                  <a:pt x="1263015" y="409575"/>
                </a:lnTo>
                <a:close/>
                <a:moveTo>
                  <a:pt x="925830" y="2355532"/>
                </a:moveTo>
                <a:lnTo>
                  <a:pt x="942023" y="2371725"/>
                </a:lnTo>
                <a:lnTo>
                  <a:pt x="925830" y="2387918"/>
                </a:lnTo>
                <a:lnTo>
                  <a:pt x="909638" y="2371725"/>
                </a:lnTo>
                <a:close/>
                <a:moveTo>
                  <a:pt x="1144905" y="0"/>
                </a:moveTo>
                <a:lnTo>
                  <a:pt x="1154430" y="9525"/>
                </a:lnTo>
                <a:lnTo>
                  <a:pt x="1144905" y="19050"/>
                </a:lnTo>
                <a:lnTo>
                  <a:pt x="1135380" y="9525"/>
                </a:lnTo>
                <a:close/>
                <a:moveTo>
                  <a:pt x="1097280" y="399097"/>
                </a:moveTo>
                <a:lnTo>
                  <a:pt x="1107757" y="409575"/>
                </a:lnTo>
                <a:lnTo>
                  <a:pt x="1097280" y="420053"/>
                </a:lnTo>
                <a:lnTo>
                  <a:pt x="1086803" y="409575"/>
                </a:lnTo>
                <a:close/>
                <a:moveTo>
                  <a:pt x="1363980" y="541020"/>
                </a:moveTo>
                <a:lnTo>
                  <a:pt x="1375410" y="552450"/>
                </a:lnTo>
                <a:lnTo>
                  <a:pt x="1363980" y="563880"/>
                </a:lnTo>
                <a:lnTo>
                  <a:pt x="1352550" y="552450"/>
                </a:lnTo>
                <a:close/>
                <a:moveTo>
                  <a:pt x="1097280" y="2230755"/>
                </a:moveTo>
                <a:lnTo>
                  <a:pt x="1104900" y="2238375"/>
                </a:lnTo>
                <a:lnTo>
                  <a:pt x="1097280" y="2245995"/>
                </a:lnTo>
                <a:lnTo>
                  <a:pt x="1089660" y="2238375"/>
                </a:lnTo>
                <a:close/>
                <a:moveTo>
                  <a:pt x="1373505" y="392430"/>
                </a:moveTo>
                <a:lnTo>
                  <a:pt x="1390650" y="409575"/>
                </a:lnTo>
                <a:lnTo>
                  <a:pt x="1373505" y="426720"/>
                </a:lnTo>
                <a:lnTo>
                  <a:pt x="1356360" y="409575"/>
                </a:lnTo>
                <a:close/>
                <a:moveTo>
                  <a:pt x="1954530" y="1455420"/>
                </a:moveTo>
                <a:lnTo>
                  <a:pt x="1975485" y="1476375"/>
                </a:lnTo>
                <a:lnTo>
                  <a:pt x="1954530" y="1497330"/>
                </a:lnTo>
                <a:lnTo>
                  <a:pt x="1933575" y="1476375"/>
                </a:lnTo>
                <a:close/>
                <a:moveTo>
                  <a:pt x="2106930" y="1057275"/>
                </a:moveTo>
                <a:lnTo>
                  <a:pt x="2116455" y="1066800"/>
                </a:lnTo>
                <a:lnTo>
                  <a:pt x="2106930" y="1076325"/>
                </a:lnTo>
                <a:lnTo>
                  <a:pt x="2097405" y="1066800"/>
                </a:lnTo>
                <a:close/>
                <a:moveTo>
                  <a:pt x="1583055" y="2071688"/>
                </a:moveTo>
                <a:lnTo>
                  <a:pt x="1597343" y="2085975"/>
                </a:lnTo>
                <a:lnTo>
                  <a:pt x="1583055" y="2100263"/>
                </a:lnTo>
                <a:lnTo>
                  <a:pt x="1568768" y="2085975"/>
                </a:lnTo>
                <a:close/>
                <a:moveTo>
                  <a:pt x="1640205" y="642938"/>
                </a:moveTo>
                <a:lnTo>
                  <a:pt x="1654493" y="657225"/>
                </a:lnTo>
                <a:lnTo>
                  <a:pt x="1640205" y="671513"/>
                </a:lnTo>
                <a:lnTo>
                  <a:pt x="1625918" y="657225"/>
                </a:lnTo>
                <a:close/>
                <a:moveTo>
                  <a:pt x="2230755" y="1021080"/>
                </a:moveTo>
                <a:lnTo>
                  <a:pt x="2247900" y="1038225"/>
                </a:lnTo>
                <a:lnTo>
                  <a:pt x="2230755" y="1055370"/>
                </a:lnTo>
                <a:lnTo>
                  <a:pt x="2213610" y="1038225"/>
                </a:lnTo>
                <a:close/>
                <a:moveTo>
                  <a:pt x="487680" y="311467"/>
                </a:moveTo>
                <a:lnTo>
                  <a:pt x="509587" y="333375"/>
                </a:lnTo>
                <a:lnTo>
                  <a:pt x="487680" y="355283"/>
                </a:lnTo>
                <a:lnTo>
                  <a:pt x="465773" y="333375"/>
                </a:lnTo>
                <a:close/>
                <a:moveTo>
                  <a:pt x="344805" y="388620"/>
                </a:moveTo>
                <a:lnTo>
                  <a:pt x="365760" y="409575"/>
                </a:lnTo>
                <a:lnTo>
                  <a:pt x="344805" y="430530"/>
                </a:lnTo>
                <a:lnTo>
                  <a:pt x="323850" y="409575"/>
                </a:lnTo>
                <a:close/>
                <a:moveTo>
                  <a:pt x="1754505" y="2132648"/>
                </a:moveTo>
                <a:lnTo>
                  <a:pt x="1774507" y="2152650"/>
                </a:lnTo>
                <a:lnTo>
                  <a:pt x="1754505" y="2172653"/>
                </a:lnTo>
                <a:lnTo>
                  <a:pt x="1734503" y="2152650"/>
                </a:lnTo>
                <a:close/>
                <a:moveTo>
                  <a:pt x="1821180" y="1476375"/>
                </a:moveTo>
                <a:lnTo>
                  <a:pt x="1830705" y="1485900"/>
                </a:lnTo>
                <a:lnTo>
                  <a:pt x="1821180" y="1495425"/>
                </a:lnTo>
                <a:lnTo>
                  <a:pt x="1811655" y="1485900"/>
                </a:lnTo>
                <a:close/>
                <a:moveTo>
                  <a:pt x="1221105" y="191453"/>
                </a:moveTo>
                <a:lnTo>
                  <a:pt x="1229678" y="200025"/>
                </a:lnTo>
                <a:lnTo>
                  <a:pt x="1221105" y="208597"/>
                </a:lnTo>
                <a:lnTo>
                  <a:pt x="1212532" y="200025"/>
                </a:lnTo>
                <a:close/>
                <a:moveTo>
                  <a:pt x="1554480" y="1697355"/>
                </a:moveTo>
                <a:lnTo>
                  <a:pt x="1571625" y="1714500"/>
                </a:lnTo>
                <a:lnTo>
                  <a:pt x="1554480" y="1731645"/>
                </a:lnTo>
                <a:lnTo>
                  <a:pt x="1537335" y="1714500"/>
                </a:lnTo>
                <a:close/>
                <a:moveTo>
                  <a:pt x="1716405" y="1705928"/>
                </a:moveTo>
                <a:lnTo>
                  <a:pt x="1734503" y="1724025"/>
                </a:lnTo>
                <a:lnTo>
                  <a:pt x="1716405" y="1742122"/>
                </a:lnTo>
                <a:lnTo>
                  <a:pt x="1698307" y="1724025"/>
                </a:lnTo>
                <a:close/>
                <a:moveTo>
                  <a:pt x="621030" y="644842"/>
                </a:moveTo>
                <a:lnTo>
                  <a:pt x="633413" y="657225"/>
                </a:lnTo>
                <a:lnTo>
                  <a:pt x="621030" y="669608"/>
                </a:lnTo>
                <a:lnTo>
                  <a:pt x="608648" y="657225"/>
                </a:lnTo>
                <a:close/>
                <a:moveTo>
                  <a:pt x="735330" y="2198370"/>
                </a:moveTo>
                <a:lnTo>
                  <a:pt x="746760" y="2209800"/>
                </a:lnTo>
                <a:lnTo>
                  <a:pt x="735330" y="2221230"/>
                </a:lnTo>
                <a:lnTo>
                  <a:pt x="723900" y="2209800"/>
                </a:lnTo>
                <a:close/>
                <a:moveTo>
                  <a:pt x="421005" y="210503"/>
                </a:moveTo>
                <a:lnTo>
                  <a:pt x="429578" y="219075"/>
                </a:lnTo>
                <a:lnTo>
                  <a:pt x="421005" y="227647"/>
                </a:lnTo>
                <a:lnTo>
                  <a:pt x="412432" y="219075"/>
                </a:lnTo>
                <a:close/>
                <a:moveTo>
                  <a:pt x="2030730" y="1716405"/>
                </a:moveTo>
                <a:lnTo>
                  <a:pt x="2038350" y="1724025"/>
                </a:lnTo>
                <a:lnTo>
                  <a:pt x="2030730" y="1731645"/>
                </a:lnTo>
                <a:lnTo>
                  <a:pt x="2023110" y="1724025"/>
                </a:lnTo>
                <a:close/>
                <a:moveTo>
                  <a:pt x="1564005" y="550545"/>
                </a:moveTo>
                <a:lnTo>
                  <a:pt x="1584960" y="571500"/>
                </a:lnTo>
                <a:lnTo>
                  <a:pt x="1564005" y="592455"/>
                </a:lnTo>
                <a:lnTo>
                  <a:pt x="1543050" y="571500"/>
                </a:lnTo>
                <a:close/>
                <a:moveTo>
                  <a:pt x="306705" y="399097"/>
                </a:moveTo>
                <a:lnTo>
                  <a:pt x="326707" y="419100"/>
                </a:lnTo>
                <a:lnTo>
                  <a:pt x="306705" y="439103"/>
                </a:lnTo>
                <a:lnTo>
                  <a:pt x="286703" y="419100"/>
                </a:lnTo>
                <a:close/>
                <a:moveTo>
                  <a:pt x="744855" y="1801178"/>
                </a:moveTo>
                <a:lnTo>
                  <a:pt x="762953" y="1819275"/>
                </a:lnTo>
                <a:lnTo>
                  <a:pt x="744855" y="1837373"/>
                </a:lnTo>
                <a:lnTo>
                  <a:pt x="726757" y="1819275"/>
                </a:lnTo>
                <a:close/>
                <a:moveTo>
                  <a:pt x="421005" y="1658303"/>
                </a:moveTo>
                <a:lnTo>
                  <a:pt x="429578" y="1666875"/>
                </a:lnTo>
                <a:lnTo>
                  <a:pt x="421005" y="1675447"/>
                </a:lnTo>
                <a:lnTo>
                  <a:pt x="412432" y="1666875"/>
                </a:lnTo>
                <a:close/>
                <a:moveTo>
                  <a:pt x="554355" y="1985010"/>
                </a:moveTo>
                <a:lnTo>
                  <a:pt x="569595" y="2000250"/>
                </a:lnTo>
                <a:lnTo>
                  <a:pt x="554355" y="2015490"/>
                </a:lnTo>
                <a:lnTo>
                  <a:pt x="539115" y="2000250"/>
                </a:lnTo>
                <a:close/>
                <a:moveTo>
                  <a:pt x="2154555" y="1183957"/>
                </a:moveTo>
                <a:lnTo>
                  <a:pt x="2170748" y="1200150"/>
                </a:lnTo>
                <a:lnTo>
                  <a:pt x="2154555" y="1216343"/>
                </a:lnTo>
                <a:lnTo>
                  <a:pt x="2138363" y="1200150"/>
                </a:lnTo>
                <a:close/>
                <a:moveTo>
                  <a:pt x="1744980" y="1815465"/>
                </a:moveTo>
                <a:lnTo>
                  <a:pt x="1758315" y="1828800"/>
                </a:lnTo>
                <a:lnTo>
                  <a:pt x="1744980" y="1842135"/>
                </a:lnTo>
                <a:lnTo>
                  <a:pt x="1731645" y="1828800"/>
                </a:lnTo>
                <a:close/>
                <a:moveTo>
                  <a:pt x="11430" y="969645"/>
                </a:moveTo>
                <a:lnTo>
                  <a:pt x="22860" y="981075"/>
                </a:lnTo>
                <a:lnTo>
                  <a:pt x="11430" y="992505"/>
                </a:lnTo>
                <a:lnTo>
                  <a:pt x="0" y="981075"/>
                </a:lnTo>
                <a:close/>
                <a:moveTo>
                  <a:pt x="1249680" y="2169795"/>
                </a:moveTo>
                <a:lnTo>
                  <a:pt x="1261110" y="2181225"/>
                </a:lnTo>
                <a:lnTo>
                  <a:pt x="1249680" y="2192655"/>
                </a:lnTo>
                <a:lnTo>
                  <a:pt x="1238250" y="2181225"/>
                </a:lnTo>
                <a:close/>
                <a:moveTo>
                  <a:pt x="573405" y="606742"/>
                </a:moveTo>
                <a:lnTo>
                  <a:pt x="595313" y="628650"/>
                </a:lnTo>
                <a:lnTo>
                  <a:pt x="573405" y="650558"/>
                </a:lnTo>
                <a:lnTo>
                  <a:pt x="551498" y="628650"/>
                </a:lnTo>
                <a:close/>
                <a:moveTo>
                  <a:pt x="668655" y="1911668"/>
                </a:moveTo>
                <a:lnTo>
                  <a:pt x="681038" y="1924050"/>
                </a:lnTo>
                <a:lnTo>
                  <a:pt x="668655" y="1936432"/>
                </a:lnTo>
                <a:lnTo>
                  <a:pt x="656273" y="1924050"/>
                </a:lnTo>
                <a:close/>
                <a:moveTo>
                  <a:pt x="1687830" y="407670"/>
                </a:moveTo>
                <a:lnTo>
                  <a:pt x="1699260" y="419100"/>
                </a:lnTo>
                <a:lnTo>
                  <a:pt x="1687830" y="430530"/>
                </a:lnTo>
                <a:lnTo>
                  <a:pt x="1676400" y="419100"/>
                </a:lnTo>
                <a:close/>
                <a:moveTo>
                  <a:pt x="1659255" y="1960245"/>
                </a:moveTo>
                <a:lnTo>
                  <a:pt x="1670685" y="1971675"/>
                </a:lnTo>
                <a:lnTo>
                  <a:pt x="1659255" y="1983105"/>
                </a:lnTo>
                <a:lnTo>
                  <a:pt x="1647825" y="1971675"/>
                </a:lnTo>
                <a:close/>
                <a:moveTo>
                  <a:pt x="954405" y="1943100"/>
                </a:moveTo>
                <a:lnTo>
                  <a:pt x="973455" y="1962150"/>
                </a:lnTo>
                <a:lnTo>
                  <a:pt x="954405" y="1981200"/>
                </a:lnTo>
                <a:lnTo>
                  <a:pt x="935355" y="1962150"/>
                </a:lnTo>
                <a:close/>
                <a:moveTo>
                  <a:pt x="1621155" y="1674495"/>
                </a:moveTo>
                <a:lnTo>
                  <a:pt x="1632585" y="1685925"/>
                </a:lnTo>
                <a:lnTo>
                  <a:pt x="1621155" y="1697355"/>
                </a:lnTo>
                <a:lnTo>
                  <a:pt x="1609725" y="1685925"/>
                </a:lnTo>
                <a:close/>
                <a:moveTo>
                  <a:pt x="2011680" y="1163955"/>
                </a:moveTo>
                <a:lnTo>
                  <a:pt x="2019300" y="1171575"/>
                </a:lnTo>
                <a:lnTo>
                  <a:pt x="2011680" y="1179195"/>
                </a:lnTo>
                <a:lnTo>
                  <a:pt x="2004060" y="1171575"/>
                </a:lnTo>
                <a:close/>
                <a:moveTo>
                  <a:pt x="2049780" y="1351597"/>
                </a:moveTo>
                <a:lnTo>
                  <a:pt x="2069782" y="1371600"/>
                </a:lnTo>
                <a:lnTo>
                  <a:pt x="2049780" y="1391603"/>
                </a:lnTo>
                <a:lnTo>
                  <a:pt x="2029778" y="1371600"/>
                </a:lnTo>
                <a:close/>
                <a:moveTo>
                  <a:pt x="1573530" y="2058353"/>
                </a:moveTo>
                <a:lnTo>
                  <a:pt x="1582103" y="2066925"/>
                </a:lnTo>
                <a:lnTo>
                  <a:pt x="1573530" y="2075497"/>
                </a:lnTo>
                <a:lnTo>
                  <a:pt x="1564957" y="2066925"/>
                </a:lnTo>
                <a:close/>
                <a:moveTo>
                  <a:pt x="582930" y="1977390"/>
                </a:moveTo>
                <a:lnTo>
                  <a:pt x="596265" y="1990725"/>
                </a:lnTo>
                <a:lnTo>
                  <a:pt x="582930" y="2004060"/>
                </a:lnTo>
                <a:lnTo>
                  <a:pt x="569595" y="1990725"/>
                </a:lnTo>
                <a:close/>
                <a:moveTo>
                  <a:pt x="1363980" y="2235518"/>
                </a:moveTo>
                <a:lnTo>
                  <a:pt x="1376363" y="2247900"/>
                </a:lnTo>
                <a:lnTo>
                  <a:pt x="1363980" y="2260282"/>
                </a:lnTo>
                <a:lnTo>
                  <a:pt x="1351598" y="2247900"/>
                </a:lnTo>
                <a:close/>
                <a:moveTo>
                  <a:pt x="382905" y="1512570"/>
                </a:moveTo>
                <a:lnTo>
                  <a:pt x="403860" y="1533525"/>
                </a:lnTo>
                <a:lnTo>
                  <a:pt x="382905" y="1554480"/>
                </a:lnTo>
                <a:lnTo>
                  <a:pt x="361950" y="1533525"/>
                </a:lnTo>
                <a:close/>
                <a:moveTo>
                  <a:pt x="125730" y="1104900"/>
                </a:moveTo>
                <a:lnTo>
                  <a:pt x="144780" y="1123950"/>
                </a:lnTo>
                <a:lnTo>
                  <a:pt x="125730" y="1143000"/>
                </a:lnTo>
                <a:lnTo>
                  <a:pt x="106680" y="1123950"/>
                </a:lnTo>
                <a:close/>
                <a:moveTo>
                  <a:pt x="306705" y="1311593"/>
                </a:moveTo>
                <a:lnTo>
                  <a:pt x="319088" y="1323975"/>
                </a:lnTo>
                <a:lnTo>
                  <a:pt x="306705" y="1336357"/>
                </a:lnTo>
                <a:lnTo>
                  <a:pt x="294323" y="1323975"/>
                </a:lnTo>
                <a:close/>
                <a:moveTo>
                  <a:pt x="516255" y="1628775"/>
                </a:moveTo>
                <a:lnTo>
                  <a:pt x="535305" y="1647825"/>
                </a:lnTo>
                <a:lnTo>
                  <a:pt x="516255" y="1666875"/>
                </a:lnTo>
                <a:lnTo>
                  <a:pt x="497205" y="1647825"/>
                </a:lnTo>
                <a:close/>
                <a:moveTo>
                  <a:pt x="373380" y="1118235"/>
                </a:moveTo>
                <a:lnTo>
                  <a:pt x="388620" y="1133475"/>
                </a:lnTo>
                <a:lnTo>
                  <a:pt x="373380" y="1148715"/>
                </a:lnTo>
                <a:lnTo>
                  <a:pt x="358140" y="1133475"/>
                </a:lnTo>
                <a:close/>
                <a:moveTo>
                  <a:pt x="1506855" y="83820"/>
                </a:moveTo>
                <a:lnTo>
                  <a:pt x="1527810" y="104775"/>
                </a:lnTo>
                <a:lnTo>
                  <a:pt x="1506855" y="125730"/>
                </a:lnTo>
                <a:lnTo>
                  <a:pt x="1485900" y="104775"/>
                </a:lnTo>
                <a:close/>
                <a:moveTo>
                  <a:pt x="116205" y="879158"/>
                </a:moveTo>
                <a:lnTo>
                  <a:pt x="132398" y="895350"/>
                </a:lnTo>
                <a:lnTo>
                  <a:pt x="116205" y="911542"/>
                </a:lnTo>
                <a:lnTo>
                  <a:pt x="100013" y="895350"/>
                </a:lnTo>
                <a:close/>
                <a:moveTo>
                  <a:pt x="287655" y="1210628"/>
                </a:moveTo>
                <a:lnTo>
                  <a:pt x="296228" y="1219200"/>
                </a:lnTo>
                <a:lnTo>
                  <a:pt x="287655" y="1227772"/>
                </a:lnTo>
                <a:lnTo>
                  <a:pt x="279082" y="1219200"/>
                </a:lnTo>
                <a:close/>
                <a:moveTo>
                  <a:pt x="344805" y="1404938"/>
                </a:moveTo>
                <a:lnTo>
                  <a:pt x="359093" y="1419225"/>
                </a:lnTo>
                <a:lnTo>
                  <a:pt x="344805" y="1433513"/>
                </a:lnTo>
                <a:lnTo>
                  <a:pt x="330518" y="1419225"/>
                </a:lnTo>
                <a:close/>
                <a:moveTo>
                  <a:pt x="2040255" y="1298257"/>
                </a:moveTo>
                <a:lnTo>
                  <a:pt x="2056448" y="1314450"/>
                </a:lnTo>
                <a:lnTo>
                  <a:pt x="2040255" y="1330643"/>
                </a:lnTo>
                <a:lnTo>
                  <a:pt x="2024062" y="1314450"/>
                </a:lnTo>
                <a:close/>
                <a:moveTo>
                  <a:pt x="2230755" y="971550"/>
                </a:moveTo>
                <a:lnTo>
                  <a:pt x="2249805" y="990600"/>
                </a:lnTo>
                <a:lnTo>
                  <a:pt x="2230755" y="1009650"/>
                </a:lnTo>
                <a:lnTo>
                  <a:pt x="2211705" y="990600"/>
                </a:lnTo>
                <a:close/>
                <a:moveTo>
                  <a:pt x="30480" y="1392555"/>
                </a:moveTo>
                <a:lnTo>
                  <a:pt x="38100" y="1400175"/>
                </a:lnTo>
                <a:lnTo>
                  <a:pt x="30480" y="1407795"/>
                </a:lnTo>
                <a:lnTo>
                  <a:pt x="22860" y="1400175"/>
                </a:lnTo>
                <a:close/>
                <a:moveTo>
                  <a:pt x="325755" y="495300"/>
                </a:moveTo>
                <a:lnTo>
                  <a:pt x="335280" y="504825"/>
                </a:lnTo>
                <a:lnTo>
                  <a:pt x="325755" y="514350"/>
                </a:lnTo>
                <a:lnTo>
                  <a:pt x="316230" y="504825"/>
                </a:lnTo>
                <a:close/>
                <a:moveTo>
                  <a:pt x="1240155" y="540067"/>
                </a:moveTo>
                <a:lnTo>
                  <a:pt x="1262063" y="561975"/>
                </a:lnTo>
                <a:lnTo>
                  <a:pt x="1240155" y="583883"/>
                </a:lnTo>
                <a:lnTo>
                  <a:pt x="1218248" y="561975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12228195" y="4331970"/>
            <a:ext cx="1255395" cy="1218248"/>
          </a:xfrm>
          <a:custGeom>
            <a:avLst/>
            <a:gdLst/>
            <a:ahLst/>
            <a:cxnLst/>
            <a:rect l="l" t="t" r="r" b="b"/>
            <a:pathLst>
              <a:path w="1255395" h="1218248">
                <a:moveTo>
                  <a:pt x="802005" y="1185862"/>
                </a:moveTo>
                <a:lnTo>
                  <a:pt x="818198" y="1202055"/>
                </a:lnTo>
                <a:lnTo>
                  <a:pt x="802005" y="1218248"/>
                </a:lnTo>
                <a:lnTo>
                  <a:pt x="785813" y="1202055"/>
                </a:lnTo>
                <a:close/>
                <a:moveTo>
                  <a:pt x="944880" y="788670"/>
                </a:moveTo>
                <a:lnTo>
                  <a:pt x="958215" y="802005"/>
                </a:lnTo>
                <a:lnTo>
                  <a:pt x="944880" y="815340"/>
                </a:lnTo>
                <a:lnTo>
                  <a:pt x="931545" y="802005"/>
                </a:lnTo>
                <a:close/>
                <a:moveTo>
                  <a:pt x="135255" y="289560"/>
                </a:moveTo>
                <a:lnTo>
                  <a:pt x="142875" y="297180"/>
                </a:lnTo>
                <a:lnTo>
                  <a:pt x="135255" y="304800"/>
                </a:lnTo>
                <a:lnTo>
                  <a:pt x="127635" y="297180"/>
                </a:lnTo>
                <a:close/>
                <a:moveTo>
                  <a:pt x="430530" y="0"/>
                </a:moveTo>
                <a:lnTo>
                  <a:pt x="441960" y="11430"/>
                </a:lnTo>
                <a:lnTo>
                  <a:pt x="430530" y="22860"/>
                </a:lnTo>
                <a:lnTo>
                  <a:pt x="419100" y="11430"/>
                </a:lnTo>
                <a:close/>
                <a:moveTo>
                  <a:pt x="535305" y="1115377"/>
                </a:moveTo>
                <a:lnTo>
                  <a:pt x="555307" y="1135380"/>
                </a:lnTo>
                <a:lnTo>
                  <a:pt x="535305" y="1155383"/>
                </a:lnTo>
                <a:lnTo>
                  <a:pt x="515303" y="1135380"/>
                </a:lnTo>
                <a:close/>
                <a:moveTo>
                  <a:pt x="297180" y="1018223"/>
                </a:moveTo>
                <a:lnTo>
                  <a:pt x="309563" y="1030605"/>
                </a:lnTo>
                <a:lnTo>
                  <a:pt x="297180" y="1042987"/>
                </a:lnTo>
                <a:lnTo>
                  <a:pt x="284798" y="1030605"/>
                </a:lnTo>
                <a:close/>
                <a:moveTo>
                  <a:pt x="220980" y="1052512"/>
                </a:moveTo>
                <a:lnTo>
                  <a:pt x="237173" y="1068705"/>
                </a:lnTo>
                <a:lnTo>
                  <a:pt x="220980" y="1084898"/>
                </a:lnTo>
                <a:lnTo>
                  <a:pt x="204788" y="1068705"/>
                </a:lnTo>
                <a:close/>
                <a:moveTo>
                  <a:pt x="878205" y="93345"/>
                </a:moveTo>
                <a:lnTo>
                  <a:pt x="891540" y="106680"/>
                </a:lnTo>
                <a:lnTo>
                  <a:pt x="878205" y="120015"/>
                </a:lnTo>
                <a:lnTo>
                  <a:pt x="864870" y="106680"/>
                </a:lnTo>
                <a:close/>
                <a:moveTo>
                  <a:pt x="725805" y="287655"/>
                </a:moveTo>
                <a:lnTo>
                  <a:pt x="744855" y="306705"/>
                </a:lnTo>
                <a:lnTo>
                  <a:pt x="725805" y="325755"/>
                </a:lnTo>
                <a:lnTo>
                  <a:pt x="706755" y="306705"/>
                </a:lnTo>
                <a:close/>
                <a:moveTo>
                  <a:pt x="478155" y="173355"/>
                </a:moveTo>
                <a:lnTo>
                  <a:pt x="497205" y="192405"/>
                </a:lnTo>
                <a:lnTo>
                  <a:pt x="478155" y="211455"/>
                </a:lnTo>
                <a:lnTo>
                  <a:pt x="459105" y="192405"/>
                </a:lnTo>
                <a:close/>
                <a:moveTo>
                  <a:pt x="668655" y="951548"/>
                </a:moveTo>
                <a:lnTo>
                  <a:pt x="690563" y="973455"/>
                </a:lnTo>
                <a:lnTo>
                  <a:pt x="668655" y="995362"/>
                </a:lnTo>
                <a:lnTo>
                  <a:pt x="646748" y="973455"/>
                </a:lnTo>
                <a:close/>
                <a:moveTo>
                  <a:pt x="11430" y="790575"/>
                </a:moveTo>
                <a:lnTo>
                  <a:pt x="22860" y="802005"/>
                </a:lnTo>
                <a:lnTo>
                  <a:pt x="11430" y="813435"/>
                </a:lnTo>
                <a:lnTo>
                  <a:pt x="0" y="802005"/>
                </a:lnTo>
                <a:close/>
                <a:moveTo>
                  <a:pt x="240030" y="780098"/>
                </a:moveTo>
                <a:lnTo>
                  <a:pt x="252413" y="792480"/>
                </a:lnTo>
                <a:lnTo>
                  <a:pt x="240030" y="804862"/>
                </a:lnTo>
                <a:lnTo>
                  <a:pt x="227648" y="792480"/>
                </a:lnTo>
                <a:close/>
                <a:moveTo>
                  <a:pt x="354330" y="594360"/>
                </a:moveTo>
                <a:lnTo>
                  <a:pt x="361950" y="601980"/>
                </a:lnTo>
                <a:lnTo>
                  <a:pt x="354330" y="609600"/>
                </a:lnTo>
                <a:lnTo>
                  <a:pt x="346710" y="601980"/>
                </a:lnTo>
                <a:close/>
                <a:moveTo>
                  <a:pt x="630555" y="110490"/>
                </a:moveTo>
                <a:lnTo>
                  <a:pt x="645795" y="125730"/>
                </a:lnTo>
                <a:lnTo>
                  <a:pt x="630555" y="140970"/>
                </a:lnTo>
                <a:lnTo>
                  <a:pt x="615315" y="125730"/>
                </a:lnTo>
                <a:close/>
                <a:moveTo>
                  <a:pt x="563880" y="127635"/>
                </a:moveTo>
                <a:lnTo>
                  <a:pt x="581025" y="144780"/>
                </a:lnTo>
                <a:lnTo>
                  <a:pt x="563880" y="161925"/>
                </a:lnTo>
                <a:lnTo>
                  <a:pt x="546735" y="144780"/>
                </a:lnTo>
                <a:close/>
                <a:moveTo>
                  <a:pt x="916305" y="238125"/>
                </a:moveTo>
                <a:lnTo>
                  <a:pt x="927735" y="249555"/>
                </a:lnTo>
                <a:lnTo>
                  <a:pt x="916305" y="260985"/>
                </a:lnTo>
                <a:lnTo>
                  <a:pt x="904875" y="249555"/>
                </a:lnTo>
                <a:close/>
                <a:moveTo>
                  <a:pt x="821055" y="660083"/>
                </a:moveTo>
                <a:lnTo>
                  <a:pt x="839153" y="678180"/>
                </a:lnTo>
                <a:lnTo>
                  <a:pt x="821055" y="696277"/>
                </a:lnTo>
                <a:lnTo>
                  <a:pt x="802957" y="678180"/>
                </a:lnTo>
                <a:close/>
                <a:moveTo>
                  <a:pt x="1240155" y="520065"/>
                </a:moveTo>
                <a:lnTo>
                  <a:pt x="1255395" y="535305"/>
                </a:lnTo>
                <a:lnTo>
                  <a:pt x="1240155" y="550545"/>
                </a:lnTo>
                <a:lnTo>
                  <a:pt x="1224915" y="535305"/>
                </a:lnTo>
                <a:close/>
                <a:moveTo>
                  <a:pt x="1211580" y="432435"/>
                </a:moveTo>
                <a:lnTo>
                  <a:pt x="1219200" y="440055"/>
                </a:lnTo>
                <a:lnTo>
                  <a:pt x="1211580" y="447675"/>
                </a:lnTo>
                <a:lnTo>
                  <a:pt x="1203960" y="440055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11739563" y="4568190"/>
            <a:ext cx="1908810" cy="1313497"/>
          </a:xfrm>
          <a:custGeom>
            <a:avLst/>
            <a:gdLst/>
            <a:ahLst/>
            <a:cxnLst/>
            <a:rect l="l" t="t" r="r" b="b"/>
            <a:pathLst>
              <a:path w="1908810" h="1313497">
                <a:moveTo>
                  <a:pt x="1900238" y="452438"/>
                </a:moveTo>
                <a:lnTo>
                  <a:pt x="1908810" y="461010"/>
                </a:lnTo>
                <a:lnTo>
                  <a:pt x="1900238" y="469582"/>
                </a:lnTo>
                <a:lnTo>
                  <a:pt x="1891665" y="461010"/>
                </a:lnTo>
                <a:close/>
                <a:moveTo>
                  <a:pt x="404813" y="138113"/>
                </a:moveTo>
                <a:lnTo>
                  <a:pt x="422910" y="156210"/>
                </a:lnTo>
                <a:lnTo>
                  <a:pt x="404813" y="174307"/>
                </a:lnTo>
                <a:lnTo>
                  <a:pt x="386715" y="156210"/>
                </a:lnTo>
                <a:close/>
                <a:moveTo>
                  <a:pt x="14288" y="570547"/>
                </a:moveTo>
                <a:lnTo>
                  <a:pt x="28575" y="584835"/>
                </a:lnTo>
                <a:lnTo>
                  <a:pt x="14288" y="599122"/>
                </a:lnTo>
                <a:lnTo>
                  <a:pt x="0" y="584835"/>
                </a:lnTo>
                <a:close/>
                <a:moveTo>
                  <a:pt x="442913" y="443865"/>
                </a:moveTo>
                <a:lnTo>
                  <a:pt x="450532" y="451485"/>
                </a:lnTo>
                <a:lnTo>
                  <a:pt x="442913" y="459105"/>
                </a:lnTo>
                <a:lnTo>
                  <a:pt x="435293" y="451485"/>
                </a:lnTo>
                <a:close/>
                <a:moveTo>
                  <a:pt x="604838" y="1026795"/>
                </a:moveTo>
                <a:lnTo>
                  <a:pt x="620077" y="1042035"/>
                </a:lnTo>
                <a:lnTo>
                  <a:pt x="604838" y="1057275"/>
                </a:lnTo>
                <a:lnTo>
                  <a:pt x="589598" y="1042035"/>
                </a:lnTo>
                <a:close/>
                <a:moveTo>
                  <a:pt x="376238" y="260032"/>
                </a:moveTo>
                <a:lnTo>
                  <a:pt x="386715" y="270510"/>
                </a:lnTo>
                <a:lnTo>
                  <a:pt x="376238" y="280988"/>
                </a:lnTo>
                <a:lnTo>
                  <a:pt x="365760" y="270510"/>
                </a:lnTo>
                <a:close/>
                <a:moveTo>
                  <a:pt x="1528763" y="1284922"/>
                </a:moveTo>
                <a:lnTo>
                  <a:pt x="1543050" y="1299210"/>
                </a:lnTo>
                <a:lnTo>
                  <a:pt x="1528763" y="1313497"/>
                </a:lnTo>
                <a:lnTo>
                  <a:pt x="1514475" y="1299210"/>
                </a:lnTo>
                <a:close/>
                <a:moveTo>
                  <a:pt x="1652588" y="1265872"/>
                </a:moveTo>
                <a:lnTo>
                  <a:pt x="1666875" y="1280160"/>
                </a:lnTo>
                <a:lnTo>
                  <a:pt x="1652588" y="1294447"/>
                </a:lnTo>
                <a:lnTo>
                  <a:pt x="1638300" y="1280160"/>
                </a:lnTo>
                <a:close/>
                <a:moveTo>
                  <a:pt x="890588" y="307657"/>
                </a:moveTo>
                <a:lnTo>
                  <a:pt x="910590" y="327660"/>
                </a:lnTo>
                <a:lnTo>
                  <a:pt x="890588" y="347663"/>
                </a:lnTo>
                <a:lnTo>
                  <a:pt x="870585" y="327660"/>
                </a:lnTo>
                <a:close/>
                <a:moveTo>
                  <a:pt x="833438" y="0"/>
                </a:moveTo>
                <a:lnTo>
                  <a:pt x="856298" y="22860"/>
                </a:lnTo>
                <a:lnTo>
                  <a:pt x="833438" y="45720"/>
                </a:lnTo>
                <a:lnTo>
                  <a:pt x="810577" y="22860"/>
                </a:lnTo>
                <a:close/>
                <a:moveTo>
                  <a:pt x="1004887" y="366713"/>
                </a:moveTo>
                <a:lnTo>
                  <a:pt x="1013460" y="375285"/>
                </a:lnTo>
                <a:lnTo>
                  <a:pt x="1004887" y="383857"/>
                </a:lnTo>
                <a:lnTo>
                  <a:pt x="996315" y="37528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11696700" y="4086225"/>
            <a:ext cx="2047875" cy="1962150"/>
          </a:xfrm>
          <a:custGeom>
            <a:avLst/>
            <a:gdLst/>
            <a:ahLst/>
            <a:cxnLst/>
            <a:rect l="l" t="t" r="r" b="b"/>
            <a:pathLst>
              <a:path w="2047875" h="1962150">
                <a:moveTo>
                  <a:pt x="561975" y="1571625"/>
                </a:moveTo>
                <a:quadBezTo>
                  <a:pt x="504825" y="1514475"/>
                  <a:pt x="457200" y="1495425"/>
                </a:quadBezTo>
                <a:moveTo>
                  <a:pt x="323850" y="352425"/>
                </a:moveTo>
                <a:quadBezTo>
                  <a:pt x="371475" y="266700"/>
                  <a:pt x="419100" y="219075"/>
                </a:quadBezTo>
                <a:moveTo>
                  <a:pt x="895350" y="1962150"/>
                </a:moveTo>
                <a:quadBezTo>
                  <a:pt x="790575" y="1905000"/>
                  <a:pt x="676275" y="1885950"/>
                </a:quadBezTo>
                <a:moveTo>
                  <a:pt x="1028700" y="1676400"/>
                </a:moveTo>
                <a:quadBezTo>
                  <a:pt x="942975" y="1628775"/>
                  <a:pt x="857250" y="1628775"/>
                </a:quadBezTo>
                <a:moveTo>
                  <a:pt x="1476375" y="0"/>
                </a:moveTo>
                <a:quadBezTo>
                  <a:pt x="1571625" y="0"/>
                  <a:pt x="1666875" y="38100"/>
                </a:quadBezTo>
                <a:moveTo>
                  <a:pt x="676275" y="1447800"/>
                </a:moveTo>
                <a:quadBezTo>
                  <a:pt x="600075" y="1323975"/>
                  <a:pt x="523875" y="1247775"/>
                </a:quadBezTo>
                <a:moveTo>
                  <a:pt x="1038225" y="1790700"/>
                </a:moveTo>
                <a:quadBezTo>
                  <a:pt x="990600" y="1771650"/>
                  <a:pt x="933450" y="1781175"/>
                </a:quadBezTo>
                <a:moveTo>
                  <a:pt x="1038225" y="95250"/>
                </a:moveTo>
                <a:quadBezTo>
                  <a:pt x="1095375" y="76200"/>
                  <a:pt x="1143000" y="85725"/>
                </a:quadBezTo>
                <a:moveTo>
                  <a:pt x="2009775" y="990600"/>
                </a:moveTo>
                <a:quadBezTo>
                  <a:pt x="2000250" y="1095375"/>
                  <a:pt x="1990725" y="1228725"/>
                </a:quadBezTo>
                <a:moveTo>
                  <a:pt x="1790700" y="1543050"/>
                </a:moveTo>
                <a:quadBezTo>
                  <a:pt x="1724025" y="1571625"/>
                  <a:pt x="1657350" y="1638300"/>
                </a:quadBezTo>
                <a:moveTo>
                  <a:pt x="1943100" y="123825"/>
                </a:moveTo>
                <a:quadBezTo>
                  <a:pt x="1990725" y="171450"/>
                  <a:pt x="2047875" y="257175"/>
                </a:quadBezTo>
                <a:moveTo>
                  <a:pt x="609600" y="1447800"/>
                </a:moveTo>
                <a:quadBezTo>
                  <a:pt x="533400" y="1371600"/>
                  <a:pt x="457200" y="1343025"/>
                </a:quadBezTo>
                <a:moveTo>
                  <a:pt x="28575" y="1304925"/>
                </a:moveTo>
                <a:quadBezTo>
                  <a:pt x="19050" y="1219200"/>
                  <a:pt x="0" y="1171575"/>
                </a:quadBezTo>
                <a:moveTo>
                  <a:pt x="1257300" y="1685925"/>
                </a:moveTo>
                <a:quadBezTo>
                  <a:pt x="1143000" y="1685925"/>
                  <a:pt x="1028700" y="172402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2249150" y="4276725"/>
            <a:ext cx="895350" cy="1628775"/>
          </a:xfrm>
          <a:custGeom>
            <a:avLst/>
            <a:gdLst/>
            <a:ahLst/>
            <a:cxnLst/>
            <a:rect l="l" t="t" r="r" b="b"/>
            <a:pathLst>
              <a:path w="895350" h="1628775">
                <a:moveTo>
                  <a:pt x="504825" y="1190625"/>
                </a:moveTo>
                <a:lnTo>
                  <a:pt x="895350" y="1628775"/>
                </a:lnTo>
                <a:moveTo>
                  <a:pt x="485775" y="1200150"/>
                </a:moveTo>
                <a:lnTo>
                  <a:pt x="838200" y="1590675"/>
                </a:lnTo>
                <a:moveTo>
                  <a:pt x="457200" y="1228725"/>
                </a:moveTo>
                <a:lnTo>
                  <a:pt x="800100" y="1609725"/>
                </a:lnTo>
                <a:moveTo>
                  <a:pt x="438150" y="1247775"/>
                </a:moveTo>
                <a:lnTo>
                  <a:pt x="762000" y="1600200"/>
                </a:lnTo>
                <a:moveTo>
                  <a:pt x="95250" y="0"/>
                </a:moveTo>
                <a:lnTo>
                  <a:pt x="314325" y="457200"/>
                </a:lnTo>
                <a:moveTo>
                  <a:pt x="57150" y="19050"/>
                </a:moveTo>
                <a:lnTo>
                  <a:pt x="209550" y="342900"/>
                </a:lnTo>
                <a:moveTo>
                  <a:pt x="28575" y="28575"/>
                </a:moveTo>
                <a:lnTo>
                  <a:pt x="209550" y="400050"/>
                </a:lnTo>
                <a:moveTo>
                  <a:pt x="0" y="47625"/>
                </a:moveTo>
                <a:lnTo>
                  <a:pt x="190500" y="4572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239500" y="5612130"/>
            <a:ext cx="120015" cy="531495"/>
          </a:xfrm>
          <a:custGeom>
            <a:avLst/>
            <a:gdLst/>
            <a:ahLst/>
            <a:cxnLst/>
            <a:rect l="l" t="t" r="r" b="b"/>
            <a:pathLst>
              <a:path w="120015" h="531495">
                <a:moveTo>
                  <a:pt x="0" y="531495"/>
                </a:moveTo>
                <a:quadBezTo>
                  <a:pt x="120015" y="274320"/>
                  <a:pt x="85725" y="0"/>
                </a:quadBezTo>
              </a:path>
            </a:pathLst>
          </a:custGeom>
          <a:noFill/>
          <a:ln w="11430">
            <a:solidFill>
              <a:srgbClr val="14729E">
                <a:alpha val="45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109008" y="5817870"/>
            <a:ext cx="190500" cy="154305"/>
          </a:xfrm>
          <a:custGeom>
            <a:avLst/>
            <a:gdLst/>
            <a:ahLst/>
            <a:cxnLst/>
            <a:rect l="l" t="t" r="r" b="b"/>
            <a:pathLst>
              <a:path w="190500" h="154305">
                <a:moveTo>
                  <a:pt x="190500" y="154305"/>
                </a:moveTo>
                <a:quadBezTo>
                  <a:pt x="57150" y="120015"/>
                  <a:pt x="0" y="17145"/>
                </a:quadBezTo>
                <a:quadBezTo>
                  <a:pt x="152400" y="0"/>
                  <a:pt x="190500" y="154305"/>
                </a:quadBezTo>
                <a:close/>
              </a:path>
            </a:pathLst>
          </a:custGeom>
          <a:solidFill>
            <a:srgbClr val="14729E">
              <a:alpha val="36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1333798" y="5766435"/>
            <a:ext cx="228600" cy="137160"/>
          </a:xfrm>
          <a:custGeom>
            <a:avLst/>
            <a:gdLst/>
            <a:ahLst/>
            <a:cxnLst/>
            <a:rect l="l" t="t" r="r" b="b"/>
            <a:pathLst>
              <a:path w="228600" h="137160">
                <a:moveTo>
                  <a:pt x="0" y="68580"/>
                </a:moveTo>
                <a:quadBezTo>
                  <a:pt x="142875" y="0"/>
                  <a:pt x="228600" y="34290"/>
                </a:quadBezTo>
                <a:quadBezTo>
                  <a:pt x="152400" y="137160"/>
                  <a:pt x="0" y="68580"/>
                </a:quadBezTo>
                <a:close/>
              </a:path>
            </a:pathLst>
          </a:custGeom>
          <a:solidFill>
            <a:srgbClr val="14729E">
              <a:alpha val="31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1191875" y="5543550"/>
            <a:ext cx="133350" cy="154305"/>
          </a:xfrm>
          <a:custGeom>
            <a:avLst/>
            <a:gdLst/>
            <a:ahLst/>
            <a:cxnLst/>
            <a:rect l="l" t="t" r="r" b="b"/>
            <a:pathLst>
              <a:path w="133350" h="154305">
                <a:moveTo>
                  <a:pt x="133350" y="154305"/>
                </a:moveTo>
                <a:quadBezTo>
                  <a:pt x="19050" y="102870"/>
                  <a:pt x="0" y="0"/>
                </a:quadBezTo>
                <a:quadBezTo>
                  <a:pt x="133350" y="0"/>
                  <a:pt x="133350" y="154305"/>
                </a:quadBezTo>
                <a:close/>
              </a:path>
            </a:pathLst>
          </a:custGeom>
          <a:solidFill>
            <a:srgbClr val="14729E">
              <a:alpha val="34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53340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6007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8674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1341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4008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675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14400" y="975360"/>
            <a:ext cx="11277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三年级演讲</a:t>
            </a:r>
            <a:endParaRPr lang="en-US" sz="1650" dirty="0"/>
          </a:p>
        </p:txBody>
      </p:sp>
      <p:sp>
        <p:nvSpPr>
          <p:cNvPr id="152" name="Shape 150"/>
          <p:cNvSpPr/>
          <p:nvPr/>
        </p:nvSpPr>
        <p:spPr>
          <a:xfrm>
            <a:off x="914400" y="5219700"/>
            <a:ext cx="800100" cy="38100"/>
          </a:xfrm>
          <a:prstGeom prst="rect">
            <a:avLst/>
          </a:prstGeom>
          <a:solidFill>
            <a:srgbClr val="F7B733"/>
          </a:solidFill>
          <a:ln/>
        </p:spPr>
      </p:sp>
      <p:sp>
        <p:nvSpPr>
          <p:cNvPr id="153" name="Text 151"/>
          <p:cNvSpPr/>
          <p:nvPr/>
        </p:nvSpPr>
        <p:spPr>
          <a:xfrm>
            <a:off x="914400" y="54483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演讲者：英弘毅 · 三年级</a:t>
            </a:r>
            <a:endParaRPr lang="en-US" sz="2250" dirty="0"/>
          </a:p>
        </p:txBody>
      </p:sp>
      <p:sp>
        <p:nvSpPr>
          <p:cNvPr id="154" name="Text 152"/>
          <p:cNvSpPr/>
          <p:nvPr/>
        </p:nvSpPr>
        <p:spPr>
          <a:xfrm>
            <a:off x="914400" y="4282440"/>
            <a:ext cx="11277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我的暑假生活</a:t>
            </a:r>
            <a:endParaRPr lang="en-US" sz="6600" dirty="0"/>
          </a:p>
        </p:txBody>
      </p:sp>
      <p:sp>
        <p:nvSpPr>
          <p:cNvPr id="155" name="Text 153"/>
          <p:cNvSpPr/>
          <p:nvPr/>
        </p:nvSpPr>
        <p:spPr>
          <a:xfrm>
            <a:off x="914400" y="61341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</a:t>
            </a:r>
            <a:endParaRPr lang="en-US" sz="1500" dirty="0"/>
          </a:p>
        </p:txBody>
      </p:sp>
      <p:sp>
        <p:nvSpPr>
          <p:cNvPr id="156" name="Shape 154"/>
          <p:cNvSpPr/>
          <p:nvPr/>
        </p:nvSpPr>
        <p:spPr>
          <a:xfrm>
            <a:off x="6667500" y="1047750"/>
            <a:ext cx="4572000" cy="3048000"/>
          </a:xfrm>
          <a:custGeom>
            <a:avLst/>
            <a:gdLst/>
            <a:ahLst/>
            <a:cxnLst/>
            <a:rect l="l" t="t" r="r" b="b"/>
            <a:pathLst>
              <a:path w="4572000" h="3048000">
                <a:moveTo>
                  <a:pt x="0" y="1809750"/>
                </a:moveTo>
                <a:lnTo>
                  <a:pt x="952500" y="1028700"/>
                </a:lnTo>
                <a:lnTo>
                  <a:pt x="1924050" y="1771650"/>
                </a:lnTo>
                <a:lnTo>
                  <a:pt x="2286000" y="381000"/>
                </a:lnTo>
                <a:lnTo>
                  <a:pt x="3143250" y="0"/>
                </a:lnTo>
                <a:lnTo>
                  <a:pt x="2895600" y="2457450"/>
                </a:lnTo>
                <a:lnTo>
                  <a:pt x="3810000" y="571500"/>
                </a:lnTo>
                <a:lnTo>
                  <a:pt x="4267200" y="3048000"/>
                </a:lnTo>
                <a:lnTo>
                  <a:pt x="4572000" y="171450"/>
                </a:lnTo>
              </a:path>
            </a:pathLst>
          </a:custGeom>
          <a:noFill/>
          <a:ln w="9525">
            <a:solidFill>
              <a:srgbClr val="F7B733">
                <a:alpha val="25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648450" y="2838450"/>
            <a:ext cx="38100" cy="3810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591425" y="2047875"/>
            <a:ext cx="57150" cy="5715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59" name="Shape 157"/>
          <p:cNvSpPr/>
          <p:nvPr/>
        </p:nvSpPr>
        <p:spPr>
          <a:xfrm>
            <a:off x="8567738" y="2795588"/>
            <a:ext cx="47625" cy="47625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0" name="Shape 158"/>
          <p:cNvSpPr/>
          <p:nvPr/>
        </p:nvSpPr>
        <p:spPr>
          <a:xfrm>
            <a:off x="8929688" y="1404938"/>
            <a:ext cx="47625" cy="47625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772650" y="1009650"/>
            <a:ext cx="76200" cy="7620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529763" y="3471863"/>
            <a:ext cx="66675" cy="66675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448925" y="1590675"/>
            <a:ext cx="57150" cy="5715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910888" y="4071938"/>
            <a:ext cx="47625" cy="47625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1191875" y="1171575"/>
            <a:ext cx="95250" cy="95250"/>
          </a:xfrm>
          <a:prstGeom prst="ellipse">
            <a:avLst/>
          </a:prstGeom>
          <a:solidFill>
            <a:srgbClr val="F7B73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1153775" y="1133475"/>
            <a:ext cx="171450" cy="171450"/>
          </a:xfrm>
          <a:prstGeom prst="ellipse">
            <a:avLst/>
          </a:prstGeom>
          <a:noFill/>
          <a:ln w="9525">
            <a:solidFill>
              <a:srgbClr val="F7B733">
                <a:alpha val="18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115675" y="1095375"/>
            <a:ext cx="247650" cy="247650"/>
          </a:xfrm>
          <a:prstGeom prst="ellipse">
            <a:avLst/>
          </a:prstGeom>
          <a:noFill/>
          <a:ln w="9525">
            <a:solidFill>
              <a:srgbClr val="F7B733">
                <a:alpha val="7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20425" y="1000125"/>
            <a:ext cx="438150" cy="438150"/>
          </a:xfrm>
          <a:prstGeom prst="ellipse">
            <a:avLst/>
          </a:prstGeom>
          <a:noFill/>
          <a:ln w="9525">
            <a:solidFill>
              <a:srgbClr val="F7B733">
                <a:alpha val="1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06125" y="885825"/>
            <a:ext cx="666750" cy="666750"/>
          </a:xfrm>
          <a:prstGeom prst="ellipse">
            <a:avLst/>
          </a:prstGeom>
          <a:noFill/>
          <a:ln w="9525">
            <a:solidFill>
              <a:srgbClr val="F7B733">
                <a:alpha val="5000"/>
              </a:srgbClr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9FC"/>
          </a:solidFill>
          <a:ln/>
        </p:spPr>
      </p:sp>
      <p:sp>
        <p:nvSpPr>
          <p:cNvPr id="3" name="Shape 1"/>
          <p:cNvSpPr/>
          <p:nvPr/>
        </p:nvSpPr>
        <p:spPr>
          <a:xfrm>
            <a:off x="11687175" y="-1104900"/>
            <a:ext cx="2514600" cy="4105275"/>
          </a:xfrm>
          <a:custGeom>
            <a:avLst/>
            <a:gdLst/>
            <a:ahLst/>
            <a:cxnLst/>
            <a:rect l="l" t="t" r="r" b="b"/>
            <a:pathLst>
              <a:path w="2514600" h="4105275">
                <a:moveTo>
                  <a:pt x="1066800" y="4105275"/>
                </a:moveTo>
                <a:lnTo>
                  <a:pt x="1076325" y="4067175"/>
                </a:lnTo>
                <a:lnTo>
                  <a:pt x="1038225" y="4057650"/>
                </a:lnTo>
                <a:lnTo>
                  <a:pt x="1009650" y="4057650"/>
                </a:lnTo>
                <a:lnTo>
                  <a:pt x="962025" y="4000500"/>
                </a:lnTo>
                <a:lnTo>
                  <a:pt x="942975" y="3990975"/>
                </a:lnTo>
                <a:lnTo>
                  <a:pt x="933450" y="3943350"/>
                </a:lnTo>
                <a:lnTo>
                  <a:pt x="866775" y="3914775"/>
                </a:lnTo>
                <a:lnTo>
                  <a:pt x="847725" y="3895725"/>
                </a:lnTo>
                <a:lnTo>
                  <a:pt x="828675" y="3876675"/>
                </a:lnTo>
                <a:lnTo>
                  <a:pt x="800100" y="3810000"/>
                </a:lnTo>
                <a:lnTo>
                  <a:pt x="714375" y="3781425"/>
                </a:lnTo>
                <a:lnTo>
                  <a:pt x="723900" y="3752850"/>
                </a:lnTo>
                <a:lnTo>
                  <a:pt x="676275" y="3724275"/>
                </a:lnTo>
                <a:lnTo>
                  <a:pt x="647700" y="3676650"/>
                </a:lnTo>
                <a:lnTo>
                  <a:pt x="609600" y="3638550"/>
                </a:lnTo>
                <a:lnTo>
                  <a:pt x="609600" y="3619500"/>
                </a:lnTo>
                <a:lnTo>
                  <a:pt x="523875" y="3581400"/>
                </a:lnTo>
                <a:lnTo>
                  <a:pt x="552450" y="3514725"/>
                </a:lnTo>
                <a:lnTo>
                  <a:pt x="466725" y="3524250"/>
                </a:lnTo>
                <a:lnTo>
                  <a:pt x="476250" y="3448050"/>
                </a:lnTo>
                <a:lnTo>
                  <a:pt x="438150" y="3429000"/>
                </a:lnTo>
                <a:lnTo>
                  <a:pt x="428625" y="3381375"/>
                </a:lnTo>
                <a:lnTo>
                  <a:pt x="381000" y="3400425"/>
                </a:lnTo>
                <a:lnTo>
                  <a:pt x="361950" y="3343275"/>
                </a:lnTo>
                <a:lnTo>
                  <a:pt x="314325" y="3305175"/>
                </a:lnTo>
                <a:lnTo>
                  <a:pt x="285750" y="3276600"/>
                </a:lnTo>
                <a:lnTo>
                  <a:pt x="247650" y="3257550"/>
                </a:lnTo>
                <a:lnTo>
                  <a:pt x="228600" y="3219450"/>
                </a:lnTo>
                <a:lnTo>
                  <a:pt x="200025" y="3171825"/>
                </a:lnTo>
                <a:lnTo>
                  <a:pt x="142875" y="3162300"/>
                </a:lnTo>
                <a:lnTo>
                  <a:pt x="133350" y="3095625"/>
                </a:lnTo>
                <a:lnTo>
                  <a:pt x="104775" y="3038475"/>
                </a:lnTo>
                <a:lnTo>
                  <a:pt x="276225" y="3086100"/>
                </a:lnTo>
                <a:lnTo>
                  <a:pt x="142875" y="2886075"/>
                </a:lnTo>
                <a:lnTo>
                  <a:pt x="390525" y="2828925"/>
                </a:lnTo>
                <a:lnTo>
                  <a:pt x="371475" y="2867025"/>
                </a:lnTo>
                <a:lnTo>
                  <a:pt x="276225" y="2762250"/>
                </a:lnTo>
                <a:lnTo>
                  <a:pt x="257175" y="2924175"/>
                </a:lnTo>
                <a:lnTo>
                  <a:pt x="161925" y="2800350"/>
                </a:lnTo>
                <a:lnTo>
                  <a:pt x="104775" y="2733675"/>
                </a:lnTo>
                <a:lnTo>
                  <a:pt x="114300" y="2676525"/>
                </a:lnTo>
                <a:lnTo>
                  <a:pt x="142875" y="2657475"/>
                </a:lnTo>
                <a:lnTo>
                  <a:pt x="152400" y="2514600"/>
                </a:lnTo>
                <a:lnTo>
                  <a:pt x="142875" y="2486025"/>
                </a:lnTo>
                <a:lnTo>
                  <a:pt x="152400" y="2486025"/>
                </a:lnTo>
                <a:lnTo>
                  <a:pt x="95250" y="2390775"/>
                </a:lnTo>
                <a:lnTo>
                  <a:pt x="190500" y="2428875"/>
                </a:lnTo>
                <a:lnTo>
                  <a:pt x="190500" y="2362200"/>
                </a:lnTo>
                <a:lnTo>
                  <a:pt x="180975" y="2343150"/>
                </a:lnTo>
                <a:lnTo>
                  <a:pt x="209550" y="2305050"/>
                </a:lnTo>
                <a:lnTo>
                  <a:pt x="152400" y="2238375"/>
                </a:lnTo>
                <a:lnTo>
                  <a:pt x="114300" y="2162175"/>
                </a:lnTo>
                <a:lnTo>
                  <a:pt x="104775" y="2143125"/>
                </a:lnTo>
                <a:lnTo>
                  <a:pt x="152400" y="2019300"/>
                </a:lnTo>
                <a:lnTo>
                  <a:pt x="142875" y="1962150"/>
                </a:lnTo>
                <a:lnTo>
                  <a:pt x="76200" y="1866900"/>
                </a:lnTo>
                <a:lnTo>
                  <a:pt x="76200" y="1857375"/>
                </a:lnTo>
                <a:lnTo>
                  <a:pt x="95250" y="1828800"/>
                </a:lnTo>
                <a:lnTo>
                  <a:pt x="66675" y="1790700"/>
                </a:lnTo>
                <a:lnTo>
                  <a:pt x="38100" y="1743075"/>
                </a:lnTo>
                <a:lnTo>
                  <a:pt x="28575" y="1704975"/>
                </a:lnTo>
                <a:lnTo>
                  <a:pt x="9525" y="1628775"/>
                </a:lnTo>
                <a:lnTo>
                  <a:pt x="0" y="1590675"/>
                </a:lnTo>
                <a:lnTo>
                  <a:pt x="19050" y="1524000"/>
                </a:lnTo>
                <a:lnTo>
                  <a:pt x="76200" y="1457325"/>
                </a:lnTo>
                <a:lnTo>
                  <a:pt x="76200" y="1390650"/>
                </a:lnTo>
                <a:lnTo>
                  <a:pt x="123825" y="1371600"/>
                </a:lnTo>
                <a:lnTo>
                  <a:pt x="161925" y="1285875"/>
                </a:lnTo>
                <a:lnTo>
                  <a:pt x="190500" y="1285875"/>
                </a:lnTo>
                <a:lnTo>
                  <a:pt x="200025" y="1228725"/>
                </a:lnTo>
                <a:lnTo>
                  <a:pt x="161925" y="1228725"/>
                </a:lnTo>
                <a:lnTo>
                  <a:pt x="161925" y="1162050"/>
                </a:lnTo>
                <a:lnTo>
                  <a:pt x="180975" y="1123950"/>
                </a:lnTo>
                <a:lnTo>
                  <a:pt x="200025" y="1085850"/>
                </a:lnTo>
                <a:lnTo>
                  <a:pt x="219075" y="1038225"/>
                </a:lnTo>
                <a:lnTo>
                  <a:pt x="180975" y="981075"/>
                </a:lnTo>
                <a:lnTo>
                  <a:pt x="238125" y="981075"/>
                </a:lnTo>
                <a:lnTo>
                  <a:pt x="247650" y="971550"/>
                </a:lnTo>
                <a:lnTo>
                  <a:pt x="295275" y="895350"/>
                </a:lnTo>
                <a:lnTo>
                  <a:pt x="323850" y="904875"/>
                </a:lnTo>
                <a:lnTo>
                  <a:pt x="314325" y="790575"/>
                </a:lnTo>
                <a:lnTo>
                  <a:pt x="257175" y="771525"/>
                </a:lnTo>
                <a:lnTo>
                  <a:pt x="295275" y="752475"/>
                </a:lnTo>
                <a:lnTo>
                  <a:pt x="323850" y="742950"/>
                </a:lnTo>
                <a:lnTo>
                  <a:pt x="333375" y="685800"/>
                </a:lnTo>
                <a:lnTo>
                  <a:pt x="361950" y="685800"/>
                </a:lnTo>
                <a:lnTo>
                  <a:pt x="419100" y="590550"/>
                </a:lnTo>
                <a:lnTo>
                  <a:pt x="390525" y="581025"/>
                </a:lnTo>
                <a:lnTo>
                  <a:pt x="390525" y="552450"/>
                </a:lnTo>
                <a:lnTo>
                  <a:pt x="419100" y="495300"/>
                </a:lnTo>
                <a:lnTo>
                  <a:pt x="466725" y="447675"/>
                </a:lnTo>
                <a:lnTo>
                  <a:pt x="447675" y="457200"/>
                </a:lnTo>
                <a:lnTo>
                  <a:pt x="495300" y="371475"/>
                </a:lnTo>
                <a:lnTo>
                  <a:pt x="514350" y="371475"/>
                </a:lnTo>
                <a:lnTo>
                  <a:pt x="495300" y="295275"/>
                </a:lnTo>
                <a:lnTo>
                  <a:pt x="571500" y="257175"/>
                </a:lnTo>
                <a:lnTo>
                  <a:pt x="571500" y="285750"/>
                </a:lnTo>
                <a:lnTo>
                  <a:pt x="628650" y="257175"/>
                </a:lnTo>
                <a:lnTo>
                  <a:pt x="609600" y="228600"/>
                </a:lnTo>
                <a:lnTo>
                  <a:pt x="666750" y="209550"/>
                </a:lnTo>
                <a:lnTo>
                  <a:pt x="647700" y="190500"/>
                </a:lnTo>
                <a:lnTo>
                  <a:pt x="723900" y="219075"/>
                </a:lnTo>
                <a:lnTo>
                  <a:pt x="733425" y="171450"/>
                </a:lnTo>
                <a:lnTo>
                  <a:pt x="742950" y="152400"/>
                </a:lnTo>
                <a:lnTo>
                  <a:pt x="771525" y="209550"/>
                </a:lnTo>
                <a:lnTo>
                  <a:pt x="800100" y="200025"/>
                </a:lnTo>
                <a:lnTo>
                  <a:pt x="800100" y="180975"/>
                </a:lnTo>
                <a:lnTo>
                  <a:pt x="847725" y="180975"/>
                </a:lnTo>
                <a:lnTo>
                  <a:pt x="866775" y="161925"/>
                </a:lnTo>
                <a:lnTo>
                  <a:pt x="885825" y="142875"/>
                </a:lnTo>
                <a:lnTo>
                  <a:pt x="914400" y="123825"/>
                </a:lnTo>
                <a:lnTo>
                  <a:pt x="923925" y="114300"/>
                </a:lnTo>
                <a:lnTo>
                  <a:pt x="962025" y="142875"/>
                </a:lnTo>
                <a:lnTo>
                  <a:pt x="962025" y="104775"/>
                </a:lnTo>
                <a:lnTo>
                  <a:pt x="1000125" y="95250"/>
                </a:lnTo>
                <a:lnTo>
                  <a:pt x="1057275" y="95250"/>
                </a:lnTo>
                <a:lnTo>
                  <a:pt x="1076325" y="76200"/>
                </a:lnTo>
                <a:lnTo>
                  <a:pt x="1057275" y="95250"/>
                </a:lnTo>
                <a:lnTo>
                  <a:pt x="1114425" y="38100"/>
                </a:lnTo>
                <a:lnTo>
                  <a:pt x="1095375" y="76200"/>
                </a:lnTo>
                <a:lnTo>
                  <a:pt x="1133475" y="19050"/>
                </a:lnTo>
                <a:lnTo>
                  <a:pt x="1143000" y="38100"/>
                </a:lnTo>
                <a:lnTo>
                  <a:pt x="1162050" y="47625"/>
                </a:lnTo>
                <a:lnTo>
                  <a:pt x="1200150" y="9525"/>
                </a:lnTo>
                <a:lnTo>
                  <a:pt x="1171575" y="9525"/>
                </a:lnTo>
                <a:lnTo>
                  <a:pt x="1238250" y="0"/>
                </a:lnTo>
                <a:lnTo>
                  <a:pt x="1238250" y="9525"/>
                </a:lnTo>
                <a:lnTo>
                  <a:pt x="1247775" y="0"/>
                </a:lnTo>
                <a:lnTo>
                  <a:pt x="1219200" y="9525"/>
                </a:lnTo>
                <a:lnTo>
                  <a:pt x="1104900" y="66675"/>
                </a:lnTo>
                <a:lnTo>
                  <a:pt x="1181100" y="104775"/>
                </a:lnTo>
                <a:lnTo>
                  <a:pt x="1276350" y="114300"/>
                </a:lnTo>
                <a:lnTo>
                  <a:pt x="1323975" y="142875"/>
                </a:lnTo>
                <a:lnTo>
                  <a:pt x="1400175" y="133350"/>
                </a:lnTo>
                <a:lnTo>
                  <a:pt x="1495425" y="152400"/>
                </a:lnTo>
                <a:lnTo>
                  <a:pt x="1543050" y="104775"/>
                </a:lnTo>
                <a:lnTo>
                  <a:pt x="1504950" y="180975"/>
                </a:lnTo>
                <a:lnTo>
                  <a:pt x="1543050" y="142875"/>
                </a:lnTo>
                <a:lnTo>
                  <a:pt x="1628775" y="228600"/>
                </a:lnTo>
                <a:lnTo>
                  <a:pt x="1647825" y="276225"/>
                </a:lnTo>
                <a:lnTo>
                  <a:pt x="1714500" y="247650"/>
                </a:lnTo>
                <a:lnTo>
                  <a:pt x="1685925" y="276225"/>
                </a:lnTo>
                <a:lnTo>
                  <a:pt x="1685925" y="257175"/>
                </a:lnTo>
                <a:lnTo>
                  <a:pt x="1695450" y="285750"/>
                </a:lnTo>
                <a:lnTo>
                  <a:pt x="1819275" y="295275"/>
                </a:lnTo>
                <a:lnTo>
                  <a:pt x="1781175" y="266700"/>
                </a:lnTo>
                <a:lnTo>
                  <a:pt x="1828800" y="333375"/>
                </a:lnTo>
                <a:lnTo>
                  <a:pt x="1885950" y="419100"/>
                </a:lnTo>
                <a:lnTo>
                  <a:pt x="1866900" y="523875"/>
                </a:lnTo>
                <a:lnTo>
                  <a:pt x="1885950" y="428625"/>
                </a:lnTo>
                <a:lnTo>
                  <a:pt x="1885950" y="476250"/>
                </a:lnTo>
                <a:lnTo>
                  <a:pt x="1914525" y="447675"/>
                </a:lnTo>
                <a:lnTo>
                  <a:pt x="1933575" y="409575"/>
                </a:lnTo>
                <a:lnTo>
                  <a:pt x="1924050" y="438150"/>
                </a:lnTo>
                <a:lnTo>
                  <a:pt x="2000250" y="504825"/>
                </a:lnTo>
                <a:lnTo>
                  <a:pt x="1971675" y="476250"/>
                </a:lnTo>
                <a:lnTo>
                  <a:pt x="2019300" y="514350"/>
                </a:lnTo>
                <a:lnTo>
                  <a:pt x="2076450" y="600075"/>
                </a:lnTo>
                <a:lnTo>
                  <a:pt x="2095500" y="628650"/>
                </a:lnTo>
                <a:lnTo>
                  <a:pt x="2114550" y="647700"/>
                </a:lnTo>
                <a:lnTo>
                  <a:pt x="2171700" y="695325"/>
                </a:lnTo>
                <a:lnTo>
                  <a:pt x="2124075" y="771525"/>
                </a:lnTo>
                <a:lnTo>
                  <a:pt x="2085975" y="790575"/>
                </a:lnTo>
                <a:lnTo>
                  <a:pt x="2171700" y="771525"/>
                </a:lnTo>
                <a:lnTo>
                  <a:pt x="2085975" y="762000"/>
                </a:lnTo>
                <a:lnTo>
                  <a:pt x="2152650" y="819150"/>
                </a:lnTo>
                <a:lnTo>
                  <a:pt x="2228850" y="838200"/>
                </a:lnTo>
                <a:lnTo>
                  <a:pt x="2247900" y="923925"/>
                </a:lnTo>
                <a:lnTo>
                  <a:pt x="2209800" y="962025"/>
                </a:lnTo>
                <a:lnTo>
                  <a:pt x="2200275" y="923925"/>
                </a:lnTo>
                <a:lnTo>
                  <a:pt x="2152650" y="1038225"/>
                </a:lnTo>
                <a:lnTo>
                  <a:pt x="2219325" y="1009650"/>
                </a:lnTo>
                <a:lnTo>
                  <a:pt x="2200275" y="1038225"/>
                </a:lnTo>
                <a:lnTo>
                  <a:pt x="2238375" y="1171575"/>
                </a:lnTo>
                <a:lnTo>
                  <a:pt x="2276475" y="1219200"/>
                </a:lnTo>
                <a:lnTo>
                  <a:pt x="2305050" y="1228725"/>
                </a:lnTo>
                <a:lnTo>
                  <a:pt x="2362200" y="1285875"/>
                </a:lnTo>
                <a:lnTo>
                  <a:pt x="2314575" y="1314450"/>
                </a:lnTo>
                <a:lnTo>
                  <a:pt x="2362200" y="1314450"/>
                </a:lnTo>
                <a:lnTo>
                  <a:pt x="2371725" y="1447800"/>
                </a:lnTo>
                <a:lnTo>
                  <a:pt x="2371725" y="1457325"/>
                </a:lnTo>
                <a:lnTo>
                  <a:pt x="2400300" y="1438275"/>
                </a:lnTo>
                <a:lnTo>
                  <a:pt x="2457450" y="1562100"/>
                </a:lnTo>
                <a:lnTo>
                  <a:pt x="2447925" y="1590675"/>
                </a:lnTo>
                <a:lnTo>
                  <a:pt x="2514600" y="1600200"/>
                </a:lnTo>
                <a:lnTo>
                  <a:pt x="2476500" y="1647825"/>
                </a:lnTo>
                <a:lnTo>
                  <a:pt x="2495550" y="1638300"/>
                </a:lnTo>
                <a:lnTo>
                  <a:pt x="2466975" y="1647825"/>
                </a:lnTo>
                <a:lnTo>
                  <a:pt x="2486025" y="1676400"/>
                </a:lnTo>
                <a:lnTo>
                  <a:pt x="2514600" y="1733550"/>
                </a:lnTo>
                <a:lnTo>
                  <a:pt x="2505075" y="1733550"/>
                </a:lnTo>
                <a:lnTo>
                  <a:pt x="2514600" y="1800225"/>
                </a:lnTo>
                <a:lnTo>
                  <a:pt x="2505075" y="1562100"/>
                </a:lnTo>
                <a:lnTo>
                  <a:pt x="2362200" y="1743075"/>
                </a:lnTo>
                <a:lnTo>
                  <a:pt x="2419350" y="1819275"/>
                </a:lnTo>
                <a:lnTo>
                  <a:pt x="2457450" y="1838325"/>
                </a:lnTo>
                <a:lnTo>
                  <a:pt x="2419350" y="1933575"/>
                </a:lnTo>
                <a:lnTo>
                  <a:pt x="2428875" y="2085975"/>
                </a:lnTo>
                <a:lnTo>
                  <a:pt x="2400300" y="2133600"/>
                </a:lnTo>
                <a:lnTo>
                  <a:pt x="2381250" y="2257425"/>
                </a:lnTo>
                <a:lnTo>
                  <a:pt x="2352675" y="2276475"/>
                </a:lnTo>
                <a:lnTo>
                  <a:pt x="2352675" y="2286000"/>
                </a:lnTo>
                <a:lnTo>
                  <a:pt x="2295525" y="2362200"/>
                </a:lnTo>
                <a:lnTo>
                  <a:pt x="2305050" y="2476500"/>
                </a:lnTo>
                <a:lnTo>
                  <a:pt x="2295525" y="2524125"/>
                </a:lnTo>
                <a:lnTo>
                  <a:pt x="2305050" y="2581275"/>
                </a:lnTo>
                <a:lnTo>
                  <a:pt x="2266950" y="2628900"/>
                </a:lnTo>
                <a:lnTo>
                  <a:pt x="2228850" y="2724150"/>
                </a:lnTo>
                <a:lnTo>
                  <a:pt x="2286000" y="2724150"/>
                </a:lnTo>
                <a:lnTo>
                  <a:pt x="2257425" y="2714625"/>
                </a:lnTo>
                <a:lnTo>
                  <a:pt x="2257425" y="2800350"/>
                </a:lnTo>
                <a:lnTo>
                  <a:pt x="2209800" y="2924175"/>
                </a:lnTo>
                <a:lnTo>
                  <a:pt x="2219325" y="2952750"/>
                </a:lnTo>
                <a:lnTo>
                  <a:pt x="2247900" y="3019425"/>
                </a:lnTo>
                <a:lnTo>
                  <a:pt x="2247900" y="3086100"/>
                </a:lnTo>
                <a:lnTo>
                  <a:pt x="2276475" y="3152775"/>
                </a:lnTo>
                <a:lnTo>
                  <a:pt x="2238375" y="3257550"/>
                </a:lnTo>
                <a:lnTo>
                  <a:pt x="2181225" y="3295650"/>
                </a:lnTo>
                <a:lnTo>
                  <a:pt x="2200275" y="3295650"/>
                </a:lnTo>
                <a:lnTo>
                  <a:pt x="2209800" y="3371850"/>
                </a:lnTo>
                <a:lnTo>
                  <a:pt x="2162175" y="3495675"/>
                </a:lnTo>
                <a:lnTo>
                  <a:pt x="2171700" y="3533775"/>
                </a:lnTo>
                <a:lnTo>
                  <a:pt x="2143125" y="3590925"/>
                </a:lnTo>
                <a:lnTo>
                  <a:pt x="2133600" y="3638550"/>
                </a:lnTo>
                <a:lnTo>
                  <a:pt x="2124075" y="3676650"/>
                </a:lnTo>
                <a:lnTo>
                  <a:pt x="2085975" y="3676650"/>
                </a:lnTo>
                <a:lnTo>
                  <a:pt x="2028825" y="3676650"/>
                </a:lnTo>
                <a:lnTo>
                  <a:pt x="2000250" y="3695700"/>
                </a:lnTo>
                <a:lnTo>
                  <a:pt x="1962150" y="3676650"/>
                </a:lnTo>
                <a:lnTo>
                  <a:pt x="1952625" y="3705225"/>
                </a:lnTo>
                <a:lnTo>
                  <a:pt x="1895475" y="3752850"/>
                </a:lnTo>
                <a:lnTo>
                  <a:pt x="1885950" y="3724275"/>
                </a:lnTo>
                <a:lnTo>
                  <a:pt x="1838325" y="3771900"/>
                </a:lnTo>
                <a:lnTo>
                  <a:pt x="1847850" y="3790950"/>
                </a:lnTo>
                <a:lnTo>
                  <a:pt x="1819275" y="3752850"/>
                </a:lnTo>
                <a:lnTo>
                  <a:pt x="1762125" y="3800475"/>
                </a:lnTo>
                <a:lnTo>
                  <a:pt x="1704975" y="3790950"/>
                </a:lnTo>
                <a:lnTo>
                  <a:pt x="1685925" y="3819525"/>
                </a:lnTo>
                <a:lnTo>
                  <a:pt x="1647825" y="3819525"/>
                </a:lnTo>
                <a:lnTo>
                  <a:pt x="1638300" y="3867150"/>
                </a:lnTo>
                <a:lnTo>
                  <a:pt x="1590675" y="3895725"/>
                </a:lnTo>
                <a:lnTo>
                  <a:pt x="1562100" y="3924300"/>
                </a:lnTo>
                <a:lnTo>
                  <a:pt x="1571625" y="3914775"/>
                </a:lnTo>
                <a:lnTo>
                  <a:pt x="1514475" y="3943350"/>
                </a:lnTo>
                <a:lnTo>
                  <a:pt x="1476375" y="3943350"/>
                </a:lnTo>
                <a:lnTo>
                  <a:pt x="1409700" y="3990975"/>
                </a:lnTo>
                <a:lnTo>
                  <a:pt x="1409700" y="3971925"/>
                </a:lnTo>
                <a:lnTo>
                  <a:pt x="1371600" y="3971925"/>
                </a:lnTo>
                <a:lnTo>
                  <a:pt x="1323975" y="3990975"/>
                </a:lnTo>
                <a:lnTo>
                  <a:pt x="1333500" y="4048125"/>
                </a:lnTo>
                <a:lnTo>
                  <a:pt x="1295400" y="4029075"/>
                </a:lnTo>
                <a:lnTo>
                  <a:pt x="1266825" y="4076700"/>
                </a:lnTo>
                <a:lnTo>
                  <a:pt x="1209675" y="4067175"/>
                </a:lnTo>
                <a:lnTo>
                  <a:pt x="1162050" y="4105275"/>
                </a:lnTo>
                <a:lnTo>
                  <a:pt x="1133475" y="4095750"/>
                </a:lnTo>
                <a:close/>
              </a:path>
            </a:pathLst>
          </a:custGeom>
          <a:solidFill>
            <a:srgbClr val="F7B733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4775" y="-1485900"/>
            <a:ext cx="2905125" cy="4905375"/>
          </a:xfrm>
          <a:custGeom>
            <a:avLst/>
            <a:gdLst/>
            <a:ahLst/>
            <a:cxnLst/>
            <a:rect l="l" t="t" r="r" b="b"/>
            <a:pathLst>
              <a:path w="2905125" h="4905375">
                <a:moveTo>
                  <a:pt x="1238250" y="4905375"/>
                </a:moveTo>
                <a:lnTo>
                  <a:pt x="1152525" y="4886325"/>
                </a:lnTo>
                <a:lnTo>
                  <a:pt x="1152525" y="4857750"/>
                </a:lnTo>
                <a:lnTo>
                  <a:pt x="1162050" y="4829175"/>
                </a:lnTo>
                <a:lnTo>
                  <a:pt x="1114425" y="4762500"/>
                </a:lnTo>
                <a:lnTo>
                  <a:pt x="1019175" y="4733925"/>
                </a:lnTo>
                <a:lnTo>
                  <a:pt x="1019175" y="4705350"/>
                </a:lnTo>
                <a:lnTo>
                  <a:pt x="990600" y="4676775"/>
                </a:lnTo>
                <a:lnTo>
                  <a:pt x="962025" y="4610100"/>
                </a:lnTo>
                <a:lnTo>
                  <a:pt x="885825" y="4572000"/>
                </a:lnTo>
                <a:lnTo>
                  <a:pt x="876300" y="4552950"/>
                </a:lnTo>
                <a:lnTo>
                  <a:pt x="819150" y="4533900"/>
                </a:lnTo>
                <a:lnTo>
                  <a:pt x="800100" y="4467225"/>
                </a:lnTo>
                <a:lnTo>
                  <a:pt x="733425" y="4429125"/>
                </a:lnTo>
                <a:lnTo>
                  <a:pt x="742950" y="4419600"/>
                </a:lnTo>
                <a:lnTo>
                  <a:pt x="676275" y="4362450"/>
                </a:lnTo>
                <a:lnTo>
                  <a:pt x="619125" y="4324350"/>
                </a:lnTo>
                <a:lnTo>
                  <a:pt x="600075" y="4286250"/>
                </a:lnTo>
                <a:lnTo>
                  <a:pt x="571500" y="4248150"/>
                </a:lnTo>
                <a:lnTo>
                  <a:pt x="542925" y="4181475"/>
                </a:lnTo>
                <a:lnTo>
                  <a:pt x="495300" y="4181475"/>
                </a:lnTo>
                <a:lnTo>
                  <a:pt x="476250" y="4105275"/>
                </a:lnTo>
                <a:lnTo>
                  <a:pt x="438150" y="4086225"/>
                </a:lnTo>
                <a:lnTo>
                  <a:pt x="400050" y="4000500"/>
                </a:lnTo>
                <a:lnTo>
                  <a:pt x="342900" y="3990975"/>
                </a:lnTo>
                <a:lnTo>
                  <a:pt x="314325" y="3971925"/>
                </a:lnTo>
                <a:lnTo>
                  <a:pt x="295275" y="3924300"/>
                </a:lnTo>
                <a:lnTo>
                  <a:pt x="228600" y="3876675"/>
                </a:lnTo>
                <a:lnTo>
                  <a:pt x="209550" y="3848100"/>
                </a:lnTo>
                <a:lnTo>
                  <a:pt x="152400" y="3819525"/>
                </a:lnTo>
                <a:lnTo>
                  <a:pt x="114300" y="3762375"/>
                </a:lnTo>
                <a:lnTo>
                  <a:pt x="114300" y="3724275"/>
                </a:lnTo>
                <a:lnTo>
                  <a:pt x="76200" y="3676650"/>
                </a:lnTo>
                <a:lnTo>
                  <a:pt x="209550" y="3524250"/>
                </a:lnTo>
                <a:lnTo>
                  <a:pt x="323850" y="3295650"/>
                </a:lnTo>
                <a:lnTo>
                  <a:pt x="295275" y="3514725"/>
                </a:lnTo>
                <a:lnTo>
                  <a:pt x="342900" y="3438525"/>
                </a:lnTo>
                <a:lnTo>
                  <a:pt x="257175" y="3390900"/>
                </a:lnTo>
                <a:lnTo>
                  <a:pt x="209550" y="3390900"/>
                </a:lnTo>
                <a:lnTo>
                  <a:pt x="209550" y="3324225"/>
                </a:lnTo>
                <a:lnTo>
                  <a:pt x="76200" y="3257550"/>
                </a:lnTo>
                <a:lnTo>
                  <a:pt x="0" y="3257550"/>
                </a:lnTo>
                <a:lnTo>
                  <a:pt x="133350" y="3133725"/>
                </a:lnTo>
                <a:lnTo>
                  <a:pt x="85725" y="3038475"/>
                </a:lnTo>
                <a:lnTo>
                  <a:pt x="85725" y="2962275"/>
                </a:lnTo>
                <a:lnTo>
                  <a:pt x="190500" y="3019425"/>
                </a:lnTo>
                <a:lnTo>
                  <a:pt x="152400" y="2895600"/>
                </a:lnTo>
                <a:lnTo>
                  <a:pt x="171450" y="2895600"/>
                </a:lnTo>
                <a:lnTo>
                  <a:pt x="190500" y="2847975"/>
                </a:lnTo>
                <a:lnTo>
                  <a:pt x="200025" y="2790825"/>
                </a:lnTo>
                <a:lnTo>
                  <a:pt x="76200" y="2752725"/>
                </a:lnTo>
                <a:lnTo>
                  <a:pt x="85725" y="2724150"/>
                </a:lnTo>
                <a:lnTo>
                  <a:pt x="57150" y="2667000"/>
                </a:lnTo>
                <a:lnTo>
                  <a:pt x="66675" y="2600325"/>
                </a:lnTo>
                <a:lnTo>
                  <a:pt x="95250" y="2514600"/>
                </a:lnTo>
                <a:lnTo>
                  <a:pt x="9525" y="2400300"/>
                </a:lnTo>
                <a:lnTo>
                  <a:pt x="28575" y="2314575"/>
                </a:lnTo>
                <a:lnTo>
                  <a:pt x="19050" y="2266950"/>
                </a:lnTo>
                <a:lnTo>
                  <a:pt x="57150" y="2228850"/>
                </a:lnTo>
                <a:lnTo>
                  <a:pt x="9525" y="2152650"/>
                </a:lnTo>
                <a:lnTo>
                  <a:pt x="47625" y="2133600"/>
                </a:lnTo>
                <a:lnTo>
                  <a:pt x="57150" y="2076450"/>
                </a:lnTo>
                <a:lnTo>
                  <a:pt x="19050" y="2047875"/>
                </a:lnTo>
                <a:lnTo>
                  <a:pt x="28575" y="1962150"/>
                </a:lnTo>
                <a:lnTo>
                  <a:pt x="9525" y="1914525"/>
                </a:lnTo>
                <a:lnTo>
                  <a:pt x="142875" y="1924050"/>
                </a:lnTo>
                <a:lnTo>
                  <a:pt x="95250" y="1762125"/>
                </a:lnTo>
                <a:lnTo>
                  <a:pt x="76200" y="1704975"/>
                </a:lnTo>
                <a:lnTo>
                  <a:pt x="95250" y="1590675"/>
                </a:lnTo>
                <a:lnTo>
                  <a:pt x="142875" y="1581150"/>
                </a:lnTo>
                <a:lnTo>
                  <a:pt x="142875" y="1590675"/>
                </a:lnTo>
                <a:lnTo>
                  <a:pt x="142875" y="1485900"/>
                </a:lnTo>
                <a:lnTo>
                  <a:pt x="190500" y="1447800"/>
                </a:lnTo>
                <a:lnTo>
                  <a:pt x="171450" y="1400175"/>
                </a:lnTo>
                <a:lnTo>
                  <a:pt x="161925" y="1390650"/>
                </a:lnTo>
                <a:lnTo>
                  <a:pt x="152400" y="1343025"/>
                </a:lnTo>
                <a:lnTo>
                  <a:pt x="180975" y="1295400"/>
                </a:lnTo>
                <a:lnTo>
                  <a:pt x="238125" y="1295400"/>
                </a:lnTo>
                <a:lnTo>
                  <a:pt x="257175" y="1228725"/>
                </a:lnTo>
                <a:lnTo>
                  <a:pt x="314325" y="1238250"/>
                </a:lnTo>
                <a:lnTo>
                  <a:pt x="314325" y="1162050"/>
                </a:lnTo>
                <a:lnTo>
                  <a:pt x="352425" y="1200150"/>
                </a:lnTo>
                <a:lnTo>
                  <a:pt x="323850" y="1114425"/>
                </a:lnTo>
                <a:lnTo>
                  <a:pt x="342900" y="1066800"/>
                </a:lnTo>
                <a:lnTo>
                  <a:pt x="342900" y="1000125"/>
                </a:lnTo>
                <a:lnTo>
                  <a:pt x="371475" y="895350"/>
                </a:lnTo>
                <a:lnTo>
                  <a:pt x="409575" y="866775"/>
                </a:lnTo>
                <a:lnTo>
                  <a:pt x="419100" y="809625"/>
                </a:lnTo>
                <a:lnTo>
                  <a:pt x="438150" y="781050"/>
                </a:lnTo>
                <a:lnTo>
                  <a:pt x="457200" y="714375"/>
                </a:lnTo>
                <a:lnTo>
                  <a:pt x="514350" y="676275"/>
                </a:lnTo>
                <a:lnTo>
                  <a:pt x="533400" y="638175"/>
                </a:lnTo>
                <a:lnTo>
                  <a:pt x="476250" y="609600"/>
                </a:lnTo>
                <a:lnTo>
                  <a:pt x="485775" y="542925"/>
                </a:lnTo>
                <a:lnTo>
                  <a:pt x="533400" y="514350"/>
                </a:lnTo>
                <a:lnTo>
                  <a:pt x="581025" y="466725"/>
                </a:lnTo>
                <a:lnTo>
                  <a:pt x="581025" y="419100"/>
                </a:lnTo>
                <a:lnTo>
                  <a:pt x="619125" y="447675"/>
                </a:lnTo>
                <a:lnTo>
                  <a:pt x="685800" y="390525"/>
                </a:lnTo>
                <a:lnTo>
                  <a:pt x="657225" y="371475"/>
                </a:lnTo>
                <a:lnTo>
                  <a:pt x="723900" y="371475"/>
                </a:lnTo>
                <a:lnTo>
                  <a:pt x="742950" y="381000"/>
                </a:lnTo>
                <a:lnTo>
                  <a:pt x="781050" y="333375"/>
                </a:lnTo>
                <a:lnTo>
                  <a:pt x="809625" y="314325"/>
                </a:lnTo>
                <a:lnTo>
                  <a:pt x="847725" y="304800"/>
                </a:lnTo>
                <a:lnTo>
                  <a:pt x="857250" y="295275"/>
                </a:lnTo>
                <a:lnTo>
                  <a:pt x="904875" y="333375"/>
                </a:lnTo>
                <a:lnTo>
                  <a:pt x="933450" y="304800"/>
                </a:lnTo>
                <a:lnTo>
                  <a:pt x="942975" y="314325"/>
                </a:lnTo>
                <a:lnTo>
                  <a:pt x="933450" y="285750"/>
                </a:lnTo>
                <a:lnTo>
                  <a:pt x="971550" y="304800"/>
                </a:lnTo>
                <a:lnTo>
                  <a:pt x="1000125" y="285750"/>
                </a:lnTo>
                <a:lnTo>
                  <a:pt x="1047750" y="257175"/>
                </a:lnTo>
                <a:lnTo>
                  <a:pt x="1066800" y="276225"/>
                </a:lnTo>
                <a:lnTo>
                  <a:pt x="1095375" y="209550"/>
                </a:lnTo>
                <a:lnTo>
                  <a:pt x="1133475" y="219075"/>
                </a:lnTo>
                <a:lnTo>
                  <a:pt x="1181100" y="219075"/>
                </a:lnTo>
                <a:lnTo>
                  <a:pt x="1181100" y="219075"/>
                </a:lnTo>
                <a:lnTo>
                  <a:pt x="1181100" y="190500"/>
                </a:lnTo>
                <a:lnTo>
                  <a:pt x="1228725" y="190500"/>
                </a:lnTo>
                <a:lnTo>
                  <a:pt x="1257300" y="161925"/>
                </a:lnTo>
                <a:lnTo>
                  <a:pt x="1247775" y="180975"/>
                </a:lnTo>
                <a:lnTo>
                  <a:pt x="1295400" y="142875"/>
                </a:lnTo>
                <a:lnTo>
                  <a:pt x="1295400" y="152400"/>
                </a:lnTo>
                <a:lnTo>
                  <a:pt x="1333500" y="142875"/>
                </a:lnTo>
                <a:lnTo>
                  <a:pt x="1352550" y="114300"/>
                </a:lnTo>
                <a:lnTo>
                  <a:pt x="1343025" y="95250"/>
                </a:lnTo>
                <a:lnTo>
                  <a:pt x="1390650" y="133350"/>
                </a:lnTo>
                <a:lnTo>
                  <a:pt x="1409700" y="104775"/>
                </a:lnTo>
                <a:lnTo>
                  <a:pt x="1409700" y="0"/>
                </a:lnTo>
                <a:lnTo>
                  <a:pt x="1466850" y="276225"/>
                </a:lnTo>
                <a:lnTo>
                  <a:pt x="1419225" y="209550"/>
                </a:lnTo>
                <a:lnTo>
                  <a:pt x="1447800" y="247650"/>
                </a:lnTo>
                <a:lnTo>
                  <a:pt x="1600200" y="323850"/>
                </a:lnTo>
                <a:lnTo>
                  <a:pt x="1581150" y="381000"/>
                </a:lnTo>
                <a:lnTo>
                  <a:pt x="1619250" y="304800"/>
                </a:lnTo>
                <a:lnTo>
                  <a:pt x="1743075" y="276225"/>
                </a:lnTo>
                <a:lnTo>
                  <a:pt x="1704975" y="257175"/>
                </a:lnTo>
                <a:lnTo>
                  <a:pt x="1847850" y="333375"/>
                </a:lnTo>
                <a:lnTo>
                  <a:pt x="1847850" y="361950"/>
                </a:lnTo>
                <a:lnTo>
                  <a:pt x="1924050" y="381000"/>
                </a:lnTo>
                <a:lnTo>
                  <a:pt x="1990725" y="419100"/>
                </a:lnTo>
                <a:lnTo>
                  <a:pt x="1990725" y="381000"/>
                </a:lnTo>
                <a:lnTo>
                  <a:pt x="1990725" y="438150"/>
                </a:lnTo>
                <a:lnTo>
                  <a:pt x="1943100" y="485775"/>
                </a:lnTo>
                <a:lnTo>
                  <a:pt x="2076450" y="561975"/>
                </a:lnTo>
                <a:lnTo>
                  <a:pt x="2076450" y="581025"/>
                </a:lnTo>
                <a:lnTo>
                  <a:pt x="2114550" y="590550"/>
                </a:lnTo>
                <a:lnTo>
                  <a:pt x="2162175" y="647700"/>
                </a:lnTo>
                <a:lnTo>
                  <a:pt x="2219325" y="628650"/>
                </a:lnTo>
                <a:lnTo>
                  <a:pt x="2238375" y="657225"/>
                </a:lnTo>
                <a:lnTo>
                  <a:pt x="2228850" y="638175"/>
                </a:lnTo>
                <a:lnTo>
                  <a:pt x="2181225" y="628650"/>
                </a:lnTo>
                <a:lnTo>
                  <a:pt x="2200275" y="619125"/>
                </a:lnTo>
                <a:lnTo>
                  <a:pt x="2228850" y="666750"/>
                </a:lnTo>
                <a:lnTo>
                  <a:pt x="2257425" y="666750"/>
                </a:lnTo>
                <a:lnTo>
                  <a:pt x="2266950" y="695325"/>
                </a:lnTo>
                <a:lnTo>
                  <a:pt x="2314575" y="742950"/>
                </a:lnTo>
                <a:lnTo>
                  <a:pt x="2324100" y="762000"/>
                </a:lnTo>
                <a:lnTo>
                  <a:pt x="2409825" y="819150"/>
                </a:lnTo>
                <a:lnTo>
                  <a:pt x="2447925" y="876300"/>
                </a:lnTo>
                <a:lnTo>
                  <a:pt x="2428875" y="1019175"/>
                </a:lnTo>
                <a:lnTo>
                  <a:pt x="2466975" y="1076325"/>
                </a:lnTo>
                <a:lnTo>
                  <a:pt x="2505075" y="1038225"/>
                </a:lnTo>
                <a:lnTo>
                  <a:pt x="2457450" y="1019175"/>
                </a:lnTo>
                <a:lnTo>
                  <a:pt x="2533650" y="1009650"/>
                </a:lnTo>
                <a:lnTo>
                  <a:pt x="2590800" y="1066800"/>
                </a:lnTo>
                <a:lnTo>
                  <a:pt x="2647950" y="1123950"/>
                </a:lnTo>
                <a:lnTo>
                  <a:pt x="2571750" y="1162050"/>
                </a:lnTo>
                <a:lnTo>
                  <a:pt x="2667000" y="1238250"/>
                </a:lnTo>
                <a:lnTo>
                  <a:pt x="2543175" y="1295400"/>
                </a:lnTo>
                <a:lnTo>
                  <a:pt x="2543175" y="1295400"/>
                </a:lnTo>
                <a:lnTo>
                  <a:pt x="2552700" y="1295400"/>
                </a:lnTo>
                <a:lnTo>
                  <a:pt x="2552700" y="1352550"/>
                </a:lnTo>
                <a:lnTo>
                  <a:pt x="2533650" y="1400175"/>
                </a:lnTo>
                <a:lnTo>
                  <a:pt x="2628900" y="1476375"/>
                </a:lnTo>
                <a:lnTo>
                  <a:pt x="2619375" y="1581150"/>
                </a:lnTo>
                <a:lnTo>
                  <a:pt x="2752725" y="1600200"/>
                </a:lnTo>
                <a:lnTo>
                  <a:pt x="2752725" y="1752600"/>
                </a:lnTo>
                <a:lnTo>
                  <a:pt x="2743200" y="1733550"/>
                </a:lnTo>
                <a:lnTo>
                  <a:pt x="2714625" y="1743075"/>
                </a:lnTo>
                <a:lnTo>
                  <a:pt x="2752725" y="1838325"/>
                </a:lnTo>
                <a:lnTo>
                  <a:pt x="2733675" y="1876425"/>
                </a:lnTo>
                <a:lnTo>
                  <a:pt x="2800350" y="1914525"/>
                </a:lnTo>
                <a:lnTo>
                  <a:pt x="2762250" y="1971675"/>
                </a:lnTo>
                <a:lnTo>
                  <a:pt x="2771775" y="1962150"/>
                </a:lnTo>
                <a:lnTo>
                  <a:pt x="2809875" y="2009775"/>
                </a:lnTo>
                <a:lnTo>
                  <a:pt x="2790825" y="2000250"/>
                </a:lnTo>
                <a:lnTo>
                  <a:pt x="2800350" y="2028825"/>
                </a:lnTo>
                <a:lnTo>
                  <a:pt x="2828925" y="2105025"/>
                </a:lnTo>
                <a:lnTo>
                  <a:pt x="2857500" y="2105025"/>
                </a:lnTo>
                <a:lnTo>
                  <a:pt x="2857500" y="2143125"/>
                </a:lnTo>
                <a:lnTo>
                  <a:pt x="2905125" y="2190750"/>
                </a:lnTo>
                <a:lnTo>
                  <a:pt x="2686050" y="2095500"/>
                </a:lnTo>
                <a:lnTo>
                  <a:pt x="2895600" y="2247900"/>
                </a:lnTo>
                <a:lnTo>
                  <a:pt x="2876550" y="2247900"/>
                </a:lnTo>
                <a:lnTo>
                  <a:pt x="2781300" y="2238375"/>
                </a:lnTo>
                <a:lnTo>
                  <a:pt x="2647950" y="2457450"/>
                </a:lnTo>
                <a:lnTo>
                  <a:pt x="2705100" y="2524125"/>
                </a:lnTo>
                <a:lnTo>
                  <a:pt x="2695575" y="2647950"/>
                </a:lnTo>
                <a:lnTo>
                  <a:pt x="2724150" y="2686050"/>
                </a:lnTo>
                <a:lnTo>
                  <a:pt x="2657475" y="2886075"/>
                </a:lnTo>
                <a:lnTo>
                  <a:pt x="2562225" y="2857500"/>
                </a:lnTo>
                <a:lnTo>
                  <a:pt x="2581275" y="2886075"/>
                </a:lnTo>
                <a:lnTo>
                  <a:pt x="2638425" y="2962275"/>
                </a:lnTo>
                <a:lnTo>
                  <a:pt x="2590800" y="3105150"/>
                </a:lnTo>
                <a:lnTo>
                  <a:pt x="2571750" y="3114675"/>
                </a:lnTo>
                <a:lnTo>
                  <a:pt x="2552700" y="3190875"/>
                </a:lnTo>
                <a:lnTo>
                  <a:pt x="2543175" y="3238500"/>
                </a:lnTo>
                <a:lnTo>
                  <a:pt x="2457450" y="3429000"/>
                </a:lnTo>
                <a:lnTo>
                  <a:pt x="2486025" y="3429000"/>
                </a:lnTo>
                <a:lnTo>
                  <a:pt x="2524125" y="3543300"/>
                </a:lnTo>
                <a:lnTo>
                  <a:pt x="2533650" y="3467100"/>
                </a:lnTo>
                <a:lnTo>
                  <a:pt x="2581275" y="3562350"/>
                </a:lnTo>
                <a:lnTo>
                  <a:pt x="2552700" y="3590925"/>
                </a:lnTo>
                <a:lnTo>
                  <a:pt x="2571750" y="3705225"/>
                </a:lnTo>
                <a:lnTo>
                  <a:pt x="2590800" y="3724275"/>
                </a:lnTo>
                <a:lnTo>
                  <a:pt x="2533650" y="3762375"/>
                </a:lnTo>
                <a:lnTo>
                  <a:pt x="2552700" y="3848100"/>
                </a:lnTo>
                <a:lnTo>
                  <a:pt x="2571750" y="3943350"/>
                </a:lnTo>
                <a:lnTo>
                  <a:pt x="2533650" y="4057650"/>
                </a:lnTo>
                <a:lnTo>
                  <a:pt x="2505075" y="4095750"/>
                </a:lnTo>
                <a:lnTo>
                  <a:pt x="2486025" y="4133850"/>
                </a:lnTo>
                <a:lnTo>
                  <a:pt x="2438400" y="4238625"/>
                </a:lnTo>
                <a:lnTo>
                  <a:pt x="2457450" y="4314825"/>
                </a:lnTo>
                <a:lnTo>
                  <a:pt x="2362200" y="4343400"/>
                </a:lnTo>
                <a:lnTo>
                  <a:pt x="2400300" y="4362450"/>
                </a:lnTo>
                <a:lnTo>
                  <a:pt x="2324100" y="4362450"/>
                </a:lnTo>
                <a:lnTo>
                  <a:pt x="2266950" y="4371975"/>
                </a:lnTo>
                <a:lnTo>
                  <a:pt x="2247900" y="4381500"/>
                </a:lnTo>
                <a:lnTo>
                  <a:pt x="2228850" y="4419600"/>
                </a:lnTo>
                <a:lnTo>
                  <a:pt x="2162175" y="4438650"/>
                </a:lnTo>
                <a:lnTo>
                  <a:pt x="2152650" y="4486275"/>
                </a:lnTo>
                <a:lnTo>
                  <a:pt x="2095500" y="4457700"/>
                </a:lnTo>
                <a:lnTo>
                  <a:pt x="2076450" y="4514850"/>
                </a:lnTo>
                <a:lnTo>
                  <a:pt x="2019300" y="4524375"/>
                </a:lnTo>
                <a:lnTo>
                  <a:pt x="1990725" y="4533900"/>
                </a:lnTo>
                <a:lnTo>
                  <a:pt x="1943100" y="4533900"/>
                </a:lnTo>
                <a:lnTo>
                  <a:pt x="1914525" y="4552950"/>
                </a:lnTo>
                <a:lnTo>
                  <a:pt x="1905000" y="4610100"/>
                </a:lnTo>
                <a:lnTo>
                  <a:pt x="1876425" y="4610100"/>
                </a:lnTo>
                <a:lnTo>
                  <a:pt x="1838325" y="4629150"/>
                </a:lnTo>
                <a:lnTo>
                  <a:pt x="1809750" y="4638675"/>
                </a:lnTo>
                <a:lnTo>
                  <a:pt x="1771650" y="4657725"/>
                </a:lnTo>
                <a:lnTo>
                  <a:pt x="1724025" y="4714875"/>
                </a:lnTo>
                <a:lnTo>
                  <a:pt x="1685925" y="4724400"/>
                </a:lnTo>
                <a:lnTo>
                  <a:pt x="1600200" y="4695825"/>
                </a:lnTo>
                <a:lnTo>
                  <a:pt x="1609725" y="4752975"/>
                </a:lnTo>
                <a:lnTo>
                  <a:pt x="1524000" y="4752975"/>
                </a:lnTo>
                <a:lnTo>
                  <a:pt x="1514475" y="4781550"/>
                </a:lnTo>
                <a:lnTo>
                  <a:pt x="1457325" y="4762500"/>
                </a:lnTo>
                <a:lnTo>
                  <a:pt x="1409700" y="4829175"/>
                </a:lnTo>
                <a:lnTo>
                  <a:pt x="1390650" y="4848225"/>
                </a:lnTo>
                <a:lnTo>
                  <a:pt x="1381125" y="4857750"/>
                </a:lnTo>
                <a:lnTo>
                  <a:pt x="1314450" y="4857750"/>
                </a:lnTo>
                <a:lnTo>
                  <a:pt x="1295400" y="49053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0" y="-1400175"/>
            <a:ext cx="3038475" cy="4829175"/>
          </a:xfrm>
          <a:custGeom>
            <a:avLst/>
            <a:gdLst/>
            <a:ahLst/>
            <a:cxnLst/>
            <a:rect l="l" t="t" r="r" b="b"/>
            <a:pathLst>
              <a:path w="3038475" h="4829175">
                <a:moveTo>
                  <a:pt x="1219200" y="4810125"/>
                </a:moveTo>
                <a:lnTo>
                  <a:pt x="1162050" y="4752975"/>
                </a:lnTo>
                <a:lnTo>
                  <a:pt x="1209675" y="4791075"/>
                </a:lnTo>
                <a:lnTo>
                  <a:pt x="1152525" y="4762500"/>
                </a:lnTo>
                <a:lnTo>
                  <a:pt x="1095375" y="4667250"/>
                </a:lnTo>
                <a:lnTo>
                  <a:pt x="1076325" y="4657725"/>
                </a:lnTo>
                <a:lnTo>
                  <a:pt x="1009650" y="4619625"/>
                </a:lnTo>
                <a:lnTo>
                  <a:pt x="1019175" y="4572000"/>
                </a:lnTo>
                <a:lnTo>
                  <a:pt x="952500" y="4533900"/>
                </a:lnTo>
                <a:lnTo>
                  <a:pt x="904875" y="4533900"/>
                </a:lnTo>
                <a:lnTo>
                  <a:pt x="885825" y="4495800"/>
                </a:lnTo>
                <a:lnTo>
                  <a:pt x="866775" y="4429125"/>
                </a:lnTo>
                <a:lnTo>
                  <a:pt x="800100" y="4371975"/>
                </a:lnTo>
                <a:lnTo>
                  <a:pt x="790575" y="4324350"/>
                </a:lnTo>
                <a:lnTo>
                  <a:pt x="723900" y="4305300"/>
                </a:lnTo>
                <a:lnTo>
                  <a:pt x="685800" y="4238625"/>
                </a:lnTo>
                <a:lnTo>
                  <a:pt x="647700" y="4200525"/>
                </a:lnTo>
                <a:lnTo>
                  <a:pt x="628650" y="4181475"/>
                </a:lnTo>
                <a:lnTo>
                  <a:pt x="600075" y="4124325"/>
                </a:lnTo>
                <a:lnTo>
                  <a:pt x="561975" y="4124325"/>
                </a:lnTo>
                <a:lnTo>
                  <a:pt x="542925" y="4048125"/>
                </a:lnTo>
                <a:lnTo>
                  <a:pt x="485775" y="4048125"/>
                </a:lnTo>
                <a:lnTo>
                  <a:pt x="409575" y="3962400"/>
                </a:lnTo>
                <a:lnTo>
                  <a:pt x="428625" y="3924300"/>
                </a:lnTo>
                <a:lnTo>
                  <a:pt x="381000" y="3924300"/>
                </a:lnTo>
                <a:lnTo>
                  <a:pt x="295275" y="3848100"/>
                </a:lnTo>
                <a:lnTo>
                  <a:pt x="257175" y="3848100"/>
                </a:lnTo>
                <a:lnTo>
                  <a:pt x="276225" y="3810000"/>
                </a:lnTo>
                <a:lnTo>
                  <a:pt x="200025" y="3743325"/>
                </a:lnTo>
                <a:lnTo>
                  <a:pt x="190500" y="3714750"/>
                </a:lnTo>
                <a:lnTo>
                  <a:pt x="133350" y="3676650"/>
                </a:lnTo>
                <a:lnTo>
                  <a:pt x="104775" y="3609975"/>
                </a:lnTo>
                <a:lnTo>
                  <a:pt x="85725" y="3590925"/>
                </a:lnTo>
                <a:lnTo>
                  <a:pt x="180975" y="3581400"/>
                </a:lnTo>
                <a:lnTo>
                  <a:pt x="304800" y="3619500"/>
                </a:lnTo>
                <a:lnTo>
                  <a:pt x="333375" y="3381375"/>
                </a:lnTo>
                <a:lnTo>
                  <a:pt x="342900" y="3333750"/>
                </a:lnTo>
                <a:lnTo>
                  <a:pt x="200025" y="3219450"/>
                </a:lnTo>
                <a:lnTo>
                  <a:pt x="228600" y="3152775"/>
                </a:lnTo>
                <a:lnTo>
                  <a:pt x="161925" y="3143250"/>
                </a:lnTo>
                <a:lnTo>
                  <a:pt x="95250" y="3200400"/>
                </a:lnTo>
                <a:lnTo>
                  <a:pt x="228600" y="3095625"/>
                </a:lnTo>
                <a:lnTo>
                  <a:pt x="190500" y="3105150"/>
                </a:lnTo>
                <a:lnTo>
                  <a:pt x="171450" y="3076575"/>
                </a:lnTo>
                <a:lnTo>
                  <a:pt x="85725" y="2867025"/>
                </a:lnTo>
                <a:lnTo>
                  <a:pt x="85725" y="2895600"/>
                </a:lnTo>
                <a:lnTo>
                  <a:pt x="123825" y="2838450"/>
                </a:lnTo>
                <a:lnTo>
                  <a:pt x="133350" y="2819400"/>
                </a:lnTo>
                <a:lnTo>
                  <a:pt x="161925" y="2781300"/>
                </a:lnTo>
                <a:lnTo>
                  <a:pt x="95250" y="2752725"/>
                </a:lnTo>
                <a:lnTo>
                  <a:pt x="114300" y="2676525"/>
                </a:lnTo>
                <a:lnTo>
                  <a:pt x="57150" y="2657475"/>
                </a:lnTo>
                <a:lnTo>
                  <a:pt x="76200" y="2543175"/>
                </a:lnTo>
                <a:lnTo>
                  <a:pt x="104775" y="2495550"/>
                </a:lnTo>
                <a:lnTo>
                  <a:pt x="28575" y="2381250"/>
                </a:lnTo>
                <a:lnTo>
                  <a:pt x="47625" y="2286000"/>
                </a:lnTo>
                <a:lnTo>
                  <a:pt x="66675" y="2228850"/>
                </a:lnTo>
                <a:lnTo>
                  <a:pt x="0" y="2171700"/>
                </a:lnTo>
                <a:lnTo>
                  <a:pt x="38100" y="2076450"/>
                </a:lnTo>
                <a:lnTo>
                  <a:pt x="0" y="2047875"/>
                </a:lnTo>
                <a:lnTo>
                  <a:pt x="19050" y="2028825"/>
                </a:lnTo>
                <a:lnTo>
                  <a:pt x="9525" y="2000250"/>
                </a:lnTo>
                <a:lnTo>
                  <a:pt x="0" y="1905000"/>
                </a:lnTo>
                <a:lnTo>
                  <a:pt x="9525" y="1857375"/>
                </a:lnTo>
                <a:lnTo>
                  <a:pt x="19050" y="1819275"/>
                </a:lnTo>
                <a:lnTo>
                  <a:pt x="47625" y="1609725"/>
                </a:lnTo>
                <a:lnTo>
                  <a:pt x="133350" y="1628775"/>
                </a:lnTo>
                <a:lnTo>
                  <a:pt x="123825" y="1619250"/>
                </a:lnTo>
                <a:lnTo>
                  <a:pt x="95250" y="1514475"/>
                </a:lnTo>
                <a:lnTo>
                  <a:pt x="104775" y="1438275"/>
                </a:lnTo>
                <a:lnTo>
                  <a:pt x="142875" y="1438275"/>
                </a:lnTo>
                <a:lnTo>
                  <a:pt x="190500" y="1419225"/>
                </a:lnTo>
                <a:lnTo>
                  <a:pt x="180975" y="1409700"/>
                </a:lnTo>
                <a:lnTo>
                  <a:pt x="200025" y="1257300"/>
                </a:lnTo>
                <a:lnTo>
                  <a:pt x="257175" y="1304925"/>
                </a:lnTo>
                <a:lnTo>
                  <a:pt x="200025" y="1200150"/>
                </a:lnTo>
                <a:lnTo>
                  <a:pt x="171450" y="1200150"/>
                </a:lnTo>
                <a:lnTo>
                  <a:pt x="219075" y="1181100"/>
                </a:lnTo>
                <a:lnTo>
                  <a:pt x="257175" y="1133475"/>
                </a:lnTo>
                <a:lnTo>
                  <a:pt x="323850" y="1104900"/>
                </a:lnTo>
                <a:lnTo>
                  <a:pt x="352425" y="1085850"/>
                </a:lnTo>
                <a:lnTo>
                  <a:pt x="381000" y="1076325"/>
                </a:lnTo>
                <a:lnTo>
                  <a:pt x="361950" y="952500"/>
                </a:lnTo>
                <a:lnTo>
                  <a:pt x="295275" y="923925"/>
                </a:lnTo>
                <a:lnTo>
                  <a:pt x="342900" y="885825"/>
                </a:lnTo>
                <a:lnTo>
                  <a:pt x="381000" y="866775"/>
                </a:lnTo>
                <a:lnTo>
                  <a:pt x="409575" y="809625"/>
                </a:lnTo>
                <a:lnTo>
                  <a:pt x="428625" y="733425"/>
                </a:lnTo>
                <a:lnTo>
                  <a:pt x="428625" y="685800"/>
                </a:lnTo>
                <a:lnTo>
                  <a:pt x="447675" y="723900"/>
                </a:lnTo>
                <a:lnTo>
                  <a:pt x="504825" y="657225"/>
                </a:lnTo>
                <a:lnTo>
                  <a:pt x="514350" y="581025"/>
                </a:lnTo>
                <a:lnTo>
                  <a:pt x="523875" y="514350"/>
                </a:lnTo>
                <a:lnTo>
                  <a:pt x="523875" y="495300"/>
                </a:lnTo>
                <a:lnTo>
                  <a:pt x="600075" y="466725"/>
                </a:lnTo>
                <a:lnTo>
                  <a:pt x="581025" y="400050"/>
                </a:lnTo>
                <a:lnTo>
                  <a:pt x="628650" y="323850"/>
                </a:lnTo>
                <a:lnTo>
                  <a:pt x="609600" y="295275"/>
                </a:lnTo>
                <a:lnTo>
                  <a:pt x="666750" y="304800"/>
                </a:lnTo>
                <a:lnTo>
                  <a:pt x="695325" y="314325"/>
                </a:lnTo>
                <a:lnTo>
                  <a:pt x="704850" y="276225"/>
                </a:lnTo>
                <a:lnTo>
                  <a:pt x="733425" y="295275"/>
                </a:lnTo>
                <a:lnTo>
                  <a:pt x="819150" y="266700"/>
                </a:lnTo>
                <a:lnTo>
                  <a:pt x="790575" y="209550"/>
                </a:lnTo>
                <a:lnTo>
                  <a:pt x="857250" y="228600"/>
                </a:lnTo>
                <a:lnTo>
                  <a:pt x="904875" y="238125"/>
                </a:lnTo>
                <a:lnTo>
                  <a:pt x="857250" y="228600"/>
                </a:lnTo>
                <a:lnTo>
                  <a:pt x="895350" y="219075"/>
                </a:lnTo>
                <a:lnTo>
                  <a:pt x="933450" y="228600"/>
                </a:lnTo>
                <a:lnTo>
                  <a:pt x="962025" y="209550"/>
                </a:lnTo>
                <a:lnTo>
                  <a:pt x="1028700" y="219075"/>
                </a:lnTo>
                <a:lnTo>
                  <a:pt x="1038225" y="171450"/>
                </a:lnTo>
                <a:lnTo>
                  <a:pt x="1057275" y="190500"/>
                </a:lnTo>
                <a:lnTo>
                  <a:pt x="1057275" y="152400"/>
                </a:lnTo>
                <a:lnTo>
                  <a:pt x="1133475" y="180975"/>
                </a:lnTo>
                <a:lnTo>
                  <a:pt x="1171575" y="152400"/>
                </a:lnTo>
                <a:lnTo>
                  <a:pt x="1181100" y="123825"/>
                </a:lnTo>
                <a:lnTo>
                  <a:pt x="1200150" y="133350"/>
                </a:lnTo>
                <a:lnTo>
                  <a:pt x="1171575" y="133350"/>
                </a:lnTo>
                <a:lnTo>
                  <a:pt x="1219200" y="85725"/>
                </a:lnTo>
                <a:lnTo>
                  <a:pt x="1238250" y="66675"/>
                </a:lnTo>
                <a:lnTo>
                  <a:pt x="1314450" y="66675"/>
                </a:lnTo>
                <a:lnTo>
                  <a:pt x="1323975" y="76200"/>
                </a:lnTo>
                <a:lnTo>
                  <a:pt x="1343025" y="76200"/>
                </a:lnTo>
                <a:lnTo>
                  <a:pt x="1323975" y="66675"/>
                </a:lnTo>
                <a:lnTo>
                  <a:pt x="1343025" y="19050"/>
                </a:lnTo>
                <a:lnTo>
                  <a:pt x="1381125" y="38100"/>
                </a:lnTo>
                <a:lnTo>
                  <a:pt x="1381125" y="0"/>
                </a:lnTo>
                <a:lnTo>
                  <a:pt x="1428750" y="28575"/>
                </a:lnTo>
                <a:lnTo>
                  <a:pt x="1514475" y="85725"/>
                </a:lnTo>
                <a:lnTo>
                  <a:pt x="1504950" y="123825"/>
                </a:lnTo>
                <a:lnTo>
                  <a:pt x="1438275" y="133350"/>
                </a:lnTo>
                <a:lnTo>
                  <a:pt x="1428750" y="161925"/>
                </a:lnTo>
                <a:lnTo>
                  <a:pt x="1419225" y="209550"/>
                </a:lnTo>
                <a:lnTo>
                  <a:pt x="1514475" y="161925"/>
                </a:lnTo>
                <a:lnTo>
                  <a:pt x="1676400" y="152400"/>
                </a:lnTo>
                <a:lnTo>
                  <a:pt x="1733550" y="190500"/>
                </a:lnTo>
                <a:lnTo>
                  <a:pt x="1809750" y="161925"/>
                </a:lnTo>
                <a:lnTo>
                  <a:pt x="1819275" y="171450"/>
                </a:lnTo>
                <a:lnTo>
                  <a:pt x="1847850" y="342900"/>
                </a:lnTo>
                <a:lnTo>
                  <a:pt x="1885950" y="342900"/>
                </a:lnTo>
                <a:lnTo>
                  <a:pt x="1952625" y="314325"/>
                </a:lnTo>
                <a:lnTo>
                  <a:pt x="1914525" y="352425"/>
                </a:lnTo>
                <a:lnTo>
                  <a:pt x="1905000" y="400050"/>
                </a:lnTo>
                <a:lnTo>
                  <a:pt x="1952625" y="400050"/>
                </a:lnTo>
                <a:lnTo>
                  <a:pt x="2085975" y="457200"/>
                </a:lnTo>
                <a:lnTo>
                  <a:pt x="2190750" y="457200"/>
                </a:lnTo>
                <a:lnTo>
                  <a:pt x="2162175" y="419100"/>
                </a:lnTo>
                <a:lnTo>
                  <a:pt x="2152650" y="552450"/>
                </a:lnTo>
                <a:lnTo>
                  <a:pt x="2143125" y="561975"/>
                </a:lnTo>
                <a:lnTo>
                  <a:pt x="2190750" y="561975"/>
                </a:lnTo>
                <a:lnTo>
                  <a:pt x="2238375" y="533400"/>
                </a:lnTo>
                <a:lnTo>
                  <a:pt x="2190750" y="523875"/>
                </a:lnTo>
                <a:lnTo>
                  <a:pt x="2190750" y="533400"/>
                </a:lnTo>
                <a:lnTo>
                  <a:pt x="2219325" y="561975"/>
                </a:lnTo>
                <a:lnTo>
                  <a:pt x="2257425" y="571500"/>
                </a:lnTo>
                <a:lnTo>
                  <a:pt x="2257425" y="619125"/>
                </a:lnTo>
                <a:lnTo>
                  <a:pt x="2314575" y="666750"/>
                </a:lnTo>
                <a:lnTo>
                  <a:pt x="2324100" y="685800"/>
                </a:lnTo>
                <a:lnTo>
                  <a:pt x="2400300" y="762000"/>
                </a:lnTo>
                <a:lnTo>
                  <a:pt x="2447925" y="800100"/>
                </a:lnTo>
                <a:lnTo>
                  <a:pt x="2524125" y="876300"/>
                </a:lnTo>
                <a:lnTo>
                  <a:pt x="2419350" y="952500"/>
                </a:lnTo>
                <a:lnTo>
                  <a:pt x="2486025" y="866775"/>
                </a:lnTo>
                <a:lnTo>
                  <a:pt x="2495550" y="914400"/>
                </a:lnTo>
                <a:lnTo>
                  <a:pt x="2505075" y="1047750"/>
                </a:lnTo>
                <a:lnTo>
                  <a:pt x="2533650" y="1047750"/>
                </a:lnTo>
                <a:lnTo>
                  <a:pt x="2552700" y="1057275"/>
                </a:lnTo>
                <a:lnTo>
                  <a:pt x="2609850" y="1038225"/>
                </a:lnTo>
                <a:lnTo>
                  <a:pt x="2562225" y="1000125"/>
                </a:lnTo>
                <a:lnTo>
                  <a:pt x="2628900" y="1152525"/>
                </a:lnTo>
                <a:lnTo>
                  <a:pt x="2638425" y="1228725"/>
                </a:lnTo>
                <a:lnTo>
                  <a:pt x="2571750" y="1209675"/>
                </a:lnTo>
                <a:lnTo>
                  <a:pt x="2590800" y="1352550"/>
                </a:lnTo>
                <a:lnTo>
                  <a:pt x="2600325" y="1323975"/>
                </a:lnTo>
                <a:lnTo>
                  <a:pt x="2600325" y="1390650"/>
                </a:lnTo>
                <a:lnTo>
                  <a:pt x="2657475" y="1447800"/>
                </a:lnTo>
                <a:lnTo>
                  <a:pt x="2752725" y="1514475"/>
                </a:lnTo>
                <a:lnTo>
                  <a:pt x="2743200" y="1543050"/>
                </a:lnTo>
                <a:lnTo>
                  <a:pt x="2762250" y="1619250"/>
                </a:lnTo>
                <a:lnTo>
                  <a:pt x="2695575" y="1685925"/>
                </a:lnTo>
                <a:lnTo>
                  <a:pt x="2790825" y="1743075"/>
                </a:lnTo>
                <a:lnTo>
                  <a:pt x="2752725" y="1781175"/>
                </a:lnTo>
                <a:lnTo>
                  <a:pt x="2819400" y="1857375"/>
                </a:lnTo>
                <a:lnTo>
                  <a:pt x="2828925" y="1885950"/>
                </a:lnTo>
                <a:lnTo>
                  <a:pt x="2771775" y="1933575"/>
                </a:lnTo>
                <a:lnTo>
                  <a:pt x="2800350" y="1924050"/>
                </a:lnTo>
                <a:lnTo>
                  <a:pt x="2781300" y="1962150"/>
                </a:lnTo>
                <a:lnTo>
                  <a:pt x="2819400" y="1933575"/>
                </a:lnTo>
                <a:lnTo>
                  <a:pt x="2867025" y="1971675"/>
                </a:lnTo>
                <a:lnTo>
                  <a:pt x="2914650" y="2028825"/>
                </a:lnTo>
                <a:lnTo>
                  <a:pt x="2876550" y="2038350"/>
                </a:lnTo>
                <a:lnTo>
                  <a:pt x="2905125" y="2095500"/>
                </a:lnTo>
                <a:lnTo>
                  <a:pt x="3009900" y="2266950"/>
                </a:lnTo>
                <a:lnTo>
                  <a:pt x="3038475" y="2257425"/>
                </a:lnTo>
                <a:lnTo>
                  <a:pt x="2981325" y="2162175"/>
                </a:lnTo>
                <a:lnTo>
                  <a:pt x="2800350" y="2171700"/>
                </a:lnTo>
                <a:lnTo>
                  <a:pt x="2743200" y="2257425"/>
                </a:lnTo>
                <a:lnTo>
                  <a:pt x="2743200" y="2371725"/>
                </a:lnTo>
                <a:lnTo>
                  <a:pt x="2800350" y="2505075"/>
                </a:lnTo>
                <a:lnTo>
                  <a:pt x="2705100" y="2590800"/>
                </a:lnTo>
                <a:lnTo>
                  <a:pt x="2638425" y="2695575"/>
                </a:lnTo>
                <a:lnTo>
                  <a:pt x="2600325" y="2743200"/>
                </a:lnTo>
                <a:lnTo>
                  <a:pt x="2590800" y="2819400"/>
                </a:lnTo>
                <a:lnTo>
                  <a:pt x="2600325" y="2895600"/>
                </a:lnTo>
                <a:lnTo>
                  <a:pt x="2562225" y="2905125"/>
                </a:lnTo>
                <a:lnTo>
                  <a:pt x="2533650" y="3019425"/>
                </a:lnTo>
                <a:lnTo>
                  <a:pt x="2581275" y="3048000"/>
                </a:lnTo>
                <a:lnTo>
                  <a:pt x="2581275" y="3181350"/>
                </a:lnTo>
                <a:lnTo>
                  <a:pt x="2581275" y="3190875"/>
                </a:lnTo>
                <a:lnTo>
                  <a:pt x="2543175" y="3286125"/>
                </a:lnTo>
                <a:lnTo>
                  <a:pt x="2505075" y="3362325"/>
                </a:lnTo>
                <a:lnTo>
                  <a:pt x="2514600" y="3390900"/>
                </a:lnTo>
                <a:lnTo>
                  <a:pt x="2552700" y="3486150"/>
                </a:lnTo>
                <a:lnTo>
                  <a:pt x="2590800" y="3486150"/>
                </a:lnTo>
                <a:lnTo>
                  <a:pt x="2609850" y="3571875"/>
                </a:lnTo>
                <a:lnTo>
                  <a:pt x="2600325" y="3667125"/>
                </a:lnTo>
                <a:lnTo>
                  <a:pt x="2505075" y="3762375"/>
                </a:lnTo>
                <a:lnTo>
                  <a:pt x="2533650" y="3781425"/>
                </a:lnTo>
                <a:lnTo>
                  <a:pt x="2495550" y="3886200"/>
                </a:lnTo>
                <a:lnTo>
                  <a:pt x="2543175" y="3952875"/>
                </a:lnTo>
                <a:lnTo>
                  <a:pt x="2466975" y="3971925"/>
                </a:lnTo>
                <a:lnTo>
                  <a:pt x="2457450" y="4038600"/>
                </a:lnTo>
                <a:lnTo>
                  <a:pt x="2447925" y="4133850"/>
                </a:lnTo>
                <a:lnTo>
                  <a:pt x="2447925" y="4210050"/>
                </a:lnTo>
                <a:lnTo>
                  <a:pt x="2419350" y="4229100"/>
                </a:lnTo>
                <a:lnTo>
                  <a:pt x="2419350" y="4286250"/>
                </a:lnTo>
                <a:lnTo>
                  <a:pt x="2371725" y="4295775"/>
                </a:lnTo>
                <a:lnTo>
                  <a:pt x="2266950" y="4295775"/>
                </a:lnTo>
                <a:lnTo>
                  <a:pt x="2276475" y="4295775"/>
                </a:lnTo>
                <a:lnTo>
                  <a:pt x="2247900" y="4333875"/>
                </a:lnTo>
                <a:lnTo>
                  <a:pt x="2200275" y="4343400"/>
                </a:lnTo>
                <a:lnTo>
                  <a:pt x="2171700" y="4362450"/>
                </a:lnTo>
                <a:lnTo>
                  <a:pt x="2124075" y="4371975"/>
                </a:lnTo>
                <a:lnTo>
                  <a:pt x="2095500" y="4381500"/>
                </a:lnTo>
                <a:lnTo>
                  <a:pt x="2028825" y="4419600"/>
                </a:lnTo>
                <a:lnTo>
                  <a:pt x="2019300" y="4429125"/>
                </a:lnTo>
                <a:lnTo>
                  <a:pt x="1962150" y="4438650"/>
                </a:lnTo>
                <a:lnTo>
                  <a:pt x="1914525" y="4476750"/>
                </a:lnTo>
                <a:lnTo>
                  <a:pt x="1914525" y="4514850"/>
                </a:lnTo>
                <a:lnTo>
                  <a:pt x="1847850" y="4524375"/>
                </a:lnTo>
                <a:lnTo>
                  <a:pt x="1819275" y="4562475"/>
                </a:lnTo>
                <a:lnTo>
                  <a:pt x="1800225" y="4591050"/>
                </a:lnTo>
                <a:lnTo>
                  <a:pt x="1752600" y="4562475"/>
                </a:lnTo>
                <a:lnTo>
                  <a:pt x="1733550" y="4629150"/>
                </a:lnTo>
                <a:lnTo>
                  <a:pt x="1704975" y="4591050"/>
                </a:lnTo>
                <a:lnTo>
                  <a:pt x="1647825" y="4610100"/>
                </a:lnTo>
                <a:lnTo>
                  <a:pt x="1619250" y="4638675"/>
                </a:lnTo>
                <a:lnTo>
                  <a:pt x="1581150" y="4676775"/>
                </a:lnTo>
                <a:lnTo>
                  <a:pt x="1514475" y="4686300"/>
                </a:lnTo>
                <a:lnTo>
                  <a:pt x="1514475" y="4714875"/>
                </a:lnTo>
                <a:lnTo>
                  <a:pt x="1428750" y="4695825"/>
                </a:lnTo>
                <a:lnTo>
                  <a:pt x="1428750" y="4752975"/>
                </a:lnTo>
                <a:lnTo>
                  <a:pt x="1371600" y="4724400"/>
                </a:lnTo>
                <a:lnTo>
                  <a:pt x="1304925" y="4800600"/>
                </a:lnTo>
                <a:lnTo>
                  <a:pt x="1266825" y="48291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649200" y="57150"/>
            <a:ext cx="1371600" cy="2152650"/>
          </a:xfrm>
          <a:custGeom>
            <a:avLst/>
            <a:gdLst/>
            <a:ahLst/>
            <a:cxnLst/>
            <a:rect l="l" t="t" r="r" b="b"/>
            <a:pathLst>
              <a:path w="1371600" h="2152650">
                <a:moveTo>
                  <a:pt x="552450" y="2152650"/>
                </a:moveTo>
                <a:lnTo>
                  <a:pt x="552450" y="2143125"/>
                </a:lnTo>
                <a:lnTo>
                  <a:pt x="523875" y="2105025"/>
                </a:lnTo>
                <a:lnTo>
                  <a:pt x="514350" y="2095500"/>
                </a:lnTo>
                <a:lnTo>
                  <a:pt x="523875" y="2076450"/>
                </a:lnTo>
                <a:lnTo>
                  <a:pt x="485775" y="2085975"/>
                </a:lnTo>
                <a:lnTo>
                  <a:pt x="485775" y="2066925"/>
                </a:lnTo>
                <a:lnTo>
                  <a:pt x="466725" y="2047875"/>
                </a:lnTo>
                <a:lnTo>
                  <a:pt x="438150" y="2038350"/>
                </a:lnTo>
                <a:lnTo>
                  <a:pt x="428625" y="2038350"/>
                </a:lnTo>
                <a:lnTo>
                  <a:pt x="419100" y="1981200"/>
                </a:lnTo>
                <a:lnTo>
                  <a:pt x="409575" y="1971675"/>
                </a:lnTo>
                <a:lnTo>
                  <a:pt x="352425" y="1943100"/>
                </a:lnTo>
                <a:lnTo>
                  <a:pt x="381000" y="1943100"/>
                </a:lnTo>
                <a:lnTo>
                  <a:pt x="342900" y="1933575"/>
                </a:lnTo>
                <a:lnTo>
                  <a:pt x="304800" y="1924050"/>
                </a:lnTo>
                <a:lnTo>
                  <a:pt x="304800" y="1866900"/>
                </a:lnTo>
                <a:lnTo>
                  <a:pt x="314325" y="1857375"/>
                </a:lnTo>
                <a:lnTo>
                  <a:pt x="285750" y="1838325"/>
                </a:lnTo>
                <a:lnTo>
                  <a:pt x="257175" y="1838325"/>
                </a:lnTo>
                <a:lnTo>
                  <a:pt x="247650" y="1809750"/>
                </a:lnTo>
                <a:lnTo>
                  <a:pt x="219075" y="1800225"/>
                </a:lnTo>
                <a:lnTo>
                  <a:pt x="209550" y="1771650"/>
                </a:lnTo>
                <a:lnTo>
                  <a:pt x="209550" y="1762125"/>
                </a:lnTo>
                <a:lnTo>
                  <a:pt x="190500" y="1762125"/>
                </a:lnTo>
                <a:lnTo>
                  <a:pt x="152400" y="1704975"/>
                </a:lnTo>
                <a:lnTo>
                  <a:pt x="161925" y="1685925"/>
                </a:lnTo>
                <a:lnTo>
                  <a:pt x="133350" y="1685925"/>
                </a:lnTo>
                <a:lnTo>
                  <a:pt x="95250" y="1666875"/>
                </a:lnTo>
                <a:lnTo>
                  <a:pt x="114300" y="1647825"/>
                </a:lnTo>
                <a:lnTo>
                  <a:pt x="76200" y="1628775"/>
                </a:lnTo>
                <a:lnTo>
                  <a:pt x="66675" y="1609725"/>
                </a:lnTo>
                <a:lnTo>
                  <a:pt x="66675" y="1600200"/>
                </a:lnTo>
                <a:lnTo>
                  <a:pt x="152400" y="1609725"/>
                </a:lnTo>
                <a:lnTo>
                  <a:pt x="85725" y="1571625"/>
                </a:lnTo>
                <a:lnTo>
                  <a:pt x="123825" y="1581150"/>
                </a:lnTo>
                <a:lnTo>
                  <a:pt x="161925" y="1504950"/>
                </a:lnTo>
                <a:lnTo>
                  <a:pt x="57150" y="1438275"/>
                </a:lnTo>
                <a:lnTo>
                  <a:pt x="142875" y="1419225"/>
                </a:lnTo>
                <a:lnTo>
                  <a:pt x="104775" y="1495425"/>
                </a:lnTo>
                <a:lnTo>
                  <a:pt x="76200" y="1438275"/>
                </a:lnTo>
                <a:lnTo>
                  <a:pt x="38100" y="1390650"/>
                </a:lnTo>
                <a:lnTo>
                  <a:pt x="66675" y="1381125"/>
                </a:lnTo>
                <a:lnTo>
                  <a:pt x="76200" y="1276350"/>
                </a:lnTo>
                <a:lnTo>
                  <a:pt x="57150" y="1304925"/>
                </a:lnTo>
                <a:lnTo>
                  <a:pt x="38100" y="1238250"/>
                </a:lnTo>
                <a:lnTo>
                  <a:pt x="76200" y="1285875"/>
                </a:lnTo>
                <a:lnTo>
                  <a:pt x="85725" y="1238250"/>
                </a:lnTo>
                <a:lnTo>
                  <a:pt x="85725" y="1238250"/>
                </a:lnTo>
                <a:lnTo>
                  <a:pt x="161925" y="1238250"/>
                </a:lnTo>
                <a:lnTo>
                  <a:pt x="180975" y="1247775"/>
                </a:lnTo>
                <a:lnTo>
                  <a:pt x="133350" y="1228725"/>
                </a:lnTo>
                <a:lnTo>
                  <a:pt x="38100" y="1152525"/>
                </a:lnTo>
                <a:lnTo>
                  <a:pt x="66675" y="1143000"/>
                </a:lnTo>
                <a:lnTo>
                  <a:pt x="57150" y="1095375"/>
                </a:lnTo>
                <a:lnTo>
                  <a:pt x="47625" y="1047750"/>
                </a:lnTo>
                <a:lnTo>
                  <a:pt x="47625" y="1000125"/>
                </a:lnTo>
                <a:lnTo>
                  <a:pt x="9525" y="981075"/>
                </a:lnTo>
                <a:lnTo>
                  <a:pt x="38100" y="990600"/>
                </a:lnTo>
                <a:lnTo>
                  <a:pt x="0" y="952500"/>
                </a:lnTo>
                <a:lnTo>
                  <a:pt x="28575" y="914400"/>
                </a:lnTo>
                <a:lnTo>
                  <a:pt x="28575" y="904875"/>
                </a:lnTo>
                <a:lnTo>
                  <a:pt x="0" y="895350"/>
                </a:lnTo>
                <a:lnTo>
                  <a:pt x="9525" y="857250"/>
                </a:lnTo>
                <a:lnTo>
                  <a:pt x="9525" y="838200"/>
                </a:lnTo>
                <a:lnTo>
                  <a:pt x="85725" y="762000"/>
                </a:lnTo>
                <a:lnTo>
                  <a:pt x="66675" y="733425"/>
                </a:lnTo>
                <a:lnTo>
                  <a:pt x="47625" y="723900"/>
                </a:lnTo>
                <a:lnTo>
                  <a:pt x="66675" y="704850"/>
                </a:lnTo>
                <a:lnTo>
                  <a:pt x="104775" y="714375"/>
                </a:lnTo>
                <a:lnTo>
                  <a:pt x="85725" y="666750"/>
                </a:lnTo>
                <a:lnTo>
                  <a:pt x="57150" y="666750"/>
                </a:lnTo>
                <a:lnTo>
                  <a:pt x="104775" y="647700"/>
                </a:lnTo>
                <a:lnTo>
                  <a:pt x="57150" y="619125"/>
                </a:lnTo>
                <a:lnTo>
                  <a:pt x="85725" y="561975"/>
                </a:lnTo>
                <a:lnTo>
                  <a:pt x="95250" y="552450"/>
                </a:lnTo>
                <a:lnTo>
                  <a:pt x="95250" y="533400"/>
                </a:lnTo>
                <a:lnTo>
                  <a:pt x="114300" y="552450"/>
                </a:lnTo>
                <a:lnTo>
                  <a:pt x="161925" y="571500"/>
                </a:lnTo>
                <a:lnTo>
                  <a:pt x="171450" y="542925"/>
                </a:lnTo>
                <a:lnTo>
                  <a:pt x="161925" y="514350"/>
                </a:lnTo>
                <a:lnTo>
                  <a:pt x="219075" y="428625"/>
                </a:lnTo>
                <a:lnTo>
                  <a:pt x="219075" y="447675"/>
                </a:lnTo>
                <a:lnTo>
                  <a:pt x="209550" y="466725"/>
                </a:lnTo>
                <a:lnTo>
                  <a:pt x="200025" y="419100"/>
                </a:lnTo>
                <a:lnTo>
                  <a:pt x="190500" y="400050"/>
                </a:lnTo>
                <a:lnTo>
                  <a:pt x="190500" y="390525"/>
                </a:lnTo>
                <a:lnTo>
                  <a:pt x="209550" y="333375"/>
                </a:lnTo>
                <a:lnTo>
                  <a:pt x="200025" y="323850"/>
                </a:lnTo>
                <a:lnTo>
                  <a:pt x="228600" y="295275"/>
                </a:lnTo>
                <a:lnTo>
                  <a:pt x="228600" y="323850"/>
                </a:lnTo>
                <a:lnTo>
                  <a:pt x="228600" y="276225"/>
                </a:lnTo>
                <a:lnTo>
                  <a:pt x="257175" y="257175"/>
                </a:lnTo>
                <a:lnTo>
                  <a:pt x="266700" y="276225"/>
                </a:lnTo>
                <a:lnTo>
                  <a:pt x="276225" y="238125"/>
                </a:lnTo>
                <a:lnTo>
                  <a:pt x="285750" y="228600"/>
                </a:lnTo>
                <a:lnTo>
                  <a:pt x="304800" y="161925"/>
                </a:lnTo>
                <a:lnTo>
                  <a:pt x="295275" y="161925"/>
                </a:lnTo>
                <a:lnTo>
                  <a:pt x="295275" y="161925"/>
                </a:lnTo>
                <a:lnTo>
                  <a:pt x="342900" y="171450"/>
                </a:lnTo>
                <a:lnTo>
                  <a:pt x="314325" y="142875"/>
                </a:lnTo>
                <a:lnTo>
                  <a:pt x="342900" y="152400"/>
                </a:lnTo>
                <a:lnTo>
                  <a:pt x="361950" y="161925"/>
                </a:lnTo>
                <a:lnTo>
                  <a:pt x="381000" y="133350"/>
                </a:lnTo>
                <a:lnTo>
                  <a:pt x="381000" y="123825"/>
                </a:lnTo>
                <a:lnTo>
                  <a:pt x="409575" y="104775"/>
                </a:lnTo>
                <a:lnTo>
                  <a:pt x="390525" y="142875"/>
                </a:lnTo>
                <a:lnTo>
                  <a:pt x="409575" y="142875"/>
                </a:lnTo>
                <a:lnTo>
                  <a:pt x="428625" y="123825"/>
                </a:lnTo>
                <a:lnTo>
                  <a:pt x="457200" y="123825"/>
                </a:lnTo>
                <a:lnTo>
                  <a:pt x="457200" y="104775"/>
                </a:lnTo>
                <a:lnTo>
                  <a:pt x="485775" y="123825"/>
                </a:lnTo>
                <a:lnTo>
                  <a:pt x="485775" y="114300"/>
                </a:lnTo>
                <a:lnTo>
                  <a:pt x="476250" y="114300"/>
                </a:lnTo>
                <a:lnTo>
                  <a:pt x="514350" y="95250"/>
                </a:lnTo>
                <a:lnTo>
                  <a:pt x="523875" y="95250"/>
                </a:lnTo>
                <a:lnTo>
                  <a:pt x="523875" y="76200"/>
                </a:lnTo>
                <a:lnTo>
                  <a:pt x="552450" y="85725"/>
                </a:lnTo>
                <a:lnTo>
                  <a:pt x="552450" y="76200"/>
                </a:lnTo>
                <a:lnTo>
                  <a:pt x="590550" y="57150"/>
                </a:lnTo>
                <a:lnTo>
                  <a:pt x="581025" y="57150"/>
                </a:lnTo>
                <a:lnTo>
                  <a:pt x="571500" y="57150"/>
                </a:lnTo>
                <a:lnTo>
                  <a:pt x="571500" y="57150"/>
                </a:lnTo>
                <a:lnTo>
                  <a:pt x="600075" y="57150"/>
                </a:lnTo>
                <a:lnTo>
                  <a:pt x="619125" y="28575"/>
                </a:lnTo>
                <a:lnTo>
                  <a:pt x="619125" y="47625"/>
                </a:lnTo>
                <a:lnTo>
                  <a:pt x="609600" y="38100"/>
                </a:lnTo>
                <a:lnTo>
                  <a:pt x="647700" y="47625"/>
                </a:lnTo>
                <a:lnTo>
                  <a:pt x="638175" y="28575"/>
                </a:lnTo>
                <a:lnTo>
                  <a:pt x="666750" y="19050"/>
                </a:lnTo>
                <a:lnTo>
                  <a:pt x="581025" y="0"/>
                </a:lnTo>
                <a:lnTo>
                  <a:pt x="571500" y="28575"/>
                </a:lnTo>
                <a:lnTo>
                  <a:pt x="638175" y="114300"/>
                </a:lnTo>
                <a:lnTo>
                  <a:pt x="704850" y="76200"/>
                </a:lnTo>
                <a:lnTo>
                  <a:pt x="790575" y="85725"/>
                </a:lnTo>
                <a:lnTo>
                  <a:pt x="742950" y="123825"/>
                </a:lnTo>
                <a:lnTo>
                  <a:pt x="790575" y="123825"/>
                </a:lnTo>
                <a:lnTo>
                  <a:pt x="762000" y="76200"/>
                </a:lnTo>
                <a:lnTo>
                  <a:pt x="819150" y="114300"/>
                </a:lnTo>
                <a:lnTo>
                  <a:pt x="876300" y="123825"/>
                </a:lnTo>
                <a:lnTo>
                  <a:pt x="876300" y="180975"/>
                </a:lnTo>
                <a:lnTo>
                  <a:pt x="857250" y="180975"/>
                </a:lnTo>
                <a:lnTo>
                  <a:pt x="847725" y="161925"/>
                </a:lnTo>
                <a:lnTo>
                  <a:pt x="866775" y="190500"/>
                </a:lnTo>
                <a:lnTo>
                  <a:pt x="885825" y="180975"/>
                </a:lnTo>
                <a:lnTo>
                  <a:pt x="885825" y="123825"/>
                </a:lnTo>
                <a:lnTo>
                  <a:pt x="942975" y="228600"/>
                </a:lnTo>
                <a:lnTo>
                  <a:pt x="962025" y="276225"/>
                </a:lnTo>
                <a:lnTo>
                  <a:pt x="971550" y="285750"/>
                </a:lnTo>
                <a:lnTo>
                  <a:pt x="942975" y="228600"/>
                </a:lnTo>
                <a:lnTo>
                  <a:pt x="962025" y="247650"/>
                </a:lnTo>
                <a:lnTo>
                  <a:pt x="1000125" y="238125"/>
                </a:lnTo>
                <a:lnTo>
                  <a:pt x="990600" y="266700"/>
                </a:lnTo>
                <a:lnTo>
                  <a:pt x="990600" y="285750"/>
                </a:lnTo>
                <a:lnTo>
                  <a:pt x="952500" y="266700"/>
                </a:lnTo>
                <a:lnTo>
                  <a:pt x="990600" y="266700"/>
                </a:lnTo>
                <a:lnTo>
                  <a:pt x="1000125" y="285750"/>
                </a:lnTo>
                <a:lnTo>
                  <a:pt x="1000125" y="314325"/>
                </a:lnTo>
                <a:lnTo>
                  <a:pt x="1057275" y="314325"/>
                </a:lnTo>
                <a:lnTo>
                  <a:pt x="1066800" y="342900"/>
                </a:lnTo>
                <a:lnTo>
                  <a:pt x="1095375" y="390525"/>
                </a:lnTo>
                <a:lnTo>
                  <a:pt x="1028700" y="400050"/>
                </a:lnTo>
                <a:lnTo>
                  <a:pt x="1104900" y="447675"/>
                </a:lnTo>
                <a:lnTo>
                  <a:pt x="1047750" y="447675"/>
                </a:lnTo>
                <a:lnTo>
                  <a:pt x="1085850" y="457200"/>
                </a:lnTo>
                <a:lnTo>
                  <a:pt x="1123950" y="485775"/>
                </a:lnTo>
                <a:lnTo>
                  <a:pt x="1114425" y="466725"/>
                </a:lnTo>
                <a:lnTo>
                  <a:pt x="1123950" y="514350"/>
                </a:lnTo>
                <a:lnTo>
                  <a:pt x="1171575" y="495300"/>
                </a:lnTo>
                <a:lnTo>
                  <a:pt x="1123950" y="495300"/>
                </a:lnTo>
                <a:lnTo>
                  <a:pt x="1143000" y="523875"/>
                </a:lnTo>
                <a:lnTo>
                  <a:pt x="1143000" y="590550"/>
                </a:lnTo>
                <a:lnTo>
                  <a:pt x="1152525" y="571500"/>
                </a:lnTo>
                <a:lnTo>
                  <a:pt x="1181100" y="609600"/>
                </a:lnTo>
                <a:lnTo>
                  <a:pt x="1171575" y="590550"/>
                </a:lnTo>
                <a:lnTo>
                  <a:pt x="1190625" y="657225"/>
                </a:lnTo>
                <a:lnTo>
                  <a:pt x="1200150" y="666750"/>
                </a:lnTo>
                <a:lnTo>
                  <a:pt x="1152525" y="704850"/>
                </a:lnTo>
                <a:lnTo>
                  <a:pt x="1238250" y="723900"/>
                </a:lnTo>
                <a:lnTo>
                  <a:pt x="1238250" y="742950"/>
                </a:lnTo>
                <a:lnTo>
                  <a:pt x="1219200" y="771525"/>
                </a:lnTo>
                <a:lnTo>
                  <a:pt x="1209675" y="781050"/>
                </a:lnTo>
                <a:lnTo>
                  <a:pt x="1228725" y="828675"/>
                </a:lnTo>
                <a:lnTo>
                  <a:pt x="1238250" y="828675"/>
                </a:lnTo>
                <a:lnTo>
                  <a:pt x="1228725" y="847725"/>
                </a:lnTo>
                <a:lnTo>
                  <a:pt x="1247775" y="876300"/>
                </a:lnTo>
                <a:lnTo>
                  <a:pt x="1257300" y="847725"/>
                </a:lnTo>
                <a:lnTo>
                  <a:pt x="1247775" y="876300"/>
                </a:lnTo>
                <a:lnTo>
                  <a:pt x="1247775" y="885825"/>
                </a:lnTo>
                <a:lnTo>
                  <a:pt x="1276350" y="923925"/>
                </a:lnTo>
                <a:lnTo>
                  <a:pt x="1285875" y="895350"/>
                </a:lnTo>
                <a:lnTo>
                  <a:pt x="1304925" y="923925"/>
                </a:lnTo>
                <a:lnTo>
                  <a:pt x="1285875" y="942975"/>
                </a:lnTo>
                <a:lnTo>
                  <a:pt x="1371600" y="1028700"/>
                </a:lnTo>
                <a:lnTo>
                  <a:pt x="1219200" y="1038225"/>
                </a:lnTo>
                <a:lnTo>
                  <a:pt x="1247775" y="1019175"/>
                </a:lnTo>
                <a:lnTo>
                  <a:pt x="1257300" y="952500"/>
                </a:lnTo>
                <a:lnTo>
                  <a:pt x="1171575" y="1009650"/>
                </a:lnTo>
                <a:lnTo>
                  <a:pt x="1190625" y="1047750"/>
                </a:lnTo>
                <a:lnTo>
                  <a:pt x="1181100" y="1114425"/>
                </a:lnTo>
                <a:lnTo>
                  <a:pt x="1219200" y="1181100"/>
                </a:lnTo>
                <a:lnTo>
                  <a:pt x="1219200" y="1200150"/>
                </a:lnTo>
                <a:lnTo>
                  <a:pt x="1162050" y="1247775"/>
                </a:lnTo>
                <a:lnTo>
                  <a:pt x="1143000" y="1295400"/>
                </a:lnTo>
                <a:lnTo>
                  <a:pt x="1181100" y="1295400"/>
                </a:lnTo>
                <a:lnTo>
                  <a:pt x="1171575" y="1381125"/>
                </a:lnTo>
                <a:lnTo>
                  <a:pt x="1162050" y="1343025"/>
                </a:lnTo>
                <a:lnTo>
                  <a:pt x="1133475" y="1381125"/>
                </a:lnTo>
                <a:lnTo>
                  <a:pt x="1143000" y="1409700"/>
                </a:lnTo>
                <a:lnTo>
                  <a:pt x="1143000" y="1438275"/>
                </a:lnTo>
                <a:lnTo>
                  <a:pt x="1200150" y="1495425"/>
                </a:lnTo>
                <a:lnTo>
                  <a:pt x="1152525" y="1552575"/>
                </a:lnTo>
                <a:lnTo>
                  <a:pt x="1123950" y="1543050"/>
                </a:lnTo>
                <a:lnTo>
                  <a:pt x="1104900" y="1533525"/>
                </a:lnTo>
                <a:lnTo>
                  <a:pt x="1133475" y="1562100"/>
                </a:lnTo>
                <a:lnTo>
                  <a:pt x="1181100" y="1581150"/>
                </a:lnTo>
                <a:lnTo>
                  <a:pt x="1171575" y="1647825"/>
                </a:lnTo>
                <a:lnTo>
                  <a:pt x="1143000" y="1685925"/>
                </a:lnTo>
                <a:lnTo>
                  <a:pt x="1143000" y="1676400"/>
                </a:lnTo>
                <a:lnTo>
                  <a:pt x="1162050" y="1752600"/>
                </a:lnTo>
                <a:lnTo>
                  <a:pt x="1143000" y="1771650"/>
                </a:lnTo>
                <a:lnTo>
                  <a:pt x="1133475" y="1809750"/>
                </a:lnTo>
                <a:lnTo>
                  <a:pt x="1133475" y="1828800"/>
                </a:lnTo>
                <a:lnTo>
                  <a:pt x="1123950" y="1819275"/>
                </a:lnTo>
                <a:lnTo>
                  <a:pt x="1085850" y="1876425"/>
                </a:lnTo>
                <a:lnTo>
                  <a:pt x="1085850" y="1914525"/>
                </a:lnTo>
                <a:lnTo>
                  <a:pt x="1057275" y="1895475"/>
                </a:lnTo>
                <a:lnTo>
                  <a:pt x="1028700" y="1933575"/>
                </a:lnTo>
                <a:lnTo>
                  <a:pt x="1038225" y="1914525"/>
                </a:lnTo>
                <a:lnTo>
                  <a:pt x="1000125" y="1933575"/>
                </a:lnTo>
                <a:lnTo>
                  <a:pt x="971550" y="1952625"/>
                </a:lnTo>
                <a:lnTo>
                  <a:pt x="962025" y="1933575"/>
                </a:lnTo>
                <a:lnTo>
                  <a:pt x="962025" y="1933575"/>
                </a:lnTo>
                <a:lnTo>
                  <a:pt x="933450" y="1962150"/>
                </a:lnTo>
                <a:lnTo>
                  <a:pt x="942975" y="1952625"/>
                </a:lnTo>
                <a:lnTo>
                  <a:pt x="914400" y="1962150"/>
                </a:lnTo>
                <a:lnTo>
                  <a:pt x="904875" y="1990725"/>
                </a:lnTo>
                <a:lnTo>
                  <a:pt x="876300" y="2000250"/>
                </a:lnTo>
                <a:lnTo>
                  <a:pt x="885825" y="2000250"/>
                </a:lnTo>
                <a:lnTo>
                  <a:pt x="838200" y="1990725"/>
                </a:lnTo>
                <a:lnTo>
                  <a:pt x="828675" y="2019300"/>
                </a:lnTo>
                <a:lnTo>
                  <a:pt x="819150" y="2019300"/>
                </a:lnTo>
                <a:lnTo>
                  <a:pt x="800100" y="2028825"/>
                </a:lnTo>
                <a:lnTo>
                  <a:pt x="771525" y="2047875"/>
                </a:lnTo>
                <a:lnTo>
                  <a:pt x="790575" y="2047875"/>
                </a:lnTo>
                <a:lnTo>
                  <a:pt x="752475" y="2066925"/>
                </a:lnTo>
                <a:lnTo>
                  <a:pt x="733425" y="2057400"/>
                </a:lnTo>
                <a:lnTo>
                  <a:pt x="733425" y="2066925"/>
                </a:lnTo>
                <a:lnTo>
                  <a:pt x="695325" y="2066925"/>
                </a:lnTo>
                <a:lnTo>
                  <a:pt x="685800" y="2095500"/>
                </a:lnTo>
                <a:lnTo>
                  <a:pt x="676275" y="2076450"/>
                </a:lnTo>
                <a:lnTo>
                  <a:pt x="647700" y="2114550"/>
                </a:lnTo>
                <a:lnTo>
                  <a:pt x="647700" y="2095500"/>
                </a:lnTo>
                <a:lnTo>
                  <a:pt x="628650" y="2133600"/>
                </a:lnTo>
                <a:lnTo>
                  <a:pt x="609600" y="2133600"/>
                </a:lnTo>
                <a:lnTo>
                  <a:pt x="581025" y="21240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487275" y="-438150"/>
            <a:ext cx="1314450" cy="2057400"/>
          </a:xfrm>
          <a:custGeom>
            <a:avLst/>
            <a:gdLst/>
            <a:ahLst/>
            <a:cxnLst/>
            <a:rect l="l" t="t" r="r" b="b"/>
            <a:pathLst>
              <a:path w="1314450" h="2057400">
                <a:moveTo>
                  <a:pt x="561975" y="2057400"/>
                </a:moveTo>
                <a:lnTo>
                  <a:pt x="561975" y="2019300"/>
                </a:lnTo>
                <a:lnTo>
                  <a:pt x="533400" y="2000250"/>
                </a:lnTo>
                <a:lnTo>
                  <a:pt x="514350" y="1981200"/>
                </a:lnTo>
                <a:lnTo>
                  <a:pt x="504825" y="2000250"/>
                </a:lnTo>
                <a:lnTo>
                  <a:pt x="466725" y="1990725"/>
                </a:lnTo>
                <a:lnTo>
                  <a:pt x="485775" y="1981200"/>
                </a:lnTo>
                <a:lnTo>
                  <a:pt x="438150" y="1933575"/>
                </a:lnTo>
                <a:lnTo>
                  <a:pt x="447675" y="1933575"/>
                </a:lnTo>
                <a:lnTo>
                  <a:pt x="409575" y="1914525"/>
                </a:lnTo>
                <a:lnTo>
                  <a:pt x="390525" y="1914525"/>
                </a:lnTo>
                <a:lnTo>
                  <a:pt x="381000" y="1866900"/>
                </a:lnTo>
                <a:lnTo>
                  <a:pt x="361950" y="1857375"/>
                </a:lnTo>
                <a:lnTo>
                  <a:pt x="361950" y="1857375"/>
                </a:lnTo>
                <a:lnTo>
                  <a:pt x="342900" y="1847850"/>
                </a:lnTo>
                <a:lnTo>
                  <a:pt x="333375" y="1809750"/>
                </a:lnTo>
                <a:lnTo>
                  <a:pt x="333375" y="1800225"/>
                </a:lnTo>
                <a:lnTo>
                  <a:pt x="276225" y="1790700"/>
                </a:lnTo>
                <a:lnTo>
                  <a:pt x="276225" y="1781175"/>
                </a:lnTo>
                <a:lnTo>
                  <a:pt x="285750" y="1762125"/>
                </a:lnTo>
                <a:lnTo>
                  <a:pt x="247650" y="1733550"/>
                </a:lnTo>
                <a:lnTo>
                  <a:pt x="228600" y="1714500"/>
                </a:lnTo>
                <a:lnTo>
                  <a:pt x="228600" y="1676400"/>
                </a:lnTo>
                <a:lnTo>
                  <a:pt x="190500" y="1685925"/>
                </a:lnTo>
                <a:lnTo>
                  <a:pt x="171450" y="1666875"/>
                </a:lnTo>
                <a:lnTo>
                  <a:pt x="161925" y="1638300"/>
                </a:lnTo>
                <a:lnTo>
                  <a:pt x="171450" y="1609725"/>
                </a:lnTo>
                <a:lnTo>
                  <a:pt x="142875" y="1600200"/>
                </a:lnTo>
                <a:lnTo>
                  <a:pt x="133350" y="1609725"/>
                </a:lnTo>
                <a:lnTo>
                  <a:pt x="114300" y="1571625"/>
                </a:lnTo>
                <a:lnTo>
                  <a:pt x="104775" y="1543050"/>
                </a:lnTo>
                <a:lnTo>
                  <a:pt x="95250" y="1552575"/>
                </a:lnTo>
                <a:lnTo>
                  <a:pt x="76200" y="1524000"/>
                </a:lnTo>
                <a:lnTo>
                  <a:pt x="85725" y="1457325"/>
                </a:lnTo>
                <a:lnTo>
                  <a:pt x="57150" y="1514475"/>
                </a:lnTo>
                <a:lnTo>
                  <a:pt x="66675" y="1476375"/>
                </a:lnTo>
                <a:lnTo>
                  <a:pt x="180975" y="1438275"/>
                </a:lnTo>
                <a:lnTo>
                  <a:pt x="209550" y="1362075"/>
                </a:lnTo>
                <a:lnTo>
                  <a:pt x="133350" y="1352550"/>
                </a:lnTo>
                <a:lnTo>
                  <a:pt x="76200" y="1333500"/>
                </a:lnTo>
                <a:lnTo>
                  <a:pt x="57150" y="1352550"/>
                </a:lnTo>
                <a:lnTo>
                  <a:pt x="57150" y="1323975"/>
                </a:lnTo>
                <a:lnTo>
                  <a:pt x="57150" y="1238250"/>
                </a:lnTo>
                <a:lnTo>
                  <a:pt x="19050" y="1200150"/>
                </a:lnTo>
                <a:lnTo>
                  <a:pt x="66675" y="1219200"/>
                </a:lnTo>
                <a:lnTo>
                  <a:pt x="85725" y="1247775"/>
                </a:lnTo>
                <a:lnTo>
                  <a:pt x="114300" y="1190625"/>
                </a:lnTo>
                <a:lnTo>
                  <a:pt x="104775" y="1200150"/>
                </a:lnTo>
                <a:lnTo>
                  <a:pt x="104775" y="1181100"/>
                </a:lnTo>
                <a:lnTo>
                  <a:pt x="47625" y="1114425"/>
                </a:lnTo>
                <a:lnTo>
                  <a:pt x="57150" y="1057275"/>
                </a:lnTo>
                <a:lnTo>
                  <a:pt x="76200" y="1114425"/>
                </a:lnTo>
                <a:lnTo>
                  <a:pt x="66675" y="1085850"/>
                </a:lnTo>
                <a:lnTo>
                  <a:pt x="28575" y="1000125"/>
                </a:lnTo>
                <a:lnTo>
                  <a:pt x="0" y="1038225"/>
                </a:lnTo>
                <a:lnTo>
                  <a:pt x="19050" y="971550"/>
                </a:lnTo>
                <a:lnTo>
                  <a:pt x="38100" y="933450"/>
                </a:lnTo>
                <a:lnTo>
                  <a:pt x="57150" y="914400"/>
                </a:lnTo>
                <a:lnTo>
                  <a:pt x="47625" y="914400"/>
                </a:lnTo>
                <a:lnTo>
                  <a:pt x="76200" y="942975"/>
                </a:lnTo>
                <a:lnTo>
                  <a:pt x="47625" y="857250"/>
                </a:lnTo>
                <a:lnTo>
                  <a:pt x="47625" y="828675"/>
                </a:lnTo>
                <a:lnTo>
                  <a:pt x="66675" y="819150"/>
                </a:lnTo>
                <a:lnTo>
                  <a:pt x="66675" y="771525"/>
                </a:lnTo>
                <a:lnTo>
                  <a:pt x="47625" y="752475"/>
                </a:lnTo>
                <a:lnTo>
                  <a:pt x="47625" y="704850"/>
                </a:lnTo>
                <a:lnTo>
                  <a:pt x="76200" y="666750"/>
                </a:lnTo>
                <a:lnTo>
                  <a:pt x="38100" y="638175"/>
                </a:lnTo>
                <a:lnTo>
                  <a:pt x="104775" y="657225"/>
                </a:lnTo>
                <a:lnTo>
                  <a:pt x="142875" y="657225"/>
                </a:lnTo>
                <a:lnTo>
                  <a:pt x="85725" y="619125"/>
                </a:lnTo>
                <a:lnTo>
                  <a:pt x="76200" y="590550"/>
                </a:lnTo>
                <a:lnTo>
                  <a:pt x="104775" y="581025"/>
                </a:lnTo>
                <a:lnTo>
                  <a:pt x="76200" y="533400"/>
                </a:lnTo>
                <a:lnTo>
                  <a:pt x="161925" y="504825"/>
                </a:lnTo>
                <a:lnTo>
                  <a:pt x="142875" y="514350"/>
                </a:lnTo>
                <a:lnTo>
                  <a:pt x="123825" y="514350"/>
                </a:lnTo>
                <a:lnTo>
                  <a:pt x="171450" y="457200"/>
                </a:lnTo>
                <a:lnTo>
                  <a:pt x="142875" y="457200"/>
                </a:lnTo>
                <a:lnTo>
                  <a:pt x="142875" y="476250"/>
                </a:lnTo>
                <a:lnTo>
                  <a:pt x="190500" y="466725"/>
                </a:lnTo>
                <a:lnTo>
                  <a:pt x="171450" y="495300"/>
                </a:lnTo>
                <a:lnTo>
                  <a:pt x="161925" y="409575"/>
                </a:lnTo>
                <a:lnTo>
                  <a:pt x="200025" y="409575"/>
                </a:lnTo>
                <a:lnTo>
                  <a:pt x="180975" y="371475"/>
                </a:lnTo>
                <a:lnTo>
                  <a:pt x="228600" y="342900"/>
                </a:lnTo>
                <a:lnTo>
                  <a:pt x="200025" y="314325"/>
                </a:lnTo>
                <a:lnTo>
                  <a:pt x="200025" y="323850"/>
                </a:lnTo>
                <a:lnTo>
                  <a:pt x="209550" y="304800"/>
                </a:lnTo>
                <a:lnTo>
                  <a:pt x="238125" y="285750"/>
                </a:lnTo>
                <a:lnTo>
                  <a:pt x="257175" y="257175"/>
                </a:lnTo>
                <a:lnTo>
                  <a:pt x="238125" y="238125"/>
                </a:lnTo>
                <a:lnTo>
                  <a:pt x="238125" y="219075"/>
                </a:lnTo>
                <a:lnTo>
                  <a:pt x="276225" y="209550"/>
                </a:lnTo>
                <a:lnTo>
                  <a:pt x="257175" y="161925"/>
                </a:lnTo>
                <a:lnTo>
                  <a:pt x="304800" y="152400"/>
                </a:lnTo>
                <a:lnTo>
                  <a:pt x="295275" y="142875"/>
                </a:lnTo>
                <a:lnTo>
                  <a:pt x="342900" y="142875"/>
                </a:lnTo>
                <a:lnTo>
                  <a:pt x="314325" y="142875"/>
                </a:lnTo>
                <a:lnTo>
                  <a:pt x="352425" y="133350"/>
                </a:lnTo>
                <a:lnTo>
                  <a:pt x="323850" y="142875"/>
                </a:lnTo>
                <a:lnTo>
                  <a:pt x="333375" y="123825"/>
                </a:lnTo>
                <a:lnTo>
                  <a:pt x="352425" y="104775"/>
                </a:lnTo>
                <a:lnTo>
                  <a:pt x="390525" y="104775"/>
                </a:lnTo>
                <a:lnTo>
                  <a:pt x="381000" y="95250"/>
                </a:lnTo>
                <a:lnTo>
                  <a:pt x="400050" y="114300"/>
                </a:lnTo>
                <a:lnTo>
                  <a:pt x="419100" y="104775"/>
                </a:lnTo>
                <a:lnTo>
                  <a:pt x="428625" y="76200"/>
                </a:lnTo>
                <a:lnTo>
                  <a:pt x="447675" y="95250"/>
                </a:lnTo>
                <a:lnTo>
                  <a:pt x="447675" y="85725"/>
                </a:lnTo>
                <a:lnTo>
                  <a:pt x="466725" y="95250"/>
                </a:lnTo>
                <a:lnTo>
                  <a:pt x="476250" y="85725"/>
                </a:lnTo>
                <a:lnTo>
                  <a:pt x="476250" y="85725"/>
                </a:lnTo>
                <a:lnTo>
                  <a:pt x="504825" y="76200"/>
                </a:lnTo>
                <a:lnTo>
                  <a:pt x="514350" y="66675"/>
                </a:lnTo>
                <a:lnTo>
                  <a:pt x="533400" y="38100"/>
                </a:lnTo>
                <a:lnTo>
                  <a:pt x="533400" y="38100"/>
                </a:lnTo>
                <a:lnTo>
                  <a:pt x="561975" y="57150"/>
                </a:lnTo>
                <a:lnTo>
                  <a:pt x="571500" y="47625"/>
                </a:lnTo>
                <a:lnTo>
                  <a:pt x="552450" y="57150"/>
                </a:lnTo>
                <a:lnTo>
                  <a:pt x="581025" y="38100"/>
                </a:lnTo>
                <a:lnTo>
                  <a:pt x="581025" y="28575"/>
                </a:lnTo>
                <a:lnTo>
                  <a:pt x="571500" y="28575"/>
                </a:lnTo>
                <a:lnTo>
                  <a:pt x="590550" y="19050"/>
                </a:lnTo>
                <a:lnTo>
                  <a:pt x="590550" y="0"/>
                </a:lnTo>
                <a:lnTo>
                  <a:pt x="609600" y="38100"/>
                </a:lnTo>
                <a:lnTo>
                  <a:pt x="647700" y="0"/>
                </a:lnTo>
                <a:lnTo>
                  <a:pt x="638175" y="28575"/>
                </a:lnTo>
                <a:lnTo>
                  <a:pt x="657225" y="0"/>
                </a:lnTo>
                <a:lnTo>
                  <a:pt x="638175" y="47625"/>
                </a:lnTo>
                <a:lnTo>
                  <a:pt x="666750" y="0"/>
                </a:lnTo>
                <a:lnTo>
                  <a:pt x="733425" y="38100"/>
                </a:lnTo>
                <a:lnTo>
                  <a:pt x="657225" y="95250"/>
                </a:lnTo>
                <a:lnTo>
                  <a:pt x="628650" y="19050"/>
                </a:lnTo>
                <a:lnTo>
                  <a:pt x="695325" y="47625"/>
                </a:lnTo>
                <a:lnTo>
                  <a:pt x="742950" y="66675"/>
                </a:lnTo>
                <a:lnTo>
                  <a:pt x="752475" y="76200"/>
                </a:lnTo>
                <a:lnTo>
                  <a:pt x="800100" y="114300"/>
                </a:lnTo>
                <a:lnTo>
                  <a:pt x="800100" y="66675"/>
                </a:lnTo>
                <a:lnTo>
                  <a:pt x="819150" y="142875"/>
                </a:lnTo>
                <a:lnTo>
                  <a:pt x="857250" y="142875"/>
                </a:lnTo>
                <a:lnTo>
                  <a:pt x="819150" y="152400"/>
                </a:lnTo>
                <a:lnTo>
                  <a:pt x="828675" y="171450"/>
                </a:lnTo>
                <a:lnTo>
                  <a:pt x="828675" y="152400"/>
                </a:lnTo>
                <a:lnTo>
                  <a:pt x="876300" y="180975"/>
                </a:lnTo>
                <a:lnTo>
                  <a:pt x="809625" y="200025"/>
                </a:lnTo>
                <a:lnTo>
                  <a:pt x="857250" y="190500"/>
                </a:lnTo>
                <a:lnTo>
                  <a:pt x="904875" y="219075"/>
                </a:lnTo>
                <a:lnTo>
                  <a:pt x="942975" y="209550"/>
                </a:lnTo>
                <a:lnTo>
                  <a:pt x="971550" y="209550"/>
                </a:lnTo>
                <a:lnTo>
                  <a:pt x="952500" y="219075"/>
                </a:lnTo>
                <a:lnTo>
                  <a:pt x="981075" y="238125"/>
                </a:lnTo>
                <a:lnTo>
                  <a:pt x="971550" y="238125"/>
                </a:lnTo>
                <a:lnTo>
                  <a:pt x="981075" y="180975"/>
                </a:lnTo>
                <a:lnTo>
                  <a:pt x="971550" y="209550"/>
                </a:lnTo>
                <a:lnTo>
                  <a:pt x="981075" y="238125"/>
                </a:lnTo>
                <a:lnTo>
                  <a:pt x="1000125" y="247650"/>
                </a:lnTo>
                <a:lnTo>
                  <a:pt x="1009650" y="266700"/>
                </a:lnTo>
                <a:lnTo>
                  <a:pt x="1028700" y="304800"/>
                </a:lnTo>
                <a:lnTo>
                  <a:pt x="1047750" y="295275"/>
                </a:lnTo>
                <a:lnTo>
                  <a:pt x="1085850" y="333375"/>
                </a:lnTo>
                <a:lnTo>
                  <a:pt x="1143000" y="323850"/>
                </a:lnTo>
                <a:lnTo>
                  <a:pt x="1095375" y="409575"/>
                </a:lnTo>
                <a:lnTo>
                  <a:pt x="1066800" y="419100"/>
                </a:lnTo>
                <a:lnTo>
                  <a:pt x="1104900" y="409575"/>
                </a:lnTo>
                <a:lnTo>
                  <a:pt x="1114425" y="400050"/>
                </a:lnTo>
                <a:lnTo>
                  <a:pt x="1143000" y="447675"/>
                </a:lnTo>
                <a:lnTo>
                  <a:pt x="1095375" y="457200"/>
                </a:lnTo>
                <a:lnTo>
                  <a:pt x="1143000" y="466725"/>
                </a:lnTo>
                <a:lnTo>
                  <a:pt x="1057275" y="409575"/>
                </a:lnTo>
                <a:lnTo>
                  <a:pt x="1143000" y="447675"/>
                </a:lnTo>
                <a:lnTo>
                  <a:pt x="1152525" y="504825"/>
                </a:lnTo>
                <a:lnTo>
                  <a:pt x="1114425" y="514350"/>
                </a:lnTo>
                <a:lnTo>
                  <a:pt x="1123950" y="533400"/>
                </a:lnTo>
                <a:lnTo>
                  <a:pt x="1133475" y="542925"/>
                </a:lnTo>
                <a:lnTo>
                  <a:pt x="1143000" y="600075"/>
                </a:lnTo>
                <a:lnTo>
                  <a:pt x="1171575" y="638175"/>
                </a:lnTo>
                <a:lnTo>
                  <a:pt x="1181100" y="676275"/>
                </a:lnTo>
                <a:lnTo>
                  <a:pt x="1200150" y="723900"/>
                </a:lnTo>
                <a:lnTo>
                  <a:pt x="1238250" y="733425"/>
                </a:lnTo>
                <a:lnTo>
                  <a:pt x="1190625" y="704850"/>
                </a:lnTo>
                <a:lnTo>
                  <a:pt x="1181100" y="752475"/>
                </a:lnTo>
                <a:lnTo>
                  <a:pt x="1190625" y="771525"/>
                </a:lnTo>
                <a:lnTo>
                  <a:pt x="1190625" y="771525"/>
                </a:lnTo>
                <a:lnTo>
                  <a:pt x="1228725" y="809625"/>
                </a:lnTo>
                <a:lnTo>
                  <a:pt x="1219200" y="828675"/>
                </a:lnTo>
                <a:lnTo>
                  <a:pt x="1247775" y="828675"/>
                </a:lnTo>
                <a:lnTo>
                  <a:pt x="1247775" y="828675"/>
                </a:lnTo>
                <a:lnTo>
                  <a:pt x="1228725" y="819150"/>
                </a:lnTo>
                <a:lnTo>
                  <a:pt x="1266825" y="857250"/>
                </a:lnTo>
                <a:lnTo>
                  <a:pt x="1257300" y="838200"/>
                </a:lnTo>
                <a:lnTo>
                  <a:pt x="1295400" y="866775"/>
                </a:lnTo>
                <a:lnTo>
                  <a:pt x="1285875" y="885825"/>
                </a:lnTo>
                <a:lnTo>
                  <a:pt x="1314450" y="847725"/>
                </a:lnTo>
                <a:lnTo>
                  <a:pt x="1285875" y="895350"/>
                </a:lnTo>
                <a:lnTo>
                  <a:pt x="1238250" y="800100"/>
                </a:lnTo>
                <a:lnTo>
                  <a:pt x="1228725" y="914400"/>
                </a:lnTo>
                <a:lnTo>
                  <a:pt x="1190625" y="962025"/>
                </a:lnTo>
                <a:lnTo>
                  <a:pt x="1181100" y="1019175"/>
                </a:lnTo>
                <a:lnTo>
                  <a:pt x="1143000" y="1095375"/>
                </a:lnTo>
                <a:lnTo>
                  <a:pt x="1190625" y="1123950"/>
                </a:lnTo>
                <a:lnTo>
                  <a:pt x="1257300" y="1104900"/>
                </a:lnTo>
                <a:lnTo>
                  <a:pt x="1190625" y="1181100"/>
                </a:lnTo>
                <a:lnTo>
                  <a:pt x="1200150" y="1171575"/>
                </a:lnTo>
                <a:lnTo>
                  <a:pt x="1143000" y="1238250"/>
                </a:lnTo>
                <a:lnTo>
                  <a:pt x="1162050" y="1238250"/>
                </a:lnTo>
                <a:lnTo>
                  <a:pt x="1143000" y="1276350"/>
                </a:lnTo>
                <a:lnTo>
                  <a:pt x="1143000" y="1285875"/>
                </a:lnTo>
                <a:lnTo>
                  <a:pt x="1104900" y="1352550"/>
                </a:lnTo>
                <a:lnTo>
                  <a:pt x="1000125" y="1409700"/>
                </a:lnTo>
                <a:lnTo>
                  <a:pt x="1095375" y="1419225"/>
                </a:lnTo>
                <a:lnTo>
                  <a:pt x="1076325" y="1409700"/>
                </a:lnTo>
                <a:lnTo>
                  <a:pt x="1114425" y="1466850"/>
                </a:lnTo>
                <a:lnTo>
                  <a:pt x="1133475" y="1495425"/>
                </a:lnTo>
                <a:lnTo>
                  <a:pt x="1152525" y="1495425"/>
                </a:lnTo>
                <a:lnTo>
                  <a:pt x="1114425" y="1543050"/>
                </a:lnTo>
                <a:lnTo>
                  <a:pt x="1133475" y="1552575"/>
                </a:lnTo>
                <a:lnTo>
                  <a:pt x="1181100" y="1524000"/>
                </a:lnTo>
                <a:lnTo>
                  <a:pt x="1171575" y="1628775"/>
                </a:lnTo>
                <a:lnTo>
                  <a:pt x="1123950" y="1657350"/>
                </a:lnTo>
                <a:lnTo>
                  <a:pt x="1123950" y="1685925"/>
                </a:lnTo>
                <a:lnTo>
                  <a:pt x="1095375" y="1714500"/>
                </a:lnTo>
                <a:lnTo>
                  <a:pt x="1104900" y="1743075"/>
                </a:lnTo>
                <a:lnTo>
                  <a:pt x="1076325" y="1762125"/>
                </a:lnTo>
                <a:lnTo>
                  <a:pt x="1085850" y="1809750"/>
                </a:lnTo>
                <a:lnTo>
                  <a:pt x="1095375" y="1790700"/>
                </a:lnTo>
                <a:lnTo>
                  <a:pt x="1076325" y="1800225"/>
                </a:lnTo>
                <a:lnTo>
                  <a:pt x="1047750" y="1800225"/>
                </a:lnTo>
                <a:lnTo>
                  <a:pt x="1009650" y="1838325"/>
                </a:lnTo>
                <a:lnTo>
                  <a:pt x="990600" y="1819275"/>
                </a:lnTo>
                <a:lnTo>
                  <a:pt x="971550" y="1857375"/>
                </a:lnTo>
                <a:lnTo>
                  <a:pt x="952500" y="1857375"/>
                </a:lnTo>
                <a:lnTo>
                  <a:pt x="971550" y="1857375"/>
                </a:lnTo>
                <a:lnTo>
                  <a:pt x="942975" y="1857375"/>
                </a:lnTo>
                <a:lnTo>
                  <a:pt x="933450" y="1857375"/>
                </a:lnTo>
                <a:lnTo>
                  <a:pt x="904875" y="1885950"/>
                </a:lnTo>
                <a:lnTo>
                  <a:pt x="876300" y="1895475"/>
                </a:lnTo>
                <a:lnTo>
                  <a:pt x="885825" y="1895475"/>
                </a:lnTo>
                <a:lnTo>
                  <a:pt x="857250" y="1924050"/>
                </a:lnTo>
                <a:lnTo>
                  <a:pt x="819150" y="1895475"/>
                </a:lnTo>
                <a:lnTo>
                  <a:pt x="819150" y="1905000"/>
                </a:lnTo>
                <a:lnTo>
                  <a:pt x="828675" y="1943100"/>
                </a:lnTo>
                <a:lnTo>
                  <a:pt x="800100" y="1952625"/>
                </a:lnTo>
                <a:lnTo>
                  <a:pt x="800100" y="1933575"/>
                </a:lnTo>
                <a:lnTo>
                  <a:pt x="771525" y="1952625"/>
                </a:lnTo>
                <a:lnTo>
                  <a:pt x="742950" y="1943100"/>
                </a:lnTo>
                <a:lnTo>
                  <a:pt x="714375" y="1981200"/>
                </a:lnTo>
                <a:lnTo>
                  <a:pt x="714375" y="2000250"/>
                </a:lnTo>
                <a:lnTo>
                  <a:pt x="685800" y="1962150"/>
                </a:lnTo>
                <a:lnTo>
                  <a:pt x="676275" y="2000250"/>
                </a:lnTo>
                <a:lnTo>
                  <a:pt x="657225" y="2019300"/>
                </a:lnTo>
                <a:lnTo>
                  <a:pt x="657225" y="2019300"/>
                </a:lnTo>
                <a:lnTo>
                  <a:pt x="647700" y="2009775"/>
                </a:lnTo>
                <a:lnTo>
                  <a:pt x="600075" y="2019300"/>
                </a:lnTo>
                <a:lnTo>
                  <a:pt x="590550" y="2028825"/>
                </a:lnTo>
                <a:lnTo>
                  <a:pt x="600075" y="203835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01575" y="-219075"/>
            <a:ext cx="1219200" cy="1876425"/>
          </a:xfrm>
          <a:custGeom>
            <a:avLst/>
            <a:gdLst/>
            <a:ahLst/>
            <a:cxnLst/>
            <a:rect l="l" t="t" r="r" b="b"/>
            <a:pathLst>
              <a:path w="1219200" h="1876425">
                <a:moveTo>
                  <a:pt x="504825" y="1876425"/>
                </a:moveTo>
                <a:lnTo>
                  <a:pt x="485775" y="1828800"/>
                </a:lnTo>
                <a:lnTo>
                  <a:pt x="485775" y="1838325"/>
                </a:lnTo>
                <a:lnTo>
                  <a:pt x="485775" y="1857375"/>
                </a:lnTo>
                <a:lnTo>
                  <a:pt x="447675" y="1800225"/>
                </a:lnTo>
                <a:lnTo>
                  <a:pt x="447675" y="1800225"/>
                </a:lnTo>
                <a:lnTo>
                  <a:pt x="457200" y="1800225"/>
                </a:lnTo>
                <a:lnTo>
                  <a:pt x="400050" y="1771650"/>
                </a:lnTo>
                <a:lnTo>
                  <a:pt x="409575" y="1752600"/>
                </a:lnTo>
                <a:lnTo>
                  <a:pt x="371475" y="1771650"/>
                </a:lnTo>
                <a:lnTo>
                  <a:pt x="352425" y="1752600"/>
                </a:lnTo>
                <a:lnTo>
                  <a:pt x="342900" y="1724025"/>
                </a:lnTo>
                <a:lnTo>
                  <a:pt x="323850" y="1685925"/>
                </a:lnTo>
                <a:lnTo>
                  <a:pt x="304800" y="1685925"/>
                </a:lnTo>
                <a:lnTo>
                  <a:pt x="323850" y="1657350"/>
                </a:lnTo>
                <a:lnTo>
                  <a:pt x="295275" y="1666875"/>
                </a:lnTo>
                <a:lnTo>
                  <a:pt x="276225" y="1638300"/>
                </a:lnTo>
                <a:lnTo>
                  <a:pt x="257175" y="1628775"/>
                </a:lnTo>
                <a:lnTo>
                  <a:pt x="247650" y="1619250"/>
                </a:lnTo>
                <a:lnTo>
                  <a:pt x="247650" y="1609725"/>
                </a:lnTo>
                <a:lnTo>
                  <a:pt x="228600" y="1562100"/>
                </a:lnTo>
                <a:lnTo>
                  <a:pt x="200025" y="1571625"/>
                </a:lnTo>
                <a:lnTo>
                  <a:pt x="209550" y="1533525"/>
                </a:lnTo>
                <a:lnTo>
                  <a:pt x="171450" y="1533525"/>
                </a:lnTo>
                <a:lnTo>
                  <a:pt x="180975" y="1495425"/>
                </a:lnTo>
                <a:lnTo>
                  <a:pt x="180975" y="1504950"/>
                </a:lnTo>
                <a:lnTo>
                  <a:pt x="142875" y="1495425"/>
                </a:lnTo>
                <a:lnTo>
                  <a:pt x="133350" y="1485900"/>
                </a:lnTo>
                <a:lnTo>
                  <a:pt x="95250" y="1476375"/>
                </a:lnTo>
                <a:lnTo>
                  <a:pt x="85725" y="1457325"/>
                </a:lnTo>
                <a:lnTo>
                  <a:pt x="104775" y="1419225"/>
                </a:lnTo>
                <a:lnTo>
                  <a:pt x="95250" y="1409700"/>
                </a:lnTo>
                <a:lnTo>
                  <a:pt x="57150" y="1390650"/>
                </a:lnTo>
                <a:lnTo>
                  <a:pt x="133350" y="1400175"/>
                </a:lnTo>
                <a:lnTo>
                  <a:pt x="247650" y="1400175"/>
                </a:lnTo>
                <a:lnTo>
                  <a:pt x="266700" y="1352550"/>
                </a:lnTo>
                <a:lnTo>
                  <a:pt x="180975" y="1276350"/>
                </a:lnTo>
                <a:lnTo>
                  <a:pt x="219075" y="1381125"/>
                </a:lnTo>
                <a:lnTo>
                  <a:pt x="152400" y="1343025"/>
                </a:lnTo>
                <a:lnTo>
                  <a:pt x="114300" y="1295400"/>
                </a:lnTo>
                <a:lnTo>
                  <a:pt x="76200" y="1238250"/>
                </a:lnTo>
                <a:lnTo>
                  <a:pt x="0" y="1171575"/>
                </a:lnTo>
                <a:lnTo>
                  <a:pt x="76200" y="1219200"/>
                </a:lnTo>
                <a:lnTo>
                  <a:pt x="85725" y="1190625"/>
                </a:lnTo>
                <a:lnTo>
                  <a:pt x="76200" y="1133475"/>
                </a:lnTo>
                <a:lnTo>
                  <a:pt x="76200" y="1095375"/>
                </a:lnTo>
                <a:lnTo>
                  <a:pt x="47625" y="1114425"/>
                </a:lnTo>
                <a:lnTo>
                  <a:pt x="85725" y="1066800"/>
                </a:lnTo>
                <a:lnTo>
                  <a:pt x="123825" y="1085850"/>
                </a:lnTo>
                <a:lnTo>
                  <a:pt x="66675" y="1057275"/>
                </a:lnTo>
                <a:lnTo>
                  <a:pt x="57150" y="1019175"/>
                </a:lnTo>
                <a:lnTo>
                  <a:pt x="38100" y="1009650"/>
                </a:lnTo>
                <a:lnTo>
                  <a:pt x="66675" y="1000125"/>
                </a:lnTo>
                <a:lnTo>
                  <a:pt x="104775" y="1000125"/>
                </a:lnTo>
                <a:lnTo>
                  <a:pt x="38100" y="914400"/>
                </a:lnTo>
                <a:lnTo>
                  <a:pt x="57150" y="895350"/>
                </a:lnTo>
                <a:lnTo>
                  <a:pt x="66675" y="857250"/>
                </a:lnTo>
                <a:lnTo>
                  <a:pt x="76200" y="885825"/>
                </a:lnTo>
                <a:lnTo>
                  <a:pt x="66675" y="857250"/>
                </a:lnTo>
                <a:lnTo>
                  <a:pt x="47625" y="819150"/>
                </a:lnTo>
                <a:lnTo>
                  <a:pt x="57150" y="781050"/>
                </a:lnTo>
                <a:lnTo>
                  <a:pt x="47625" y="771525"/>
                </a:lnTo>
                <a:lnTo>
                  <a:pt x="47625" y="752475"/>
                </a:lnTo>
                <a:lnTo>
                  <a:pt x="66675" y="723900"/>
                </a:lnTo>
                <a:lnTo>
                  <a:pt x="38100" y="685800"/>
                </a:lnTo>
                <a:lnTo>
                  <a:pt x="9525" y="704850"/>
                </a:lnTo>
                <a:lnTo>
                  <a:pt x="19050" y="666750"/>
                </a:lnTo>
                <a:lnTo>
                  <a:pt x="57150" y="657225"/>
                </a:lnTo>
                <a:lnTo>
                  <a:pt x="95250" y="600075"/>
                </a:lnTo>
                <a:lnTo>
                  <a:pt x="114300" y="571500"/>
                </a:lnTo>
                <a:lnTo>
                  <a:pt x="104775" y="552450"/>
                </a:lnTo>
                <a:lnTo>
                  <a:pt x="95250" y="571500"/>
                </a:lnTo>
                <a:lnTo>
                  <a:pt x="85725" y="533400"/>
                </a:lnTo>
                <a:lnTo>
                  <a:pt x="95250" y="514350"/>
                </a:lnTo>
                <a:lnTo>
                  <a:pt x="85725" y="504825"/>
                </a:lnTo>
                <a:lnTo>
                  <a:pt x="66675" y="504825"/>
                </a:lnTo>
                <a:lnTo>
                  <a:pt x="123825" y="457200"/>
                </a:lnTo>
                <a:lnTo>
                  <a:pt x="123825" y="438150"/>
                </a:lnTo>
                <a:lnTo>
                  <a:pt x="142875" y="457200"/>
                </a:lnTo>
                <a:lnTo>
                  <a:pt x="152400" y="428625"/>
                </a:lnTo>
                <a:lnTo>
                  <a:pt x="152400" y="409575"/>
                </a:lnTo>
                <a:lnTo>
                  <a:pt x="180975" y="409575"/>
                </a:lnTo>
                <a:lnTo>
                  <a:pt x="133350" y="409575"/>
                </a:lnTo>
                <a:lnTo>
                  <a:pt x="142875" y="361950"/>
                </a:lnTo>
                <a:lnTo>
                  <a:pt x="161925" y="333375"/>
                </a:lnTo>
                <a:lnTo>
                  <a:pt x="161925" y="323850"/>
                </a:lnTo>
                <a:lnTo>
                  <a:pt x="200025" y="323850"/>
                </a:lnTo>
                <a:lnTo>
                  <a:pt x="190500" y="314325"/>
                </a:lnTo>
                <a:lnTo>
                  <a:pt x="200025" y="266700"/>
                </a:lnTo>
                <a:lnTo>
                  <a:pt x="228600" y="257175"/>
                </a:lnTo>
                <a:lnTo>
                  <a:pt x="228600" y="228600"/>
                </a:lnTo>
                <a:lnTo>
                  <a:pt x="247650" y="228600"/>
                </a:lnTo>
                <a:lnTo>
                  <a:pt x="228600" y="200025"/>
                </a:lnTo>
                <a:lnTo>
                  <a:pt x="238125" y="200025"/>
                </a:lnTo>
                <a:lnTo>
                  <a:pt x="238125" y="142875"/>
                </a:lnTo>
                <a:lnTo>
                  <a:pt x="247650" y="152400"/>
                </a:lnTo>
                <a:lnTo>
                  <a:pt x="285750" y="133350"/>
                </a:lnTo>
                <a:lnTo>
                  <a:pt x="276225" y="142875"/>
                </a:lnTo>
                <a:lnTo>
                  <a:pt x="295275" y="133350"/>
                </a:lnTo>
                <a:lnTo>
                  <a:pt x="285750" y="123825"/>
                </a:lnTo>
                <a:lnTo>
                  <a:pt x="295275" y="104775"/>
                </a:lnTo>
                <a:lnTo>
                  <a:pt x="323850" y="123825"/>
                </a:lnTo>
                <a:lnTo>
                  <a:pt x="352425" y="95250"/>
                </a:lnTo>
                <a:lnTo>
                  <a:pt x="352425" y="114300"/>
                </a:lnTo>
                <a:lnTo>
                  <a:pt x="342900" y="95250"/>
                </a:lnTo>
                <a:lnTo>
                  <a:pt x="361950" y="95250"/>
                </a:lnTo>
                <a:lnTo>
                  <a:pt x="352425" y="76200"/>
                </a:lnTo>
                <a:lnTo>
                  <a:pt x="381000" y="104775"/>
                </a:lnTo>
                <a:lnTo>
                  <a:pt x="400050" y="95250"/>
                </a:lnTo>
                <a:lnTo>
                  <a:pt x="390525" y="76200"/>
                </a:lnTo>
                <a:lnTo>
                  <a:pt x="400050" y="10477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38150" y="85725"/>
                </a:lnTo>
                <a:lnTo>
                  <a:pt x="485775" y="76200"/>
                </a:lnTo>
                <a:lnTo>
                  <a:pt x="495300" y="57150"/>
                </a:lnTo>
                <a:lnTo>
                  <a:pt x="495300" y="57150"/>
                </a:lnTo>
                <a:lnTo>
                  <a:pt x="466725" y="57150"/>
                </a:lnTo>
                <a:lnTo>
                  <a:pt x="485775" y="47625"/>
                </a:lnTo>
                <a:lnTo>
                  <a:pt x="485775" y="47625"/>
                </a:lnTo>
                <a:lnTo>
                  <a:pt x="523875" y="38100"/>
                </a:lnTo>
                <a:lnTo>
                  <a:pt x="542925" y="38100"/>
                </a:lnTo>
                <a:lnTo>
                  <a:pt x="552450" y="28575"/>
                </a:lnTo>
                <a:lnTo>
                  <a:pt x="533400" y="38100"/>
                </a:lnTo>
                <a:lnTo>
                  <a:pt x="552450" y="38100"/>
                </a:lnTo>
                <a:lnTo>
                  <a:pt x="542925" y="9525"/>
                </a:lnTo>
                <a:lnTo>
                  <a:pt x="552450" y="9525"/>
                </a:lnTo>
                <a:lnTo>
                  <a:pt x="590550" y="0"/>
                </a:lnTo>
                <a:lnTo>
                  <a:pt x="600075" y="19050"/>
                </a:lnTo>
                <a:lnTo>
                  <a:pt x="533400" y="19050"/>
                </a:lnTo>
                <a:lnTo>
                  <a:pt x="504825" y="76200"/>
                </a:lnTo>
                <a:lnTo>
                  <a:pt x="542925" y="123825"/>
                </a:lnTo>
                <a:lnTo>
                  <a:pt x="590550" y="76200"/>
                </a:lnTo>
                <a:lnTo>
                  <a:pt x="638175" y="47625"/>
                </a:lnTo>
                <a:lnTo>
                  <a:pt x="628650" y="28575"/>
                </a:lnTo>
                <a:lnTo>
                  <a:pt x="676275" y="76200"/>
                </a:lnTo>
                <a:lnTo>
                  <a:pt x="704850" y="66675"/>
                </a:lnTo>
                <a:lnTo>
                  <a:pt x="704850" y="85725"/>
                </a:lnTo>
                <a:lnTo>
                  <a:pt x="752475" y="104775"/>
                </a:lnTo>
                <a:lnTo>
                  <a:pt x="733425" y="95250"/>
                </a:lnTo>
                <a:lnTo>
                  <a:pt x="781050" y="133350"/>
                </a:lnTo>
                <a:lnTo>
                  <a:pt x="762000" y="114300"/>
                </a:lnTo>
                <a:lnTo>
                  <a:pt x="790575" y="142875"/>
                </a:lnTo>
                <a:lnTo>
                  <a:pt x="781050" y="152400"/>
                </a:lnTo>
                <a:lnTo>
                  <a:pt x="781050" y="161925"/>
                </a:lnTo>
                <a:lnTo>
                  <a:pt x="847725" y="161925"/>
                </a:lnTo>
                <a:lnTo>
                  <a:pt x="790575" y="152400"/>
                </a:lnTo>
                <a:lnTo>
                  <a:pt x="819150" y="190500"/>
                </a:lnTo>
                <a:lnTo>
                  <a:pt x="857250" y="238125"/>
                </a:lnTo>
                <a:lnTo>
                  <a:pt x="885825" y="219075"/>
                </a:lnTo>
                <a:lnTo>
                  <a:pt x="885825" y="238125"/>
                </a:lnTo>
                <a:lnTo>
                  <a:pt x="885825" y="228600"/>
                </a:lnTo>
                <a:lnTo>
                  <a:pt x="895350" y="219075"/>
                </a:lnTo>
                <a:lnTo>
                  <a:pt x="857250" y="190500"/>
                </a:lnTo>
                <a:lnTo>
                  <a:pt x="885825" y="180975"/>
                </a:lnTo>
                <a:lnTo>
                  <a:pt x="885825" y="219075"/>
                </a:lnTo>
                <a:lnTo>
                  <a:pt x="895350" y="228600"/>
                </a:lnTo>
                <a:lnTo>
                  <a:pt x="962025" y="285750"/>
                </a:lnTo>
                <a:lnTo>
                  <a:pt x="962025" y="295275"/>
                </a:lnTo>
                <a:lnTo>
                  <a:pt x="981075" y="304800"/>
                </a:lnTo>
                <a:lnTo>
                  <a:pt x="962025" y="314325"/>
                </a:lnTo>
                <a:lnTo>
                  <a:pt x="1028700" y="323850"/>
                </a:lnTo>
                <a:lnTo>
                  <a:pt x="1038225" y="361950"/>
                </a:lnTo>
                <a:lnTo>
                  <a:pt x="1028700" y="342900"/>
                </a:lnTo>
                <a:lnTo>
                  <a:pt x="1000125" y="371475"/>
                </a:lnTo>
                <a:lnTo>
                  <a:pt x="990600" y="371475"/>
                </a:lnTo>
                <a:lnTo>
                  <a:pt x="1009650" y="428625"/>
                </a:lnTo>
                <a:lnTo>
                  <a:pt x="1009650" y="400050"/>
                </a:lnTo>
                <a:lnTo>
                  <a:pt x="1047750" y="4191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28700" y="476250"/>
                </a:lnTo>
                <a:lnTo>
                  <a:pt x="1028700" y="495300"/>
                </a:lnTo>
                <a:lnTo>
                  <a:pt x="1038225" y="514350"/>
                </a:lnTo>
                <a:lnTo>
                  <a:pt x="1038225" y="542925"/>
                </a:lnTo>
                <a:lnTo>
                  <a:pt x="1076325" y="590550"/>
                </a:lnTo>
                <a:lnTo>
                  <a:pt x="1057275" y="571500"/>
                </a:lnTo>
                <a:lnTo>
                  <a:pt x="1076325" y="638175"/>
                </a:lnTo>
                <a:lnTo>
                  <a:pt x="1085850" y="571500"/>
                </a:lnTo>
                <a:lnTo>
                  <a:pt x="1095375" y="638175"/>
                </a:lnTo>
                <a:lnTo>
                  <a:pt x="1066800" y="647700"/>
                </a:lnTo>
                <a:lnTo>
                  <a:pt x="1114425" y="695325"/>
                </a:lnTo>
                <a:lnTo>
                  <a:pt x="1085850" y="676275"/>
                </a:lnTo>
                <a:lnTo>
                  <a:pt x="1095375" y="704850"/>
                </a:lnTo>
                <a:lnTo>
                  <a:pt x="1133475" y="742950"/>
                </a:lnTo>
                <a:lnTo>
                  <a:pt x="1123950" y="752475"/>
                </a:lnTo>
                <a:lnTo>
                  <a:pt x="1114425" y="723900"/>
                </a:lnTo>
                <a:lnTo>
                  <a:pt x="1095375" y="733425"/>
                </a:lnTo>
                <a:lnTo>
                  <a:pt x="1133475" y="771525"/>
                </a:lnTo>
                <a:lnTo>
                  <a:pt x="1133475" y="781050"/>
                </a:lnTo>
                <a:lnTo>
                  <a:pt x="1123950" y="800100"/>
                </a:lnTo>
                <a:lnTo>
                  <a:pt x="1152525" y="781050"/>
                </a:lnTo>
                <a:lnTo>
                  <a:pt x="1143000" y="800100"/>
                </a:lnTo>
                <a:lnTo>
                  <a:pt x="1104900" y="933450"/>
                </a:lnTo>
                <a:lnTo>
                  <a:pt x="1085850" y="828675"/>
                </a:lnTo>
                <a:lnTo>
                  <a:pt x="1095375" y="866775"/>
                </a:lnTo>
                <a:lnTo>
                  <a:pt x="1114425" y="847725"/>
                </a:lnTo>
                <a:lnTo>
                  <a:pt x="1219200" y="923925"/>
                </a:lnTo>
                <a:lnTo>
                  <a:pt x="1143000" y="962025"/>
                </a:lnTo>
                <a:lnTo>
                  <a:pt x="1143000" y="971550"/>
                </a:lnTo>
                <a:lnTo>
                  <a:pt x="1104900" y="1009650"/>
                </a:lnTo>
                <a:lnTo>
                  <a:pt x="1028700" y="981075"/>
                </a:lnTo>
                <a:lnTo>
                  <a:pt x="1114425" y="1047750"/>
                </a:lnTo>
                <a:lnTo>
                  <a:pt x="1076325" y="1095375"/>
                </a:lnTo>
                <a:lnTo>
                  <a:pt x="1057275" y="1133475"/>
                </a:lnTo>
                <a:lnTo>
                  <a:pt x="1066800" y="1114425"/>
                </a:lnTo>
                <a:lnTo>
                  <a:pt x="1047750" y="1190625"/>
                </a:lnTo>
                <a:lnTo>
                  <a:pt x="1057275" y="1219200"/>
                </a:lnTo>
                <a:lnTo>
                  <a:pt x="1009650" y="1238250"/>
                </a:lnTo>
                <a:lnTo>
                  <a:pt x="1038225" y="1257300"/>
                </a:lnTo>
                <a:lnTo>
                  <a:pt x="1038225" y="1314450"/>
                </a:lnTo>
                <a:lnTo>
                  <a:pt x="1066800" y="1314450"/>
                </a:lnTo>
                <a:lnTo>
                  <a:pt x="1009650" y="1304925"/>
                </a:lnTo>
                <a:lnTo>
                  <a:pt x="1038225" y="1343025"/>
                </a:lnTo>
                <a:lnTo>
                  <a:pt x="1038225" y="1390650"/>
                </a:lnTo>
                <a:lnTo>
                  <a:pt x="1057275" y="1409700"/>
                </a:lnTo>
                <a:lnTo>
                  <a:pt x="1038225" y="1419225"/>
                </a:lnTo>
                <a:lnTo>
                  <a:pt x="1009650" y="1428750"/>
                </a:lnTo>
                <a:lnTo>
                  <a:pt x="981075" y="1466850"/>
                </a:lnTo>
                <a:lnTo>
                  <a:pt x="1019175" y="1466850"/>
                </a:lnTo>
                <a:lnTo>
                  <a:pt x="1000125" y="1543050"/>
                </a:lnTo>
                <a:lnTo>
                  <a:pt x="1009650" y="1562100"/>
                </a:lnTo>
                <a:lnTo>
                  <a:pt x="1019175" y="1562100"/>
                </a:lnTo>
                <a:lnTo>
                  <a:pt x="1000125" y="1571625"/>
                </a:lnTo>
                <a:lnTo>
                  <a:pt x="971550" y="1647825"/>
                </a:lnTo>
                <a:lnTo>
                  <a:pt x="942975" y="1638300"/>
                </a:lnTo>
                <a:lnTo>
                  <a:pt x="923925" y="1647825"/>
                </a:lnTo>
                <a:lnTo>
                  <a:pt x="923925" y="1647825"/>
                </a:lnTo>
                <a:lnTo>
                  <a:pt x="914400" y="1657350"/>
                </a:lnTo>
                <a:lnTo>
                  <a:pt x="885825" y="1676400"/>
                </a:lnTo>
                <a:lnTo>
                  <a:pt x="866775" y="1704975"/>
                </a:lnTo>
                <a:lnTo>
                  <a:pt x="885825" y="1685925"/>
                </a:lnTo>
                <a:lnTo>
                  <a:pt x="866775" y="1714500"/>
                </a:lnTo>
                <a:lnTo>
                  <a:pt x="857250" y="1704975"/>
                </a:lnTo>
                <a:lnTo>
                  <a:pt x="828675" y="1733550"/>
                </a:lnTo>
                <a:lnTo>
                  <a:pt x="809625" y="1733550"/>
                </a:lnTo>
                <a:lnTo>
                  <a:pt x="800100" y="1714500"/>
                </a:lnTo>
                <a:lnTo>
                  <a:pt x="790575" y="1733550"/>
                </a:lnTo>
                <a:lnTo>
                  <a:pt x="771525" y="1724025"/>
                </a:lnTo>
                <a:lnTo>
                  <a:pt x="771525" y="1733550"/>
                </a:lnTo>
                <a:lnTo>
                  <a:pt x="762000" y="1752600"/>
                </a:lnTo>
                <a:lnTo>
                  <a:pt x="762000" y="1771650"/>
                </a:lnTo>
                <a:lnTo>
                  <a:pt x="704850" y="1752600"/>
                </a:lnTo>
                <a:lnTo>
                  <a:pt x="695325" y="1800225"/>
                </a:lnTo>
                <a:lnTo>
                  <a:pt x="685800" y="1809750"/>
                </a:lnTo>
                <a:lnTo>
                  <a:pt x="666750" y="1809750"/>
                </a:lnTo>
                <a:lnTo>
                  <a:pt x="657225" y="1809750"/>
                </a:lnTo>
                <a:lnTo>
                  <a:pt x="657225" y="1800225"/>
                </a:lnTo>
                <a:lnTo>
                  <a:pt x="638175" y="1819275"/>
                </a:lnTo>
                <a:lnTo>
                  <a:pt x="628650" y="1819275"/>
                </a:lnTo>
                <a:lnTo>
                  <a:pt x="581025" y="1809750"/>
                </a:lnTo>
                <a:lnTo>
                  <a:pt x="590550" y="1847850"/>
                </a:lnTo>
                <a:lnTo>
                  <a:pt x="561975" y="1828800"/>
                </a:lnTo>
                <a:lnTo>
                  <a:pt x="561975" y="1847850"/>
                </a:lnTo>
                <a:lnTo>
                  <a:pt x="561975" y="1866900"/>
                </a:lnTo>
                <a:lnTo>
                  <a:pt x="542925" y="18669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935075" y="-1143000"/>
            <a:ext cx="114300" cy="104775"/>
          </a:xfrm>
          <a:custGeom>
            <a:avLst/>
            <a:gdLst/>
            <a:ahLst/>
            <a:cxnLst/>
            <a:rect l="l" t="t" r="r" b="b"/>
            <a:pathLst>
              <a:path w="114300" h="104775">
                <a:moveTo>
                  <a:pt x="114300" y="38100"/>
                </a:moveTo>
                <a:lnTo>
                  <a:pt x="104775" y="66675"/>
                </a:lnTo>
                <a:lnTo>
                  <a:pt x="95250" y="95250"/>
                </a:lnTo>
                <a:lnTo>
                  <a:pt x="47625" y="104775"/>
                </a:lnTo>
                <a:lnTo>
                  <a:pt x="9525" y="95250"/>
                </a:lnTo>
                <a:lnTo>
                  <a:pt x="0" y="57150"/>
                </a:lnTo>
                <a:lnTo>
                  <a:pt x="19050" y="0"/>
                </a:lnTo>
                <a:lnTo>
                  <a:pt x="47625" y="0"/>
                </a:lnTo>
                <a:lnTo>
                  <a:pt x="76200" y="0"/>
                </a:lnTo>
                <a:lnTo>
                  <a:pt x="95250" y="2857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582775" y="-3810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219075" y="85725"/>
                </a:moveTo>
                <a:lnTo>
                  <a:pt x="171450" y="114300"/>
                </a:lnTo>
                <a:lnTo>
                  <a:pt x="142875" y="152400"/>
                </a:lnTo>
                <a:lnTo>
                  <a:pt x="66675" y="123825"/>
                </a:lnTo>
                <a:lnTo>
                  <a:pt x="9525" y="133350"/>
                </a:lnTo>
                <a:lnTo>
                  <a:pt x="0" y="76200"/>
                </a:lnTo>
                <a:lnTo>
                  <a:pt x="9525" y="19050"/>
                </a:lnTo>
                <a:lnTo>
                  <a:pt x="66675" y="19050"/>
                </a:lnTo>
                <a:lnTo>
                  <a:pt x="142875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44650" y="-962025"/>
            <a:ext cx="152400" cy="209550"/>
          </a:xfrm>
          <a:custGeom>
            <a:avLst/>
            <a:gdLst/>
            <a:ahLst/>
            <a:cxnLst/>
            <a:rect l="l" t="t" r="r" b="b"/>
            <a:pathLst>
              <a:path w="152400" h="209550">
                <a:moveTo>
                  <a:pt x="152400" y="104775"/>
                </a:moveTo>
                <a:lnTo>
                  <a:pt x="142875" y="161925"/>
                </a:lnTo>
                <a:lnTo>
                  <a:pt x="104775" y="209550"/>
                </a:lnTo>
                <a:lnTo>
                  <a:pt x="57150" y="200025"/>
                </a:lnTo>
                <a:lnTo>
                  <a:pt x="0" y="161925"/>
                </a:lnTo>
                <a:lnTo>
                  <a:pt x="9525" y="114300"/>
                </a:lnTo>
                <a:lnTo>
                  <a:pt x="19050" y="57150"/>
                </a:lnTo>
                <a:lnTo>
                  <a:pt x="76200" y="38100"/>
                </a:lnTo>
                <a:lnTo>
                  <a:pt x="104775" y="0"/>
                </a:lnTo>
                <a:lnTo>
                  <a:pt x="133350" y="4762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582525" y="-1428750"/>
            <a:ext cx="152400" cy="200025"/>
          </a:xfrm>
          <a:custGeom>
            <a:avLst/>
            <a:gdLst/>
            <a:ahLst/>
            <a:cxnLst/>
            <a:rect l="l" t="t" r="r" b="b"/>
            <a:pathLst>
              <a:path w="152400" h="200025">
                <a:moveTo>
                  <a:pt x="152400" y="104775"/>
                </a:moveTo>
                <a:lnTo>
                  <a:pt x="133350" y="142875"/>
                </a:lnTo>
                <a:lnTo>
                  <a:pt x="123825" y="200025"/>
                </a:lnTo>
                <a:lnTo>
                  <a:pt x="47625" y="161925"/>
                </a:lnTo>
                <a:lnTo>
                  <a:pt x="0" y="133350"/>
                </a:lnTo>
                <a:lnTo>
                  <a:pt x="9525" y="85725"/>
                </a:lnTo>
                <a:lnTo>
                  <a:pt x="19050" y="57150"/>
                </a:lnTo>
                <a:lnTo>
                  <a:pt x="66675" y="19050"/>
                </a:lnTo>
                <a:lnTo>
                  <a:pt x="123825" y="0"/>
                </a:lnTo>
                <a:lnTo>
                  <a:pt x="142875" y="47625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82525" y="2143125"/>
            <a:ext cx="161925" cy="171450"/>
          </a:xfrm>
          <a:custGeom>
            <a:avLst/>
            <a:gdLst/>
            <a:ahLst/>
            <a:cxnLst/>
            <a:rect l="l" t="t" r="r" b="b"/>
            <a:pathLst>
              <a:path w="161925" h="171450">
                <a:moveTo>
                  <a:pt x="161925" y="95250"/>
                </a:moveTo>
                <a:lnTo>
                  <a:pt x="114300" y="133350"/>
                </a:lnTo>
                <a:lnTo>
                  <a:pt x="104775" y="171450"/>
                </a:lnTo>
                <a:lnTo>
                  <a:pt x="66675" y="152400"/>
                </a:lnTo>
                <a:lnTo>
                  <a:pt x="28575" y="133350"/>
                </a:lnTo>
                <a:lnTo>
                  <a:pt x="19050" y="104775"/>
                </a:lnTo>
                <a:lnTo>
                  <a:pt x="0" y="47625"/>
                </a:lnTo>
                <a:lnTo>
                  <a:pt x="66675" y="28575"/>
                </a:lnTo>
                <a:lnTo>
                  <a:pt x="104775" y="0"/>
                </a:lnTo>
                <a:lnTo>
                  <a:pt x="142875" y="5715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839825" y="2305050"/>
            <a:ext cx="228600" cy="133350"/>
          </a:xfrm>
          <a:custGeom>
            <a:avLst/>
            <a:gdLst/>
            <a:ahLst/>
            <a:cxnLst/>
            <a:rect l="l" t="t" r="r" b="b"/>
            <a:pathLst>
              <a:path w="228600" h="133350">
                <a:moveTo>
                  <a:pt x="228600" y="66675"/>
                </a:moveTo>
                <a:lnTo>
                  <a:pt x="180975" y="95250"/>
                </a:lnTo>
                <a:lnTo>
                  <a:pt x="114300" y="133350"/>
                </a:lnTo>
                <a:lnTo>
                  <a:pt x="66675" y="114300"/>
                </a:lnTo>
                <a:lnTo>
                  <a:pt x="28575" y="114300"/>
                </a:lnTo>
                <a:lnTo>
                  <a:pt x="9525" y="66675"/>
                </a:lnTo>
                <a:lnTo>
                  <a:pt x="0" y="9525"/>
                </a:lnTo>
                <a:lnTo>
                  <a:pt x="76200" y="9525"/>
                </a:lnTo>
                <a:lnTo>
                  <a:pt x="133350" y="0"/>
                </a:lnTo>
                <a:lnTo>
                  <a:pt x="161925" y="2857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58525" y="-1327785"/>
            <a:ext cx="3653790" cy="3782378"/>
          </a:xfrm>
          <a:custGeom>
            <a:avLst/>
            <a:gdLst/>
            <a:ahLst/>
            <a:cxnLst/>
            <a:rect l="l" t="t" r="r" b="b"/>
            <a:pathLst>
              <a:path w="3653790" h="3782378">
                <a:moveTo>
                  <a:pt x="2371725" y="874395"/>
                </a:moveTo>
                <a:lnTo>
                  <a:pt x="2386965" y="889635"/>
                </a:lnTo>
                <a:lnTo>
                  <a:pt x="2371725" y="904875"/>
                </a:lnTo>
                <a:lnTo>
                  <a:pt x="2356485" y="889635"/>
                </a:lnTo>
                <a:close/>
                <a:moveTo>
                  <a:pt x="3333750" y="2261235"/>
                </a:moveTo>
                <a:lnTo>
                  <a:pt x="3343275" y="2270760"/>
                </a:lnTo>
                <a:lnTo>
                  <a:pt x="3333750" y="2280285"/>
                </a:lnTo>
                <a:lnTo>
                  <a:pt x="3324225" y="2270760"/>
                </a:lnTo>
                <a:close/>
                <a:moveTo>
                  <a:pt x="647700" y="2794635"/>
                </a:moveTo>
                <a:lnTo>
                  <a:pt x="666750" y="2813685"/>
                </a:lnTo>
                <a:lnTo>
                  <a:pt x="647700" y="2832735"/>
                </a:lnTo>
                <a:lnTo>
                  <a:pt x="628650" y="2813685"/>
                </a:lnTo>
                <a:close/>
                <a:moveTo>
                  <a:pt x="2657475" y="2984183"/>
                </a:moveTo>
                <a:lnTo>
                  <a:pt x="2667952" y="2994660"/>
                </a:lnTo>
                <a:lnTo>
                  <a:pt x="2657475" y="3005138"/>
                </a:lnTo>
                <a:lnTo>
                  <a:pt x="2646998" y="2994660"/>
                </a:lnTo>
                <a:close/>
                <a:moveTo>
                  <a:pt x="3638550" y="2017395"/>
                </a:moveTo>
                <a:lnTo>
                  <a:pt x="3653790" y="2032635"/>
                </a:lnTo>
                <a:lnTo>
                  <a:pt x="3638550" y="2047875"/>
                </a:lnTo>
                <a:lnTo>
                  <a:pt x="3623310" y="2032635"/>
                </a:lnTo>
                <a:close/>
                <a:moveTo>
                  <a:pt x="3524250" y="2483167"/>
                </a:moveTo>
                <a:lnTo>
                  <a:pt x="3540443" y="2499360"/>
                </a:lnTo>
                <a:lnTo>
                  <a:pt x="3524250" y="2515553"/>
                </a:lnTo>
                <a:lnTo>
                  <a:pt x="3508057" y="2499360"/>
                </a:lnTo>
                <a:close/>
                <a:moveTo>
                  <a:pt x="2638425" y="262890"/>
                </a:moveTo>
                <a:lnTo>
                  <a:pt x="2655570" y="280035"/>
                </a:lnTo>
                <a:lnTo>
                  <a:pt x="2638425" y="297180"/>
                </a:lnTo>
                <a:lnTo>
                  <a:pt x="2621280" y="280035"/>
                </a:lnTo>
                <a:close/>
                <a:moveTo>
                  <a:pt x="2819400" y="997268"/>
                </a:moveTo>
                <a:lnTo>
                  <a:pt x="2826068" y="1003935"/>
                </a:lnTo>
                <a:lnTo>
                  <a:pt x="2819400" y="1010603"/>
                </a:lnTo>
                <a:lnTo>
                  <a:pt x="2812732" y="1003935"/>
                </a:lnTo>
                <a:close/>
                <a:moveTo>
                  <a:pt x="1162050" y="160973"/>
                </a:moveTo>
                <a:lnTo>
                  <a:pt x="1176338" y="175260"/>
                </a:lnTo>
                <a:lnTo>
                  <a:pt x="1162050" y="189548"/>
                </a:lnTo>
                <a:lnTo>
                  <a:pt x="1147763" y="175260"/>
                </a:lnTo>
                <a:close/>
                <a:moveTo>
                  <a:pt x="2686050" y="790575"/>
                </a:moveTo>
                <a:lnTo>
                  <a:pt x="2699385" y="803910"/>
                </a:lnTo>
                <a:lnTo>
                  <a:pt x="2686050" y="817245"/>
                </a:lnTo>
                <a:lnTo>
                  <a:pt x="2672715" y="803910"/>
                </a:lnTo>
                <a:close/>
                <a:moveTo>
                  <a:pt x="2381250" y="3035618"/>
                </a:moveTo>
                <a:lnTo>
                  <a:pt x="2397443" y="3051810"/>
                </a:lnTo>
                <a:lnTo>
                  <a:pt x="2381250" y="3068003"/>
                </a:lnTo>
                <a:lnTo>
                  <a:pt x="2365057" y="3051810"/>
                </a:lnTo>
                <a:close/>
                <a:moveTo>
                  <a:pt x="3419475" y="1918335"/>
                </a:moveTo>
                <a:lnTo>
                  <a:pt x="3429000" y="1927860"/>
                </a:lnTo>
                <a:lnTo>
                  <a:pt x="3419475" y="1937385"/>
                </a:lnTo>
                <a:lnTo>
                  <a:pt x="3409950" y="1927860"/>
                </a:lnTo>
                <a:close/>
                <a:moveTo>
                  <a:pt x="1104900" y="563880"/>
                </a:moveTo>
                <a:lnTo>
                  <a:pt x="1116330" y="575310"/>
                </a:lnTo>
                <a:lnTo>
                  <a:pt x="1104900" y="586740"/>
                </a:lnTo>
                <a:lnTo>
                  <a:pt x="1093470" y="575310"/>
                </a:lnTo>
                <a:close/>
                <a:moveTo>
                  <a:pt x="1057275" y="810578"/>
                </a:moveTo>
                <a:lnTo>
                  <a:pt x="1069657" y="822960"/>
                </a:lnTo>
                <a:lnTo>
                  <a:pt x="1057275" y="835343"/>
                </a:lnTo>
                <a:lnTo>
                  <a:pt x="1044893" y="822960"/>
                </a:lnTo>
                <a:close/>
                <a:moveTo>
                  <a:pt x="2524125" y="519113"/>
                </a:moveTo>
                <a:lnTo>
                  <a:pt x="2542223" y="537210"/>
                </a:lnTo>
                <a:lnTo>
                  <a:pt x="2524125" y="555308"/>
                </a:lnTo>
                <a:lnTo>
                  <a:pt x="2506027" y="537210"/>
                </a:lnTo>
                <a:close/>
                <a:moveTo>
                  <a:pt x="180975" y="1137285"/>
                </a:moveTo>
                <a:lnTo>
                  <a:pt x="200025" y="1156335"/>
                </a:lnTo>
                <a:lnTo>
                  <a:pt x="180975" y="1175385"/>
                </a:lnTo>
                <a:lnTo>
                  <a:pt x="161925" y="1156335"/>
                </a:lnTo>
                <a:close/>
                <a:moveTo>
                  <a:pt x="2181225" y="3107055"/>
                </a:moveTo>
                <a:lnTo>
                  <a:pt x="2192655" y="3118485"/>
                </a:lnTo>
                <a:lnTo>
                  <a:pt x="2181225" y="3129915"/>
                </a:lnTo>
                <a:lnTo>
                  <a:pt x="2169795" y="3118485"/>
                </a:lnTo>
                <a:close/>
                <a:moveTo>
                  <a:pt x="542925" y="2325053"/>
                </a:moveTo>
                <a:lnTo>
                  <a:pt x="555307" y="2337435"/>
                </a:lnTo>
                <a:lnTo>
                  <a:pt x="542925" y="2349818"/>
                </a:lnTo>
                <a:lnTo>
                  <a:pt x="530543" y="2337435"/>
                </a:lnTo>
                <a:close/>
                <a:moveTo>
                  <a:pt x="19050" y="1775460"/>
                </a:moveTo>
                <a:lnTo>
                  <a:pt x="38100" y="1794510"/>
                </a:lnTo>
                <a:lnTo>
                  <a:pt x="19050" y="1813560"/>
                </a:lnTo>
                <a:lnTo>
                  <a:pt x="0" y="1794510"/>
                </a:lnTo>
                <a:close/>
                <a:moveTo>
                  <a:pt x="590550" y="2047875"/>
                </a:moveTo>
                <a:lnTo>
                  <a:pt x="603885" y="2061210"/>
                </a:lnTo>
                <a:lnTo>
                  <a:pt x="590550" y="2074545"/>
                </a:lnTo>
                <a:lnTo>
                  <a:pt x="577215" y="2061210"/>
                </a:lnTo>
                <a:close/>
                <a:moveTo>
                  <a:pt x="2085975" y="3749993"/>
                </a:moveTo>
                <a:lnTo>
                  <a:pt x="2102168" y="3766185"/>
                </a:lnTo>
                <a:lnTo>
                  <a:pt x="2085975" y="3782378"/>
                </a:lnTo>
                <a:lnTo>
                  <a:pt x="2069782" y="3766185"/>
                </a:lnTo>
                <a:close/>
                <a:moveTo>
                  <a:pt x="3429000" y="1365885"/>
                </a:moveTo>
                <a:lnTo>
                  <a:pt x="3448050" y="1384935"/>
                </a:lnTo>
                <a:lnTo>
                  <a:pt x="3429000" y="1403985"/>
                </a:lnTo>
                <a:lnTo>
                  <a:pt x="3409950" y="1384935"/>
                </a:lnTo>
                <a:close/>
                <a:moveTo>
                  <a:pt x="495300" y="1210628"/>
                </a:moveTo>
                <a:lnTo>
                  <a:pt x="507682" y="1223010"/>
                </a:lnTo>
                <a:lnTo>
                  <a:pt x="495300" y="1235393"/>
                </a:lnTo>
                <a:lnTo>
                  <a:pt x="482918" y="1223010"/>
                </a:lnTo>
                <a:close/>
                <a:moveTo>
                  <a:pt x="1123950" y="2965133"/>
                </a:moveTo>
                <a:lnTo>
                  <a:pt x="1143952" y="2985135"/>
                </a:lnTo>
                <a:lnTo>
                  <a:pt x="1123950" y="3005138"/>
                </a:lnTo>
                <a:lnTo>
                  <a:pt x="1103948" y="2985135"/>
                </a:lnTo>
                <a:close/>
                <a:moveTo>
                  <a:pt x="104775" y="1823085"/>
                </a:moveTo>
                <a:lnTo>
                  <a:pt x="114300" y="1832610"/>
                </a:lnTo>
                <a:lnTo>
                  <a:pt x="104775" y="1842135"/>
                </a:lnTo>
                <a:lnTo>
                  <a:pt x="95250" y="1832610"/>
                </a:lnTo>
                <a:close/>
                <a:moveTo>
                  <a:pt x="2085975" y="3672840"/>
                </a:moveTo>
                <a:lnTo>
                  <a:pt x="2093595" y="3680460"/>
                </a:lnTo>
                <a:lnTo>
                  <a:pt x="2085975" y="3688080"/>
                </a:lnTo>
                <a:lnTo>
                  <a:pt x="2078355" y="3680460"/>
                </a:lnTo>
                <a:close/>
                <a:moveTo>
                  <a:pt x="2971800" y="1906905"/>
                </a:moveTo>
                <a:lnTo>
                  <a:pt x="2983230" y="1918335"/>
                </a:lnTo>
                <a:lnTo>
                  <a:pt x="2971800" y="1929765"/>
                </a:lnTo>
                <a:lnTo>
                  <a:pt x="2960370" y="1918335"/>
                </a:lnTo>
                <a:close/>
                <a:moveTo>
                  <a:pt x="2981325" y="2108835"/>
                </a:moveTo>
                <a:lnTo>
                  <a:pt x="3000375" y="2127885"/>
                </a:lnTo>
                <a:lnTo>
                  <a:pt x="2981325" y="2146935"/>
                </a:lnTo>
                <a:lnTo>
                  <a:pt x="2962275" y="2127885"/>
                </a:lnTo>
                <a:close/>
                <a:moveTo>
                  <a:pt x="1028700" y="2649855"/>
                </a:moveTo>
                <a:lnTo>
                  <a:pt x="1040130" y="2661285"/>
                </a:lnTo>
                <a:lnTo>
                  <a:pt x="1028700" y="2672715"/>
                </a:lnTo>
                <a:lnTo>
                  <a:pt x="1017270" y="2661285"/>
                </a:lnTo>
                <a:close/>
                <a:moveTo>
                  <a:pt x="3286125" y="956310"/>
                </a:moveTo>
                <a:lnTo>
                  <a:pt x="3295650" y="965835"/>
                </a:lnTo>
                <a:lnTo>
                  <a:pt x="3286125" y="975360"/>
                </a:lnTo>
                <a:lnTo>
                  <a:pt x="3276600" y="965835"/>
                </a:lnTo>
                <a:close/>
                <a:moveTo>
                  <a:pt x="2133600" y="3528060"/>
                </a:moveTo>
                <a:lnTo>
                  <a:pt x="2152650" y="3547110"/>
                </a:lnTo>
                <a:lnTo>
                  <a:pt x="2133600" y="3566160"/>
                </a:lnTo>
                <a:lnTo>
                  <a:pt x="2114550" y="3547110"/>
                </a:lnTo>
                <a:close/>
                <a:moveTo>
                  <a:pt x="2162175" y="3025140"/>
                </a:moveTo>
                <a:lnTo>
                  <a:pt x="2169795" y="3032760"/>
                </a:lnTo>
                <a:lnTo>
                  <a:pt x="2162175" y="3040380"/>
                </a:lnTo>
                <a:lnTo>
                  <a:pt x="2154555" y="3032760"/>
                </a:lnTo>
                <a:close/>
                <a:moveTo>
                  <a:pt x="2809875" y="757238"/>
                </a:moveTo>
                <a:lnTo>
                  <a:pt x="2818448" y="765810"/>
                </a:lnTo>
                <a:lnTo>
                  <a:pt x="2809875" y="774383"/>
                </a:lnTo>
                <a:lnTo>
                  <a:pt x="2801302" y="765810"/>
                </a:lnTo>
                <a:close/>
                <a:moveTo>
                  <a:pt x="152400" y="2111692"/>
                </a:moveTo>
                <a:lnTo>
                  <a:pt x="159068" y="2118360"/>
                </a:lnTo>
                <a:lnTo>
                  <a:pt x="152400" y="2125028"/>
                </a:lnTo>
                <a:lnTo>
                  <a:pt x="145732" y="2118360"/>
                </a:lnTo>
                <a:close/>
                <a:moveTo>
                  <a:pt x="685800" y="2426017"/>
                </a:moveTo>
                <a:lnTo>
                  <a:pt x="692468" y="2432685"/>
                </a:lnTo>
                <a:lnTo>
                  <a:pt x="685800" y="2439353"/>
                </a:lnTo>
                <a:lnTo>
                  <a:pt x="679132" y="2432685"/>
                </a:lnTo>
                <a:close/>
                <a:moveTo>
                  <a:pt x="3257550" y="2468880"/>
                </a:moveTo>
                <a:lnTo>
                  <a:pt x="3268980" y="2480310"/>
                </a:lnTo>
                <a:lnTo>
                  <a:pt x="3257550" y="2491740"/>
                </a:lnTo>
                <a:lnTo>
                  <a:pt x="3246120" y="2480310"/>
                </a:lnTo>
                <a:close/>
                <a:moveTo>
                  <a:pt x="2171700" y="3733800"/>
                </a:moveTo>
                <a:lnTo>
                  <a:pt x="2194560" y="3756660"/>
                </a:lnTo>
                <a:lnTo>
                  <a:pt x="2171700" y="3779520"/>
                </a:lnTo>
                <a:lnTo>
                  <a:pt x="2148840" y="3756660"/>
                </a:lnTo>
                <a:close/>
                <a:moveTo>
                  <a:pt x="2647950" y="2755583"/>
                </a:moveTo>
                <a:lnTo>
                  <a:pt x="2667952" y="2775585"/>
                </a:lnTo>
                <a:lnTo>
                  <a:pt x="2647950" y="2795588"/>
                </a:lnTo>
                <a:lnTo>
                  <a:pt x="2627948" y="2775585"/>
                </a:lnTo>
                <a:close/>
                <a:moveTo>
                  <a:pt x="3019425" y="441960"/>
                </a:moveTo>
                <a:lnTo>
                  <a:pt x="3028950" y="451485"/>
                </a:lnTo>
                <a:lnTo>
                  <a:pt x="3019425" y="461010"/>
                </a:lnTo>
                <a:lnTo>
                  <a:pt x="3009900" y="451485"/>
                </a:lnTo>
                <a:close/>
                <a:moveTo>
                  <a:pt x="2552700" y="870585"/>
                </a:moveTo>
                <a:lnTo>
                  <a:pt x="2562225" y="880110"/>
                </a:lnTo>
                <a:lnTo>
                  <a:pt x="2552700" y="889635"/>
                </a:lnTo>
                <a:lnTo>
                  <a:pt x="2543175" y="880110"/>
                </a:lnTo>
                <a:close/>
                <a:moveTo>
                  <a:pt x="2038350" y="395288"/>
                </a:moveTo>
                <a:lnTo>
                  <a:pt x="2046923" y="403860"/>
                </a:lnTo>
                <a:lnTo>
                  <a:pt x="2038350" y="412433"/>
                </a:lnTo>
                <a:lnTo>
                  <a:pt x="2029777" y="403860"/>
                </a:lnTo>
                <a:close/>
                <a:moveTo>
                  <a:pt x="1333500" y="432435"/>
                </a:moveTo>
                <a:lnTo>
                  <a:pt x="1352550" y="451485"/>
                </a:lnTo>
                <a:lnTo>
                  <a:pt x="1333500" y="470535"/>
                </a:lnTo>
                <a:lnTo>
                  <a:pt x="1314450" y="451485"/>
                </a:lnTo>
                <a:close/>
                <a:moveTo>
                  <a:pt x="247650" y="1988820"/>
                </a:moveTo>
                <a:lnTo>
                  <a:pt x="262890" y="2004060"/>
                </a:lnTo>
                <a:lnTo>
                  <a:pt x="247650" y="2019300"/>
                </a:lnTo>
                <a:lnTo>
                  <a:pt x="232410" y="2004060"/>
                </a:lnTo>
                <a:close/>
                <a:moveTo>
                  <a:pt x="2000250" y="3536633"/>
                </a:moveTo>
                <a:lnTo>
                  <a:pt x="2010727" y="3547110"/>
                </a:lnTo>
                <a:lnTo>
                  <a:pt x="2000250" y="3557588"/>
                </a:lnTo>
                <a:lnTo>
                  <a:pt x="1989773" y="3547110"/>
                </a:lnTo>
                <a:close/>
                <a:moveTo>
                  <a:pt x="1323975" y="902018"/>
                </a:moveTo>
                <a:lnTo>
                  <a:pt x="1330643" y="908685"/>
                </a:lnTo>
                <a:lnTo>
                  <a:pt x="1323975" y="915353"/>
                </a:lnTo>
                <a:lnTo>
                  <a:pt x="1317307" y="908685"/>
                </a:lnTo>
                <a:close/>
                <a:moveTo>
                  <a:pt x="3352800" y="1137285"/>
                </a:moveTo>
                <a:lnTo>
                  <a:pt x="3362325" y="1146810"/>
                </a:lnTo>
                <a:lnTo>
                  <a:pt x="3352800" y="1156335"/>
                </a:lnTo>
                <a:lnTo>
                  <a:pt x="3343275" y="1146810"/>
                </a:lnTo>
                <a:close/>
                <a:moveTo>
                  <a:pt x="2743200" y="2744153"/>
                </a:moveTo>
                <a:lnTo>
                  <a:pt x="2765107" y="2766060"/>
                </a:lnTo>
                <a:lnTo>
                  <a:pt x="2743200" y="2787968"/>
                </a:lnTo>
                <a:lnTo>
                  <a:pt x="2721293" y="2766060"/>
                </a:lnTo>
                <a:close/>
                <a:moveTo>
                  <a:pt x="3629025" y="1339215"/>
                </a:moveTo>
                <a:lnTo>
                  <a:pt x="3636645" y="1346835"/>
                </a:lnTo>
                <a:lnTo>
                  <a:pt x="3629025" y="1354455"/>
                </a:lnTo>
                <a:lnTo>
                  <a:pt x="3621405" y="1346835"/>
                </a:lnTo>
                <a:close/>
                <a:moveTo>
                  <a:pt x="857250" y="983933"/>
                </a:moveTo>
                <a:lnTo>
                  <a:pt x="867727" y="994410"/>
                </a:lnTo>
                <a:lnTo>
                  <a:pt x="857250" y="1004887"/>
                </a:lnTo>
                <a:lnTo>
                  <a:pt x="846773" y="994410"/>
                </a:lnTo>
                <a:close/>
                <a:moveTo>
                  <a:pt x="1038225" y="2584133"/>
                </a:moveTo>
                <a:lnTo>
                  <a:pt x="1058227" y="2604135"/>
                </a:lnTo>
                <a:lnTo>
                  <a:pt x="1038225" y="2624138"/>
                </a:lnTo>
                <a:lnTo>
                  <a:pt x="1018223" y="2604135"/>
                </a:lnTo>
                <a:close/>
                <a:moveTo>
                  <a:pt x="1933575" y="660083"/>
                </a:moveTo>
                <a:lnTo>
                  <a:pt x="1944052" y="670560"/>
                </a:lnTo>
                <a:lnTo>
                  <a:pt x="1933575" y="681038"/>
                </a:lnTo>
                <a:lnTo>
                  <a:pt x="1923098" y="670560"/>
                </a:lnTo>
                <a:close/>
                <a:moveTo>
                  <a:pt x="3095625" y="3120390"/>
                </a:moveTo>
                <a:lnTo>
                  <a:pt x="3103245" y="3128010"/>
                </a:lnTo>
                <a:lnTo>
                  <a:pt x="3095625" y="3135630"/>
                </a:lnTo>
                <a:lnTo>
                  <a:pt x="3088005" y="3128010"/>
                </a:lnTo>
                <a:close/>
                <a:moveTo>
                  <a:pt x="1743075" y="53340"/>
                </a:moveTo>
                <a:lnTo>
                  <a:pt x="1750695" y="60960"/>
                </a:lnTo>
                <a:lnTo>
                  <a:pt x="1743075" y="68580"/>
                </a:lnTo>
                <a:lnTo>
                  <a:pt x="1735455" y="60960"/>
                </a:lnTo>
                <a:close/>
                <a:moveTo>
                  <a:pt x="800100" y="1767840"/>
                </a:moveTo>
                <a:lnTo>
                  <a:pt x="817245" y="1784985"/>
                </a:lnTo>
                <a:lnTo>
                  <a:pt x="800100" y="1802130"/>
                </a:lnTo>
                <a:lnTo>
                  <a:pt x="782955" y="1784985"/>
                </a:lnTo>
                <a:close/>
                <a:moveTo>
                  <a:pt x="3143250" y="1072515"/>
                </a:moveTo>
                <a:lnTo>
                  <a:pt x="3160395" y="1089660"/>
                </a:lnTo>
                <a:lnTo>
                  <a:pt x="3143250" y="1106805"/>
                </a:lnTo>
                <a:lnTo>
                  <a:pt x="3126105" y="1089660"/>
                </a:lnTo>
                <a:close/>
                <a:moveTo>
                  <a:pt x="3057525" y="1643063"/>
                </a:moveTo>
                <a:lnTo>
                  <a:pt x="3066098" y="1651635"/>
                </a:lnTo>
                <a:lnTo>
                  <a:pt x="3057525" y="1660208"/>
                </a:lnTo>
                <a:lnTo>
                  <a:pt x="3048952" y="1651635"/>
                </a:lnTo>
                <a:close/>
                <a:moveTo>
                  <a:pt x="1447800" y="3063240"/>
                </a:moveTo>
                <a:lnTo>
                  <a:pt x="1455420" y="3070860"/>
                </a:lnTo>
                <a:lnTo>
                  <a:pt x="1447800" y="3078480"/>
                </a:lnTo>
                <a:lnTo>
                  <a:pt x="1440180" y="3070860"/>
                </a:lnTo>
                <a:close/>
                <a:moveTo>
                  <a:pt x="2781300" y="2889885"/>
                </a:moveTo>
                <a:lnTo>
                  <a:pt x="2790825" y="2899410"/>
                </a:lnTo>
                <a:lnTo>
                  <a:pt x="2781300" y="2908935"/>
                </a:lnTo>
                <a:lnTo>
                  <a:pt x="2771775" y="2899410"/>
                </a:lnTo>
                <a:close/>
                <a:moveTo>
                  <a:pt x="2028825" y="308610"/>
                </a:moveTo>
                <a:lnTo>
                  <a:pt x="2038350" y="318135"/>
                </a:lnTo>
                <a:lnTo>
                  <a:pt x="2028825" y="327660"/>
                </a:lnTo>
                <a:lnTo>
                  <a:pt x="2019300" y="318135"/>
                </a:lnTo>
                <a:close/>
                <a:moveTo>
                  <a:pt x="2847975" y="3165158"/>
                </a:moveTo>
                <a:lnTo>
                  <a:pt x="2858452" y="3175635"/>
                </a:lnTo>
                <a:lnTo>
                  <a:pt x="2847975" y="3186113"/>
                </a:lnTo>
                <a:lnTo>
                  <a:pt x="2837498" y="3175635"/>
                </a:lnTo>
                <a:close/>
                <a:moveTo>
                  <a:pt x="838200" y="1194435"/>
                </a:moveTo>
                <a:lnTo>
                  <a:pt x="847725" y="1203960"/>
                </a:lnTo>
                <a:lnTo>
                  <a:pt x="838200" y="1213485"/>
                </a:lnTo>
                <a:lnTo>
                  <a:pt x="828675" y="1203960"/>
                </a:lnTo>
                <a:close/>
                <a:moveTo>
                  <a:pt x="2600325" y="3367088"/>
                </a:moveTo>
                <a:lnTo>
                  <a:pt x="2618423" y="3385185"/>
                </a:lnTo>
                <a:lnTo>
                  <a:pt x="2600325" y="3403283"/>
                </a:lnTo>
                <a:lnTo>
                  <a:pt x="2582227" y="3385185"/>
                </a:lnTo>
                <a:close/>
                <a:moveTo>
                  <a:pt x="590550" y="1134428"/>
                </a:moveTo>
                <a:lnTo>
                  <a:pt x="602932" y="1146810"/>
                </a:lnTo>
                <a:lnTo>
                  <a:pt x="590550" y="1159193"/>
                </a:lnTo>
                <a:lnTo>
                  <a:pt x="578168" y="1146810"/>
                </a:lnTo>
                <a:close/>
                <a:moveTo>
                  <a:pt x="400050" y="1928813"/>
                </a:moveTo>
                <a:lnTo>
                  <a:pt x="418148" y="1946910"/>
                </a:lnTo>
                <a:lnTo>
                  <a:pt x="400050" y="1965008"/>
                </a:lnTo>
                <a:lnTo>
                  <a:pt x="381952" y="1946910"/>
                </a:lnTo>
                <a:close/>
                <a:moveTo>
                  <a:pt x="1866900" y="3373755"/>
                </a:moveTo>
                <a:lnTo>
                  <a:pt x="1887855" y="3394710"/>
                </a:lnTo>
                <a:lnTo>
                  <a:pt x="1866900" y="3415665"/>
                </a:lnTo>
                <a:lnTo>
                  <a:pt x="1845945" y="3394710"/>
                </a:lnTo>
                <a:close/>
                <a:moveTo>
                  <a:pt x="733425" y="1848803"/>
                </a:moveTo>
                <a:lnTo>
                  <a:pt x="755332" y="1870710"/>
                </a:lnTo>
                <a:lnTo>
                  <a:pt x="733425" y="1892618"/>
                </a:lnTo>
                <a:lnTo>
                  <a:pt x="711518" y="1870710"/>
                </a:lnTo>
                <a:close/>
                <a:moveTo>
                  <a:pt x="2381250" y="2814638"/>
                </a:moveTo>
                <a:lnTo>
                  <a:pt x="2389823" y="2823210"/>
                </a:lnTo>
                <a:lnTo>
                  <a:pt x="2381250" y="2831783"/>
                </a:lnTo>
                <a:lnTo>
                  <a:pt x="2372677" y="2823210"/>
                </a:lnTo>
                <a:close/>
                <a:moveTo>
                  <a:pt x="3057525" y="1597343"/>
                </a:moveTo>
                <a:lnTo>
                  <a:pt x="3064193" y="1604010"/>
                </a:lnTo>
                <a:lnTo>
                  <a:pt x="3057525" y="1610678"/>
                </a:lnTo>
                <a:lnTo>
                  <a:pt x="3050857" y="1604010"/>
                </a:lnTo>
                <a:close/>
                <a:moveTo>
                  <a:pt x="3381375" y="842963"/>
                </a:moveTo>
                <a:lnTo>
                  <a:pt x="3399473" y="861060"/>
                </a:lnTo>
                <a:lnTo>
                  <a:pt x="3381375" y="879158"/>
                </a:lnTo>
                <a:lnTo>
                  <a:pt x="3363277" y="861060"/>
                </a:lnTo>
                <a:close/>
                <a:moveTo>
                  <a:pt x="1704975" y="0"/>
                </a:moveTo>
                <a:lnTo>
                  <a:pt x="1727835" y="22860"/>
                </a:lnTo>
                <a:lnTo>
                  <a:pt x="1704975" y="45720"/>
                </a:lnTo>
                <a:lnTo>
                  <a:pt x="1682115" y="22860"/>
                </a:lnTo>
                <a:close/>
                <a:moveTo>
                  <a:pt x="3000375" y="672465"/>
                </a:moveTo>
                <a:lnTo>
                  <a:pt x="3007995" y="680085"/>
                </a:lnTo>
                <a:lnTo>
                  <a:pt x="3000375" y="687705"/>
                </a:lnTo>
                <a:lnTo>
                  <a:pt x="2992755" y="680085"/>
                </a:lnTo>
                <a:close/>
                <a:moveTo>
                  <a:pt x="2695575" y="806768"/>
                </a:moveTo>
                <a:lnTo>
                  <a:pt x="2711768" y="822960"/>
                </a:lnTo>
                <a:lnTo>
                  <a:pt x="2695575" y="839153"/>
                </a:lnTo>
                <a:lnTo>
                  <a:pt x="2679382" y="822960"/>
                </a:lnTo>
                <a:close/>
                <a:moveTo>
                  <a:pt x="866775" y="437198"/>
                </a:moveTo>
                <a:lnTo>
                  <a:pt x="881063" y="451485"/>
                </a:lnTo>
                <a:lnTo>
                  <a:pt x="866775" y="465773"/>
                </a:lnTo>
                <a:lnTo>
                  <a:pt x="852488" y="451485"/>
                </a:lnTo>
                <a:close/>
                <a:moveTo>
                  <a:pt x="2209800" y="2981325"/>
                </a:moveTo>
                <a:lnTo>
                  <a:pt x="2232660" y="3004185"/>
                </a:lnTo>
                <a:lnTo>
                  <a:pt x="2209800" y="3027045"/>
                </a:lnTo>
                <a:lnTo>
                  <a:pt x="2186940" y="3004185"/>
                </a:lnTo>
                <a:close/>
                <a:moveTo>
                  <a:pt x="3409950" y="2190750"/>
                </a:moveTo>
                <a:lnTo>
                  <a:pt x="3423285" y="2204085"/>
                </a:lnTo>
                <a:lnTo>
                  <a:pt x="3409950" y="2217420"/>
                </a:lnTo>
                <a:lnTo>
                  <a:pt x="3396615" y="2204085"/>
                </a:lnTo>
                <a:close/>
                <a:moveTo>
                  <a:pt x="2990850" y="2078355"/>
                </a:moveTo>
                <a:lnTo>
                  <a:pt x="3011805" y="2099310"/>
                </a:lnTo>
                <a:lnTo>
                  <a:pt x="2990850" y="2120265"/>
                </a:lnTo>
                <a:lnTo>
                  <a:pt x="2969895" y="209931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951970" y="-333375"/>
            <a:ext cx="1829753" cy="1888808"/>
          </a:xfrm>
          <a:custGeom>
            <a:avLst/>
            <a:gdLst/>
            <a:ahLst/>
            <a:cxnLst/>
            <a:rect l="l" t="t" r="r" b="b"/>
            <a:pathLst>
              <a:path w="1829753" h="1888808">
                <a:moveTo>
                  <a:pt x="11430" y="979170"/>
                </a:moveTo>
                <a:lnTo>
                  <a:pt x="22860" y="990600"/>
                </a:lnTo>
                <a:lnTo>
                  <a:pt x="11430" y="1002030"/>
                </a:lnTo>
                <a:lnTo>
                  <a:pt x="0" y="990600"/>
                </a:lnTo>
                <a:close/>
                <a:moveTo>
                  <a:pt x="411480" y="1691640"/>
                </a:moveTo>
                <a:lnTo>
                  <a:pt x="424815" y="1704975"/>
                </a:lnTo>
                <a:lnTo>
                  <a:pt x="411480" y="1718310"/>
                </a:lnTo>
                <a:lnTo>
                  <a:pt x="398145" y="1704975"/>
                </a:lnTo>
                <a:close/>
                <a:moveTo>
                  <a:pt x="1383030" y="1254443"/>
                </a:moveTo>
                <a:lnTo>
                  <a:pt x="1395413" y="1266825"/>
                </a:lnTo>
                <a:lnTo>
                  <a:pt x="1383030" y="1279208"/>
                </a:lnTo>
                <a:lnTo>
                  <a:pt x="1370648" y="1266825"/>
                </a:lnTo>
                <a:close/>
                <a:moveTo>
                  <a:pt x="249555" y="1153478"/>
                </a:moveTo>
                <a:lnTo>
                  <a:pt x="267653" y="1171575"/>
                </a:lnTo>
                <a:lnTo>
                  <a:pt x="249555" y="1189673"/>
                </a:lnTo>
                <a:lnTo>
                  <a:pt x="231457" y="1171575"/>
                </a:lnTo>
                <a:close/>
                <a:moveTo>
                  <a:pt x="716280" y="1494473"/>
                </a:moveTo>
                <a:lnTo>
                  <a:pt x="726757" y="1504950"/>
                </a:lnTo>
                <a:lnTo>
                  <a:pt x="716280" y="1515428"/>
                </a:lnTo>
                <a:lnTo>
                  <a:pt x="705803" y="1504950"/>
                </a:lnTo>
                <a:close/>
                <a:moveTo>
                  <a:pt x="744855" y="1171575"/>
                </a:moveTo>
                <a:lnTo>
                  <a:pt x="763905" y="1190625"/>
                </a:lnTo>
                <a:lnTo>
                  <a:pt x="744855" y="1209675"/>
                </a:lnTo>
                <a:lnTo>
                  <a:pt x="725805" y="1190625"/>
                </a:lnTo>
                <a:close/>
                <a:moveTo>
                  <a:pt x="1306830" y="390525"/>
                </a:moveTo>
                <a:lnTo>
                  <a:pt x="1325880" y="409575"/>
                </a:lnTo>
                <a:lnTo>
                  <a:pt x="1306830" y="428625"/>
                </a:lnTo>
                <a:lnTo>
                  <a:pt x="1287780" y="409575"/>
                </a:lnTo>
                <a:close/>
                <a:moveTo>
                  <a:pt x="763905" y="1268730"/>
                </a:moveTo>
                <a:lnTo>
                  <a:pt x="781050" y="1285875"/>
                </a:lnTo>
                <a:lnTo>
                  <a:pt x="763905" y="1303020"/>
                </a:lnTo>
                <a:lnTo>
                  <a:pt x="746760" y="1285875"/>
                </a:lnTo>
                <a:close/>
                <a:moveTo>
                  <a:pt x="1640205" y="801053"/>
                </a:moveTo>
                <a:lnTo>
                  <a:pt x="1658303" y="819150"/>
                </a:lnTo>
                <a:lnTo>
                  <a:pt x="1640205" y="837248"/>
                </a:lnTo>
                <a:lnTo>
                  <a:pt x="1622107" y="819150"/>
                </a:lnTo>
                <a:close/>
                <a:moveTo>
                  <a:pt x="802005" y="710565"/>
                </a:moveTo>
                <a:lnTo>
                  <a:pt x="815340" y="723900"/>
                </a:lnTo>
                <a:lnTo>
                  <a:pt x="802005" y="737235"/>
                </a:lnTo>
                <a:lnTo>
                  <a:pt x="788670" y="723900"/>
                </a:lnTo>
                <a:close/>
                <a:moveTo>
                  <a:pt x="316230" y="581025"/>
                </a:moveTo>
                <a:lnTo>
                  <a:pt x="325755" y="590550"/>
                </a:lnTo>
                <a:lnTo>
                  <a:pt x="316230" y="600075"/>
                </a:lnTo>
                <a:lnTo>
                  <a:pt x="306705" y="590550"/>
                </a:lnTo>
                <a:close/>
                <a:moveTo>
                  <a:pt x="459105" y="1119188"/>
                </a:moveTo>
                <a:lnTo>
                  <a:pt x="473393" y="1133475"/>
                </a:lnTo>
                <a:lnTo>
                  <a:pt x="459105" y="1147763"/>
                </a:lnTo>
                <a:lnTo>
                  <a:pt x="444818" y="1133475"/>
                </a:lnTo>
                <a:close/>
                <a:moveTo>
                  <a:pt x="1278255" y="1234440"/>
                </a:moveTo>
                <a:lnTo>
                  <a:pt x="1301115" y="1257300"/>
                </a:lnTo>
                <a:lnTo>
                  <a:pt x="1278255" y="1280160"/>
                </a:lnTo>
                <a:lnTo>
                  <a:pt x="1255395" y="1257300"/>
                </a:lnTo>
                <a:close/>
                <a:moveTo>
                  <a:pt x="430530" y="1040130"/>
                </a:moveTo>
                <a:lnTo>
                  <a:pt x="447675" y="1057275"/>
                </a:lnTo>
                <a:lnTo>
                  <a:pt x="430530" y="1074420"/>
                </a:lnTo>
                <a:lnTo>
                  <a:pt x="413385" y="1057275"/>
                </a:lnTo>
                <a:close/>
                <a:moveTo>
                  <a:pt x="1097280" y="1844993"/>
                </a:moveTo>
                <a:lnTo>
                  <a:pt x="1119188" y="1866900"/>
                </a:lnTo>
                <a:lnTo>
                  <a:pt x="1097280" y="1888808"/>
                </a:lnTo>
                <a:lnTo>
                  <a:pt x="1075373" y="1866900"/>
                </a:lnTo>
                <a:close/>
                <a:moveTo>
                  <a:pt x="1564005" y="513397"/>
                </a:moveTo>
                <a:lnTo>
                  <a:pt x="1574482" y="523875"/>
                </a:lnTo>
                <a:lnTo>
                  <a:pt x="1564005" y="534353"/>
                </a:lnTo>
                <a:lnTo>
                  <a:pt x="1553528" y="523875"/>
                </a:lnTo>
                <a:close/>
                <a:moveTo>
                  <a:pt x="849630" y="1200150"/>
                </a:moveTo>
                <a:lnTo>
                  <a:pt x="859155" y="1209675"/>
                </a:lnTo>
                <a:lnTo>
                  <a:pt x="849630" y="1219200"/>
                </a:lnTo>
                <a:lnTo>
                  <a:pt x="840105" y="1209675"/>
                </a:lnTo>
                <a:close/>
                <a:moveTo>
                  <a:pt x="1068705" y="0"/>
                </a:moveTo>
                <a:lnTo>
                  <a:pt x="1087755" y="19050"/>
                </a:lnTo>
                <a:lnTo>
                  <a:pt x="1068705" y="38100"/>
                </a:lnTo>
                <a:lnTo>
                  <a:pt x="1049655" y="19050"/>
                </a:lnTo>
                <a:close/>
                <a:moveTo>
                  <a:pt x="1383030" y="1646873"/>
                </a:moveTo>
                <a:lnTo>
                  <a:pt x="1403032" y="1666875"/>
                </a:lnTo>
                <a:lnTo>
                  <a:pt x="1383030" y="1686878"/>
                </a:lnTo>
                <a:lnTo>
                  <a:pt x="1363028" y="1666875"/>
                </a:lnTo>
                <a:close/>
                <a:moveTo>
                  <a:pt x="211455" y="788670"/>
                </a:moveTo>
                <a:lnTo>
                  <a:pt x="222885" y="800100"/>
                </a:lnTo>
                <a:lnTo>
                  <a:pt x="211455" y="811530"/>
                </a:lnTo>
                <a:lnTo>
                  <a:pt x="200025" y="800100"/>
                </a:lnTo>
                <a:close/>
                <a:moveTo>
                  <a:pt x="325755" y="868680"/>
                </a:moveTo>
                <a:lnTo>
                  <a:pt x="333375" y="876300"/>
                </a:lnTo>
                <a:lnTo>
                  <a:pt x="325755" y="883920"/>
                </a:lnTo>
                <a:lnTo>
                  <a:pt x="318135" y="876300"/>
                </a:lnTo>
                <a:close/>
                <a:moveTo>
                  <a:pt x="1821180" y="448628"/>
                </a:moveTo>
                <a:lnTo>
                  <a:pt x="1829753" y="457200"/>
                </a:lnTo>
                <a:lnTo>
                  <a:pt x="1821180" y="465773"/>
                </a:lnTo>
                <a:lnTo>
                  <a:pt x="1812607" y="457200"/>
                </a:lnTo>
                <a:close/>
                <a:moveTo>
                  <a:pt x="1221105" y="1816418"/>
                </a:moveTo>
                <a:lnTo>
                  <a:pt x="1233488" y="1828800"/>
                </a:lnTo>
                <a:lnTo>
                  <a:pt x="1221105" y="1841183"/>
                </a:lnTo>
                <a:lnTo>
                  <a:pt x="1208723" y="1828800"/>
                </a:lnTo>
                <a:close/>
                <a:moveTo>
                  <a:pt x="1021080" y="1117283"/>
                </a:moveTo>
                <a:lnTo>
                  <a:pt x="1037273" y="1133475"/>
                </a:lnTo>
                <a:lnTo>
                  <a:pt x="1021080" y="1149668"/>
                </a:lnTo>
                <a:lnTo>
                  <a:pt x="1004887" y="1133475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-1109662"/>
            <a:ext cx="3252788" cy="2896553"/>
          </a:xfrm>
          <a:custGeom>
            <a:avLst/>
            <a:gdLst/>
            <a:ahLst/>
            <a:cxnLst/>
            <a:rect l="l" t="t" r="r" b="b"/>
            <a:pathLst>
              <a:path w="3252788" h="2896553">
                <a:moveTo>
                  <a:pt x="1022985" y="2866073"/>
                </a:moveTo>
                <a:lnTo>
                  <a:pt x="1038225" y="2881313"/>
                </a:lnTo>
                <a:lnTo>
                  <a:pt x="1022985" y="2896553"/>
                </a:lnTo>
                <a:lnTo>
                  <a:pt x="1007745" y="2881313"/>
                </a:lnTo>
                <a:close/>
                <a:moveTo>
                  <a:pt x="1394460" y="2749868"/>
                </a:moveTo>
                <a:lnTo>
                  <a:pt x="1411605" y="2767013"/>
                </a:lnTo>
                <a:lnTo>
                  <a:pt x="1394460" y="2784158"/>
                </a:lnTo>
                <a:lnTo>
                  <a:pt x="1377315" y="2767013"/>
                </a:lnTo>
                <a:close/>
                <a:moveTo>
                  <a:pt x="546735" y="1922145"/>
                </a:moveTo>
                <a:lnTo>
                  <a:pt x="553403" y="1928813"/>
                </a:lnTo>
                <a:lnTo>
                  <a:pt x="546735" y="1935480"/>
                </a:lnTo>
                <a:lnTo>
                  <a:pt x="540068" y="1928813"/>
                </a:lnTo>
                <a:close/>
                <a:moveTo>
                  <a:pt x="3242310" y="1584960"/>
                </a:moveTo>
                <a:lnTo>
                  <a:pt x="3252788" y="1595438"/>
                </a:lnTo>
                <a:lnTo>
                  <a:pt x="3242310" y="1605915"/>
                </a:lnTo>
                <a:lnTo>
                  <a:pt x="3231833" y="1595438"/>
                </a:lnTo>
                <a:close/>
                <a:moveTo>
                  <a:pt x="1099185" y="121920"/>
                </a:moveTo>
                <a:lnTo>
                  <a:pt x="1115378" y="138113"/>
                </a:lnTo>
                <a:lnTo>
                  <a:pt x="1099185" y="154305"/>
                </a:lnTo>
                <a:lnTo>
                  <a:pt x="1082993" y="138113"/>
                </a:lnTo>
                <a:close/>
                <a:moveTo>
                  <a:pt x="680085" y="300990"/>
                </a:moveTo>
                <a:lnTo>
                  <a:pt x="688658" y="309563"/>
                </a:lnTo>
                <a:lnTo>
                  <a:pt x="680085" y="318135"/>
                </a:lnTo>
                <a:lnTo>
                  <a:pt x="671513" y="309563"/>
                </a:lnTo>
                <a:close/>
                <a:moveTo>
                  <a:pt x="2118360" y="355282"/>
                </a:moveTo>
                <a:lnTo>
                  <a:pt x="2139315" y="376238"/>
                </a:lnTo>
                <a:lnTo>
                  <a:pt x="2118360" y="397193"/>
                </a:lnTo>
                <a:lnTo>
                  <a:pt x="2097405" y="376238"/>
                </a:lnTo>
                <a:close/>
                <a:moveTo>
                  <a:pt x="108585" y="2018348"/>
                </a:moveTo>
                <a:lnTo>
                  <a:pt x="123825" y="2033588"/>
                </a:lnTo>
                <a:lnTo>
                  <a:pt x="108585" y="2048828"/>
                </a:lnTo>
                <a:lnTo>
                  <a:pt x="93345" y="2033588"/>
                </a:lnTo>
                <a:close/>
                <a:moveTo>
                  <a:pt x="575310" y="1807845"/>
                </a:moveTo>
                <a:lnTo>
                  <a:pt x="591503" y="1824038"/>
                </a:lnTo>
                <a:lnTo>
                  <a:pt x="575310" y="1840230"/>
                </a:lnTo>
                <a:lnTo>
                  <a:pt x="559118" y="1824038"/>
                </a:lnTo>
                <a:close/>
                <a:moveTo>
                  <a:pt x="2680335" y="2011680"/>
                </a:moveTo>
                <a:lnTo>
                  <a:pt x="2692718" y="2024062"/>
                </a:lnTo>
                <a:lnTo>
                  <a:pt x="2680335" y="2036445"/>
                </a:lnTo>
                <a:lnTo>
                  <a:pt x="2667953" y="2024062"/>
                </a:lnTo>
                <a:close/>
                <a:moveTo>
                  <a:pt x="1022985" y="450533"/>
                </a:moveTo>
                <a:lnTo>
                  <a:pt x="1034415" y="461963"/>
                </a:lnTo>
                <a:lnTo>
                  <a:pt x="1022985" y="473393"/>
                </a:lnTo>
                <a:lnTo>
                  <a:pt x="1011555" y="461963"/>
                </a:lnTo>
                <a:close/>
                <a:moveTo>
                  <a:pt x="756285" y="0"/>
                </a:moveTo>
                <a:lnTo>
                  <a:pt x="770573" y="14288"/>
                </a:lnTo>
                <a:lnTo>
                  <a:pt x="756285" y="28575"/>
                </a:lnTo>
                <a:lnTo>
                  <a:pt x="741998" y="14288"/>
                </a:lnTo>
                <a:close/>
                <a:moveTo>
                  <a:pt x="13335" y="1134427"/>
                </a:moveTo>
                <a:lnTo>
                  <a:pt x="26670" y="1147763"/>
                </a:lnTo>
                <a:lnTo>
                  <a:pt x="13335" y="1161098"/>
                </a:lnTo>
                <a:lnTo>
                  <a:pt x="0" y="1147763"/>
                </a:lnTo>
                <a:close/>
                <a:moveTo>
                  <a:pt x="1651635" y="2691765"/>
                </a:moveTo>
                <a:lnTo>
                  <a:pt x="1669733" y="2709863"/>
                </a:lnTo>
                <a:lnTo>
                  <a:pt x="1651635" y="2727960"/>
                </a:lnTo>
                <a:lnTo>
                  <a:pt x="1633538" y="2709863"/>
                </a:lnTo>
                <a:close/>
                <a:moveTo>
                  <a:pt x="2346960" y="1954530"/>
                </a:moveTo>
                <a:lnTo>
                  <a:pt x="2359343" y="1966912"/>
                </a:lnTo>
                <a:lnTo>
                  <a:pt x="2346960" y="1979295"/>
                </a:lnTo>
                <a:lnTo>
                  <a:pt x="2334578" y="1966912"/>
                </a:lnTo>
                <a:close/>
                <a:moveTo>
                  <a:pt x="1946910" y="2508885"/>
                </a:moveTo>
                <a:lnTo>
                  <a:pt x="1966912" y="2528888"/>
                </a:lnTo>
                <a:lnTo>
                  <a:pt x="1946910" y="2548890"/>
                </a:lnTo>
                <a:lnTo>
                  <a:pt x="1926908" y="2528888"/>
                </a:lnTo>
                <a:close/>
                <a:moveTo>
                  <a:pt x="2165985" y="2154555"/>
                </a:moveTo>
                <a:lnTo>
                  <a:pt x="2187893" y="2176463"/>
                </a:lnTo>
                <a:lnTo>
                  <a:pt x="2165985" y="2198370"/>
                </a:lnTo>
                <a:lnTo>
                  <a:pt x="2144078" y="2176463"/>
                </a:lnTo>
                <a:close/>
                <a:moveTo>
                  <a:pt x="1927860" y="2368867"/>
                </a:moveTo>
                <a:lnTo>
                  <a:pt x="1935480" y="2376488"/>
                </a:lnTo>
                <a:lnTo>
                  <a:pt x="1927860" y="2384108"/>
                </a:lnTo>
                <a:lnTo>
                  <a:pt x="1920240" y="2376488"/>
                </a:lnTo>
                <a:close/>
                <a:moveTo>
                  <a:pt x="1346835" y="828675"/>
                </a:moveTo>
                <a:lnTo>
                  <a:pt x="1361123" y="842963"/>
                </a:lnTo>
                <a:lnTo>
                  <a:pt x="1346835" y="857250"/>
                </a:lnTo>
                <a:lnTo>
                  <a:pt x="1332548" y="842963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25325" y="-1171575"/>
            <a:ext cx="2400300" cy="3276600"/>
          </a:xfrm>
          <a:custGeom>
            <a:avLst/>
            <a:gdLst/>
            <a:ahLst/>
            <a:cxnLst/>
            <a:rect l="l" t="t" r="r" b="b"/>
            <a:pathLst>
              <a:path w="2400300" h="3276600">
                <a:moveTo>
                  <a:pt x="1352550" y="0"/>
                </a:moveTo>
                <a:quadBezTo>
                  <a:pt x="1447800" y="28575"/>
                  <a:pt x="1543050" y="95250"/>
                </a:quadBezTo>
                <a:moveTo>
                  <a:pt x="2400300" y="2305050"/>
                </a:moveTo>
                <a:quadBezTo>
                  <a:pt x="2333625" y="2400300"/>
                  <a:pt x="2276475" y="2543175"/>
                </a:quadBezTo>
                <a:moveTo>
                  <a:pt x="2209800" y="1562100"/>
                </a:moveTo>
                <a:quadBezTo>
                  <a:pt x="2238375" y="1609725"/>
                  <a:pt x="2257425" y="1695450"/>
                </a:quadBezTo>
                <a:moveTo>
                  <a:pt x="1781175" y="3143250"/>
                </a:moveTo>
                <a:quadBezTo>
                  <a:pt x="1724025" y="3190875"/>
                  <a:pt x="1666875" y="3276600"/>
                </a:quadBezTo>
                <a:moveTo>
                  <a:pt x="0" y="209550"/>
                </a:moveTo>
                <a:quadBezTo>
                  <a:pt x="66675" y="171450"/>
                  <a:pt x="133350" y="180975"/>
                </a:quadBezTo>
                <a:moveTo>
                  <a:pt x="352425" y="2962275"/>
                </a:moveTo>
                <a:quadBezTo>
                  <a:pt x="276225" y="2943225"/>
                  <a:pt x="200025" y="2952750"/>
                </a:quadBezTo>
                <a:moveTo>
                  <a:pt x="333375" y="447675"/>
                </a:moveTo>
                <a:quadBezTo>
                  <a:pt x="400050" y="390525"/>
                  <a:pt x="457200" y="361950"/>
                </a:quadBezTo>
                <a:moveTo>
                  <a:pt x="1819275" y="2495550"/>
                </a:moveTo>
                <a:quadBezTo>
                  <a:pt x="1743075" y="2571750"/>
                  <a:pt x="1666875" y="2676525"/>
                </a:quadBezTo>
                <a:moveTo>
                  <a:pt x="2343150" y="1171575"/>
                </a:moveTo>
                <a:quadBezTo>
                  <a:pt x="2352675" y="1276350"/>
                  <a:pt x="2371725" y="1419225"/>
                </a:quadBezTo>
                <a:moveTo>
                  <a:pt x="1457325" y="2743200"/>
                </a:moveTo>
                <a:quadBezTo>
                  <a:pt x="1333500" y="2800350"/>
                  <a:pt x="1200150" y="2895600"/>
                </a:quadBezTo>
                <a:moveTo>
                  <a:pt x="1400175" y="2819400"/>
                </a:moveTo>
                <a:quadBezTo>
                  <a:pt x="1352550" y="2847975"/>
                  <a:pt x="1295400" y="2905125"/>
                </a:quadBezTo>
                <a:moveTo>
                  <a:pt x="2238375" y="819150"/>
                </a:moveTo>
                <a:quadBezTo>
                  <a:pt x="2305050" y="885825"/>
                  <a:pt x="2371725" y="1000125"/>
                </a:quadBezTo>
                <a:moveTo>
                  <a:pt x="295275" y="3162300"/>
                </a:moveTo>
                <a:quadBezTo>
                  <a:pt x="228600" y="3105150"/>
                  <a:pt x="152400" y="3095625"/>
                </a:quadBezTo>
                <a:moveTo>
                  <a:pt x="2247900" y="1638300"/>
                </a:moveTo>
                <a:quadBezTo>
                  <a:pt x="2238375" y="1704975"/>
                  <a:pt x="2219325" y="180975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11125" y="-990600"/>
            <a:ext cx="2038350" cy="1695450"/>
          </a:xfrm>
          <a:custGeom>
            <a:avLst/>
            <a:gdLst/>
            <a:ahLst/>
            <a:cxnLst/>
            <a:rect l="l" t="t" r="r" b="b"/>
            <a:pathLst>
              <a:path w="2038350" h="1695450">
                <a:moveTo>
                  <a:pt x="1390650" y="1362075"/>
                </a:moveTo>
                <a:lnTo>
                  <a:pt x="1876425" y="1562100"/>
                </a:lnTo>
                <a:moveTo>
                  <a:pt x="1381125" y="1390650"/>
                </a:moveTo>
                <a:lnTo>
                  <a:pt x="2038350" y="1666875"/>
                </a:lnTo>
                <a:moveTo>
                  <a:pt x="1371600" y="1419225"/>
                </a:moveTo>
                <a:lnTo>
                  <a:pt x="1905000" y="1638300"/>
                </a:lnTo>
                <a:moveTo>
                  <a:pt x="1362075" y="1447800"/>
                </a:moveTo>
                <a:lnTo>
                  <a:pt x="1952625" y="1695450"/>
                </a:lnTo>
                <a:moveTo>
                  <a:pt x="590550" y="95250"/>
                </a:moveTo>
                <a:lnTo>
                  <a:pt x="228600" y="114300"/>
                </a:lnTo>
                <a:moveTo>
                  <a:pt x="581025" y="57150"/>
                </a:moveTo>
                <a:lnTo>
                  <a:pt x="85725" y="76200"/>
                </a:lnTo>
                <a:moveTo>
                  <a:pt x="581025" y="19050"/>
                </a:moveTo>
                <a:lnTo>
                  <a:pt x="0" y="47625"/>
                </a:lnTo>
                <a:moveTo>
                  <a:pt x="581025" y="0"/>
                </a:moveTo>
                <a:lnTo>
                  <a:pt x="0" y="2857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87150" y="733425"/>
            <a:ext cx="2343150" cy="3895725"/>
          </a:xfrm>
          <a:custGeom>
            <a:avLst/>
            <a:gdLst/>
            <a:ahLst/>
            <a:cxnLst/>
            <a:rect l="l" t="t" r="r" b="b"/>
            <a:pathLst>
              <a:path w="2343150" h="3895725">
                <a:moveTo>
                  <a:pt x="1428750" y="3876675"/>
                </a:moveTo>
                <a:lnTo>
                  <a:pt x="1438275" y="3895725"/>
                </a:lnTo>
                <a:lnTo>
                  <a:pt x="1381125" y="3867150"/>
                </a:lnTo>
                <a:lnTo>
                  <a:pt x="1343025" y="3781425"/>
                </a:lnTo>
                <a:lnTo>
                  <a:pt x="1333500" y="3781425"/>
                </a:lnTo>
                <a:lnTo>
                  <a:pt x="1323975" y="3743325"/>
                </a:lnTo>
                <a:lnTo>
                  <a:pt x="1266825" y="3724275"/>
                </a:lnTo>
                <a:lnTo>
                  <a:pt x="1247775" y="3667125"/>
                </a:lnTo>
                <a:lnTo>
                  <a:pt x="1228725" y="3638550"/>
                </a:lnTo>
                <a:lnTo>
                  <a:pt x="1209675" y="3629025"/>
                </a:lnTo>
                <a:lnTo>
                  <a:pt x="1171575" y="3590925"/>
                </a:lnTo>
                <a:lnTo>
                  <a:pt x="1114425" y="3581400"/>
                </a:lnTo>
                <a:lnTo>
                  <a:pt x="1066800" y="3543300"/>
                </a:lnTo>
                <a:lnTo>
                  <a:pt x="1057275" y="3505200"/>
                </a:lnTo>
                <a:lnTo>
                  <a:pt x="1028700" y="3505200"/>
                </a:lnTo>
                <a:lnTo>
                  <a:pt x="981075" y="3486150"/>
                </a:lnTo>
                <a:lnTo>
                  <a:pt x="971550" y="3429000"/>
                </a:lnTo>
                <a:lnTo>
                  <a:pt x="933450" y="3448050"/>
                </a:lnTo>
                <a:lnTo>
                  <a:pt x="904875" y="3400425"/>
                </a:lnTo>
                <a:lnTo>
                  <a:pt x="876300" y="3362325"/>
                </a:lnTo>
                <a:lnTo>
                  <a:pt x="857250" y="3333750"/>
                </a:lnTo>
                <a:lnTo>
                  <a:pt x="800100" y="3295650"/>
                </a:lnTo>
                <a:lnTo>
                  <a:pt x="762000" y="3295650"/>
                </a:lnTo>
                <a:lnTo>
                  <a:pt x="733425" y="3248025"/>
                </a:lnTo>
                <a:lnTo>
                  <a:pt x="685800" y="3248025"/>
                </a:lnTo>
                <a:lnTo>
                  <a:pt x="666750" y="3190875"/>
                </a:lnTo>
                <a:lnTo>
                  <a:pt x="647700" y="3171825"/>
                </a:lnTo>
                <a:lnTo>
                  <a:pt x="619125" y="3152775"/>
                </a:lnTo>
                <a:lnTo>
                  <a:pt x="609600" y="3105150"/>
                </a:lnTo>
                <a:lnTo>
                  <a:pt x="542925" y="3105150"/>
                </a:lnTo>
                <a:lnTo>
                  <a:pt x="552450" y="3048000"/>
                </a:lnTo>
                <a:lnTo>
                  <a:pt x="476250" y="3048000"/>
                </a:lnTo>
                <a:lnTo>
                  <a:pt x="466725" y="3028950"/>
                </a:lnTo>
                <a:lnTo>
                  <a:pt x="476250" y="2952750"/>
                </a:lnTo>
                <a:lnTo>
                  <a:pt x="400050" y="2914650"/>
                </a:lnTo>
                <a:lnTo>
                  <a:pt x="400050" y="2886075"/>
                </a:lnTo>
                <a:lnTo>
                  <a:pt x="400050" y="2857500"/>
                </a:lnTo>
                <a:lnTo>
                  <a:pt x="390525" y="2771775"/>
                </a:lnTo>
                <a:lnTo>
                  <a:pt x="361950" y="2762250"/>
                </a:lnTo>
                <a:lnTo>
                  <a:pt x="333375" y="2743200"/>
                </a:lnTo>
                <a:lnTo>
                  <a:pt x="323850" y="2705100"/>
                </a:lnTo>
                <a:lnTo>
                  <a:pt x="314325" y="2628900"/>
                </a:lnTo>
                <a:lnTo>
                  <a:pt x="304800" y="2581275"/>
                </a:lnTo>
                <a:lnTo>
                  <a:pt x="323850" y="2533650"/>
                </a:lnTo>
                <a:lnTo>
                  <a:pt x="323850" y="2543175"/>
                </a:lnTo>
                <a:lnTo>
                  <a:pt x="276225" y="2514600"/>
                </a:lnTo>
                <a:lnTo>
                  <a:pt x="257175" y="2466975"/>
                </a:lnTo>
                <a:lnTo>
                  <a:pt x="266700" y="2390775"/>
                </a:lnTo>
                <a:lnTo>
                  <a:pt x="228600" y="2371725"/>
                </a:lnTo>
                <a:lnTo>
                  <a:pt x="190500" y="2333625"/>
                </a:lnTo>
                <a:lnTo>
                  <a:pt x="219075" y="2286000"/>
                </a:lnTo>
                <a:lnTo>
                  <a:pt x="190500" y="2247900"/>
                </a:lnTo>
                <a:lnTo>
                  <a:pt x="171450" y="2181225"/>
                </a:lnTo>
                <a:lnTo>
                  <a:pt x="171450" y="2133600"/>
                </a:lnTo>
                <a:lnTo>
                  <a:pt x="133350" y="2124075"/>
                </a:lnTo>
                <a:lnTo>
                  <a:pt x="152400" y="2057400"/>
                </a:lnTo>
                <a:lnTo>
                  <a:pt x="142875" y="2019300"/>
                </a:lnTo>
                <a:lnTo>
                  <a:pt x="123825" y="1990725"/>
                </a:lnTo>
                <a:lnTo>
                  <a:pt x="76200" y="1933575"/>
                </a:lnTo>
                <a:lnTo>
                  <a:pt x="66675" y="1905000"/>
                </a:lnTo>
                <a:lnTo>
                  <a:pt x="57150" y="1857375"/>
                </a:lnTo>
                <a:lnTo>
                  <a:pt x="66675" y="1828800"/>
                </a:lnTo>
                <a:lnTo>
                  <a:pt x="76200" y="1762125"/>
                </a:lnTo>
                <a:lnTo>
                  <a:pt x="9525" y="1743075"/>
                </a:lnTo>
                <a:lnTo>
                  <a:pt x="38100" y="1714500"/>
                </a:lnTo>
                <a:lnTo>
                  <a:pt x="76200" y="1657350"/>
                </a:lnTo>
                <a:lnTo>
                  <a:pt x="104775" y="1571625"/>
                </a:lnTo>
                <a:lnTo>
                  <a:pt x="0" y="1466850"/>
                </a:lnTo>
                <a:lnTo>
                  <a:pt x="38100" y="1457325"/>
                </a:lnTo>
                <a:lnTo>
                  <a:pt x="38100" y="1390650"/>
                </a:lnTo>
                <a:lnTo>
                  <a:pt x="114300" y="1362075"/>
                </a:lnTo>
                <a:lnTo>
                  <a:pt x="152400" y="1295400"/>
                </a:lnTo>
                <a:lnTo>
                  <a:pt x="161925" y="1285875"/>
                </a:lnTo>
                <a:lnTo>
                  <a:pt x="76200" y="1123950"/>
                </a:lnTo>
                <a:lnTo>
                  <a:pt x="66675" y="1085850"/>
                </a:lnTo>
                <a:lnTo>
                  <a:pt x="123825" y="1104900"/>
                </a:lnTo>
                <a:lnTo>
                  <a:pt x="152400" y="1038225"/>
                </a:lnTo>
                <a:lnTo>
                  <a:pt x="171450" y="1019175"/>
                </a:lnTo>
                <a:lnTo>
                  <a:pt x="209550" y="1000125"/>
                </a:lnTo>
                <a:lnTo>
                  <a:pt x="295275" y="933450"/>
                </a:lnTo>
                <a:lnTo>
                  <a:pt x="304800" y="914400"/>
                </a:lnTo>
                <a:lnTo>
                  <a:pt x="361950" y="962025"/>
                </a:lnTo>
                <a:lnTo>
                  <a:pt x="400050" y="876300"/>
                </a:lnTo>
                <a:lnTo>
                  <a:pt x="447675" y="828675"/>
                </a:lnTo>
                <a:lnTo>
                  <a:pt x="438150" y="742950"/>
                </a:lnTo>
                <a:lnTo>
                  <a:pt x="428625" y="723900"/>
                </a:lnTo>
                <a:lnTo>
                  <a:pt x="514350" y="657225"/>
                </a:lnTo>
                <a:lnTo>
                  <a:pt x="476250" y="647700"/>
                </a:lnTo>
                <a:lnTo>
                  <a:pt x="523875" y="590550"/>
                </a:lnTo>
                <a:lnTo>
                  <a:pt x="485775" y="561975"/>
                </a:lnTo>
                <a:lnTo>
                  <a:pt x="542925" y="542925"/>
                </a:lnTo>
                <a:lnTo>
                  <a:pt x="581025" y="466725"/>
                </a:lnTo>
                <a:lnTo>
                  <a:pt x="561975" y="409575"/>
                </a:lnTo>
                <a:lnTo>
                  <a:pt x="581025" y="381000"/>
                </a:lnTo>
                <a:lnTo>
                  <a:pt x="600075" y="304800"/>
                </a:lnTo>
                <a:lnTo>
                  <a:pt x="619125" y="285750"/>
                </a:lnTo>
                <a:lnTo>
                  <a:pt x="600075" y="228600"/>
                </a:lnTo>
                <a:lnTo>
                  <a:pt x="628650" y="219075"/>
                </a:lnTo>
                <a:lnTo>
                  <a:pt x="685800" y="190500"/>
                </a:lnTo>
                <a:lnTo>
                  <a:pt x="695325" y="200025"/>
                </a:lnTo>
                <a:lnTo>
                  <a:pt x="704850" y="200025"/>
                </a:lnTo>
                <a:lnTo>
                  <a:pt x="733425" y="200025"/>
                </a:lnTo>
                <a:lnTo>
                  <a:pt x="771525" y="219075"/>
                </a:lnTo>
                <a:lnTo>
                  <a:pt x="771525" y="200025"/>
                </a:lnTo>
                <a:lnTo>
                  <a:pt x="828675" y="171450"/>
                </a:lnTo>
                <a:lnTo>
                  <a:pt x="847725" y="190500"/>
                </a:lnTo>
                <a:lnTo>
                  <a:pt x="838200" y="190500"/>
                </a:lnTo>
                <a:lnTo>
                  <a:pt x="876300" y="171450"/>
                </a:lnTo>
                <a:lnTo>
                  <a:pt x="942975" y="142875"/>
                </a:lnTo>
                <a:lnTo>
                  <a:pt x="952500" y="161925"/>
                </a:lnTo>
                <a:lnTo>
                  <a:pt x="971550" y="161925"/>
                </a:lnTo>
                <a:lnTo>
                  <a:pt x="1000125" y="123825"/>
                </a:lnTo>
                <a:lnTo>
                  <a:pt x="1028700" y="142875"/>
                </a:lnTo>
                <a:lnTo>
                  <a:pt x="1009650" y="123825"/>
                </a:lnTo>
                <a:lnTo>
                  <a:pt x="1047750" y="114300"/>
                </a:lnTo>
                <a:lnTo>
                  <a:pt x="1095375" y="104775"/>
                </a:lnTo>
                <a:lnTo>
                  <a:pt x="1104900" y="85725"/>
                </a:lnTo>
                <a:lnTo>
                  <a:pt x="1143000" y="85725"/>
                </a:lnTo>
                <a:lnTo>
                  <a:pt x="1162050" y="76200"/>
                </a:lnTo>
                <a:lnTo>
                  <a:pt x="1190625" y="85725"/>
                </a:lnTo>
                <a:lnTo>
                  <a:pt x="1238250" y="57150"/>
                </a:lnTo>
                <a:lnTo>
                  <a:pt x="1238250" y="85725"/>
                </a:lnTo>
                <a:lnTo>
                  <a:pt x="1266825" y="66675"/>
                </a:lnTo>
                <a:lnTo>
                  <a:pt x="1314450" y="38100"/>
                </a:lnTo>
                <a:lnTo>
                  <a:pt x="1343025" y="57150"/>
                </a:lnTo>
                <a:lnTo>
                  <a:pt x="1371600" y="28575"/>
                </a:lnTo>
                <a:lnTo>
                  <a:pt x="1381125" y="47625"/>
                </a:lnTo>
                <a:lnTo>
                  <a:pt x="1381125" y="38100"/>
                </a:lnTo>
                <a:lnTo>
                  <a:pt x="1419225" y="0"/>
                </a:lnTo>
                <a:lnTo>
                  <a:pt x="1485900" y="47625"/>
                </a:lnTo>
                <a:lnTo>
                  <a:pt x="1504950" y="57150"/>
                </a:lnTo>
                <a:lnTo>
                  <a:pt x="1514475" y="76200"/>
                </a:lnTo>
                <a:lnTo>
                  <a:pt x="1552575" y="114300"/>
                </a:lnTo>
                <a:lnTo>
                  <a:pt x="1562100" y="114300"/>
                </a:lnTo>
                <a:lnTo>
                  <a:pt x="1571625" y="142875"/>
                </a:lnTo>
                <a:lnTo>
                  <a:pt x="1638300" y="209550"/>
                </a:lnTo>
                <a:lnTo>
                  <a:pt x="1647825" y="219075"/>
                </a:lnTo>
                <a:lnTo>
                  <a:pt x="1685925" y="228600"/>
                </a:lnTo>
                <a:lnTo>
                  <a:pt x="1685925" y="295275"/>
                </a:lnTo>
                <a:lnTo>
                  <a:pt x="1724025" y="314325"/>
                </a:lnTo>
                <a:lnTo>
                  <a:pt x="1752600" y="333375"/>
                </a:lnTo>
                <a:lnTo>
                  <a:pt x="1762125" y="371475"/>
                </a:lnTo>
                <a:lnTo>
                  <a:pt x="1809750" y="390525"/>
                </a:lnTo>
                <a:lnTo>
                  <a:pt x="1838325" y="371475"/>
                </a:lnTo>
                <a:lnTo>
                  <a:pt x="1857375" y="400050"/>
                </a:lnTo>
                <a:lnTo>
                  <a:pt x="1895475" y="409575"/>
                </a:lnTo>
                <a:lnTo>
                  <a:pt x="1905000" y="485775"/>
                </a:lnTo>
                <a:lnTo>
                  <a:pt x="1924050" y="495300"/>
                </a:lnTo>
                <a:lnTo>
                  <a:pt x="1943100" y="533400"/>
                </a:lnTo>
                <a:lnTo>
                  <a:pt x="2000250" y="523875"/>
                </a:lnTo>
                <a:lnTo>
                  <a:pt x="2009775" y="571500"/>
                </a:lnTo>
                <a:lnTo>
                  <a:pt x="2047875" y="581025"/>
                </a:lnTo>
                <a:lnTo>
                  <a:pt x="2085975" y="619125"/>
                </a:lnTo>
                <a:lnTo>
                  <a:pt x="2105025" y="666750"/>
                </a:lnTo>
                <a:lnTo>
                  <a:pt x="2152650" y="657225"/>
                </a:lnTo>
                <a:lnTo>
                  <a:pt x="2162175" y="723900"/>
                </a:lnTo>
                <a:lnTo>
                  <a:pt x="2209800" y="733425"/>
                </a:lnTo>
                <a:lnTo>
                  <a:pt x="2209800" y="742950"/>
                </a:lnTo>
                <a:lnTo>
                  <a:pt x="2257425" y="790575"/>
                </a:lnTo>
                <a:lnTo>
                  <a:pt x="2286000" y="800100"/>
                </a:lnTo>
                <a:lnTo>
                  <a:pt x="2295525" y="809625"/>
                </a:lnTo>
                <a:lnTo>
                  <a:pt x="2343150" y="876300"/>
                </a:lnTo>
                <a:lnTo>
                  <a:pt x="2343150" y="885825"/>
                </a:lnTo>
                <a:lnTo>
                  <a:pt x="2314575" y="914400"/>
                </a:lnTo>
                <a:lnTo>
                  <a:pt x="2314575" y="952500"/>
                </a:lnTo>
                <a:lnTo>
                  <a:pt x="2333625" y="981075"/>
                </a:lnTo>
                <a:lnTo>
                  <a:pt x="2324100" y="1057275"/>
                </a:lnTo>
                <a:lnTo>
                  <a:pt x="2343150" y="1104900"/>
                </a:lnTo>
                <a:lnTo>
                  <a:pt x="2324100" y="1152525"/>
                </a:lnTo>
                <a:lnTo>
                  <a:pt x="2305050" y="1123950"/>
                </a:lnTo>
                <a:lnTo>
                  <a:pt x="2276475" y="1181100"/>
                </a:lnTo>
                <a:lnTo>
                  <a:pt x="2295525" y="1209675"/>
                </a:lnTo>
                <a:lnTo>
                  <a:pt x="2295525" y="1266825"/>
                </a:lnTo>
                <a:lnTo>
                  <a:pt x="2305050" y="1285875"/>
                </a:lnTo>
                <a:lnTo>
                  <a:pt x="2324100" y="1362075"/>
                </a:lnTo>
                <a:lnTo>
                  <a:pt x="2295525" y="1352550"/>
                </a:lnTo>
                <a:lnTo>
                  <a:pt x="2305050" y="1419225"/>
                </a:lnTo>
                <a:lnTo>
                  <a:pt x="2286000" y="1447800"/>
                </a:lnTo>
                <a:lnTo>
                  <a:pt x="2295525" y="1447800"/>
                </a:lnTo>
                <a:lnTo>
                  <a:pt x="2286000" y="1485900"/>
                </a:lnTo>
                <a:lnTo>
                  <a:pt x="2305050" y="1552575"/>
                </a:lnTo>
                <a:lnTo>
                  <a:pt x="2324100" y="1590675"/>
                </a:lnTo>
                <a:lnTo>
                  <a:pt x="2286000" y="1590675"/>
                </a:lnTo>
                <a:lnTo>
                  <a:pt x="2276475" y="1638300"/>
                </a:lnTo>
                <a:lnTo>
                  <a:pt x="2305050" y="1685925"/>
                </a:lnTo>
                <a:lnTo>
                  <a:pt x="2305050" y="1733550"/>
                </a:lnTo>
                <a:lnTo>
                  <a:pt x="2295525" y="1752600"/>
                </a:lnTo>
                <a:lnTo>
                  <a:pt x="2286000" y="1790700"/>
                </a:lnTo>
                <a:lnTo>
                  <a:pt x="2295525" y="1819275"/>
                </a:lnTo>
                <a:lnTo>
                  <a:pt x="2305050" y="1857375"/>
                </a:lnTo>
                <a:lnTo>
                  <a:pt x="2305050" y="1933575"/>
                </a:lnTo>
                <a:lnTo>
                  <a:pt x="2314575" y="1962150"/>
                </a:lnTo>
                <a:lnTo>
                  <a:pt x="2305050" y="1990725"/>
                </a:lnTo>
                <a:lnTo>
                  <a:pt x="2276475" y="2009775"/>
                </a:lnTo>
                <a:lnTo>
                  <a:pt x="2266950" y="2019300"/>
                </a:lnTo>
                <a:lnTo>
                  <a:pt x="2257425" y="2047875"/>
                </a:lnTo>
                <a:lnTo>
                  <a:pt x="2238375" y="2105025"/>
                </a:lnTo>
                <a:lnTo>
                  <a:pt x="2238375" y="2143125"/>
                </a:lnTo>
                <a:lnTo>
                  <a:pt x="2209800" y="2162175"/>
                </a:lnTo>
                <a:lnTo>
                  <a:pt x="2209800" y="2209800"/>
                </a:lnTo>
                <a:lnTo>
                  <a:pt x="2190750" y="2219325"/>
                </a:lnTo>
                <a:lnTo>
                  <a:pt x="2219325" y="2276475"/>
                </a:lnTo>
                <a:lnTo>
                  <a:pt x="2200275" y="2247900"/>
                </a:lnTo>
                <a:lnTo>
                  <a:pt x="2200275" y="2276475"/>
                </a:lnTo>
                <a:lnTo>
                  <a:pt x="2162175" y="2324100"/>
                </a:lnTo>
                <a:lnTo>
                  <a:pt x="2143125" y="2352675"/>
                </a:lnTo>
                <a:lnTo>
                  <a:pt x="2143125" y="2381250"/>
                </a:lnTo>
                <a:lnTo>
                  <a:pt x="2171700" y="2409825"/>
                </a:lnTo>
                <a:lnTo>
                  <a:pt x="2133600" y="2409825"/>
                </a:lnTo>
                <a:lnTo>
                  <a:pt x="2133600" y="2447925"/>
                </a:lnTo>
                <a:lnTo>
                  <a:pt x="2143125" y="2457450"/>
                </a:lnTo>
                <a:lnTo>
                  <a:pt x="2124075" y="2486025"/>
                </a:lnTo>
                <a:lnTo>
                  <a:pt x="2095500" y="2543175"/>
                </a:lnTo>
                <a:lnTo>
                  <a:pt x="2133600" y="2552700"/>
                </a:lnTo>
                <a:lnTo>
                  <a:pt x="2105025" y="2600325"/>
                </a:lnTo>
                <a:lnTo>
                  <a:pt x="2095500" y="2590800"/>
                </a:lnTo>
                <a:lnTo>
                  <a:pt x="2085975" y="2619375"/>
                </a:lnTo>
                <a:lnTo>
                  <a:pt x="2085975" y="2667000"/>
                </a:lnTo>
                <a:lnTo>
                  <a:pt x="2047875" y="2714625"/>
                </a:lnTo>
                <a:lnTo>
                  <a:pt x="2038350" y="2695575"/>
                </a:lnTo>
                <a:lnTo>
                  <a:pt x="2076450" y="2762250"/>
                </a:lnTo>
                <a:lnTo>
                  <a:pt x="2066925" y="2762250"/>
                </a:lnTo>
                <a:lnTo>
                  <a:pt x="2028825" y="2781300"/>
                </a:lnTo>
                <a:lnTo>
                  <a:pt x="2047875" y="2828925"/>
                </a:lnTo>
                <a:lnTo>
                  <a:pt x="2009775" y="2838450"/>
                </a:lnTo>
                <a:lnTo>
                  <a:pt x="2066925" y="2847975"/>
                </a:lnTo>
                <a:lnTo>
                  <a:pt x="2066925" y="2819400"/>
                </a:lnTo>
                <a:lnTo>
                  <a:pt x="1962150" y="2828925"/>
                </a:lnTo>
                <a:lnTo>
                  <a:pt x="1914525" y="2943225"/>
                </a:lnTo>
                <a:lnTo>
                  <a:pt x="1866900" y="2962275"/>
                </a:lnTo>
                <a:lnTo>
                  <a:pt x="1914525" y="3038475"/>
                </a:lnTo>
                <a:lnTo>
                  <a:pt x="1838325" y="3038475"/>
                </a:lnTo>
                <a:lnTo>
                  <a:pt x="1828800" y="3114675"/>
                </a:lnTo>
                <a:lnTo>
                  <a:pt x="1819275" y="3105150"/>
                </a:lnTo>
                <a:lnTo>
                  <a:pt x="1847850" y="3133725"/>
                </a:lnTo>
                <a:lnTo>
                  <a:pt x="1847850" y="3105150"/>
                </a:lnTo>
                <a:lnTo>
                  <a:pt x="1857375" y="3190875"/>
                </a:lnTo>
                <a:lnTo>
                  <a:pt x="1809750" y="3248025"/>
                </a:lnTo>
                <a:lnTo>
                  <a:pt x="1819275" y="3267075"/>
                </a:lnTo>
                <a:lnTo>
                  <a:pt x="1762125" y="3324225"/>
                </a:lnTo>
                <a:lnTo>
                  <a:pt x="1762125" y="3352800"/>
                </a:lnTo>
                <a:lnTo>
                  <a:pt x="1704975" y="3400425"/>
                </a:lnTo>
                <a:lnTo>
                  <a:pt x="1771650" y="3371850"/>
                </a:lnTo>
                <a:lnTo>
                  <a:pt x="1724025" y="3438525"/>
                </a:lnTo>
                <a:lnTo>
                  <a:pt x="1685925" y="3409950"/>
                </a:lnTo>
                <a:lnTo>
                  <a:pt x="1647825" y="3457575"/>
                </a:lnTo>
                <a:lnTo>
                  <a:pt x="1685925" y="3514725"/>
                </a:lnTo>
                <a:lnTo>
                  <a:pt x="1666875" y="3552825"/>
                </a:lnTo>
                <a:lnTo>
                  <a:pt x="1666875" y="3609975"/>
                </a:lnTo>
                <a:lnTo>
                  <a:pt x="1600200" y="3657600"/>
                </a:lnTo>
                <a:lnTo>
                  <a:pt x="1571625" y="3705225"/>
                </a:lnTo>
                <a:lnTo>
                  <a:pt x="1562100" y="3743325"/>
                </a:lnTo>
                <a:lnTo>
                  <a:pt x="1543050" y="3752850"/>
                </a:lnTo>
                <a:lnTo>
                  <a:pt x="1533525" y="3800475"/>
                </a:lnTo>
                <a:lnTo>
                  <a:pt x="1495425" y="3819525"/>
                </a:lnTo>
                <a:lnTo>
                  <a:pt x="1485900" y="384810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9025" y="438150"/>
            <a:ext cx="2743200" cy="4495800"/>
          </a:xfrm>
          <a:custGeom>
            <a:avLst/>
            <a:gdLst/>
            <a:ahLst/>
            <a:cxnLst/>
            <a:rect l="l" t="t" r="r" b="b"/>
            <a:pathLst>
              <a:path w="2743200" h="4495800">
                <a:moveTo>
                  <a:pt x="1714500" y="4495800"/>
                </a:moveTo>
                <a:lnTo>
                  <a:pt x="1676400" y="4476750"/>
                </a:lnTo>
                <a:lnTo>
                  <a:pt x="1647825" y="4448175"/>
                </a:lnTo>
                <a:lnTo>
                  <a:pt x="1600200" y="4400550"/>
                </a:lnTo>
                <a:lnTo>
                  <a:pt x="1552575" y="4362450"/>
                </a:lnTo>
                <a:lnTo>
                  <a:pt x="1552575" y="4286250"/>
                </a:lnTo>
                <a:lnTo>
                  <a:pt x="1476375" y="4295775"/>
                </a:lnTo>
                <a:lnTo>
                  <a:pt x="1466850" y="4267200"/>
                </a:lnTo>
                <a:lnTo>
                  <a:pt x="1447800" y="4248150"/>
                </a:lnTo>
                <a:lnTo>
                  <a:pt x="1390650" y="4210050"/>
                </a:lnTo>
                <a:lnTo>
                  <a:pt x="1352550" y="4162425"/>
                </a:lnTo>
                <a:lnTo>
                  <a:pt x="1323975" y="4152900"/>
                </a:lnTo>
                <a:lnTo>
                  <a:pt x="1295400" y="4124325"/>
                </a:lnTo>
                <a:lnTo>
                  <a:pt x="1266825" y="4095750"/>
                </a:lnTo>
                <a:lnTo>
                  <a:pt x="1219200" y="4038600"/>
                </a:lnTo>
                <a:lnTo>
                  <a:pt x="1162050" y="3990975"/>
                </a:lnTo>
                <a:lnTo>
                  <a:pt x="1162050" y="3981450"/>
                </a:lnTo>
                <a:lnTo>
                  <a:pt x="1133475" y="3952875"/>
                </a:lnTo>
                <a:lnTo>
                  <a:pt x="1095375" y="3952875"/>
                </a:lnTo>
                <a:lnTo>
                  <a:pt x="1028700" y="3876675"/>
                </a:lnTo>
                <a:lnTo>
                  <a:pt x="990600" y="3876675"/>
                </a:lnTo>
                <a:lnTo>
                  <a:pt x="933450" y="3848100"/>
                </a:lnTo>
                <a:lnTo>
                  <a:pt x="942975" y="3800475"/>
                </a:lnTo>
                <a:lnTo>
                  <a:pt x="876300" y="3752850"/>
                </a:lnTo>
                <a:lnTo>
                  <a:pt x="838200" y="3743325"/>
                </a:lnTo>
                <a:lnTo>
                  <a:pt x="800100" y="3686175"/>
                </a:lnTo>
                <a:lnTo>
                  <a:pt x="752475" y="3686175"/>
                </a:lnTo>
                <a:lnTo>
                  <a:pt x="762000" y="3629025"/>
                </a:lnTo>
                <a:lnTo>
                  <a:pt x="704850" y="3609975"/>
                </a:lnTo>
                <a:lnTo>
                  <a:pt x="647700" y="3590925"/>
                </a:lnTo>
                <a:lnTo>
                  <a:pt x="628650" y="3524250"/>
                </a:lnTo>
                <a:lnTo>
                  <a:pt x="600075" y="3514725"/>
                </a:lnTo>
                <a:lnTo>
                  <a:pt x="542925" y="3486150"/>
                </a:lnTo>
                <a:lnTo>
                  <a:pt x="542925" y="3419475"/>
                </a:lnTo>
                <a:lnTo>
                  <a:pt x="523875" y="3371850"/>
                </a:lnTo>
                <a:lnTo>
                  <a:pt x="457200" y="3343275"/>
                </a:lnTo>
                <a:lnTo>
                  <a:pt x="504825" y="3286125"/>
                </a:lnTo>
                <a:lnTo>
                  <a:pt x="495300" y="3257550"/>
                </a:lnTo>
                <a:lnTo>
                  <a:pt x="409575" y="3209925"/>
                </a:lnTo>
                <a:lnTo>
                  <a:pt x="409575" y="3124200"/>
                </a:lnTo>
                <a:lnTo>
                  <a:pt x="428625" y="3105150"/>
                </a:lnTo>
                <a:lnTo>
                  <a:pt x="390525" y="3048000"/>
                </a:lnTo>
                <a:lnTo>
                  <a:pt x="381000" y="2990850"/>
                </a:lnTo>
                <a:lnTo>
                  <a:pt x="361950" y="2971800"/>
                </a:lnTo>
                <a:lnTo>
                  <a:pt x="371475" y="2933700"/>
                </a:lnTo>
                <a:lnTo>
                  <a:pt x="342900" y="2867025"/>
                </a:lnTo>
                <a:lnTo>
                  <a:pt x="295275" y="2809875"/>
                </a:lnTo>
                <a:lnTo>
                  <a:pt x="295275" y="2762250"/>
                </a:lnTo>
                <a:lnTo>
                  <a:pt x="295275" y="2724150"/>
                </a:lnTo>
                <a:lnTo>
                  <a:pt x="266700" y="2705100"/>
                </a:lnTo>
                <a:lnTo>
                  <a:pt x="247650" y="2609850"/>
                </a:lnTo>
                <a:lnTo>
                  <a:pt x="228600" y="2581275"/>
                </a:lnTo>
                <a:lnTo>
                  <a:pt x="219075" y="2524125"/>
                </a:lnTo>
                <a:lnTo>
                  <a:pt x="190500" y="2476500"/>
                </a:lnTo>
                <a:lnTo>
                  <a:pt x="209550" y="2447925"/>
                </a:lnTo>
                <a:lnTo>
                  <a:pt x="171450" y="2371725"/>
                </a:lnTo>
                <a:lnTo>
                  <a:pt x="133350" y="2362200"/>
                </a:lnTo>
                <a:lnTo>
                  <a:pt x="161925" y="2276475"/>
                </a:lnTo>
                <a:lnTo>
                  <a:pt x="133350" y="2257425"/>
                </a:lnTo>
                <a:lnTo>
                  <a:pt x="104775" y="2219325"/>
                </a:lnTo>
                <a:lnTo>
                  <a:pt x="123825" y="2143125"/>
                </a:lnTo>
                <a:lnTo>
                  <a:pt x="114300" y="2095500"/>
                </a:lnTo>
                <a:lnTo>
                  <a:pt x="47625" y="2057400"/>
                </a:lnTo>
                <a:lnTo>
                  <a:pt x="28575" y="2000250"/>
                </a:lnTo>
                <a:lnTo>
                  <a:pt x="57150" y="1962150"/>
                </a:lnTo>
                <a:lnTo>
                  <a:pt x="104775" y="1733550"/>
                </a:lnTo>
                <a:lnTo>
                  <a:pt x="104775" y="1819275"/>
                </a:lnTo>
                <a:lnTo>
                  <a:pt x="161925" y="1733550"/>
                </a:lnTo>
                <a:lnTo>
                  <a:pt x="19050" y="1676400"/>
                </a:lnTo>
                <a:lnTo>
                  <a:pt x="0" y="1543050"/>
                </a:lnTo>
                <a:lnTo>
                  <a:pt x="95250" y="1495425"/>
                </a:lnTo>
                <a:lnTo>
                  <a:pt x="114300" y="1466850"/>
                </a:lnTo>
                <a:lnTo>
                  <a:pt x="161925" y="1495425"/>
                </a:lnTo>
                <a:lnTo>
                  <a:pt x="219075" y="1323975"/>
                </a:lnTo>
                <a:lnTo>
                  <a:pt x="171450" y="1438275"/>
                </a:lnTo>
                <a:lnTo>
                  <a:pt x="142875" y="1295400"/>
                </a:lnTo>
                <a:lnTo>
                  <a:pt x="209550" y="1152525"/>
                </a:lnTo>
                <a:lnTo>
                  <a:pt x="276225" y="1152525"/>
                </a:lnTo>
                <a:lnTo>
                  <a:pt x="304800" y="1095375"/>
                </a:lnTo>
                <a:lnTo>
                  <a:pt x="323850" y="1085850"/>
                </a:lnTo>
                <a:lnTo>
                  <a:pt x="400050" y="1019175"/>
                </a:lnTo>
                <a:lnTo>
                  <a:pt x="409575" y="1000125"/>
                </a:lnTo>
                <a:lnTo>
                  <a:pt x="466725" y="952500"/>
                </a:lnTo>
                <a:lnTo>
                  <a:pt x="476250" y="933450"/>
                </a:lnTo>
                <a:lnTo>
                  <a:pt x="514350" y="895350"/>
                </a:lnTo>
                <a:lnTo>
                  <a:pt x="561975" y="819150"/>
                </a:lnTo>
                <a:lnTo>
                  <a:pt x="514350" y="781050"/>
                </a:lnTo>
                <a:lnTo>
                  <a:pt x="533400" y="714375"/>
                </a:lnTo>
                <a:lnTo>
                  <a:pt x="619125" y="657225"/>
                </a:lnTo>
                <a:lnTo>
                  <a:pt x="619125" y="638175"/>
                </a:lnTo>
                <a:lnTo>
                  <a:pt x="628650" y="533400"/>
                </a:lnTo>
                <a:lnTo>
                  <a:pt x="676275" y="514350"/>
                </a:lnTo>
                <a:lnTo>
                  <a:pt x="657225" y="466725"/>
                </a:lnTo>
                <a:lnTo>
                  <a:pt x="666750" y="400050"/>
                </a:lnTo>
                <a:lnTo>
                  <a:pt x="695325" y="390525"/>
                </a:lnTo>
                <a:lnTo>
                  <a:pt x="676275" y="323850"/>
                </a:lnTo>
                <a:lnTo>
                  <a:pt x="714375" y="228600"/>
                </a:lnTo>
                <a:lnTo>
                  <a:pt x="742950" y="228600"/>
                </a:lnTo>
                <a:lnTo>
                  <a:pt x="771525" y="228600"/>
                </a:lnTo>
                <a:lnTo>
                  <a:pt x="800100" y="209550"/>
                </a:lnTo>
                <a:lnTo>
                  <a:pt x="857250" y="247650"/>
                </a:lnTo>
                <a:lnTo>
                  <a:pt x="876300" y="219075"/>
                </a:lnTo>
                <a:lnTo>
                  <a:pt x="914400" y="228600"/>
                </a:lnTo>
                <a:lnTo>
                  <a:pt x="942975" y="209550"/>
                </a:lnTo>
                <a:lnTo>
                  <a:pt x="971550" y="190500"/>
                </a:lnTo>
                <a:lnTo>
                  <a:pt x="1009650" y="180975"/>
                </a:lnTo>
                <a:lnTo>
                  <a:pt x="1028700" y="200025"/>
                </a:lnTo>
                <a:lnTo>
                  <a:pt x="1066800" y="171450"/>
                </a:lnTo>
                <a:lnTo>
                  <a:pt x="1095375" y="180975"/>
                </a:lnTo>
                <a:lnTo>
                  <a:pt x="1114425" y="142875"/>
                </a:lnTo>
                <a:lnTo>
                  <a:pt x="1143000" y="180975"/>
                </a:lnTo>
                <a:lnTo>
                  <a:pt x="1181100" y="133350"/>
                </a:lnTo>
                <a:lnTo>
                  <a:pt x="1181100" y="123825"/>
                </a:lnTo>
                <a:lnTo>
                  <a:pt x="1209675" y="95250"/>
                </a:lnTo>
                <a:lnTo>
                  <a:pt x="1257300" y="95250"/>
                </a:lnTo>
                <a:lnTo>
                  <a:pt x="1276350" y="114300"/>
                </a:lnTo>
                <a:lnTo>
                  <a:pt x="1333500" y="95250"/>
                </a:lnTo>
                <a:lnTo>
                  <a:pt x="1323975" y="114300"/>
                </a:lnTo>
                <a:lnTo>
                  <a:pt x="1409700" y="85725"/>
                </a:lnTo>
                <a:lnTo>
                  <a:pt x="1390650" y="57150"/>
                </a:lnTo>
                <a:lnTo>
                  <a:pt x="1447800" y="66675"/>
                </a:lnTo>
                <a:lnTo>
                  <a:pt x="1457325" y="57150"/>
                </a:lnTo>
                <a:lnTo>
                  <a:pt x="1504950" y="38100"/>
                </a:lnTo>
                <a:lnTo>
                  <a:pt x="1524000" y="47625"/>
                </a:lnTo>
                <a:lnTo>
                  <a:pt x="1552575" y="57150"/>
                </a:lnTo>
                <a:lnTo>
                  <a:pt x="1571625" y="0"/>
                </a:lnTo>
                <a:lnTo>
                  <a:pt x="1638300" y="38100"/>
                </a:lnTo>
                <a:lnTo>
                  <a:pt x="1647825" y="28575"/>
                </a:lnTo>
                <a:lnTo>
                  <a:pt x="1695450" y="0"/>
                </a:lnTo>
                <a:lnTo>
                  <a:pt x="1695450" y="28575"/>
                </a:lnTo>
                <a:lnTo>
                  <a:pt x="1724025" y="95250"/>
                </a:lnTo>
                <a:lnTo>
                  <a:pt x="1790700" y="85725"/>
                </a:lnTo>
                <a:lnTo>
                  <a:pt x="1771650" y="123825"/>
                </a:lnTo>
                <a:lnTo>
                  <a:pt x="1828800" y="133350"/>
                </a:lnTo>
                <a:lnTo>
                  <a:pt x="1828800" y="152400"/>
                </a:lnTo>
                <a:lnTo>
                  <a:pt x="1924050" y="200025"/>
                </a:lnTo>
                <a:lnTo>
                  <a:pt x="1924050" y="247650"/>
                </a:lnTo>
                <a:lnTo>
                  <a:pt x="1962150" y="266700"/>
                </a:lnTo>
                <a:lnTo>
                  <a:pt x="2009775" y="314325"/>
                </a:lnTo>
                <a:lnTo>
                  <a:pt x="2019300" y="342900"/>
                </a:lnTo>
                <a:lnTo>
                  <a:pt x="2085975" y="342900"/>
                </a:lnTo>
                <a:lnTo>
                  <a:pt x="2095500" y="381000"/>
                </a:lnTo>
                <a:lnTo>
                  <a:pt x="2114550" y="409575"/>
                </a:lnTo>
                <a:lnTo>
                  <a:pt x="2143125" y="428625"/>
                </a:lnTo>
                <a:lnTo>
                  <a:pt x="2200275" y="466725"/>
                </a:lnTo>
                <a:lnTo>
                  <a:pt x="2200275" y="504825"/>
                </a:lnTo>
                <a:lnTo>
                  <a:pt x="2219325" y="542925"/>
                </a:lnTo>
                <a:lnTo>
                  <a:pt x="2266950" y="542925"/>
                </a:lnTo>
                <a:lnTo>
                  <a:pt x="2305050" y="571500"/>
                </a:lnTo>
                <a:lnTo>
                  <a:pt x="2352675" y="590550"/>
                </a:lnTo>
                <a:lnTo>
                  <a:pt x="2371725" y="657225"/>
                </a:lnTo>
                <a:lnTo>
                  <a:pt x="2390775" y="666750"/>
                </a:lnTo>
                <a:lnTo>
                  <a:pt x="2419350" y="704850"/>
                </a:lnTo>
                <a:lnTo>
                  <a:pt x="2447925" y="733425"/>
                </a:lnTo>
                <a:lnTo>
                  <a:pt x="2486025" y="771525"/>
                </a:lnTo>
                <a:lnTo>
                  <a:pt x="2524125" y="762000"/>
                </a:lnTo>
                <a:lnTo>
                  <a:pt x="2562225" y="847725"/>
                </a:lnTo>
                <a:lnTo>
                  <a:pt x="2581275" y="847725"/>
                </a:lnTo>
                <a:lnTo>
                  <a:pt x="2628900" y="866775"/>
                </a:lnTo>
                <a:lnTo>
                  <a:pt x="2686050" y="933450"/>
                </a:lnTo>
                <a:lnTo>
                  <a:pt x="2705100" y="942975"/>
                </a:lnTo>
                <a:lnTo>
                  <a:pt x="2686050" y="990600"/>
                </a:lnTo>
                <a:lnTo>
                  <a:pt x="2714625" y="981075"/>
                </a:lnTo>
                <a:lnTo>
                  <a:pt x="2695575" y="1057275"/>
                </a:lnTo>
                <a:lnTo>
                  <a:pt x="2743200" y="1104900"/>
                </a:lnTo>
                <a:lnTo>
                  <a:pt x="2733675" y="1171575"/>
                </a:lnTo>
                <a:lnTo>
                  <a:pt x="2724150" y="1228725"/>
                </a:lnTo>
                <a:lnTo>
                  <a:pt x="2733675" y="1266825"/>
                </a:lnTo>
                <a:lnTo>
                  <a:pt x="2686050" y="1304925"/>
                </a:lnTo>
                <a:lnTo>
                  <a:pt x="2667000" y="1323975"/>
                </a:lnTo>
                <a:lnTo>
                  <a:pt x="2695575" y="1371600"/>
                </a:lnTo>
                <a:lnTo>
                  <a:pt x="2686050" y="1419225"/>
                </a:lnTo>
                <a:lnTo>
                  <a:pt x="2676525" y="1457325"/>
                </a:lnTo>
                <a:lnTo>
                  <a:pt x="2667000" y="1495425"/>
                </a:lnTo>
                <a:lnTo>
                  <a:pt x="2686050" y="1552575"/>
                </a:lnTo>
                <a:lnTo>
                  <a:pt x="2695575" y="1590675"/>
                </a:lnTo>
                <a:lnTo>
                  <a:pt x="2676525" y="1628775"/>
                </a:lnTo>
                <a:lnTo>
                  <a:pt x="2705100" y="1628775"/>
                </a:lnTo>
                <a:lnTo>
                  <a:pt x="2705100" y="1685925"/>
                </a:lnTo>
                <a:lnTo>
                  <a:pt x="2667000" y="1714500"/>
                </a:lnTo>
                <a:lnTo>
                  <a:pt x="2714625" y="1800225"/>
                </a:lnTo>
                <a:lnTo>
                  <a:pt x="2695575" y="1809750"/>
                </a:lnTo>
                <a:lnTo>
                  <a:pt x="2695575" y="1857375"/>
                </a:lnTo>
                <a:lnTo>
                  <a:pt x="2686050" y="1895475"/>
                </a:lnTo>
                <a:lnTo>
                  <a:pt x="2686050" y="1943100"/>
                </a:lnTo>
                <a:lnTo>
                  <a:pt x="2686050" y="1981200"/>
                </a:lnTo>
                <a:lnTo>
                  <a:pt x="2686050" y="2047875"/>
                </a:lnTo>
                <a:lnTo>
                  <a:pt x="2686050" y="2095500"/>
                </a:lnTo>
                <a:lnTo>
                  <a:pt x="2695575" y="2143125"/>
                </a:lnTo>
                <a:lnTo>
                  <a:pt x="2667000" y="2171700"/>
                </a:lnTo>
                <a:lnTo>
                  <a:pt x="2686050" y="2219325"/>
                </a:lnTo>
                <a:lnTo>
                  <a:pt x="2667000" y="2266950"/>
                </a:lnTo>
                <a:lnTo>
                  <a:pt x="2667000" y="2286000"/>
                </a:lnTo>
                <a:lnTo>
                  <a:pt x="2667000" y="2343150"/>
                </a:lnTo>
                <a:lnTo>
                  <a:pt x="2667000" y="2371725"/>
                </a:lnTo>
                <a:lnTo>
                  <a:pt x="2667000" y="2362200"/>
                </a:lnTo>
                <a:lnTo>
                  <a:pt x="2638425" y="2409825"/>
                </a:lnTo>
                <a:lnTo>
                  <a:pt x="2609850" y="2428875"/>
                </a:lnTo>
                <a:lnTo>
                  <a:pt x="2609850" y="2457450"/>
                </a:lnTo>
                <a:lnTo>
                  <a:pt x="2590800" y="2514600"/>
                </a:lnTo>
                <a:lnTo>
                  <a:pt x="2562225" y="2571750"/>
                </a:lnTo>
                <a:lnTo>
                  <a:pt x="2562225" y="2590800"/>
                </a:lnTo>
                <a:lnTo>
                  <a:pt x="2571750" y="2609850"/>
                </a:lnTo>
                <a:lnTo>
                  <a:pt x="2524125" y="2647950"/>
                </a:lnTo>
                <a:lnTo>
                  <a:pt x="2552700" y="2676525"/>
                </a:lnTo>
                <a:lnTo>
                  <a:pt x="2524125" y="2695575"/>
                </a:lnTo>
                <a:lnTo>
                  <a:pt x="2543175" y="2752725"/>
                </a:lnTo>
                <a:lnTo>
                  <a:pt x="2505075" y="2790825"/>
                </a:lnTo>
                <a:lnTo>
                  <a:pt x="2514600" y="2762250"/>
                </a:lnTo>
                <a:lnTo>
                  <a:pt x="2524125" y="2828925"/>
                </a:lnTo>
                <a:lnTo>
                  <a:pt x="2505075" y="2876550"/>
                </a:lnTo>
                <a:lnTo>
                  <a:pt x="2466975" y="2905125"/>
                </a:lnTo>
                <a:lnTo>
                  <a:pt x="2476500" y="2924175"/>
                </a:lnTo>
                <a:lnTo>
                  <a:pt x="2486025" y="2952750"/>
                </a:lnTo>
                <a:lnTo>
                  <a:pt x="2466975" y="2990850"/>
                </a:lnTo>
                <a:lnTo>
                  <a:pt x="2447925" y="3038475"/>
                </a:lnTo>
                <a:lnTo>
                  <a:pt x="2447925" y="3048000"/>
                </a:lnTo>
                <a:lnTo>
                  <a:pt x="2419350" y="3076575"/>
                </a:lnTo>
                <a:lnTo>
                  <a:pt x="2428875" y="3133725"/>
                </a:lnTo>
                <a:lnTo>
                  <a:pt x="2419350" y="3133725"/>
                </a:lnTo>
                <a:lnTo>
                  <a:pt x="2409825" y="3181350"/>
                </a:lnTo>
                <a:lnTo>
                  <a:pt x="2400300" y="3200400"/>
                </a:lnTo>
                <a:lnTo>
                  <a:pt x="2371725" y="3257550"/>
                </a:lnTo>
                <a:lnTo>
                  <a:pt x="2343150" y="3276600"/>
                </a:lnTo>
                <a:lnTo>
                  <a:pt x="2352675" y="3286125"/>
                </a:lnTo>
                <a:lnTo>
                  <a:pt x="2314575" y="3295650"/>
                </a:lnTo>
                <a:lnTo>
                  <a:pt x="2381250" y="3429000"/>
                </a:lnTo>
                <a:lnTo>
                  <a:pt x="2295525" y="3381375"/>
                </a:lnTo>
                <a:lnTo>
                  <a:pt x="2257425" y="3362325"/>
                </a:lnTo>
                <a:lnTo>
                  <a:pt x="2209800" y="3362325"/>
                </a:lnTo>
                <a:lnTo>
                  <a:pt x="2276475" y="3467100"/>
                </a:lnTo>
                <a:lnTo>
                  <a:pt x="2247900" y="3505200"/>
                </a:lnTo>
                <a:lnTo>
                  <a:pt x="2171700" y="3581400"/>
                </a:lnTo>
                <a:lnTo>
                  <a:pt x="2162175" y="3562350"/>
                </a:lnTo>
                <a:lnTo>
                  <a:pt x="2152650" y="3609975"/>
                </a:lnTo>
                <a:lnTo>
                  <a:pt x="2162175" y="3619500"/>
                </a:lnTo>
                <a:lnTo>
                  <a:pt x="2181225" y="3714750"/>
                </a:lnTo>
                <a:lnTo>
                  <a:pt x="2143125" y="3762375"/>
                </a:lnTo>
                <a:lnTo>
                  <a:pt x="2114550" y="3762375"/>
                </a:lnTo>
                <a:lnTo>
                  <a:pt x="2047875" y="3800475"/>
                </a:lnTo>
                <a:lnTo>
                  <a:pt x="2038350" y="3857625"/>
                </a:lnTo>
                <a:lnTo>
                  <a:pt x="1981200" y="3914775"/>
                </a:lnTo>
                <a:lnTo>
                  <a:pt x="2019300" y="3848100"/>
                </a:lnTo>
                <a:lnTo>
                  <a:pt x="2009775" y="3905250"/>
                </a:lnTo>
                <a:lnTo>
                  <a:pt x="1971675" y="3981450"/>
                </a:lnTo>
                <a:lnTo>
                  <a:pt x="1981200" y="4010025"/>
                </a:lnTo>
                <a:lnTo>
                  <a:pt x="1962150" y="4057650"/>
                </a:lnTo>
                <a:lnTo>
                  <a:pt x="1933575" y="4124325"/>
                </a:lnTo>
                <a:lnTo>
                  <a:pt x="1933575" y="4181475"/>
                </a:lnTo>
                <a:lnTo>
                  <a:pt x="1895475" y="4191000"/>
                </a:lnTo>
                <a:lnTo>
                  <a:pt x="1828800" y="4257675"/>
                </a:lnTo>
                <a:lnTo>
                  <a:pt x="1847850" y="4333875"/>
                </a:lnTo>
                <a:lnTo>
                  <a:pt x="1819275" y="4381500"/>
                </a:lnTo>
                <a:lnTo>
                  <a:pt x="1800225" y="4419600"/>
                </a:lnTo>
                <a:lnTo>
                  <a:pt x="1771650" y="4448175"/>
                </a:lnTo>
                <a:lnTo>
                  <a:pt x="1733550" y="44481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68075" y="428625"/>
            <a:ext cx="2705100" cy="4524375"/>
          </a:xfrm>
          <a:custGeom>
            <a:avLst/>
            <a:gdLst/>
            <a:ahLst/>
            <a:cxnLst/>
            <a:rect l="l" t="t" r="r" b="b"/>
            <a:pathLst>
              <a:path w="2705100" h="4524375">
                <a:moveTo>
                  <a:pt x="1666875" y="4524375"/>
                </a:moveTo>
                <a:lnTo>
                  <a:pt x="1619250" y="4467225"/>
                </a:lnTo>
                <a:lnTo>
                  <a:pt x="1609725" y="4448175"/>
                </a:lnTo>
                <a:lnTo>
                  <a:pt x="1562100" y="4410075"/>
                </a:lnTo>
                <a:lnTo>
                  <a:pt x="1543050" y="4362450"/>
                </a:lnTo>
                <a:lnTo>
                  <a:pt x="1485900" y="4324350"/>
                </a:lnTo>
                <a:lnTo>
                  <a:pt x="1495425" y="4305300"/>
                </a:lnTo>
                <a:lnTo>
                  <a:pt x="1457325" y="4267200"/>
                </a:lnTo>
                <a:lnTo>
                  <a:pt x="1428750" y="4238625"/>
                </a:lnTo>
                <a:lnTo>
                  <a:pt x="1352550" y="4238625"/>
                </a:lnTo>
                <a:lnTo>
                  <a:pt x="1333500" y="4191000"/>
                </a:lnTo>
                <a:lnTo>
                  <a:pt x="1343025" y="4162425"/>
                </a:lnTo>
                <a:lnTo>
                  <a:pt x="1295400" y="4124325"/>
                </a:lnTo>
                <a:lnTo>
                  <a:pt x="1209675" y="4114800"/>
                </a:lnTo>
                <a:lnTo>
                  <a:pt x="1209675" y="4076700"/>
                </a:lnTo>
                <a:lnTo>
                  <a:pt x="1143000" y="4010025"/>
                </a:lnTo>
                <a:lnTo>
                  <a:pt x="1095375" y="4000500"/>
                </a:lnTo>
                <a:lnTo>
                  <a:pt x="1066800" y="3981450"/>
                </a:lnTo>
                <a:lnTo>
                  <a:pt x="1047750" y="3962400"/>
                </a:lnTo>
                <a:lnTo>
                  <a:pt x="1009650" y="3914775"/>
                </a:lnTo>
                <a:lnTo>
                  <a:pt x="952500" y="3867150"/>
                </a:lnTo>
                <a:lnTo>
                  <a:pt x="914400" y="3829050"/>
                </a:lnTo>
                <a:lnTo>
                  <a:pt x="895350" y="3819525"/>
                </a:lnTo>
                <a:lnTo>
                  <a:pt x="876300" y="3771900"/>
                </a:lnTo>
                <a:lnTo>
                  <a:pt x="800100" y="3743325"/>
                </a:lnTo>
                <a:lnTo>
                  <a:pt x="800100" y="3695700"/>
                </a:lnTo>
                <a:lnTo>
                  <a:pt x="733425" y="3695700"/>
                </a:lnTo>
                <a:lnTo>
                  <a:pt x="733425" y="3629025"/>
                </a:lnTo>
                <a:lnTo>
                  <a:pt x="704850" y="3638550"/>
                </a:lnTo>
                <a:lnTo>
                  <a:pt x="628650" y="3571875"/>
                </a:lnTo>
                <a:lnTo>
                  <a:pt x="628650" y="3552825"/>
                </a:lnTo>
                <a:lnTo>
                  <a:pt x="552450" y="3543300"/>
                </a:lnTo>
                <a:lnTo>
                  <a:pt x="523875" y="3495675"/>
                </a:lnTo>
                <a:lnTo>
                  <a:pt x="514350" y="3476625"/>
                </a:lnTo>
                <a:lnTo>
                  <a:pt x="485775" y="3409950"/>
                </a:lnTo>
                <a:lnTo>
                  <a:pt x="476250" y="3362325"/>
                </a:lnTo>
                <a:lnTo>
                  <a:pt x="476250" y="3276600"/>
                </a:lnTo>
                <a:lnTo>
                  <a:pt x="485775" y="3257550"/>
                </a:lnTo>
                <a:lnTo>
                  <a:pt x="409575" y="3171825"/>
                </a:lnTo>
                <a:lnTo>
                  <a:pt x="419100" y="3171825"/>
                </a:lnTo>
                <a:lnTo>
                  <a:pt x="381000" y="3105150"/>
                </a:lnTo>
                <a:lnTo>
                  <a:pt x="361950" y="3076575"/>
                </a:lnTo>
                <a:lnTo>
                  <a:pt x="371475" y="3009900"/>
                </a:lnTo>
                <a:lnTo>
                  <a:pt x="361950" y="2981325"/>
                </a:lnTo>
                <a:lnTo>
                  <a:pt x="333375" y="2933700"/>
                </a:lnTo>
                <a:lnTo>
                  <a:pt x="314325" y="2876550"/>
                </a:lnTo>
                <a:lnTo>
                  <a:pt x="285750" y="2819400"/>
                </a:lnTo>
                <a:lnTo>
                  <a:pt x="295275" y="2800350"/>
                </a:lnTo>
                <a:lnTo>
                  <a:pt x="276225" y="2752725"/>
                </a:lnTo>
                <a:lnTo>
                  <a:pt x="238125" y="2695575"/>
                </a:lnTo>
                <a:lnTo>
                  <a:pt x="209550" y="2609850"/>
                </a:lnTo>
                <a:lnTo>
                  <a:pt x="209550" y="2571750"/>
                </a:lnTo>
                <a:lnTo>
                  <a:pt x="190500" y="2524125"/>
                </a:lnTo>
                <a:lnTo>
                  <a:pt x="200025" y="2495550"/>
                </a:lnTo>
                <a:lnTo>
                  <a:pt x="152400" y="2428875"/>
                </a:lnTo>
                <a:lnTo>
                  <a:pt x="180975" y="2409825"/>
                </a:lnTo>
                <a:lnTo>
                  <a:pt x="152400" y="2371725"/>
                </a:lnTo>
                <a:lnTo>
                  <a:pt x="114300" y="2333625"/>
                </a:lnTo>
                <a:lnTo>
                  <a:pt x="123825" y="2276475"/>
                </a:lnTo>
                <a:lnTo>
                  <a:pt x="95250" y="2219325"/>
                </a:lnTo>
                <a:lnTo>
                  <a:pt x="76200" y="2143125"/>
                </a:lnTo>
                <a:lnTo>
                  <a:pt x="47625" y="2105025"/>
                </a:lnTo>
                <a:lnTo>
                  <a:pt x="47625" y="2076450"/>
                </a:lnTo>
                <a:lnTo>
                  <a:pt x="47625" y="1990725"/>
                </a:lnTo>
                <a:lnTo>
                  <a:pt x="28575" y="1952625"/>
                </a:lnTo>
                <a:lnTo>
                  <a:pt x="76200" y="1724025"/>
                </a:lnTo>
                <a:lnTo>
                  <a:pt x="95250" y="1762125"/>
                </a:lnTo>
                <a:lnTo>
                  <a:pt x="47625" y="1647825"/>
                </a:lnTo>
                <a:lnTo>
                  <a:pt x="0" y="1647825"/>
                </a:lnTo>
                <a:lnTo>
                  <a:pt x="19050" y="1685925"/>
                </a:lnTo>
                <a:lnTo>
                  <a:pt x="47625" y="1581150"/>
                </a:lnTo>
                <a:lnTo>
                  <a:pt x="76200" y="1476375"/>
                </a:lnTo>
                <a:lnTo>
                  <a:pt x="142875" y="1457325"/>
                </a:lnTo>
                <a:lnTo>
                  <a:pt x="285750" y="1323975"/>
                </a:lnTo>
                <a:lnTo>
                  <a:pt x="200025" y="1266825"/>
                </a:lnTo>
                <a:lnTo>
                  <a:pt x="209550" y="1238250"/>
                </a:lnTo>
                <a:lnTo>
                  <a:pt x="190500" y="1171575"/>
                </a:lnTo>
                <a:lnTo>
                  <a:pt x="219075" y="1143000"/>
                </a:lnTo>
                <a:lnTo>
                  <a:pt x="257175" y="1123950"/>
                </a:lnTo>
                <a:lnTo>
                  <a:pt x="342900" y="1123950"/>
                </a:lnTo>
                <a:lnTo>
                  <a:pt x="361950" y="1066800"/>
                </a:lnTo>
                <a:lnTo>
                  <a:pt x="409575" y="1057275"/>
                </a:lnTo>
                <a:lnTo>
                  <a:pt x="400050" y="1000125"/>
                </a:lnTo>
                <a:lnTo>
                  <a:pt x="495300" y="914400"/>
                </a:lnTo>
                <a:lnTo>
                  <a:pt x="514350" y="904875"/>
                </a:lnTo>
                <a:lnTo>
                  <a:pt x="514350" y="895350"/>
                </a:lnTo>
                <a:lnTo>
                  <a:pt x="561975" y="800100"/>
                </a:lnTo>
                <a:lnTo>
                  <a:pt x="590550" y="695325"/>
                </a:lnTo>
                <a:lnTo>
                  <a:pt x="609600" y="704850"/>
                </a:lnTo>
                <a:lnTo>
                  <a:pt x="581025" y="657225"/>
                </a:lnTo>
                <a:lnTo>
                  <a:pt x="638175" y="590550"/>
                </a:lnTo>
                <a:lnTo>
                  <a:pt x="647700" y="514350"/>
                </a:lnTo>
                <a:lnTo>
                  <a:pt x="657225" y="447675"/>
                </a:lnTo>
                <a:lnTo>
                  <a:pt x="638175" y="400050"/>
                </a:lnTo>
                <a:lnTo>
                  <a:pt x="647700" y="352425"/>
                </a:lnTo>
                <a:lnTo>
                  <a:pt x="638175" y="295275"/>
                </a:lnTo>
                <a:lnTo>
                  <a:pt x="723900" y="247650"/>
                </a:lnTo>
                <a:lnTo>
                  <a:pt x="733425" y="295275"/>
                </a:lnTo>
                <a:lnTo>
                  <a:pt x="771525" y="285750"/>
                </a:lnTo>
                <a:lnTo>
                  <a:pt x="781050" y="209550"/>
                </a:lnTo>
                <a:lnTo>
                  <a:pt x="819150" y="257175"/>
                </a:lnTo>
                <a:lnTo>
                  <a:pt x="885825" y="228600"/>
                </a:lnTo>
                <a:lnTo>
                  <a:pt x="904875" y="238125"/>
                </a:lnTo>
                <a:lnTo>
                  <a:pt x="933450" y="228600"/>
                </a:lnTo>
                <a:lnTo>
                  <a:pt x="942975" y="190500"/>
                </a:lnTo>
                <a:lnTo>
                  <a:pt x="962025" y="209550"/>
                </a:lnTo>
                <a:lnTo>
                  <a:pt x="1000125" y="200025"/>
                </a:lnTo>
                <a:lnTo>
                  <a:pt x="1028700" y="200025"/>
                </a:lnTo>
                <a:lnTo>
                  <a:pt x="1047750" y="200025"/>
                </a:lnTo>
                <a:lnTo>
                  <a:pt x="1095375" y="190500"/>
                </a:lnTo>
                <a:lnTo>
                  <a:pt x="1114425" y="142875"/>
                </a:lnTo>
                <a:lnTo>
                  <a:pt x="1114425" y="152400"/>
                </a:lnTo>
                <a:lnTo>
                  <a:pt x="1171575" y="123825"/>
                </a:lnTo>
                <a:lnTo>
                  <a:pt x="1171575" y="114300"/>
                </a:lnTo>
                <a:lnTo>
                  <a:pt x="1257300" y="133350"/>
                </a:lnTo>
                <a:lnTo>
                  <a:pt x="1276350" y="114300"/>
                </a:lnTo>
                <a:lnTo>
                  <a:pt x="1304925" y="95250"/>
                </a:lnTo>
                <a:lnTo>
                  <a:pt x="1333500" y="104775"/>
                </a:lnTo>
                <a:lnTo>
                  <a:pt x="1362075" y="76200"/>
                </a:lnTo>
                <a:lnTo>
                  <a:pt x="1371600" y="76200"/>
                </a:lnTo>
                <a:lnTo>
                  <a:pt x="1428750" y="57150"/>
                </a:lnTo>
                <a:lnTo>
                  <a:pt x="1438275" y="95250"/>
                </a:lnTo>
                <a:lnTo>
                  <a:pt x="1495425" y="76200"/>
                </a:lnTo>
                <a:lnTo>
                  <a:pt x="1495425" y="57150"/>
                </a:lnTo>
                <a:lnTo>
                  <a:pt x="1524000" y="57150"/>
                </a:lnTo>
                <a:lnTo>
                  <a:pt x="1562100" y="38100"/>
                </a:lnTo>
                <a:lnTo>
                  <a:pt x="1600200" y="28575"/>
                </a:lnTo>
                <a:lnTo>
                  <a:pt x="1619250" y="0"/>
                </a:lnTo>
                <a:lnTo>
                  <a:pt x="1647825" y="9525"/>
                </a:lnTo>
                <a:lnTo>
                  <a:pt x="1676400" y="47625"/>
                </a:lnTo>
                <a:lnTo>
                  <a:pt x="1714500" y="85725"/>
                </a:lnTo>
                <a:lnTo>
                  <a:pt x="1724025" y="104775"/>
                </a:lnTo>
                <a:lnTo>
                  <a:pt x="1752600" y="133350"/>
                </a:lnTo>
                <a:lnTo>
                  <a:pt x="1838325" y="171450"/>
                </a:lnTo>
                <a:lnTo>
                  <a:pt x="1857375" y="190500"/>
                </a:lnTo>
                <a:lnTo>
                  <a:pt x="1895475" y="190500"/>
                </a:lnTo>
                <a:lnTo>
                  <a:pt x="1914525" y="257175"/>
                </a:lnTo>
                <a:lnTo>
                  <a:pt x="1962150" y="295275"/>
                </a:lnTo>
                <a:lnTo>
                  <a:pt x="2000250" y="323850"/>
                </a:lnTo>
                <a:lnTo>
                  <a:pt x="2028825" y="352425"/>
                </a:lnTo>
                <a:lnTo>
                  <a:pt x="2076450" y="381000"/>
                </a:lnTo>
                <a:lnTo>
                  <a:pt x="2057400" y="409575"/>
                </a:lnTo>
                <a:lnTo>
                  <a:pt x="2114550" y="447675"/>
                </a:lnTo>
                <a:lnTo>
                  <a:pt x="2162175" y="438150"/>
                </a:lnTo>
                <a:lnTo>
                  <a:pt x="2181225" y="495300"/>
                </a:lnTo>
                <a:lnTo>
                  <a:pt x="2162175" y="495300"/>
                </a:lnTo>
                <a:lnTo>
                  <a:pt x="2219325" y="533400"/>
                </a:lnTo>
                <a:lnTo>
                  <a:pt x="2238375" y="571500"/>
                </a:lnTo>
                <a:lnTo>
                  <a:pt x="2286000" y="600075"/>
                </a:lnTo>
                <a:lnTo>
                  <a:pt x="2295525" y="619125"/>
                </a:lnTo>
                <a:lnTo>
                  <a:pt x="2352675" y="638175"/>
                </a:lnTo>
                <a:lnTo>
                  <a:pt x="2390775" y="666750"/>
                </a:lnTo>
                <a:lnTo>
                  <a:pt x="2428875" y="685800"/>
                </a:lnTo>
                <a:lnTo>
                  <a:pt x="2438400" y="723900"/>
                </a:lnTo>
                <a:lnTo>
                  <a:pt x="2486025" y="790575"/>
                </a:lnTo>
                <a:lnTo>
                  <a:pt x="2495550" y="819150"/>
                </a:lnTo>
                <a:lnTo>
                  <a:pt x="2533650" y="838200"/>
                </a:lnTo>
                <a:lnTo>
                  <a:pt x="2562225" y="885825"/>
                </a:lnTo>
                <a:lnTo>
                  <a:pt x="2638425" y="885825"/>
                </a:lnTo>
                <a:lnTo>
                  <a:pt x="2647950" y="914400"/>
                </a:lnTo>
                <a:lnTo>
                  <a:pt x="2667000" y="962025"/>
                </a:lnTo>
                <a:lnTo>
                  <a:pt x="2695575" y="962025"/>
                </a:lnTo>
                <a:lnTo>
                  <a:pt x="2695575" y="1028700"/>
                </a:lnTo>
                <a:lnTo>
                  <a:pt x="2705100" y="1057275"/>
                </a:lnTo>
                <a:lnTo>
                  <a:pt x="2705100" y="1095375"/>
                </a:lnTo>
                <a:lnTo>
                  <a:pt x="2695575" y="1152525"/>
                </a:lnTo>
                <a:lnTo>
                  <a:pt x="2667000" y="1200150"/>
                </a:lnTo>
                <a:lnTo>
                  <a:pt x="2705100" y="1247775"/>
                </a:lnTo>
                <a:lnTo>
                  <a:pt x="2695575" y="1304925"/>
                </a:lnTo>
                <a:lnTo>
                  <a:pt x="2667000" y="1343025"/>
                </a:lnTo>
                <a:lnTo>
                  <a:pt x="2676525" y="1400175"/>
                </a:lnTo>
                <a:lnTo>
                  <a:pt x="2695575" y="1400175"/>
                </a:lnTo>
                <a:lnTo>
                  <a:pt x="2686050" y="1476375"/>
                </a:lnTo>
                <a:lnTo>
                  <a:pt x="2647950" y="1495425"/>
                </a:lnTo>
                <a:lnTo>
                  <a:pt x="2657475" y="1533525"/>
                </a:lnTo>
                <a:lnTo>
                  <a:pt x="2686050" y="1571625"/>
                </a:lnTo>
                <a:lnTo>
                  <a:pt x="2657475" y="1609725"/>
                </a:lnTo>
                <a:lnTo>
                  <a:pt x="2686050" y="1657350"/>
                </a:lnTo>
                <a:lnTo>
                  <a:pt x="2705100" y="1714500"/>
                </a:lnTo>
                <a:lnTo>
                  <a:pt x="2667000" y="1752600"/>
                </a:lnTo>
                <a:lnTo>
                  <a:pt x="2667000" y="1790700"/>
                </a:lnTo>
                <a:lnTo>
                  <a:pt x="2657475" y="1847850"/>
                </a:lnTo>
                <a:lnTo>
                  <a:pt x="2647950" y="1857375"/>
                </a:lnTo>
                <a:lnTo>
                  <a:pt x="2667000" y="1914525"/>
                </a:lnTo>
                <a:lnTo>
                  <a:pt x="2676525" y="1933575"/>
                </a:lnTo>
                <a:lnTo>
                  <a:pt x="2676525" y="1971675"/>
                </a:lnTo>
                <a:lnTo>
                  <a:pt x="2638425" y="2009775"/>
                </a:lnTo>
                <a:lnTo>
                  <a:pt x="2638425" y="2076450"/>
                </a:lnTo>
                <a:lnTo>
                  <a:pt x="2647950" y="2152650"/>
                </a:lnTo>
                <a:lnTo>
                  <a:pt x="2657475" y="2162175"/>
                </a:lnTo>
                <a:lnTo>
                  <a:pt x="2676525" y="2228850"/>
                </a:lnTo>
                <a:lnTo>
                  <a:pt x="2667000" y="2266950"/>
                </a:lnTo>
                <a:lnTo>
                  <a:pt x="2667000" y="2305050"/>
                </a:lnTo>
                <a:lnTo>
                  <a:pt x="2647950" y="2371725"/>
                </a:lnTo>
                <a:lnTo>
                  <a:pt x="2647950" y="2409825"/>
                </a:lnTo>
                <a:lnTo>
                  <a:pt x="2647950" y="2400300"/>
                </a:lnTo>
                <a:lnTo>
                  <a:pt x="2590800" y="2438400"/>
                </a:lnTo>
                <a:lnTo>
                  <a:pt x="2600325" y="2466975"/>
                </a:lnTo>
                <a:lnTo>
                  <a:pt x="2600325" y="2514600"/>
                </a:lnTo>
                <a:lnTo>
                  <a:pt x="2590800" y="2543175"/>
                </a:lnTo>
                <a:lnTo>
                  <a:pt x="2543175" y="2562225"/>
                </a:lnTo>
                <a:lnTo>
                  <a:pt x="2571750" y="2581275"/>
                </a:lnTo>
                <a:lnTo>
                  <a:pt x="2533650" y="2647950"/>
                </a:lnTo>
                <a:lnTo>
                  <a:pt x="2543175" y="2667000"/>
                </a:lnTo>
                <a:lnTo>
                  <a:pt x="2533650" y="2667000"/>
                </a:lnTo>
                <a:lnTo>
                  <a:pt x="2524125" y="2724150"/>
                </a:lnTo>
                <a:lnTo>
                  <a:pt x="2495550" y="2733675"/>
                </a:lnTo>
                <a:lnTo>
                  <a:pt x="2505075" y="2790825"/>
                </a:lnTo>
                <a:lnTo>
                  <a:pt x="2486025" y="2809875"/>
                </a:lnTo>
                <a:lnTo>
                  <a:pt x="2495550" y="2838450"/>
                </a:lnTo>
                <a:lnTo>
                  <a:pt x="2495550" y="2828925"/>
                </a:lnTo>
                <a:lnTo>
                  <a:pt x="2447925" y="2895600"/>
                </a:lnTo>
                <a:lnTo>
                  <a:pt x="2476500" y="2933700"/>
                </a:lnTo>
                <a:lnTo>
                  <a:pt x="2419350" y="2971800"/>
                </a:lnTo>
                <a:lnTo>
                  <a:pt x="2419350" y="2990850"/>
                </a:lnTo>
                <a:lnTo>
                  <a:pt x="2447925" y="3019425"/>
                </a:lnTo>
                <a:lnTo>
                  <a:pt x="2428875" y="3086100"/>
                </a:lnTo>
                <a:lnTo>
                  <a:pt x="2419350" y="3095625"/>
                </a:lnTo>
                <a:lnTo>
                  <a:pt x="2409825" y="3133725"/>
                </a:lnTo>
                <a:lnTo>
                  <a:pt x="2390775" y="3171825"/>
                </a:lnTo>
                <a:lnTo>
                  <a:pt x="2381250" y="3200400"/>
                </a:lnTo>
                <a:lnTo>
                  <a:pt x="2371725" y="3238500"/>
                </a:lnTo>
                <a:lnTo>
                  <a:pt x="2371725" y="3248025"/>
                </a:lnTo>
                <a:lnTo>
                  <a:pt x="2343150" y="3248025"/>
                </a:lnTo>
                <a:lnTo>
                  <a:pt x="2324100" y="3295650"/>
                </a:lnTo>
                <a:lnTo>
                  <a:pt x="2333625" y="3286125"/>
                </a:lnTo>
                <a:lnTo>
                  <a:pt x="2333625" y="3314700"/>
                </a:lnTo>
                <a:lnTo>
                  <a:pt x="2209800" y="3314700"/>
                </a:lnTo>
                <a:lnTo>
                  <a:pt x="2247900" y="3371850"/>
                </a:lnTo>
                <a:lnTo>
                  <a:pt x="2190750" y="3486150"/>
                </a:lnTo>
                <a:lnTo>
                  <a:pt x="2171700" y="3543300"/>
                </a:lnTo>
                <a:lnTo>
                  <a:pt x="2095500" y="3514725"/>
                </a:lnTo>
                <a:lnTo>
                  <a:pt x="2133600" y="3590925"/>
                </a:lnTo>
                <a:lnTo>
                  <a:pt x="2114550" y="3552825"/>
                </a:lnTo>
                <a:lnTo>
                  <a:pt x="2124075" y="3581400"/>
                </a:lnTo>
                <a:lnTo>
                  <a:pt x="2143125" y="3648075"/>
                </a:lnTo>
                <a:lnTo>
                  <a:pt x="2133600" y="3714750"/>
                </a:lnTo>
                <a:lnTo>
                  <a:pt x="2114550" y="3752850"/>
                </a:lnTo>
                <a:lnTo>
                  <a:pt x="2038350" y="3790950"/>
                </a:lnTo>
                <a:lnTo>
                  <a:pt x="2028825" y="3848100"/>
                </a:lnTo>
                <a:lnTo>
                  <a:pt x="2038350" y="3848100"/>
                </a:lnTo>
                <a:lnTo>
                  <a:pt x="1924050" y="3981450"/>
                </a:lnTo>
                <a:lnTo>
                  <a:pt x="2009775" y="3905250"/>
                </a:lnTo>
                <a:lnTo>
                  <a:pt x="1990725" y="3914775"/>
                </a:lnTo>
                <a:lnTo>
                  <a:pt x="1952625" y="4000500"/>
                </a:lnTo>
                <a:lnTo>
                  <a:pt x="1962150" y="4010025"/>
                </a:lnTo>
                <a:lnTo>
                  <a:pt x="1943100" y="4086225"/>
                </a:lnTo>
                <a:lnTo>
                  <a:pt x="1905000" y="4124325"/>
                </a:lnTo>
                <a:lnTo>
                  <a:pt x="1933575" y="4162425"/>
                </a:lnTo>
                <a:lnTo>
                  <a:pt x="1895475" y="4238625"/>
                </a:lnTo>
                <a:lnTo>
                  <a:pt x="1866900" y="4333875"/>
                </a:lnTo>
                <a:lnTo>
                  <a:pt x="1828800" y="4371975"/>
                </a:lnTo>
                <a:lnTo>
                  <a:pt x="1790700" y="4371975"/>
                </a:lnTo>
                <a:lnTo>
                  <a:pt x="1762125" y="4429125"/>
                </a:lnTo>
                <a:lnTo>
                  <a:pt x="1752600" y="4448175"/>
                </a:lnTo>
                <a:lnTo>
                  <a:pt x="1695450" y="44862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363450" y="1552575"/>
            <a:ext cx="895350" cy="1447800"/>
          </a:xfrm>
          <a:custGeom>
            <a:avLst/>
            <a:gdLst/>
            <a:ahLst/>
            <a:cxnLst/>
            <a:rect l="l" t="t" r="r" b="b"/>
            <a:pathLst>
              <a:path w="895350" h="1447800">
                <a:moveTo>
                  <a:pt x="561975" y="1438275"/>
                </a:moveTo>
                <a:lnTo>
                  <a:pt x="542925" y="1438275"/>
                </a:lnTo>
                <a:lnTo>
                  <a:pt x="514350" y="1419225"/>
                </a:lnTo>
                <a:lnTo>
                  <a:pt x="504825" y="1409700"/>
                </a:lnTo>
                <a:lnTo>
                  <a:pt x="514350" y="1409700"/>
                </a:lnTo>
                <a:lnTo>
                  <a:pt x="485775" y="1381125"/>
                </a:lnTo>
                <a:lnTo>
                  <a:pt x="476250" y="1381125"/>
                </a:lnTo>
                <a:lnTo>
                  <a:pt x="457200" y="1362075"/>
                </a:lnTo>
                <a:lnTo>
                  <a:pt x="476250" y="1343025"/>
                </a:lnTo>
                <a:lnTo>
                  <a:pt x="476250" y="1362075"/>
                </a:lnTo>
                <a:lnTo>
                  <a:pt x="438150" y="1352550"/>
                </a:lnTo>
                <a:lnTo>
                  <a:pt x="428625" y="1343025"/>
                </a:lnTo>
                <a:lnTo>
                  <a:pt x="409575" y="1314450"/>
                </a:lnTo>
                <a:lnTo>
                  <a:pt x="400050" y="1295400"/>
                </a:lnTo>
                <a:lnTo>
                  <a:pt x="390525" y="1314450"/>
                </a:lnTo>
                <a:lnTo>
                  <a:pt x="381000" y="1304925"/>
                </a:lnTo>
                <a:lnTo>
                  <a:pt x="361950" y="1276350"/>
                </a:lnTo>
                <a:lnTo>
                  <a:pt x="352425" y="1257300"/>
                </a:lnTo>
                <a:lnTo>
                  <a:pt x="352425" y="1257300"/>
                </a:lnTo>
                <a:lnTo>
                  <a:pt x="333375" y="1247775"/>
                </a:lnTo>
                <a:lnTo>
                  <a:pt x="333375" y="1247775"/>
                </a:lnTo>
                <a:lnTo>
                  <a:pt x="323850" y="1219200"/>
                </a:lnTo>
                <a:lnTo>
                  <a:pt x="295275" y="1200150"/>
                </a:lnTo>
                <a:lnTo>
                  <a:pt x="285750" y="1219200"/>
                </a:lnTo>
                <a:lnTo>
                  <a:pt x="285750" y="1190625"/>
                </a:lnTo>
                <a:lnTo>
                  <a:pt x="276225" y="1200150"/>
                </a:lnTo>
                <a:lnTo>
                  <a:pt x="257175" y="1171575"/>
                </a:lnTo>
                <a:lnTo>
                  <a:pt x="247650" y="1162050"/>
                </a:lnTo>
                <a:lnTo>
                  <a:pt x="219075" y="1171575"/>
                </a:lnTo>
                <a:lnTo>
                  <a:pt x="238125" y="1143000"/>
                </a:lnTo>
                <a:lnTo>
                  <a:pt x="219075" y="1143000"/>
                </a:lnTo>
                <a:lnTo>
                  <a:pt x="209550" y="1123950"/>
                </a:lnTo>
                <a:lnTo>
                  <a:pt x="180975" y="1104900"/>
                </a:lnTo>
                <a:lnTo>
                  <a:pt x="161925" y="1095375"/>
                </a:lnTo>
                <a:lnTo>
                  <a:pt x="161925" y="1095375"/>
                </a:lnTo>
                <a:lnTo>
                  <a:pt x="180975" y="1066800"/>
                </a:lnTo>
                <a:lnTo>
                  <a:pt x="171450" y="1047750"/>
                </a:lnTo>
                <a:lnTo>
                  <a:pt x="142875" y="1047750"/>
                </a:lnTo>
                <a:lnTo>
                  <a:pt x="133350" y="1038225"/>
                </a:lnTo>
                <a:lnTo>
                  <a:pt x="133350" y="1019175"/>
                </a:lnTo>
                <a:lnTo>
                  <a:pt x="133350" y="1000125"/>
                </a:lnTo>
                <a:lnTo>
                  <a:pt x="133350" y="981075"/>
                </a:lnTo>
                <a:lnTo>
                  <a:pt x="133350" y="971550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23925"/>
                </a:lnTo>
                <a:lnTo>
                  <a:pt x="104775" y="914400"/>
                </a:lnTo>
                <a:lnTo>
                  <a:pt x="104775" y="895350"/>
                </a:lnTo>
                <a:lnTo>
                  <a:pt x="104775" y="885825"/>
                </a:lnTo>
                <a:lnTo>
                  <a:pt x="95250" y="838200"/>
                </a:lnTo>
                <a:lnTo>
                  <a:pt x="85725" y="857250"/>
                </a:lnTo>
                <a:lnTo>
                  <a:pt x="76200" y="828675"/>
                </a:lnTo>
                <a:lnTo>
                  <a:pt x="76200" y="819150"/>
                </a:lnTo>
                <a:lnTo>
                  <a:pt x="76200" y="790575"/>
                </a:lnTo>
                <a:lnTo>
                  <a:pt x="76200" y="771525"/>
                </a:lnTo>
                <a:lnTo>
                  <a:pt x="57150" y="781050"/>
                </a:lnTo>
                <a:lnTo>
                  <a:pt x="57150" y="752475"/>
                </a:lnTo>
                <a:lnTo>
                  <a:pt x="57150" y="723900"/>
                </a:lnTo>
                <a:lnTo>
                  <a:pt x="38100" y="723900"/>
                </a:lnTo>
                <a:lnTo>
                  <a:pt x="66675" y="723900"/>
                </a:lnTo>
                <a:lnTo>
                  <a:pt x="47625" y="685800"/>
                </a:lnTo>
                <a:lnTo>
                  <a:pt x="47625" y="666750"/>
                </a:lnTo>
                <a:lnTo>
                  <a:pt x="19050" y="666750"/>
                </a:lnTo>
                <a:lnTo>
                  <a:pt x="38100" y="657225"/>
                </a:lnTo>
                <a:lnTo>
                  <a:pt x="28575" y="619125"/>
                </a:lnTo>
                <a:lnTo>
                  <a:pt x="0" y="666750"/>
                </a:lnTo>
                <a:lnTo>
                  <a:pt x="47625" y="638175"/>
                </a:lnTo>
                <a:lnTo>
                  <a:pt x="19050" y="590550"/>
                </a:lnTo>
                <a:lnTo>
                  <a:pt x="28575" y="523875"/>
                </a:lnTo>
                <a:lnTo>
                  <a:pt x="19050" y="495300"/>
                </a:lnTo>
                <a:lnTo>
                  <a:pt x="28575" y="514350"/>
                </a:lnTo>
                <a:lnTo>
                  <a:pt x="57150" y="523875"/>
                </a:lnTo>
                <a:lnTo>
                  <a:pt x="85725" y="466725"/>
                </a:lnTo>
                <a:lnTo>
                  <a:pt x="47625" y="495300"/>
                </a:lnTo>
                <a:lnTo>
                  <a:pt x="47625" y="457200"/>
                </a:lnTo>
                <a:lnTo>
                  <a:pt x="47625" y="428625"/>
                </a:lnTo>
                <a:lnTo>
                  <a:pt x="85725" y="381000"/>
                </a:lnTo>
                <a:lnTo>
                  <a:pt x="47625" y="361950"/>
                </a:lnTo>
                <a:lnTo>
                  <a:pt x="104775" y="352425"/>
                </a:lnTo>
                <a:lnTo>
                  <a:pt x="95250" y="371475"/>
                </a:lnTo>
                <a:lnTo>
                  <a:pt x="142875" y="323850"/>
                </a:lnTo>
                <a:lnTo>
                  <a:pt x="85725" y="371475"/>
                </a:lnTo>
                <a:lnTo>
                  <a:pt x="190500" y="381000"/>
                </a:lnTo>
                <a:lnTo>
                  <a:pt x="209550" y="333375"/>
                </a:lnTo>
                <a:lnTo>
                  <a:pt x="171450" y="266700"/>
                </a:lnTo>
                <a:lnTo>
                  <a:pt x="152400" y="276225"/>
                </a:lnTo>
                <a:lnTo>
                  <a:pt x="190500" y="247650"/>
                </a:lnTo>
                <a:lnTo>
                  <a:pt x="190500" y="247650"/>
                </a:lnTo>
                <a:lnTo>
                  <a:pt x="190500" y="219075"/>
                </a:lnTo>
                <a:lnTo>
                  <a:pt x="209550" y="180975"/>
                </a:lnTo>
                <a:lnTo>
                  <a:pt x="228600" y="180975"/>
                </a:lnTo>
                <a:lnTo>
                  <a:pt x="219075" y="171450"/>
                </a:lnTo>
                <a:lnTo>
                  <a:pt x="219075" y="152400"/>
                </a:lnTo>
                <a:lnTo>
                  <a:pt x="209550" y="142875"/>
                </a:lnTo>
                <a:lnTo>
                  <a:pt x="200025" y="114300"/>
                </a:lnTo>
                <a:lnTo>
                  <a:pt x="238125" y="123825"/>
                </a:lnTo>
                <a:lnTo>
                  <a:pt x="257175" y="95250"/>
                </a:lnTo>
                <a:lnTo>
                  <a:pt x="257175" y="57150"/>
                </a:lnTo>
                <a:lnTo>
                  <a:pt x="266700" y="85725"/>
                </a:lnTo>
                <a:lnTo>
                  <a:pt x="276225" y="85725"/>
                </a:lnTo>
                <a:lnTo>
                  <a:pt x="295275" y="66675"/>
                </a:lnTo>
                <a:lnTo>
                  <a:pt x="285750" y="57150"/>
                </a:lnTo>
                <a:lnTo>
                  <a:pt x="276225" y="66675"/>
                </a:lnTo>
                <a:lnTo>
                  <a:pt x="323850" y="762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23850" y="66675"/>
                </a:lnTo>
                <a:lnTo>
                  <a:pt x="333375" y="47625"/>
                </a:lnTo>
                <a:lnTo>
                  <a:pt x="342900" y="47625"/>
                </a:lnTo>
                <a:lnTo>
                  <a:pt x="371475" y="38100"/>
                </a:lnTo>
                <a:lnTo>
                  <a:pt x="371475" y="47625"/>
                </a:lnTo>
                <a:lnTo>
                  <a:pt x="390525" y="66675"/>
                </a:lnTo>
                <a:lnTo>
                  <a:pt x="371475" y="38100"/>
                </a:lnTo>
                <a:lnTo>
                  <a:pt x="419100" y="47625"/>
                </a:lnTo>
                <a:lnTo>
                  <a:pt x="400050" y="47625"/>
                </a:lnTo>
                <a:lnTo>
                  <a:pt x="409575" y="47625"/>
                </a:lnTo>
                <a:lnTo>
                  <a:pt x="428625" y="28575"/>
                </a:lnTo>
                <a:lnTo>
                  <a:pt x="447675" y="38100"/>
                </a:lnTo>
                <a:lnTo>
                  <a:pt x="466725" y="28575"/>
                </a:lnTo>
                <a:lnTo>
                  <a:pt x="466725" y="28575"/>
                </a:lnTo>
                <a:lnTo>
                  <a:pt x="466725" y="9525"/>
                </a:lnTo>
                <a:lnTo>
                  <a:pt x="476250" y="19050"/>
                </a:lnTo>
                <a:lnTo>
                  <a:pt x="485775" y="19050"/>
                </a:lnTo>
                <a:lnTo>
                  <a:pt x="504825" y="9525"/>
                </a:lnTo>
                <a:lnTo>
                  <a:pt x="495300" y="19050"/>
                </a:lnTo>
                <a:lnTo>
                  <a:pt x="523875" y="0"/>
                </a:lnTo>
                <a:lnTo>
                  <a:pt x="533400" y="0"/>
                </a:lnTo>
                <a:lnTo>
                  <a:pt x="542925" y="0"/>
                </a:lnTo>
                <a:lnTo>
                  <a:pt x="542925" y="0"/>
                </a:lnTo>
                <a:lnTo>
                  <a:pt x="561975" y="19050"/>
                </a:lnTo>
                <a:lnTo>
                  <a:pt x="552450" y="9525"/>
                </a:lnTo>
                <a:lnTo>
                  <a:pt x="571500" y="19050"/>
                </a:lnTo>
                <a:lnTo>
                  <a:pt x="581025" y="38100"/>
                </a:lnTo>
                <a:lnTo>
                  <a:pt x="600075" y="57150"/>
                </a:lnTo>
                <a:lnTo>
                  <a:pt x="590550" y="57150"/>
                </a:lnTo>
                <a:lnTo>
                  <a:pt x="609600" y="76200"/>
                </a:lnTo>
                <a:lnTo>
                  <a:pt x="619125" y="85725"/>
                </a:lnTo>
                <a:lnTo>
                  <a:pt x="638175" y="85725"/>
                </a:lnTo>
                <a:lnTo>
                  <a:pt x="657225" y="85725"/>
                </a:lnTo>
                <a:lnTo>
                  <a:pt x="657225" y="104775"/>
                </a:lnTo>
                <a:lnTo>
                  <a:pt x="676275" y="133350"/>
                </a:lnTo>
                <a:lnTo>
                  <a:pt x="685800" y="133350"/>
                </a:lnTo>
                <a:lnTo>
                  <a:pt x="685800" y="142875"/>
                </a:lnTo>
                <a:lnTo>
                  <a:pt x="714375" y="142875"/>
                </a:lnTo>
                <a:lnTo>
                  <a:pt x="714375" y="142875"/>
                </a:lnTo>
                <a:lnTo>
                  <a:pt x="714375" y="161925"/>
                </a:lnTo>
                <a:lnTo>
                  <a:pt x="723900" y="180975"/>
                </a:lnTo>
                <a:lnTo>
                  <a:pt x="733425" y="171450"/>
                </a:lnTo>
                <a:lnTo>
                  <a:pt x="733425" y="180975"/>
                </a:lnTo>
                <a:lnTo>
                  <a:pt x="762000" y="219075"/>
                </a:lnTo>
                <a:lnTo>
                  <a:pt x="771525" y="209550"/>
                </a:lnTo>
                <a:lnTo>
                  <a:pt x="781050" y="209550"/>
                </a:lnTo>
                <a:lnTo>
                  <a:pt x="781050" y="238125"/>
                </a:lnTo>
                <a:lnTo>
                  <a:pt x="800100" y="228600"/>
                </a:lnTo>
                <a:lnTo>
                  <a:pt x="800100" y="266700"/>
                </a:lnTo>
                <a:lnTo>
                  <a:pt x="828675" y="266700"/>
                </a:lnTo>
                <a:lnTo>
                  <a:pt x="838200" y="276225"/>
                </a:lnTo>
                <a:lnTo>
                  <a:pt x="847725" y="276225"/>
                </a:lnTo>
                <a:lnTo>
                  <a:pt x="857250" y="27622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57250" y="323850"/>
                </a:lnTo>
                <a:lnTo>
                  <a:pt x="866775" y="333375"/>
                </a:lnTo>
                <a:lnTo>
                  <a:pt x="895350" y="333375"/>
                </a:lnTo>
                <a:lnTo>
                  <a:pt x="885825" y="371475"/>
                </a:lnTo>
                <a:lnTo>
                  <a:pt x="876300" y="361950"/>
                </a:lnTo>
                <a:lnTo>
                  <a:pt x="885825" y="390525"/>
                </a:lnTo>
                <a:lnTo>
                  <a:pt x="866775" y="409575"/>
                </a:lnTo>
                <a:lnTo>
                  <a:pt x="876300" y="428625"/>
                </a:lnTo>
                <a:lnTo>
                  <a:pt x="876300" y="438150"/>
                </a:lnTo>
                <a:lnTo>
                  <a:pt x="885825" y="438150"/>
                </a:lnTo>
                <a:lnTo>
                  <a:pt x="866775" y="466725"/>
                </a:lnTo>
                <a:lnTo>
                  <a:pt x="857250" y="457200"/>
                </a:lnTo>
                <a:lnTo>
                  <a:pt x="885825" y="485775"/>
                </a:lnTo>
                <a:lnTo>
                  <a:pt x="895350" y="495300"/>
                </a:lnTo>
                <a:lnTo>
                  <a:pt x="857250" y="504825"/>
                </a:lnTo>
                <a:lnTo>
                  <a:pt x="885825" y="504825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876300" y="561975"/>
                </a:lnTo>
                <a:lnTo>
                  <a:pt x="885825" y="590550"/>
                </a:lnTo>
                <a:lnTo>
                  <a:pt x="866775" y="581025"/>
                </a:lnTo>
                <a:lnTo>
                  <a:pt x="866775" y="600075"/>
                </a:lnTo>
                <a:lnTo>
                  <a:pt x="857250" y="600075"/>
                </a:lnTo>
                <a:lnTo>
                  <a:pt x="866775" y="619125"/>
                </a:lnTo>
                <a:lnTo>
                  <a:pt x="866775" y="628650"/>
                </a:lnTo>
                <a:lnTo>
                  <a:pt x="885825" y="666750"/>
                </a:lnTo>
                <a:lnTo>
                  <a:pt x="866775" y="666750"/>
                </a:lnTo>
                <a:lnTo>
                  <a:pt x="866775" y="666750"/>
                </a:lnTo>
                <a:lnTo>
                  <a:pt x="876300" y="704850"/>
                </a:lnTo>
                <a:lnTo>
                  <a:pt x="857250" y="714375"/>
                </a:lnTo>
                <a:lnTo>
                  <a:pt x="857250" y="733425"/>
                </a:lnTo>
                <a:lnTo>
                  <a:pt x="857250" y="742950"/>
                </a:lnTo>
                <a:lnTo>
                  <a:pt x="857250" y="723900"/>
                </a:lnTo>
                <a:lnTo>
                  <a:pt x="857250" y="752475"/>
                </a:lnTo>
                <a:lnTo>
                  <a:pt x="866775" y="742950"/>
                </a:lnTo>
                <a:lnTo>
                  <a:pt x="838200" y="790575"/>
                </a:lnTo>
                <a:lnTo>
                  <a:pt x="857250" y="781050"/>
                </a:lnTo>
                <a:lnTo>
                  <a:pt x="838200" y="790575"/>
                </a:lnTo>
                <a:lnTo>
                  <a:pt x="819150" y="819150"/>
                </a:lnTo>
                <a:lnTo>
                  <a:pt x="838200" y="819150"/>
                </a:lnTo>
                <a:lnTo>
                  <a:pt x="828675" y="847725"/>
                </a:lnTo>
                <a:lnTo>
                  <a:pt x="828675" y="847725"/>
                </a:lnTo>
                <a:lnTo>
                  <a:pt x="809625" y="857250"/>
                </a:lnTo>
                <a:lnTo>
                  <a:pt x="828675" y="876300"/>
                </a:lnTo>
                <a:lnTo>
                  <a:pt x="828675" y="866775"/>
                </a:lnTo>
                <a:lnTo>
                  <a:pt x="809625" y="866775"/>
                </a:lnTo>
                <a:lnTo>
                  <a:pt x="809625" y="904875"/>
                </a:lnTo>
                <a:lnTo>
                  <a:pt x="819150" y="904875"/>
                </a:lnTo>
                <a:lnTo>
                  <a:pt x="809625" y="914400"/>
                </a:lnTo>
                <a:lnTo>
                  <a:pt x="828675" y="914400"/>
                </a:lnTo>
                <a:lnTo>
                  <a:pt x="800100" y="923925"/>
                </a:lnTo>
                <a:lnTo>
                  <a:pt x="790575" y="923925"/>
                </a:lnTo>
                <a:lnTo>
                  <a:pt x="809625" y="942975"/>
                </a:lnTo>
                <a:lnTo>
                  <a:pt x="790575" y="942975"/>
                </a:lnTo>
                <a:lnTo>
                  <a:pt x="800100" y="962025"/>
                </a:lnTo>
                <a:lnTo>
                  <a:pt x="809625" y="971550"/>
                </a:lnTo>
                <a:lnTo>
                  <a:pt x="781050" y="981075"/>
                </a:lnTo>
                <a:lnTo>
                  <a:pt x="790575" y="1000125"/>
                </a:lnTo>
                <a:lnTo>
                  <a:pt x="781050" y="990600"/>
                </a:lnTo>
                <a:lnTo>
                  <a:pt x="781050" y="1009650"/>
                </a:lnTo>
                <a:lnTo>
                  <a:pt x="771525" y="1038225"/>
                </a:lnTo>
                <a:lnTo>
                  <a:pt x="781050" y="1038225"/>
                </a:lnTo>
                <a:lnTo>
                  <a:pt x="771525" y="1047750"/>
                </a:lnTo>
                <a:lnTo>
                  <a:pt x="781050" y="1076325"/>
                </a:lnTo>
                <a:lnTo>
                  <a:pt x="723900" y="1028700"/>
                </a:lnTo>
                <a:lnTo>
                  <a:pt x="704850" y="1047750"/>
                </a:lnTo>
                <a:lnTo>
                  <a:pt x="704850" y="1047750"/>
                </a:lnTo>
                <a:lnTo>
                  <a:pt x="723900" y="1076325"/>
                </a:lnTo>
                <a:lnTo>
                  <a:pt x="752475" y="1123950"/>
                </a:lnTo>
                <a:lnTo>
                  <a:pt x="704850" y="1133475"/>
                </a:lnTo>
                <a:lnTo>
                  <a:pt x="666750" y="1123950"/>
                </a:lnTo>
                <a:lnTo>
                  <a:pt x="685800" y="1133475"/>
                </a:lnTo>
                <a:lnTo>
                  <a:pt x="742950" y="1171575"/>
                </a:lnTo>
                <a:lnTo>
                  <a:pt x="695325" y="1162050"/>
                </a:lnTo>
                <a:lnTo>
                  <a:pt x="695325" y="1162050"/>
                </a:lnTo>
                <a:lnTo>
                  <a:pt x="695325" y="1181100"/>
                </a:lnTo>
                <a:lnTo>
                  <a:pt x="695325" y="1209675"/>
                </a:lnTo>
                <a:lnTo>
                  <a:pt x="685800" y="1209675"/>
                </a:lnTo>
                <a:lnTo>
                  <a:pt x="685800" y="1228725"/>
                </a:lnTo>
                <a:lnTo>
                  <a:pt x="647700" y="1228725"/>
                </a:lnTo>
                <a:lnTo>
                  <a:pt x="600075" y="1228725"/>
                </a:lnTo>
                <a:lnTo>
                  <a:pt x="619125" y="1247775"/>
                </a:lnTo>
                <a:lnTo>
                  <a:pt x="647700" y="1276350"/>
                </a:lnTo>
                <a:lnTo>
                  <a:pt x="647700" y="1276350"/>
                </a:lnTo>
                <a:lnTo>
                  <a:pt x="647700" y="1257300"/>
                </a:lnTo>
                <a:lnTo>
                  <a:pt x="657225" y="1295400"/>
                </a:lnTo>
                <a:lnTo>
                  <a:pt x="628650" y="1314450"/>
                </a:lnTo>
                <a:lnTo>
                  <a:pt x="628650" y="1343025"/>
                </a:lnTo>
                <a:lnTo>
                  <a:pt x="628650" y="1333500"/>
                </a:lnTo>
                <a:lnTo>
                  <a:pt x="619125" y="1390650"/>
                </a:lnTo>
                <a:lnTo>
                  <a:pt x="600075" y="1381125"/>
                </a:lnTo>
                <a:lnTo>
                  <a:pt x="590550" y="1419225"/>
                </a:lnTo>
                <a:lnTo>
                  <a:pt x="590550" y="1419225"/>
                </a:lnTo>
                <a:lnTo>
                  <a:pt x="561975" y="1447800"/>
                </a:lnTo>
                <a:lnTo>
                  <a:pt x="571500" y="144780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411075" y="1609725"/>
            <a:ext cx="1257300" cy="1876425"/>
          </a:xfrm>
          <a:custGeom>
            <a:avLst/>
            <a:gdLst/>
            <a:ahLst/>
            <a:cxnLst/>
            <a:rect l="l" t="t" r="r" b="b"/>
            <a:pathLst>
              <a:path w="1257300" h="1876425">
                <a:moveTo>
                  <a:pt x="838200" y="1876425"/>
                </a:moveTo>
                <a:lnTo>
                  <a:pt x="809625" y="1857375"/>
                </a:lnTo>
                <a:lnTo>
                  <a:pt x="800100" y="1847850"/>
                </a:lnTo>
                <a:lnTo>
                  <a:pt x="790575" y="1828800"/>
                </a:lnTo>
                <a:lnTo>
                  <a:pt x="762000" y="1800225"/>
                </a:lnTo>
                <a:lnTo>
                  <a:pt x="771525" y="1800225"/>
                </a:lnTo>
                <a:lnTo>
                  <a:pt x="742950" y="1781175"/>
                </a:lnTo>
                <a:lnTo>
                  <a:pt x="714375" y="1771650"/>
                </a:lnTo>
                <a:lnTo>
                  <a:pt x="695325" y="1771650"/>
                </a:lnTo>
                <a:lnTo>
                  <a:pt x="704850" y="1733550"/>
                </a:lnTo>
                <a:lnTo>
                  <a:pt x="695325" y="1714500"/>
                </a:lnTo>
                <a:lnTo>
                  <a:pt x="666750" y="1704975"/>
                </a:lnTo>
                <a:lnTo>
                  <a:pt x="647700" y="1695450"/>
                </a:lnTo>
                <a:lnTo>
                  <a:pt x="628650" y="1704975"/>
                </a:lnTo>
                <a:lnTo>
                  <a:pt x="619125" y="1666875"/>
                </a:lnTo>
                <a:lnTo>
                  <a:pt x="609600" y="1666875"/>
                </a:lnTo>
                <a:lnTo>
                  <a:pt x="581025" y="1657350"/>
                </a:lnTo>
                <a:lnTo>
                  <a:pt x="571500" y="1628775"/>
                </a:lnTo>
                <a:lnTo>
                  <a:pt x="561975" y="1609725"/>
                </a:lnTo>
                <a:lnTo>
                  <a:pt x="552450" y="1609725"/>
                </a:lnTo>
                <a:lnTo>
                  <a:pt x="523875" y="1600200"/>
                </a:lnTo>
                <a:lnTo>
                  <a:pt x="514350" y="1590675"/>
                </a:lnTo>
                <a:lnTo>
                  <a:pt x="514350" y="1571625"/>
                </a:lnTo>
                <a:lnTo>
                  <a:pt x="466725" y="1581150"/>
                </a:lnTo>
                <a:lnTo>
                  <a:pt x="476250" y="1552575"/>
                </a:lnTo>
                <a:lnTo>
                  <a:pt x="457200" y="1533525"/>
                </a:lnTo>
                <a:lnTo>
                  <a:pt x="447675" y="1533525"/>
                </a:lnTo>
                <a:lnTo>
                  <a:pt x="428625" y="1533525"/>
                </a:lnTo>
                <a:lnTo>
                  <a:pt x="400050" y="1495425"/>
                </a:lnTo>
                <a:lnTo>
                  <a:pt x="381000" y="1485900"/>
                </a:lnTo>
                <a:lnTo>
                  <a:pt x="371475" y="1466850"/>
                </a:lnTo>
                <a:lnTo>
                  <a:pt x="371475" y="1466850"/>
                </a:lnTo>
                <a:lnTo>
                  <a:pt x="361950" y="1438275"/>
                </a:lnTo>
                <a:lnTo>
                  <a:pt x="333375" y="1419225"/>
                </a:lnTo>
                <a:lnTo>
                  <a:pt x="342900" y="1419225"/>
                </a:lnTo>
                <a:lnTo>
                  <a:pt x="342900" y="1381125"/>
                </a:lnTo>
                <a:lnTo>
                  <a:pt x="314325" y="1362075"/>
                </a:lnTo>
                <a:lnTo>
                  <a:pt x="314325" y="1352550"/>
                </a:lnTo>
                <a:lnTo>
                  <a:pt x="304800" y="1314450"/>
                </a:lnTo>
                <a:lnTo>
                  <a:pt x="285750" y="1295400"/>
                </a:lnTo>
                <a:lnTo>
                  <a:pt x="276225" y="1304925"/>
                </a:lnTo>
                <a:lnTo>
                  <a:pt x="285750" y="1285875"/>
                </a:lnTo>
                <a:lnTo>
                  <a:pt x="257175" y="1257300"/>
                </a:lnTo>
                <a:lnTo>
                  <a:pt x="276225" y="1238250"/>
                </a:lnTo>
                <a:lnTo>
                  <a:pt x="285750" y="1219200"/>
                </a:lnTo>
                <a:lnTo>
                  <a:pt x="247650" y="1181100"/>
                </a:lnTo>
                <a:lnTo>
                  <a:pt x="257175" y="1162050"/>
                </a:lnTo>
                <a:lnTo>
                  <a:pt x="238125" y="1143000"/>
                </a:lnTo>
                <a:lnTo>
                  <a:pt x="228600" y="1133475"/>
                </a:lnTo>
                <a:lnTo>
                  <a:pt x="247650" y="1114425"/>
                </a:lnTo>
                <a:lnTo>
                  <a:pt x="228600" y="1104900"/>
                </a:lnTo>
                <a:lnTo>
                  <a:pt x="219075" y="1057275"/>
                </a:lnTo>
                <a:lnTo>
                  <a:pt x="209550" y="1057275"/>
                </a:lnTo>
                <a:lnTo>
                  <a:pt x="200025" y="1019175"/>
                </a:lnTo>
                <a:lnTo>
                  <a:pt x="209550" y="1009650"/>
                </a:lnTo>
                <a:lnTo>
                  <a:pt x="180975" y="1000125"/>
                </a:lnTo>
                <a:lnTo>
                  <a:pt x="200025" y="990600"/>
                </a:lnTo>
                <a:lnTo>
                  <a:pt x="190500" y="971550"/>
                </a:lnTo>
                <a:lnTo>
                  <a:pt x="171450" y="942975"/>
                </a:lnTo>
                <a:lnTo>
                  <a:pt x="171450" y="914400"/>
                </a:lnTo>
                <a:lnTo>
                  <a:pt x="171450" y="904875"/>
                </a:lnTo>
                <a:lnTo>
                  <a:pt x="152400" y="857250"/>
                </a:lnTo>
                <a:lnTo>
                  <a:pt x="152400" y="866775"/>
                </a:lnTo>
                <a:lnTo>
                  <a:pt x="133350" y="847725"/>
                </a:lnTo>
                <a:lnTo>
                  <a:pt x="123825" y="819150"/>
                </a:lnTo>
                <a:lnTo>
                  <a:pt x="0" y="752475"/>
                </a:lnTo>
                <a:lnTo>
                  <a:pt x="66675" y="752475"/>
                </a:lnTo>
                <a:lnTo>
                  <a:pt x="104775" y="733425"/>
                </a:lnTo>
                <a:lnTo>
                  <a:pt x="142875" y="704850"/>
                </a:lnTo>
                <a:lnTo>
                  <a:pt x="171450" y="600075"/>
                </a:lnTo>
                <a:lnTo>
                  <a:pt x="209550" y="600075"/>
                </a:lnTo>
                <a:lnTo>
                  <a:pt x="200025" y="581025"/>
                </a:lnTo>
                <a:lnTo>
                  <a:pt x="200025" y="609600"/>
                </a:lnTo>
                <a:lnTo>
                  <a:pt x="228600" y="590550"/>
                </a:lnTo>
                <a:lnTo>
                  <a:pt x="171450" y="514350"/>
                </a:lnTo>
                <a:lnTo>
                  <a:pt x="228600" y="514350"/>
                </a:lnTo>
                <a:lnTo>
                  <a:pt x="200025" y="504825"/>
                </a:lnTo>
                <a:lnTo>
                  <a:pt x="228600" y="466725"/>
                </a:lnTo>
                <a:lnTo>
                  <a:pt x="247650" y="438150"/>
                </a:lnTo>
                <a:lnTo>
                  <a:pt x="266700" y="428625"/>
                </a:lnTo>
                <a:lnTo>
                  <a:pt x="285750" y="457200"/>
                </a:lnTo>
                <a:lnTo>
                  <a:pt x="285750" y="381000"/>
                </a:lnTo>
                <a:lnTo>
                  <a:pt x="304800" y="342900"/>
                </a:lnTo>
                <a:lnTo>
                  <a:pt x="304800" y="276225"/>
                </a:lnTo>
                <a:lnTo>
                  <a:pt x="333375" y="381000"/>
                </a:lnTo>
                <a:lnTo>
                  <a:pt x="361950" y="400050"/>
                </a:lnTo>
                <a:lnTo>
                  <a:pt x="371475" y="371475"/>
                </a:lnTo>
                <a:lnTo>
                  <a:pt x="342900" y="342900"/>
                </a:lnTo>
                <a:lnTo>
                  <a:pt x="371475" y="295275"/>
                </a:lnTo>
                <a:lnTo>
                  <a:pt x="371475" y="257175"/>
                </a:lnTo>
                <a:lnTo>
                  <a:pt x="390525" y="247650"/>
                </a:lnTo>
                <a:lnTo>
                  <a:pt x="371475" y="209550"/>
                </a:lnTo>
                <a:lnTo>
                  <a:pt x="400050" y="209550"/>
                </a:lnTo>
                <a:lnTo>
                  <a:pt x="400050" y="190500"/>
                </a:lnTo>
                <a:lnTo>
                  <a:pt x="400050" y="133350"/>
                </a:lnTo>
                <a:lnTo>
                  <a:pt x="428625" y="133350"/>
                </a:lnTo>
                <a:lnTo>
                  <a:pt x="409575" y="114300"/>
                </a:lnTo>
                <a:lnTo>
                  <a:pt x="447675" y="123825"/>
                </a:lnTo>
                <a:lnTo>
                  <a:pt x="438150" y="123825"/>
                </a:lnTo>
                <a:lnTo>
                  <a:pt x="466725" y="133350"/>
                </a:lnTo>
                <a:lnTo>
                  <a:pt x="466725" y="95250"/>
                </a:lnTo>
                <a:lnTo>
                  <a:pt x="504825" y="104775"/>
                </a:lnTo>
                <a:lnTo>
                  <a:pt x="504825" y="104775"/>
                </a:lnTo>
                <a:lnTo>
                  <a:pt x="514350" y="114300"/>
                </a:lnTo>
                <a:lnTo>
                  <a:pt x="514350" y="85725"/>
                </a:lnTo>
                <a:lnTo>
                  <a:pt x="533400" y="76200"/>
                </a:lnTo>
                <a:lnTo>
                  <a:pt x="533400" y="57150"/>
                </a:lnTo>
                <a:lnTo>
                  <a:pt x="552450" y="66675"/>
                </a:lnTo>
                <a:lnTo>
                  <a:pt x="571500" y="95250"/>
                </a:lnTo>
                <a:lnTo>
                  <a:pt x="581025" y="85725"/>
                </a:lnTo>
                <a:lnTo>
                  <a:pt x="571500" y="85725"/>
                </a:lnTo>
                <a:lnTo>
                  <a:pt x="581025" y="76200"/>
                </a:lnTo>
                <a:lnTo>
                  <a:pt x="619125" y="76200"/>
                </a:lnTo>
                <a:lnTo>
                  <a:pt x="638175" y="76200"/>
                </a:lnTo>
                <a:lnTo>
                  <a:pt x="638175" y="66675"/>
                </a:lnTo>
                <a:lnTo>
                  <a:pt x="647700" y="57150"/>
                </a:lnTo>
                <a:lnTo>
                  <a:pt x="647700" y="66675"/>
                </a:lnTo>
                <a:lnTo>
                  <a:pt x="676275" y="47625"/>
                </a:lnTo>
                <a:lnTo>
                  <a:pt x="676275" y="57150"/>
                </a:lnTo>
                <a:lnTo>
                  <a:pt x="695325" y="47625"/>
                </a:lnTo>
                <a:lnTo>
                  <a:pt x="695325" y="28575"/>
                </a:lnTo>
                <a:lnTo>
                  <a:pt x="723900" y="19050"/>
                </a:lnTo>
                <a:lnTo>
                  <a:pt x="723900" y="28575"/>
                </a:lnTo>
                <a:lnTo>
                  <a:pt x="762000" y="9525"/>
                </a:lnTo>
                <a:lnTo>
                  <a:pt x="771525" y="19050"/>
                </a:lnTo>
                <a:lnTo>
                  <a:pt x="762000" y="0"/>
                </a:lnTo>
                <a:lnTo>
                  <a:pt x="771525" y="9525"/>
                </a:lnTo>
                <a:lnTo>
                  <a:pt x="790575" y="0"/>
                </a:lnTo>
                <a:lnTo>
                  <a:pt x="809625" y="19050"/>
                </a:lnTo>
                <a:lnTo>
                  <a:pt x="838200" y="19050"/>
                </a:lnTo>
                <a:lnTo>
                  <a:pt x="828675" y="28575"/>
                </a:lnTo>
                <a:lnTo>
                  <a:pt x="857250" y="47625"/>
                </a:lnTo>
                <a:lnTo>
                  <a:pt x="857250" y="57150"/>
                </a:lnTo>
                <a:lnTo>
                  <a:pt x="885825" y="85725"/>
                </a:lnTo>
                <a:lnTo>
                  <a:pt x="885825" y="95250"/>
                </a:lnTo>
                <a:lnTo>
                  <a:pt x="914400" y="104775"/>
                </a:lnTo>
                <a:lnTo>
                  <a:pt x="914400" y="114300"/>
                </a:lnTo>
                <a:lnTo>
                  <a:pt x="933450" y="123825"/>
                </a:lnTo>
                <a:lnTo>
                  <a:pt x="942975" y="133350"/>
                </a:lnTo>
                <a:lnTo>
                  <a:pt x="971550" y="133350"/>
                </a:lnTo>
                <a:lnTo>
                  <a:pt x="962025" y="152400"/>
                </a:lnTo>
                <a:lnTo>
                  <a:pt x="990600" y="161925"/>
                </a:lnTo>
                <a:lnTo>
                  <a:pt x="990600" y="171450"/>
                </a:lnTo>
                <a:lnTo>
                  <a:pt x="1000125" y="180975"/>
                </a:lnTo>
                <a:lnTo>
                  <a:pt x="1038225" y="209550"/>
                </a:lnTo>
                <a:lnTo>
                  <a:pt x="1028700" y="200025"/>
                </a:lnTo>
                <a:lnTo>
                  <a:pt x="1057275" y="238125"/>
                </a:lnTo>
                <a:lnTo>
                  <a:pt x="1047750" y="238125"/>
                </a:lnTo>
                <a:lnTo>
                  <a:pt x="1057275" y="238125"/>
                </a:lnTo>
                <a:lnTo>
                  <a:pt x="1095375" y="266700"/>
                </a:lnTo>
                <a:lnTo>
                  <a:pt x="1095375" y="266700"/>
                </a:lnTo>
                <a:lnTo>
                  <a:pt x="1114425" y="285750"/>
                </a:lnTo>
                <a:lnTo>
                  <a:pt x="1133475" y="285750"/>
                </a:lnTo>
                <a:lnTo>
                  <a:pt x="1143000" y="314325"/>
                </a:lnTo>
                <a:lnTo>
                  <a:pt x="1162050" y="333375"/>
                </a:lnTo>
                <a:lnTo>
                  <a:pt x="1181100" y="352425"/>
                </a:lnTo>
                <a:lnTo>
                  <a:pt x="1181100" y="361950"/>
                </a:lnTo>
                <a:lnTo>
                  <a:pt x="1200150" y="361950"/>
                </a:lnTo>
                <a:lnTo>
                  <a:pt x="1209675" y="371475"/>
                </a:lnTo>
                <a:lnTo>
                  <a:pt x="1219200" y="371475"/>
                </a:lnTo>
                <a:lnTo>
                  <a:pt x="1247775" y="390525"/>
                </a:lnTo>
                <a:lnTo>
                  <a:pt x="1247775" y="409575"/>
                </a:lnTo>
                <a:lnTo>
                  <a:pt x="1257300" y="438150"/>
                </a:lnTo>
                <a:lnTo>
                  <a:pt x="1257300" y="466725"/>
                </a:lnTo>
                <a:lnTo>
                  <a:pt x="1257300" y="466725"/>
                </a:lnTo>
                <a:lnTo>
                  <a:pt x="1228725" y="476250"/>
                </a:lnTo>
                <a:lnTo>
                  <a:pt x="1238250" y="504825"/>
                </a:lnTo>
                <a:lnTo>
                  <a:pt x="1228725" y="504825"/>
                </a:lnTo>
                <a:lnTo>
                  <a:pt x="1247775" y="552450"/>
                </a:lnTo>
                <a:lnTo>
                  <a:pt x="1228725" y="552450"/>
                </a:lnTo>
                <a:lnTo>
                  <a:pt x="1228725" y="581025"/>
                </a:lnTo>
                <a:lnTo>
                  <a:pt x="1219200" y="581025"/>
                </a:lnTo>
                <a:lnTo>
                  <a:pt x="1238250" y="600075"/>
                </a:lnTo>
                <a:lnTo>
                  <a:pt x="1238250" y="609600"/>
                </a:lnTo>
                <a:lnTo>
                  <a:pt x="1238250" y="638175"/>
                </a:lnTo>
                <a:lnTo>
                  <a:pt x="1228725" y="647700"/>
                </a:lnTo>
                <a:lnTo>
                  <a:pt x="1219200" y="666750"/>
                </a:lnTo>
                <a:lnTo>
                  <a:pt x="1228725" y="685800"/>
                </a:lnTo>
                <a:lnTo>
                  <a:pt x="1247775" y="704850"/>
                </a:lnTo>
                <a:lnTo>
                  <a:pt x="1238250" y="733425"/>
                </a:lnTo>
                <a:lnTo>
                  <a:pt x="1238250" y="733425"/>
                </a:lnTo>
                <a:lnTo>
                  <a:pt x="1238250" y="781050"/>
                </a:lnTo>
                <a:lnTo>
                  <a:pt x="1247775" y="771525"/>
                </a:lnTo>
                <a:lnTo>
                  <a:pt x="1238250" y="781050"/>
                </a:lnTo>
                <a:lnTo>
                  <a:pt x="1228725" y="800100"/>
                </a:lnTo>
                <a:lnTo>
                  <a:pt x="1219200" y="828675"/>
                </a:lnTo>
                <a:lnTo>
                  <a:pt x="1228725" y="838200"/>
                </a:lnTo>
                <a:lnTo>
                  <a:pt x="1219200" y="885825"/>
                </a:lnTo>
                <a:lnTo>
                  <a:pt x="1247775" y="876300"/>
                </a:lnTo>
                <a:lnTo>
                  <a:pt x="1238250" y="885825"/>
                </a:lnTo>
                <a:lnTo>
                  <a:pt x="1238250" y="933450"/>
                </a:lnTo>
                <a:lnTo>
                  <a:pt x="1219200" y="952500"/>
                </a:lnTo>
                <a:lnTo>
                  <a:pt x="1247775" y="962025"/>
                </a:lnTo>
                <a:lnTo>
                  <a:pt x="1209675" y="971550"/>
                </a:lnTo>
                <a:lnTo>
                  <a:pt x="1219200" y="971550"/>
                </a:lnTo>
                <a:lnTo>
                  <a:pt x="1228725" y="981075"/>
                </a:lnTo>
                <a:lnTo>
                  <a:pt x="1219200" y="1000125"/>
                </a:lnTo>
                <a:lnTo>
                  <a:pt x="1209675" y="1038225"/>
                </a:lnTo>
                <a:lnTo>
                  <a:pt x="1200150" y="1038225"/>
                </a:lnTo>
                <a:lnTo>
                  <a:pt x="1219200" y="1038225"/>
                </a:lnTo>
                <a:lnTo>
                  <a:pt x="1200150" y="1047750"/>
                </a:lnTo>
                <a:lnTo>
                  <a:pt x="1181100" y="1076325"/>
                </a:lnTo>
                <a:lnTo>
                  <a:pt x="1181100" y="1114425"/>
                </a:lnTo>
                <a:lnTo>
                  <a:pt x="1171575" y="1114425"/>
                </a:lnTo>
                <a:lnTo>
                  <a:pt x="1181100" y="1114425"/>
                </a:lnTo>
                <a:lnTo>
                  <a:pt x="1162050" y="1123950"/>
                </a:lnTo>
                <a:lnTo>
                  <a:pt x="1171575" y="1143000"/>
                </a:lnTo>
                <a:lnTo>
                  <a:pt x="1162050" y="1152525"/>
                </a:lnTo>
                <a:lnTo>
                  <a:pt x="1162050" y="1152525"/>
                </a:lnTo>
                <a:lnTo>
                  <a:pt x="1162050" y="1181100"/>
                </a:lnTo>
                <a:lnTo>
                  <a:pt x="1162050" y="1200150"/>
                </a:lnTo>
                <a:lnTo>
                  <a:pt x="1133475" y="1209675"/>
                </a:lnTo>
                <a:lnTo>
                  <a:pt x="1133475" y="1209675"/>
                </a:lnTo>
                <a:lnTo>
                  <a:pt x="1133475" y="1238250"/>
                </a:lnTo>
                <a:lnTo>
                  <a:pt x="1123950" y="1228725"/>
                </a:lnTo>
                <a:lnTo>
                  <a:pt x="1133475" y="1247775"/>
                </a:lnTo>
                <a:lnTo>
                  <a:pt x="1133475" y="1266825"/>
                </a:lnTo>
                <a:lnTo>
                  <a:pt x="1104900" y="1266825"/>
                </a:lnTo>
                <a:lnTo>
                  <a:pt x="1133475" y="1276350"/>
                </a:lnTo>
                <a:lnTo>
                  <a:pt x="1114425" y="1304925"/>
                </a:lnTo>
                <a:lnTo>
                  <a:pt x="1114425" y="1323975"/>
                </a:lnTo>
                <a:lnTo>
                  <a:pt x="1123950" y="1314450"/>
                </a:lnTo>
                <a:lnTo>
                  <a:pt x="1095375" y="1362075"/>
                </a:lnTo>
                <a:lnTo>
                  <a:pt x="1104900" y="1343025"/>
                </a:lnTo>
                <a:lnTo>
                  <a:pt x="1085850" y="1371600"/>
                </a:lnTo>
                <a:lnTo>
                  <a:pt x="1000125" y="1323975"/>
                </a:lnTo>
                <a:lnTo>
                  <a:pt x="1057275" y="1371600"/>
                </a:lnTo>
                <a:lnTo>
                  <a:pt x="1038225" y="1371600"/>
                </a:lnTo>
                <a:lnTo>
                  <a:pt x="1047750" y="1390650"/>
                </a:lnTo>
                <a:lnTo>
                  <a:pt x="1038225" y="1390650"/>
                </a:lnTo>
                <a:lnTo>
                  <a:pt x="1019175" y="1476375"/>
                </a:lnTo>
                <a:lnTo>
                  <a:pt x="1009650" y="1447800"/>
                </a:lnTo>
                <a:lnTo>
                  <a:pt x="1019175" y="1476375"/>
                </a:lnTo>
                <a:lnTo>
                  <a:pt x="1019175" y="1524000"/>
                </a:lnTo>
                <a:lnTo>
                  <a:pt x="1038225" y="1504950"/>
                </a:lnTo>
                <a:lnTo>
                  <a:pt x="1028700" y="1533525"/>
                </a:lnTo>
                <a:lnTo>
                  <a:pt x="1019175" y="1524000"/>
                </a:lnTo>
                <a:lnTo>
                  <a:pt x="971550" y="1571625"/>
                </a:lnTo>
                <a:lnTo>
                  <a:pt x="990600" y="1552575"/>
                </a:lnTo>
                <a:lnTo>
                  <a:pt x="971550" y="1600200"/>
                </a:lnTo>
                <a:lnTo>
                  <a:pt x="971550" y="1600200"/>
                </a:lnTo>
                <a:lnTo>
                  <a:pt x="1000125" y="1638300"/>
                </a:lnTo>
                <a:lnTo>
                  <a:pt x="933450" y="1647825"/>
                </a:lnTo>
                <a:lnTo>
                  <a:pt x="933450" y="1638300"/>
                </a:lnTo>
                <a:lnTo>
                  <a:pt x="933450" y="1657350"/>
                </a:lnTo>
                <a:lnTo>
                  <a:pt x="904875" y="1647825"/>
                </a:lnTo>
                <a:lnTo>
                  <a:pt x="923925" y="1657350"/>
                </a:lnTo>
                <a:lnTo>
                  <a:pt x="904875" y="1676400"/>
                </a:lnTo>
                <a:lnTo>
                  <a:pt x="933450" y="1724025"/>
                </a:lnTo>
                <a:lnTo>
                  <a:pt x="904875" y="1743075"/>
                </a:lnTo>
                <a:lnTo>
                  <a:pt x="923925" y="1771650"/>
                </a:lnTo>
                <a:lnTo>
                  <a:pt x="895350" y="1790700"/>
                </a:lnTo>
                <a:lnTo>
                  <a:pt x="866775" y="1819275"/>
                </a:lnTo>
                <a:lnTo>
                  <a:pt x="857250" y="1838325"/>
                </a:lnTo>
                <a:lnTo>
                  <a:pt x="838200" y="1838325"/>
                </a:lnTo>
                <a:lnTo>
                  <a:pt x="847725" y="1857375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91950" y="1819275"/>
            <a:ext cx="1066800" cy="1762125"/>
          </a:xfrm>
          <a:custGeom>
            <a:avLst/>
            <a:gdLst/>
            <a:ahLst/>
            <a:cxnLst/>
            <a:rect l="l" t="t" r="r" b="b"/>
            <a:pathLst>
              <a:path w="1066800" h="1762125">
                <a:moveTo>
                  <a:pt x="666750" y="1762125"/>
                </a:moveTo>
                <a:lnTo>
                  <a:pt x="647700" y="1752600"/>
                </a:lnTo>
                <a:lnTo>
                  <a:pt x="628650" y="1733550"/>
                </a:lnTo>
                <a:lnTo>
                  <a:pt x="619125" y="1733550"/>
                </a:lnTo>
                <a:lnTo>
                  <a:pt x="590550" y="1704975"/>
                </a:lnTo>
                <a:lnTo>
                  <a:pt x="590550" y="1714500"/>
                </a:lnTo>
                <a:lnTo>
                  <a:pt x="600075" y="1695450"/>
                </a:lnTo>
                <a:lnTo>
                  <a:pt x="571500" y="1666875"/>
                </a:lnTo>
                <a:lnTo>
                  <a:pt x="571500" y="1676400"/>
                </a:lnTo>
                <a:lnTo>
                  <a:pt x="542925" y="1657350"/>
                </a:lnTo>
                <a:lnTo>
                  <a:pt x="533400" y="1657350"/>
                </a:lnTo>
                <a:lnTo>
                  <a:pt x="495300" y="1609725"/>
                </a:lnTo>
                <a:lnTo>
                  <a:pt x="504825" y="1628775"/>
                </a:lnTo>
                <a:lnTo>
                  <a:pt x="485775" y="1600200"/>
                </a:lnTo>
                <a:lnTo>
                  <a:pt x="466725" y="1590675"/>
                </a:lnTo>
                <a:lnTo>
                  <a:pt x="438150" y="1562100"/>
                </a:lnTo>
                <a:lnTo>
                  <a:pt x="438150" y="1552575"/>
                </a:lnTo>
                <a:lnTo>
                  <a:pt x="419100" y="1533525"/>
                </a:lnTo>
                <a:lnTo>
                  <a:pt x="428625" y="1543050"/>
                </a:lnTo>
                <a:lnTo>
                  <a:pt x="400050" y="1543050"/>
                </a:lnTo>
                <a:lnTo>
                  <a:pt x="381000" y="1514475"/>
                </a:lnTo>
                <a:lnTo>
                  <a:pt x="361950" y="1495425"/>
                </a:lnTo>
                <a:lnTo>
                  <a:pt x="342900" y="1485900"/>
                </a:lnTo>
                <a:lnTo>
                  <a:pt x="352425" y="1466850"/>
                </a:lnTo>
                <a:lnTo>
                  <a:pt x="333375" y="1457325"/>
                </a:lnTo>
                <a:lnTo>
                  <a:pt x="304800" y="1447800"/>
                </a:lnTo>
                <a:lnTo>
                  <a:pt x="285750" y="1438275"/>
                </a:lnTo>
                <a:lnTo>
                  <a:pt x="295275" y="1438275"/>
                </a:lnTo>
                <a:lnTo>
                  <a:pt x="266700" y="1428750"/>
                </a:lnTo>
                <a:lnTo>
                  <a:pt x="266700" y="1419225"/>
                </a:lnTo>
                <a:lnTo>
                  <a:pt x="228600" y="1390650"/>
                </a:lnTo>
                <a:lnTo>
                  <a:pt x="219075" y="1371600"/>
                </a:lnTo>
                <a:lnTo>
                  <a:pt x="200025" y="1381125"/>
                </a:lnTo>
                <a:lnTo>
                  <a:pt x="200025" y="1343025"/>
                </a:lnTo>
                <a:lnTo>
                  <a:pt x="190500" y="1304925"/>
                </a:lnTo>
                <a:lnTo>
                  <a:pt x="180975" y="1304925"/>
                </a:lnTo>
                <a:lnTo>
                  <a:pt x="200025" y="1276350"/>
                </a:lnTo>
                <a:lnTo>
                  <a:pt x="171450" y="1285875"/>
                </a:lnTo>
                <a:lnTo>
                  <a:pt x="161925" y="1247775"/>
                </a:lnTo>
                <a:lnTo>
                  <a:pt x="152400" y="1247775"/>
                </a:lnTo>
                <a:lnTo>
                  <a:pt x="142875" y="1238250"/>
                </a:lnTo>
                <a:lnTo>
                  <a:pt x="171450" y="1219200"/>
                </a:lnTo>
                <a:lnTo>
                  <a:pt x="152400" y="1200150"/>
                </a:lnTo>
                <a:lnTo>
                  <a:pt x="123825" y="1162050"/>
                </a:lnTo>
                <a:lnTo>
                  <a:pt x="123825" y="1143000"/>
                </a:lnTo>
                <a:lnTo>
                  <a:pt x="133350" y="1133475"/>
                </a:lnTo>
                <a:lnTo>
                  <a:pt x="104775" y="1114425"/>
                </a:lnTo>
                <a:lnTo>
                  <a:pt x="123825" y="1085850"/>
                </a:lnTo>
                <a:lnTo>
                  <a:pt x="95250" y="1066800"/>
                </a:lnTo>
                <a:lnTo>
                  <a:pt x="95250" y="1047750"/>
                </a:lnTo>
                <a:lnTo>
                  <a:pt x="76200" y="1047750"/>
                </a:lnTo>
                <a:lnTo>
                  <a:pt x="66675" y="1028700"/>
                </a:lnTo>
                <a:lnTo>
                  <a:pt x="95250" y="981075"/>
                </a:lnTo>
                <a:lnTo>
                  <a:pt x="95250" y="971550"/>
                </a:lnTo>
                <a:lnTo>
                  <a:pt x="57150" y="971550"/>
                </a:lnTo>
                <a:lnTo>
                  <a:pt x="66675" y="933450"/>
                </a:lnTo>
                <a:lnTo>
                  <a:pt x="66675" y="933450"/>
                </a:lnTo>
                <a:lnTo>
                  <a:pt x="76200" y="914400"/>
                </a:lnTo>
                <a:lnTo>
                  <a:pt x="57150" y="885825"/>
                </a:lnTo>
                <a:lnTo>
                  <a:pt x="38100" y="866775"/>
                </a:lnTo>
                <a:lnTo>
                  <a:pt x="38100" y="866775"/>
                </a:lnTo>
                <a:lnTo>
                  <a:pt x="19050" y="847725"/>
                </a:lnTo>
                <a:lnTo>
                  <a:pt x="9525" y="800100"/>
                </a:lnTo>
                <a:lnTo>
                  <a:pt x="0" y="781050"/>
                </a:lnTo>
                <a:lnTo>
                  <a:pt x="0" y="781050"/>
                </a:lnTo>
                <a:lnTo>
                  <a:pt x="76200" y="790575"/>
                </a:lnTo>
                <a:lnTo>
                  <a:pt x="9525" y="781050"/>
                </a:lnTo>
                <a:lnTo>
                  <a:pt x="28575" y="695325"/>
                </a:lnTo>
                <a:lnTo>
                  <a:pt x="9525" y="647700"/>
                </a:lnTo>
                <a:lnTo>
                  <a:pt x="38100" y="685800"/>
                </a:lnTo>
                <a:lnTo>
                  <a:pt x="19050" y="638175"/>
                </a:lnTo>
                <a:lnTo>
                  <a:pt x="38100" y="609600"/>
                </a:lnTo>
                <a:lnTo>
                  <a:pt x="76200" y="581025"/>
                </a:lnTo>
                <a:lnTo>
                  <a:pt x="66675" y="466725"/>
                </a:lnTo>
                <a:lnTo>
                  <a:pt x="123825" y="533400"/>
                </a:lnTo>
                <a:lnTo>
                  <a:pt x="85725" y="485775"/>
                </a:lnTo>
                <a:lnTo>
                  <a:pt x="76200" y="466725"/>
                </a:lnTo>
                <a:lnTo>
                  <a:pt x="104775" y="438150"/>
                </a:lnTo>
                <a:lnTo>
                  <a:pt x="104775" y="457200"/>
                </a:lnTo>
                <a:lnTo>
                  <a:pt x="152400" y="438150"/>
                </a:lnTo>
                <a:lnTo>
                  <a:pt x="161925" y="419100"/>
                </a:lnTo>
                <a:lnTo>
                  <a:pt x="180975" y="390525"/>
                </a:lnTo>
                <a:lnTo>
                  <a:pt x="142875" y="371475"/>
                </a:lnTo>
                <a:lnTo>
                  <a:pt x="180975" y="323850"/>
                </a:lnTo>
                <a:lnTo>
                  <a:pt x="180975" y="361950"/>
                </a:lnTo>
                <a:lnTo>
                  <a:pt x="238125" y="314325"/>
                </a:lnTo>
                <a:lnTo>
                  <a:pt x="228600" y="323850"/>
                </a:lnTo>
                <a:lnTo>
                  <a:pt x="238125" y="314325"/>
                </a:lnTo>
                <a:lnTo>
                  <a:pt x="219075" y="266700"/>
                </a:lnTo>
                <a:lnTo>
                  <a:pt x="219075" y="180975"/>
                </a:lnTo>
                <a:lnTo>
                  <a:pt x="228600" y="219075"/>
                </a:lnTo>
                <a:lnTo>
                  <a:pt x="257175" y="200025"/>
                </a:lnTo>
                <a:lnTo>
                  <a:pt x="257175" y="190500"/>
                </a:lnTo>
                <a:lnTo>
                  <a:pt x="238125" y="171450"/>
                </a:lnTo>
                <a:lnTo>
                  <a:pt x="257175" y="104775"/>
                </a:lnTo>
                <a:lnTo>
                  <a:pt x="285750" y="95250"/>
                </a:lnTo>
                <a:lnTo>
                  <a:pt x="276225" y="85725"/>
                </a:lnTo>
                <a:lnTo>
                  <a:pt x="276225" y="104775"/>
                </a:lnTo>
                <a:lnTo>
                  <a:pt x="304800" y="104775"/>
                </a:lnTo>
                <a:lnTo>
                  <a:pt x="304800" y="85725"/>
                </a:lnTo>
                <a:lnTo>
                  <a:pt x="323850" y="95250"/>
                </a:lnTo>
                <a:lnTo>
                  <a:pt x="361950" y="104775"/>
                </a:lnTo>
                <a:lnTo>
                  <a:pt x="352425" y="85725"/>
                </a:lnTo>
                <a:lnTo>
                  <a:pt x="361950" y="85725"/>
                </a:lnTo>
                <a:lnTo>
                  <a:pt x="361950" y="95250"/>
                </a:lnTo>
                <a:lnTo>
                  <a:pt x="371475" y="95250"/>
                </a:lnTo>
                <a:lnTo>
                  <a:pt x="390525" y="85725"/>
                </a:lnTo>
                <a:lnTo>
                  <a:pt x="409575" y="66675"/>
                </a:lnTo>
                <a:lnTo>
                  <a:pt x="409575" y="66675"/>
                </a:lnTo>
                <a:lnTo>
                  <a:pt x="419100" y="85725"/>
                </a:lnTo>
                <a:lnTo>
                  <a:pt x="419100" y="76200"/>
                </a:lnTo>
                <a:lnTo>
                  <a:pt x="428625" y="66675"/>
                </a:lnTo>
                <a:lnTo>
                  <a:pt x="447675" y="66675"/>
                </a:lnTo>
                <a:lnTo>
                  <a:pt x="485775" y="47625"/>
                </a:lnTo>
                <a:lnTo>
                  <a:pt x="476250" y="66675"/>
                </a:lnTo>
                <a:lnTo>
                  <a:pt x="504825" y="38100"/>
                </a:lnTo>
                <a:lnTo>
                  <a:pt x="495300" y="47625"/>
                </a:lnTo>
                <a:lnTo>
                  <a:pt x="523875" y="28575"/>
                </a:lnTo>
                <a:lnTo>
                  <a:pt x="533400" y="19050"/>
                </a:lnTo>
                <a:lnTo>
                  <a:pt x="542925" y="38100"/>
                </a:lnTo>
                <a:lnTo>
                  <a:pt x="552450" y="38100"/>
                </a:lnTo>
                <a:lnTo>
                  <a:pt x="581025" y="19050"/>
                </a:lnTo>
                <a:lnTo>
                  <a:pt x="590550" y="28575"/>
                </a:lnTo>
                <a:lnTo>
                  <a:pt x="600075" y="28575"/>
                </a:lnTo>
                <a:lnTo>
                  <a:pt x="600075" y="0"/>
                </a:lnTo>
                <a:lnTo>
                  <a:pt x="619125" y="0"/>
                </a:lnTo>
                <a:lnTo>
                  <a:pt x="619125" y="19050"/>
                </a:lnTo>
                <a:lnTo>
                  <a:pt x="628650" y="0"/>
                </a:lnTo>
                <a:lnTo>
                  <a:pt x="657225" y="0"/>
                </a:lnTo>
                <a:lnTo>
                  <a:pt x="657225" y="38100"/>
                </a:lnTo>
                <a:lnTo>
                  <a:pt x="676275" y="28575"/>
                </a:lnTo>
                <a:lnTo>
                  <a:pt x="676275" y="38100"/>
                </a:lnTo>
                <a:lnTo>
                  <a:pt x="685800" y="57150"/>
                </a:lnTo>
                <a:lnTo>
                  <a:pt x="695325" y="57150"/>
                </a:lnTo>
                <a:lnTo>
                  <a:pt x="733425" y="95250"/>
                </a:lnTo>
                <a:lnTo>
                  <a:pt x="742950" y="76200"/>
                </a:lnTo>
                <a:lnTo>
                  <a:pt x="742950" y="95250"/>
                </a:lnTo>
                <a:lnTo>
                  <a:pt x="752475" y="114300"/>
                </a:lnTo>
                <a:lnTo>
                  <a:pt x="781050" y="114300"/>
                </a:lnTo>
                <a:lnTo>
                  <a:pt x="800100" y="142875"/>
                </a:lnTo>
                <a:lnTo>
                  <a:pt x="790575" y="142875"/>
                </a:lnTo>
                <a:lnTo>
                  <a:pt x="809625" y="152400"/>
                </a:lnTo>
                <a:lnTo>
                  <a:pt x="828675" y="142875"/>
                </a:lnTo>
                <a:lnTo>
                  <a:pt x="847725" y="171450"/>
                </a:lnTo>
                <a:lnTo>
                  <a:pt x="847725" y="171450"/>
                </a:lnTo>
                <a:lnTo>
                  <a:pt x="857250" y="209550"/>
                </a:lnTo>
                <a:lnTo>
                  <a:pt x="866775" y="219075"/>
                </a:lnTo>
                <a:lnTo>
                  <a:pt x="866775" y="209550"/>
                </a:lnTo>
                <a:lnTo>
                  <a:pt x="885825" y="228600"/>
                </a:lnTo>
                <a:lnTo>
                  <a:pt x="904875" y="257175"/>
                </a:lnTo>
                <a:lnTo>
                  <a:pt x="914400" y="257175"/>
                </a:lnTo>
                <a:lnTo>
                  <a:pt x="942975" y="276225"/>
                </a:lnTo>
                <a:lnTo>
                  <a:pt x="962025" y="276225"/>
                </a:lnTo>
                <a:lnTo>
                  <a:pt x="952500" y="285750"/>
                </a:lnTo>
                <a:lnTo>
                  <a:pt x="981075" y="295275"/>
                </a:lnTo>
                <a:lnTo>
                  <a:pt x="1000125" y="304800"/>
                </a:lnTo>
                <a:lnTo>
                  <a:pt x="1009650" y="333375"/>
                </a:lnTo>
                <a:lnTo>
                  <a:pt x="1000125" y="342900"/>
                </a:lnTo>
                <a:lnTo>
                  <a:pt x="1038225" y="352425"/>
                </a:lnTo>
                <a:lnTo>
                  <a:pt x="1057275" y="371475"/>
                </a:lnTo>
                <a:lnTo>
                  <a:pt x="1038225" y="381000"/>
                </a:lnTo>
                <a:lnTo>
                  <a:pt x="1066800" y="419100"/>
                </a:lnTo>
                <a:lnTo>
                  <a:pt x="1066800" y="419100"/>
                </a:lnTo>
                <a:lnTo>
                  <a:pt x="1047750" y="438150"/>
                </a:lnTo>
                <a:lnTo>
                  <a:pt x="1057275" y="428625"/>
                </a:lnTo>
                <a:lnTo>
                  <a:pt x="1066800" y="466725"/>
                </a:lnTo>
                <a:lnTo>
                  <a:pt x="1057275" y="466725"/>
                </a:lnTo>
                <a:lnTo>
                  <a:pt x="1047750" y="495300"/>
                </a:lnTo>
                <a:lnTo>
                  <a:pt x="1047750" y="514350"/>
                </a:lnTo>
                <a:lnTo>
                  <a:pt x="1038225" y="514350"/>
                </a:lnTo>
                <a:lnTo>
                  <a:pt x="1047750" y="542925"/>
                </a:lnTo>
                <a:lnTo>
                  <a:pt x="1057275" y="571500"/>
                </a:lnTo>
                <a:lnTo>
                  <a:pt x="1047750" y="571500"/>
                </a:lnTo>
                <a:lnTo>
                  <a:pt x="1038225" y="581025"/>
                </a:lnTo>
                <a:lnTo>
                  <a:pt x="1047750" y="609600"/>
                </a:lnTo>
                <a:lnTo>
                  <a:pt x="1038225" y="609600"/>
                </a:lnTo>
                <a:lnTo>
                  <a:pt x="1066800" y="619125"/>
                </a:lnTo>
                <a:lnTo>
                  <a:pt x="1038225" y="657225"/>
                </a:lnTo>
                <a:lnTo>
                  <a:pt x="1038225" y="666750"/>
                </a:lnTo>
                <a:lnTo>
                  <a:pt x="1038225" y="676275"/>
                </a:lnTo>
                <a:lnTo>
                  <a:pt x="1038225" y="704850"/>
                </a:lnTo>
                <a:lnTo>
                  <a:pt x="1047750" y="733425"/>
                </a:lnTo>
                <a:lnTo>
                  <a:pt x="1038225" y="733425"/>
                </a:lnTo>
                <a:lnTo>
                  <a:pt x="1057275" y="752475"/>
                </a:lnTo>
                <a:lnTo>
                  <a:pt x="1038225" y="771525"/>
                </a:lnTo>
                <a:lnTo>
                  <a:pt x="1038225" y="771525"/>
                </a:lnTo>
                <a:lnTo>
                  <a:pt x="1038225" y="781050"/>
                </a:lnTo>
                <a:lnTo>
                  <a:pt x="1038225" y="819150"/>
                </a:lnTo>
                <a:lnTo>
                  <a:pt x="1057275" y="838200"/>
                </a:lnTo>
                <a:lnTo>
                  <a:pt x="1038225" y="866775"/>
                </a:lnTo>
                <a:lnTo>
                  <a:pt x="1038225" y="866775"/>
                </a:lnTo>
                <a:lnTo>
                  <a:pt x="1047750" y="895350"/>
                </a:lnTo>
                <a:lnTo>
                  <a:pt x="1057275" y="895350"/>
                </a:lnTo>
                <a:lnTo>
                  <a:pt x="1019175" y="904875"/>
                </a:lnTo>
                <a:lnTo>
                  <a:pt x="1019175" y="914400"/>
                </a:lnTo>
                <a:lnTo>
                  <a:pt x="1028700" y="942975"/>
                </a:lnTo>
                <a:lnTo>
                  <a:pt x="1028700" y="942975"/>
                </a:lnTo>
                <a:lnTo>
                  <a:pt x="1028700" y="990600"/>
                </a:lnTo>
                <a:lnTo>
                  <a:pt x="1009650" y="990600"/>
                </a:lnTo>
                <a:lnTo>
                  <a:pt x="1000125" y="1009650"/>
                </a:lnTo>
                <a:lnTo>
                  <a:pt x="1019175" y="1019175"/>
                </a:lnTo>
                <a:lnTo>
                  <a:pt x="990600" y="990600"/>
                </a:lnTo>
                <a:lnTo>
                  <a:pt x="971550" y="1038225"/>
                </a:lnTo>
                <a:lnTo>
                  <a:pt x="971550" y="1028700"/>
                </a:lnTo>
                <a:lnTo>
                  <a:pt x="990600" y="1057275"/>
                </a:lnTo>
                <a:lnTo>
                  <a:pt x="990600" y="1076325"/>
                </a:lnTo>
                <a:lnTo>
                  <a:pt x="1000125" y="1066800"/>
                </a:lnTo>
                <a:lnTo>
                  <a:pt x="981075" y="1076325"/>
                </a:lnTo>
                <a:lnTo>
                  <a:pt x="1000125" y="1104900"/>
                </a:lnTo>
                <a:lnTo>
                  <a:pt x="981075" y="1104900"/>
                </a:lnTo>
                <a:lnTo>
                  <a:pt x="990600" y="1114425"/>
                </a:lnTo>
                <a:lnTo>
                  <a:pt x="971550" y="1133475"/>
                </a:lnTo>
                <a:lnTo>
                  <a:pt x="952500" y="1143000"/>
                </a:lnTo>
                <a:lnTo>
                  <a:pt x="962025" y="1171575"/>
                </a:lnTo>
                <a:lnTo>
                  <a:pt x="952500" y="1171575"/>
                </a:lnTo>
                <a:lnTo>
                  <a:pt x="971550" y="1200150"/>
                </a:lnTo>
                <a:lnTo>
                  <a:pt x="933450" y="1181100"/>
                </a:lnTo>
                <a:lnTo>
                  <a:pt x="942975" y="1209675"/>
                </a:lnTo>
                <a:lnTo>
                  <a:pt x="952500" y="1219200"/>
                </a:lnTo>
                <a:lnTo>
                  <a:pt x="933450" y="1238250"/>
                </a:lnTo>
                <a:lnTo>
                  <a:pt x="923925" y="1247775"/>
                </a:lnTo>
                <a:lnTo>
                  <a:pt x="942975" y="1266825"/>
                </a:lnTo>
                <a:lnTo>
                  <a:pt x="914400" y="1266825"/>
                </a:lnTo>
                <a:lnTo>
                  <a:pt x="933450" y="1276350"/>
                </a:lnTo>
                <a:lnTo>
                  <a:pt x="923925" y="1295400"/>
                </a:lnTo>
                <a:lnTo>
                  <a:pt x="933450" y="1390650"/>
                </a:lnTo>
                <a:lnTo>
                  <a:pt x="838200" y="1333500"/>
                </a:lnTo>
                <a:lnTo>
                  <a:pt x="904875" y="1333500"/>
                </a:lnTo>
                <a:lnTo>
                  <a:pt x="895350" y="1314450"/>
                </a:lnTo>
                <a:lnTo>
                  <a:pt x="885825" y="1390650"/>
                </a:lnTo>
                <a:lnTo>
                  <a:pt x="866775" y="1343025"/>
                </a:lnTo>
                <a:lnTo>
                  <a:pt x="819150" y="1352550"/>
                </a:lnTo>
                <a:lnTo>
                  <a:pt x="847725" y="1419225"/>
                </a:lnTo>
                <a:lnTo>
                  <a:pt x="819150" y="1371600"/>
                </a:lnTo>
                <a:lnTo>
                  <a:pt x="847725" y="1419225"/>
                </a:lnTo>
                <a:lnTo>
                  <a:pt x="857250" y="1428750"/>
                </a:lnTo>
                <a:lnTo>
                  <a:pt x="838200" y="1447800"/>
                </a:lnTo>
                <a:lnTo>
                  <a:pt x="781050" y="1457325"/>
                </a:lnTo>
                <a:lnTo>
                  <a:pt x="800100" y="1504950"/>
                </a:lnTo>
                <a:lnTo>
                  <a:pt x="790575" y="1504950"/>
                </a:lnTo>
                <a:lnTo>
                  <a:pt x="809625" y="1524000"/>
                </a:lnTo>
                <a:lnTo>
                  <a:pt x="809625" y="1571625"/>
                </a:lnTo>
                <a:lnTo>
                  <a:pt x="790575" y="1562100"/>
                </a:lnTo>
                <a:lnTo>
                  <a:pt x="762000" y="1552575"/>
                </a:lnTo>
                <a:lnTo>
                  <a:pt x="790575" y="1571625"/>
                </a:lnTo>
                <a:lnTo>
                  <a:pt x="723900" y="1571625"/>
                </a:lnTo>
                <a:lnTo>
                  <a:pt x="762000" y="1609725"/>
                </a:lnTo>
                <a:lnTo>
                  <a:pt x="742950" y="1600200"/>
                </a:lnTo>
                <a:lnTo>
                  <a:pt x="733425" y="1619250"/>
                </a:lnTo>
                <a:lnTo>
                  <a:pt x="733425" y="1657350"/>
                </a:lnTo>
                <a:lnTo>
                  <a:pt x="733425" y="1676400"/>
                </a:lnTo>
                <a:lnTo>
                  <a:pt x="723900" y="1695450"/>
                </a:lnTo>
                <a:lnTo>
                  <a:pt x="714375" y="1704975"/>
                </a:lnTo>
                <a:lnTo>
                  <a:pt x="695325" y="1724025"/>
                </a:lnTo>
                <a:lnTo>
                  <a:pt x="704850" y="1724025"/>
                </a:lnTo>
                <a:lnTo>
                  <a:pt x="666750" y="173355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20475" y="288607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114300" y="38100"/>
                </a:moveTo>
                <a:lnTo>
                  <a:pt x="95250" y="57150"/>
                </a:lnTo>
                <a:lnTo>
                  <a:pt x="95250" y="76200"/>
                </a:lnTo>
                <a:lnTo>
                  <a:pt x="47625" y="76200"/>
                </a:lnTo>
                <a:lnTo>
                  <a:pt x="0" y="76200"/>
                </a:lnTo>
                <a:lnTo>
                  <a:pt x="19050" y="57150"/>
                </a:lnTo>
                <a:lnTo>
                  <a:pt x="28575" y="19050"/>
                </a:lnTo>
                <a:lnTo>
                  <a:pt x="47625" y="0"/>
                </a:lnTo>
                <a:lnTo>
                  <a:pt x="85725" y="9525"/>
                </a:lnTo>
                <a:lnTo>
                  <a:pt x="104775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820650" y="3962400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152400" y="47625"/>
                </a:moveTo>
                <a:lnTo>
                  <a:pt x="114300" y="66675"/>
                </a:lnTo>
                <a:lnTo>
                  <a:pt x="85725" y="95250"/>
                </a:lnTo>
                <a:lnTo>
                  <a:pt x="38100" y="104775"/>
                </a:lnTo>
                <a:lnTo>
                  <a:pt x="9525" y="95250"/>
                </a:lnTo>
                <a:lnTo>
                  <a:pt x="0" y="47625"/>
                </a:lnTo>
                <a:lnTo>
                  <a:pt x="9525" y="19050"/>
                </a:lnTo>
                <a:lnTo>
                  <a:pt x="57150" y="9525"/>
                </a:lnTo>
                <a:lnTo>
                  <a:pt x="9525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601575" y="130492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66675"/>
                </a:moveTo>
                <a:lnTo>
                  <a:pt x="152400" y="114300"/>
                </a:lnTo>
                <a:lnTo>
                  <a:pt x="114300" y="180975"/>
                </a:lnTo>
                <a:lnTo>
                  <a:pt x="57150" y="142875"/>
                </a:lnTo>
                <a:lnTo>
                  <a:pt x="0" y="104775"/>
                </a:lnTo>
                <a:lnTo>
                  <a:pt x="9525" y="47625"/>
                </a:lnTo>
                <a:lnTo>
                  <a:pt x="28575" y="0"/>
                </a:lnTo>
                <a:lnTo>
                  <a:pt x="66675" y="0"/>
                </a:lnTo>
                <a:lnTo>
                  <a:pt x="104775" y="0"/>
                </a:lnTo>
                <a:lnTo>
                  <a:pt x="1524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601700" y="36099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171450" y="76200"/>
                </a:moveTo>
                <a:lnTo>
                  <a:pt x="123825" y="114300"/>
                </a:lnTo>
                <a:lnTo>
                  <a:pt x="95250" y="133350"/>
                </a:lnTo>
                <a:lnTo>
                  <a:pt x="47625" y="142875"/>
                </a:lnTo>
                <a:lnTo>
                  <a:pt x="0" y="133350"/>
                </a:lnTo>
                <a:lnTo>
                  <a:pt x="9525" y="85725"/>
                </a:lnTo>
                <a:lnTo>
                  <a:pt x="9525" y="19050"/>
                </a:lnTo>
                <a:lnTo>
                  <a:pt x="57150" y="0"/>
                </a:lnTo>
                <a:lnTo>
                  <a:pt x="104775" y="19050"/>
                </a:lnTo>
                <a:lnTo>
                  <a:pt x="13335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668250" y="3914775"/>
            <a:ext cx="228600" cy="209550"/>
          </a:xfrm>
          <a:custGeom>
            <a:avLst/>
            <a:gdLst/>
            <a:ahLst/>
            <a:cxnLst/>
            <a:rect l="l" t="t" r="r" b="b"/>
            <a:pathLst>
              <a:path w="228600" h="209550">
                <a:moveTo>
                  <a:pt x="228600" y="95250"/>
                </a:moveTo>
                <a:lnTo>
                  <a:pt x="190500" y="152400"/>
                </a:lnTo>
                <a:lnTo>
                  <a:pt x="152400" y="209550"/>
                </a:lnTo>
                <a:lnTo>
                  <a:pt x="76200" y="152400"/>
                </a:lnTo>
                <a:lnTo>
                  <a:pt x="19050" y="142875"/>
                </a:lnTo>
                <a:lnTo>
                  <a:pt x="0" y="66675"/>
                </a:lnTo>
                <a:lnTo>
                  <a:pt x="38100" y="38100"/>
                </a:lnTo>
                <a:lnTo>
                  <a:pt x="104775" y="19050"/>
                </a:lnTo>
                <a:lnTo>
                  <a:pt x="161925" y="0"/>
                </a:lnTo>
                <a:lnTo>
                  <a:pt x="209550" y="762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496925" y="143827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14300"/>
                </a:moveTo>
                <a:lnTo>
                  <a:pt x="152400" y="142875"/>
                </a:lnTo>
                <a:lnTo>
                  <a:pt x="123825" y="171450"/>
                </a:lnTo>
                <a:lnTo>
                  <a:pt x="76200" y="171450"/>
                </a:lnTo>
                <a:lnTo>
                  <a:pt x="19050" y="180975"/>
                </a:lnTo>
                <a:lnTo>
                  <a:pt x="9525" y="114300"/>
                </a:lnTo>
                <a:lnTo>
                  <a:pt x="0" y="47625"/>
                </a:lnTo>
                <a:lnTo>
                  <a:pt x="66675" y="47625"/>
                </a:lnTo>
                <a:lnTo>
                  <a:pt x="114300" y="0"/>
                </a:lnTo>
                <a:lnTo>
                  <a:pt x="152400" y="4762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420475" y="1276350"/>
            <a:ext cx="2995613" cy="2784158"/>
          </a:xfrm>
          <a:custGeom>
            <a:avLst/>
            <a:gdLst/>
            <a:ahLst/>
            <a:cxnLst/>
            <a:rect l="l" t="t" r="r" b="b"/>
            <a:pathLst>
              <a:path w="2995613" h="2784158">
                <a:moveTo>
                  <a:pt x="247650" y="1183005"/>
                </a:moveTo>
                <a:lnTo>
                  <a:pt x="264795" y="1200150"/>
                </a:lnTo>
                <a:lnTo>
                  <a:pt x="247650" y="1217295"/>
                </a:lnTo>
                <a:lnTo>
                  <a:pt x="230505" y="1200150"/>
                </a:lnTo>
                <a:close/>
                <a:moveTo>
                  <a:pt x="1771650" y="621983"/>
                </a:moveTo>
                <a:lnTo>
                  <a:pt x="1787843" y="638175"/>
                </a:lnTo>
                <a:lnTo>
                  <a:pt x="1771650" y="654367"/>
                </a:lnTo>
                <a:lnTo>
                  <a:pt x="1755457" y="638175"/>
                </a:lnTo>
                <a:close/>
                <a:moveTo>
                  <a:pt x="323850" y="1398270"/>
                </a:moveTo>
                <a:lnTo>
                  <a:pt x="344805" y="1419225"/>
                </a:lnTo>
                <a:lnTo>
                  <a:pt x="323850" y="1440180"/>
                </a:lnTo>
                <a:lnTo>
                  <a:pt x="302895" y="1419225"/>
                </a:lnTo>
                <a:close/>
                <a:moveTo>
                  <a:pt x="2371725" y="2401253"/>
                </a:moveTo>
                <a:lnTo>
                  <a:pt x="2380298" y="2409825"/>
                </a:lnTo>
                <a:lnTo>
                  <a:pt x="2371725" y="2418398"/>
                </a:lnTo>
                <a:lnTo>
                  <a:pt x="2363152" y="2409825"/>
                </a:lnTo>
                <a:close/>
                <a:moveTo>
                  <a:pt x="19050" y="1962150"/>
                </a:moveTo>
                <a:lnTo>
                  <a:pt x="38100" y="1981200"/>
                </a:lnTo>
                <a:lnTo>
                  <a:pt x="19050" y="2000250"/>
                </a:lnTo>
                <a:lnTo>
                  <a:pt x="0" y="1981200"/>
                </a:lnTo>
                <a:close/>
                <a:moveTo>
                  <a:pt x="542925" y="2284095"/>
                </a:moveTo>
                <a:lnTo>
                  <a:pt x="554355" y="2295525"/>
                </a:lnTo>
                <a:lnTo>
                  <a:pt x="542925" y="2306955"/>
                </a:lnTo>
                <a:lnTo>
                  <a:pt x="531495" y="2295525"/>
                </a:lnTo>
                <a:close/>
                <a:moveTo>
                  <a:pt x="2733675" y="723900"/>
                </a:moveTo>
                <a:lnTo>
                  <a:pt x="2752725" y="742950"/>
                </a:lnTo>
                <a:lnTo>
                  <a:pt x="2733675" y="762000"/>
                </a:lnTo>
                <a:lnTo>
                  <a:pt x="2714625" y="742950"/>
                </a:lnTo>
                <a:close/>
                <a:moveTo>
                  <a:pt x="657225" y="1091565"/>
                </a:moveTo>
                <a:lnTo>
                  <a:pt x="670560" y="1104900"/>
                </a:lnTo>
                <a:lnTo>
                  <a:pt x="657225" y="1118235"/>
                </a:lnTo>
                <a:lnTo>
                  <a:pt x="643890" y="1104900"/>
                </a:lnTo>
                <a:close/>
                <a:moveTo>
                  <a:pt x="866775" y="362902"/>
                </a:moveTo>
                <a:lnTo>
                  <a:pt x="884873" y="381000"/>
                </a:lnTo>
                <a:lnTo>
                  <a:pt x="866775" y="399098"/>
                </a:lnTo>
                <a:lnTo>
                  <a:pt x="848677" y="381000"/>
                </a:lnTo>
                <a:close/>
                <a:moveTo>
                  <a:pt x="1076325" y="624840"/>
                </a:moveTo>
                <a:lnTo>
                  <a:pt x="1099185" y="647700"/>
                </a:lnTo>
                <a:lnTo>
                  <a:pt x="1076325" y="670560"/>
                </a:lnTo>
                <a:lnTo>
                  <a:pt x="1053465" y="647700"/>
                </a:lnTo>
                <a:close/>
                <a:moveTo>
                  <a:pt x="609600" y="1463040"/>
                </a:moveTo>
                <a:lnTo>
                  <a:pt x="622935" y="1476375"/>
                </a:lnTo>
                <a:lnTo>
                  <a:pt x="609600" y="1489710"/>
                </a:lnTo>
                <a:lnTo>
                  <a:pt x="596265" y="1476375"/>
                </a:lnTo>
                <a:close/>
                <a:moveTo>
                  <a:pt x="276225" y="1771650"/>
                </a:moveTo>
                <a:lnTo>
                  <a:pt x="285750" y="1781175"/>
                </a:lnTo>
                <a:lnTo>
                  <a:pt x="276225" y="1790700"/>
                </a:lnTo>
                <a:lnTo>
                  <a:pt x="266700" y="1781175"/>
                </a:lnTo>
                <a:close/>
                <a:moveTo>
                  <a:pt x="1752600" y="431483"/>
                </a:moveTo>
                <a:lnTo>
                  <a:pt x="1768793" y="447675"/>
                </a:lnTo>
                <a:lnTo>
                  <a:pt x="1752600" y="463867"/>
                </a:lnTo>
                <a:lnTo>
                  <a:pt x="1736407" y="447675"/>
                </a:lnTo>
                <a:close/>
                <a:moveTo>
                  <a:pt x="1314450" y="2275523"/>
                </a:moveTo>
                <a:lnTo>
                  <a:pt x="1324927" y="2286000"/>
                </a:lnTo>
                <a:lnTo>
                  <a:pt x="1314450" y="2296478"/>
                </a:lnTo>
                <a:lnTo>
                  <a:pt x="1303973" y="2286000"/>
                </a:lnTo>
                <a:close/>
                <a:moveTo>
                  <a:pt x="2981325" y="1271588"/>
                </a:moveTo>
                <a:lnTo>
                  <a:pt x="2995613" y="1285875"/>
                </a:lnTo>
                <a:lnTo>
                  <a:pt x="2981325" y="1300163"/>
                </a:lnTo>
                <a:lnTo>
                  <a:pt x="2967038" y="1285875"/>
                </a:lnTo>
                <a:close/>
                <a:moveTo>
                  <a:pt x="847725" y="661988"/>
                </a:moveTo>
                <a:lnTo>
                  <a:pt x="862013" y="676275"/>
                </a:lnTo>
                <a:lnTo>
                  <a:pt x="847725" y="690563"/>
                </a:lnTo>
                <a:lnTo>
                  <a:pt x="833438" y="676275"/>
                </a:lnTo>
                <a:close/>
                <a:moveTo>
                  <a:pt x="2305050" y="1055370"/>
                </a:moveTo>
                <a:lnTo>
                  <a:pt x="2326005" y="1076325"/>
                </a:lnTo>
                <a:lnTo>
                  <a:pt x="2305050" y="1097280"/>
                </a:lnTo>
                <a:lnTo>
                  <a:pt x="2284095" y="1076325"/>
                </a:lnTo>
                <a:close/>
                <a:moveTo>
                  <a:pt x="1571625" y="0"/>
                </a:moveTo>
                <a:lnTo>
                  <a:pt x="1590675" y="19050"/>
                </a:lnTo>
                <a:lnTo>
                  <a:pt x="1571625" y="38100"/>
                </a:lnTo>
                <a:lnTo>
                  <a:pt x="1552575" y="19050"/>
                </a:lnTo>
                <a:close/>
                <a:moveTo>
                  <a:pt x="476250" y="1612583"/>
                </a:moveTo>
                <a:lnTo>
                  <a:pt x="482918" y="1619250"/>
                </a:lnTo>
                <a:lnTo>
                  <a:pt x="476250" y="1625918"/>
                </a:lnTo>
                <a:lnTo>
                  <a:pt x="469582" y="1619250"/>
                </a:lnTo>
                <a:close/>
                <a:moveTo>
                  <a:pt x="2505075" y="1349692"/>
                </a:moveTo>
                <a:lnTo>
                  <a:pt x="2517457" y="1362075"/>
                </a:lnTo>
                <a:lnTo>
                  <a:pt x="2505075" y="1374458"/>
                </a:lnTo>
                <a:lnTo>
                  <a:pt x="2492693" y="1362075"/>
                </a:lnTo>
                <a:close/>
                <a:moveTo>
                  <a:pt x="2571750" y="995363"/>
                </a:moveTo>
                <a:lnTo>
                  <a:pt x="2586038" y="1009650"/>
                </a:lnTo>
                <a:lnTo>
                  <a:pt x="2571750" y="1023938"/>
                </a:lnTo>
                <a:lnTo>
                  <a:pt x="2557463" y="1009650"/>
                </a:lnTo>
                <a:close/>
                <a:moveTo>
                  <a:pt x="1504950" y="2736533"/>
                </a:moveTo>
                <a:lnTo>
                  <a:pt x="1521143" y="2752725"/>
                </a:lnTo>
                <a:lnTo>
                  <a:pt x="1504950" y="2768917"/>
                </a:lnTo>
                <a:lnTo>
                  <a:pt x="1488757" y="2752725"/>
                </a:lnTo>
                <a:close/>
                <a:moveTo>
                  <a:pt x="2324100" y="146685"/>
                </a:moveTo>
                <a:lnTo>
                  <a:pt x="2339340" y="161925"/>
                </a:lnTo>
                <a:lnTo>
                  <a:pt x="2324100" y="177165"/>
                </a:lnTo>
                <a:lnTo>
                  <a:pt x="2308860" y="161925"/>
                </a:lnTo>
                <a:close/>
                <a:moveTo>
                  <a:pt x="2228850" y="509587"/>
                </a:moveTo>
                <a:lnTo>
                  <a:pt x="2243138" y="523875"/>
                </a:lnTo>
                <a:lnTo>
                  <a:pt x="2228850" y="538163"/>
                </a:lnTo>
                <a:lnTo>
                  <a:pt x="2214563" y="523875"/>
                </a:lnTo>
                <a:close/>
                <a:moveTo>
                  <a:pt x="2724150" y="980123"/>
                </a:moveTo>
                <a:lnTo>
                  <a:pt x="2734627" y="990600"/>
                </a:lnTo>
                <a:lnTo>
                  <a:pt x="2724150" y="1001078"/>
                </a:lnTo>
                <a:lnTo>
                  <a:pt x="2713673" y="990600"/>
                </a:lnTo>
                <a:close/>
                <a:moveTo>
                  <a:pt x="1409700" y="2308860"/>
                </a:moveTo>
                <a:lnTo>
                  <a:pt x="1424940" y="2324100"/>
                </a:lnTo>
                <a:lnTo>
                  <a:pt x="1409700" y="2339340"/>
                </a:lnTo>
                <a:lnTo>
                  <a:pt x="1394460" y="2324100"/>
                </a:lnTo>
                <a:close/>
                <a:moveTo>
                  <a:pt x="1209675" y="123825"/>
                </a:moveTo>
                <a:lnTo>
                  <a:pt x="1228725" y="142875"/>
                </a:lnTo>
                <a:lnTo>
                  <a:pt x="1209675" y="161925"/>
                </a:lnTo>
                <a:lnTo>
                  <a:pt x="1190625" y="142875"/>
                </a:lnTo>
                <a:close/>
                <a:moveTo>
                  <a:pt x="762000" y="611505"/>
                </a:moveTo>
                <a:lnTo>
                  <a:pt x="779145" y="628650"/>
                </a:lnTo>
                <a:lnTo>
                  <a:pt x="762000" y="645795"/>
                </a:lnTo>
                <a:lnTo>
                  <a:pt x="744855" y="628650"/>
                </a:lnTo>
                <a:close/>
                <a:moveTo>
                  <a:pt x="733425" y="879158"/>
                </a:moveTo>
                <a:lnTo>
                  <a:pt x="749618" y="895350"/>
                </a:lnTo>
                <a:lnTo>
                  <a:pt x="733425" y="911542"/>
                </a:lnTo>
                <a:lnTo>
                  <a:pt x="717232" y="895350"/>
                </a:lnTo>
                <a:close/>
                <a:moveTo>
                  <a:pt x="809625" y="361950"/>
                </a:moveTo>
                <a:lnTo>
                  <a:pt x="828675" y="381000"/>
                </a:lnTo>
                <a:lnTo>
                  <a:pt x="809625" y="400050"/>
                </a:lnTo>
                <a:lnTo>
                  <a:pt x="790575" y="381000"/>
                </a:lnTo>
                <a:close/>
                <a:moveTo>
                  <a:pt x="666750" y="1047750"/>
                </a:moveTo>
                <a:lnTo>
                  <a:pt x="685800" y="1066800"/>
                </a:lnTo>
                <a:lnTo>
                  <a:pt x="666750" y="1085850"/>
                </a:lnTo>
                <a:lnTo>
                  <a:pt x="647700" y="1066800"/>
                </a:lnTo>
                <a:close/>
                <a:moveTo>
                  <a:pt x="2743200" y="1903095"/>
                </a:moveTo>
                <a:lnTo>
                  <a:pt x="2764155" y="1924050"/>
                </a:lnTo>
                <a:lnTo>
                  <a:pt x="2743200" y="1945005"/>
                </a:lnTo>
                <a:lnTo>
                  <a:pt x="2722245" y="1924050"/>
                </a:lnTo>
                <a:close/>
                <a:moveTo>
                  <a:pt x="2466975" y="1022985"/>
                </a:moveTo>
                <a:lnTo>
                  <a:pt x="2482215" y="1038225"/>
                </a:lnTo>
                <a:lnTo>
                  <a:pt x="2466975" y="1053465"/>
                </a:lnTo>
                <a:lnTo>
                  <a:pt x="2451735" y="1038225"/>
                </a:lnTo>
                <a:close/>
                <a:moveTo>
                  <a:pt x="1876425" y="2185035"/>
                </a:moveTo>
                <a:lnTo>
                  <a:pt x="1891665" y="2200275"/>
                </a:lnTo>
                <a:lnTo>
                  <a:pt x="1876425" y="2215515"/>
                </a:lnTo>
                <a:lnTo>
                  <a:pt x="1861185" y="2200275"/>
                </a:lnTo>
                <a:close/>
                <a:moveTo>
                  <a:pt x="2657475" y="1857375"/>
                </a:moveTo>
                <a:lnTo>
                  <a:pt x="2676525" y="1876425"/>
                </a:lnTo>
                <a:lnTo>
                  <a:pt x="2657475" y="1895475"/>
                </a:lnTo>
                <a:lnTo>
                  <a:pt x="2638425" y="1876425"/>
                </a:lnTo>
                <a:close/>
                <a:moveTo>
                  <a:pt x="1866900" y="542925"/>
                </a:moveTo>
                <a:lnTo>
                  <a:pt x="1876425" y="552450"/>
                </a:lnTo>
                <a:lnTo>
                  <a:pt x="1866900" y="561975"/>
                </a:lnTo>
                <a:lnTo>
                  <a:pt x="1857375" y="552450"/>
                </a:lnTo>
                <a:close/>
                <a:moveTo>
                  <a:pt x="1504950" y="350520"/>
                </a:moveTo>
                <a:lnTo>
                  <a:pt x="1525905" y="371475"/>
                </a:lnTo>
                <a:lnTo>
                  <a:pt x="1504950" y="392430"/>
                </a:lnTo>
                <a:lnTo>
                  <a:pt x="1483995" y="371475"/>
                </a:lnTo>
                <a:close/>
                <a:moveTo>
                  <a:pt x="2305050" y="1562100"/>
                </a:moveTo>
                <a:lnTo>
                  <a:pt x="2314575" y="1571625"/>
                </a:lnTo>
                <a:lnTo>
                  <a:pt x="2305050" y="1581150"/>
                </a:lnTo>
                <a:lnTo>
                  <a:pt x="2295525" y="1571625"/>
                </a:lnTo>
                <a:close/>
                <a:moveTo>
                  <a:pt x="2571750" y="1466850"/>
                </a:moveTo>
                <a:lnTo>
                  <a:pt x="2590800" y="1485900"/>
                </a:lnTo>
                <a:lnTo>
                  <a:pt x="2571750" y="1504950"/>
                </a:lnTo>
                <a:lnTo>
                  <a:pt x="2552700" y="1485900"/>
                </a:lnTo>
                <a:close/>
                <a:moveTo>
                  <a:pt x="1609725" y="427673"/>
                </a:moveTo>
                <a:lnTo>
                  <a:pt x="1629727" y="447675"/>
                </a:lnTo>
                <a:lnTo>
                  <a:pt x="1609725" y="467677"/>
                </a:lnTo>
                <a:lnTo>
                  <a:pt x="1589723" y="447675"/>
                </a:lnTo>
                <a:close/>
                <a:moveTo>
                  <a:pt x="2133600" y="2045018"/>
                </a:moveTo>
                <a:lnTo>
                  <a:pt x="2155507" y="2066925"/>
                </a:lnTo>
                <a:lnTo>
                  <a:pt x="2133600" y="2088833"/>
                </a:lnTo>
                <a:lnTo>
                  <a:pt x="2111693" y="2066925"/>
                </a:lnTo>
                <a:close/>
                <a:moveTo>
                  <a:pt x="552450" y="2164080"/>
                </a:moveTo>
                <a:lnTo>
                  <a:pt x="569595" y="2181225"/>
                </a:lnTo>
                <a:lnTo>
                  <a:pt x="552450" y="2198370"/>
                </a:lnTo>
                <a:lnTo>
                  <a:pt x="535305" y="2181225"/>
                </a:lnTo>
                <a:close/>
                <a:moveTo>
                  <a:pt x="552450" y="2311717"/>
                </a:moveTo>
                <a:lnTo>
                  <a:pt x="564832" y="2324100"/>
                </a:lnTo>
                <a:lnTo>
                  <a:pt x="552450" y="2336483"/>
                </a:lnTo>
                <a:lnTo>
                  <a:pt x="540068" y="2324100"/>
                </a:lnTo>
                <a:close/>
                <a:moveTo>
                  <a:pt x="1543050" y="2257425"/>
                </a:moveTo>
                <a:lnTo>
                  <a:pt x="1562100" y="2276475"/>
                </a:lnTo>
                <a:lnTo>
                  <a:pt x="1543050" y="2295525"/>
                </a:lnTo>
                <a:lnTo>
                  <a:pt x="1524000" y="2276475"/>
                </a:lnTo>
                <a:close/>
                <a:moveTo>
                  <a:pt x="2381250" y="220980"/>
                </a:moveTo>
                <a:lnTo>
                  <a:pt x="2398395" y="238125"/>
                </a:lnTo>
                <a:lnTo>
                  <a:pt x="2381250" y="255270"/>
                </a:lnTo>
                <a:lnTo>
                  <a:pt x="2364105" y="238125"/>
                </a:lnTo>
                <a:close/>
                <a:moveTo>
                  <a:pt x="714375" y="511492"/>
                </a:moveTo>
                <a:lnTo>
                  <a:pt x="736282" y="533400"/>
                </a:lnTo>
                <a:lnTo>
                  <a:pt x="714375" y="555308"/>
                </a:lnTo>
                <a:lnTo>
                  <a:pt x="692468" y="533400"/>
                </a:lnTo>
                <a:close/>
                <a:moveTo>
                  <a:pt x="800100" y="569595"/>
                </a:moveTo>
                <a:lnTo>
                  <a:pt x="821055" y="590550"/>
                </a:lnTo>
                <a:lnTo>
                  <a:pt x="800100" y="611505"/>
                </a:lnTo>
                <a:lnTo>
                  <a:pt x="779145" y="590550"/>
                </a:lnTo>
                <a:close/>
                <a:moveTo>
                  <a:pt x="952500" y="2740342"/>
                </a:moveTo>
                <a:lnTo>
                  <a:pt x="974407" y="2762250"/>
                </a:lnTo>
                <a:lnTo>
                  <a:pt x="952500" y="2784158"/>
                </a:lnTo>
                <a:lnTo>
                  <a:pt x="930593" y="2762250"/>
                </a:lnTo>
                <a:close/>
                <a:moveTo>
                  <a:pt x="1238250" y="2505075"/>
                </a:moveTo>
                <a:lnTo>
                  <a:pt x="1257300" y="2524125"/>
                </a:lnTo>
                <a:lnTo>
                  <a:pt x="1238250" y="2543175"/>
                </a:lnTo>
                <a:lnTo>
                  <a:pt x="1219200" y="2524125"/>
                </a:lnTo>
                <a:close/>
                <a:moveTo>
                  <a:pt x="647700" y="809625"/>
                </a:moveTo>
                <a:lnTo>
                  <a:pt x="666750" y="828675"/>
                </a:lnTo>
                <a:lnTo>
                  <a:pt x="647700" y="847725"/>
                </a:lnTo>
                <a:lnTo>
                  <a:pt x="628650" y="828675"/>
                </a:lnTo>
                <a:close/>
                <a:moveTo>
                  <a:pt x="628650" y="247650"/>
                </a:moveTo>
                <a:lnTo>
                  <a:pt x="638175" y="257175"/>
                </a:lnTo>
                <a:lnTo>
                  <a:pt x="628650" y="266700"/>
                </a:lnTo>
                <a:lnTo>
                  <a:pt x="619125" y="257175"/>
                </a:lnTo>
                <a:close/>
                <a:moveTo>
                  <a:pt x="2686050" y="1990725"/>
                </a:moveTo>
                <a:lnTo>
                  <a:pt x="2705100" y="2009775"/>
                </a:lnTo>
                <a:lnTo>
                  <a:pt x="2686050" y="2028825"/>
                </a:lnTo>
                <a:lnTo>
                  <a:pt x="2667000" y="2009775"/>
                </a:lnTo>
                <a:close/>
                <a:moveTo>
                  <a:pt x="1571625" y="2511742"/>
                </a:moveTo>
                <a:lnTo>
                  <a:pt x="1593532" y="2533650"/>
                </a:lnTo>
                <a:lnTo>
                  <a:pt x="1571625" y="2555558"/>
                </a:lnTo>
                <a:lnTo>
                  <a:pt x="1549718" y="2533650"/>
                </a:lnTo>
                <a:close/>
                <a:moveTo>
                  <a:pt x="2628900" y="2233613"/>
                </a:moveTo>
                <a:lnTo>
                  <a:pt x="2643188" y="2247900"/>
                </a:lnTo>
                <a:lnTo>
                  <a:pt x="2628900" y="2262188"/>
                </a:lnTo>
                <a:lnTo>
                  <a:pt x="2614613" y="2247900"/>
                </a:lnTo>
                <a:close/>
                <a:moveTo>
                  <a:pt x="2409825" y="1899285"/>
                </a:moveTo>
                <a:lnTo>
                  <a:pt x="2425065" y="1914525"/>
                </a:lnTo>
                <a:lnTo>
                  <a:pt x="2409825" y="1929765"/>
                </a:lnTo>
                <a:lnTo>
                  <a:pt x="2394585" y="1914525"/>
                </a:lnTo>
                <a:close/>
                <a:moveTo>
                  <a:pt x="628650" y="466725"/>
                </a:moveTo>
                <a:lnTo>
                  <a:pt x="638175" y="476250"/>
                </a:lnTo>
                <a:lnTo>
                  <a:pt x="628650" y="485775"/>
                </a:lnTo>
                <a:lnTo>
                  <a:pt x="619125" y="476250"/>
                </a:lnTo>
                <a:close/>
                <a:moveTo>
                  <a:pt x="1695450" y="406717"/>
                </a:moveTo>
                <a:lnTo>
                  <a:pt x="1707832" y="419100"/>
                </a:lnTo>
                <a:lnTo>
                  <a:pt x="1695450" y="431483"/>
                </a:lnTo>
                <a:lnTo>
                  <a:pt x="1683068" y="41910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261532" y="1883092"/>
            <a:ext cx="1319213" cy="1395413"/>
          </a:xfrm>
          <a:custGeom>
            <a:avLst/>
            <a:gdLst/>
            <a:ahLst/>
            <a:cxnLst/>
            <a:rect l="l" t="t" r="r" b="b"/>
            <a:pathLst>
              <a:path w="1319213" h="1395413">
                <a:moveTo>
                  <a:pt x="568643" y="1143953"/>
                </a:moveTo>
                <a:lnTo>
                  <a:pt x="580073" y="1155383"/>
                </a:lnTo>
                <a:lnTo>
                  <a:pt x="568643" y="1166813"/>
                </a:lnTo>
                <a:lnTo>
                  <a:pt x="557213" y="1155383"/>
                </a:lnTo>
                <a:close/>
                <a:moveTo>
                  <a:pt x="606743" y="0"/>
                </a:moveTo>
                <a:lnTo>
                  <a:pt x="619125" y="12383"/>
                </a:lnTo>
                <a:lnTo>
                  <a:pt x="606743" y="24765"/>
                </a:lnTo>
                <a:lnTo>
                  <a:pt x="594360" y="12383"/>
                </a:lnTo>
                <a:close/>
                <a:moveTo>
                  <a:pt x="311468" y="1115378"/>
                </a:moveTo>
                <a:lnTo>
                  <a:pt x="322898" y="1126808"/>
                </a:lnTo>
                <a:lnTo>
                  <a:pt x="311468" y="1138238"/>
                </a:lnTo>
                <a:lnTo>
                  <a:pt x="300038" y="1126808"/>
                </a:lnTo>
                <a:close/>
                <a:moveTo>
                  <a:pt x="206693" y="1201103"/>
                </a:moveTo>
                <a:lnTo>
                  <a:pt x="227648" y="1222058"/>
                </a:lnTo>
                <a:lnTo>
                  <a:pt x="206693" y="1243013"/>
                </a:lnTo>
                <a:lnTo>
                  <a:pt x="185738" y="1222058"/>
                </a:lnTo>
                <a:close/>
                <a:moveTo>
                  <a:pt x="1225868" y="707708"/>
                </a:moveTo>
                <a:lnTo>
                  <a:pt x="1244918" y="726758"/>
                </a:lnTo>
                <a:lnTo>
                  <a:pt x="1225868" y="745808"/>
                </a:lnTo>
                <a:lnTo>
                  <a:pt x="1206818" y="726758"/>
                </a:lnTo>
                <a:close/>
                <a:moveTo>
                  <a:pt x="882968" y="495300"/>
                </a:moveTo>
                <a:lnTo>
                  <a:pt x="895350" y="507683"/>
                </a:lnTo>
                <a:lnTo>
                  <a:pt x="882968" y="520065"/>
                </a:lnTo>
                <a:lnTo>
                  <a:pt x="870585" y="507683"/>
                </a:lnTo>
                <a:close/>
                <a:moveTo>
                  <a:pt x="25718" y="850583"/>
                </a:moveTo>
                <a:lnTo>
                  <a:pt x="44768" y="869633"/>
                </a:lnTo>
                <a:lnTo>
                  <a:pt x="25718" y="888683"/>
                </a:lnTo>
                <a:lnTo>
                  <a:pt x="6668" y="869633"/>
                </a:lnTo>
                <a:close/>
                <a:moveTo>
                  <a:pt x="140018" y="1230630"/>
                </a:moveTo>
                <a:lnTo>
                  <a:pt x="160020" y="1250633"/>
                </a:lnTo>
                <a:lnTo>
                  <a:pt x="140018" y="1270635"/>
                </a:lnTo>
                <a:lnTo>
                  <a:pt x="120015" y="1250633"/>
                </a:lnTo>
                <a:close/>
                <a:moveTo>
                  <a:pt x="1216343" y="720090"/>
                </a:moveTo>
                <a:lnTo>
                  <a:pt x="1232535" y="736283"/>
                </a:lnTo>
                <a:lnTo>
                  <a:pt x="1216343" y="752475"/>
                </a:lnTo>
                <a:lnTo>
                  <a:pt x="1200150" y="736283"/>
                </a:lnTo>
                <a:close/>
                <a:moveTo>
                  <a:pt x="225743" y="326708"/>
                </a:moveTo>
                <a:lnTo>
                  <a:pt x="235268" y="336233"/>
                </a:lnTo>
                <a:lnTo>
                  <a:pt x="225743" y="345758"/>
                </a:lnTo>
                <a:lnTo>
                  <a:pt x="216218" y="336233"/>
                </a:lnTo>
                <a:close/>
                <a:moveTo>
                  <a:pt x="1168718" y="1049655"/>
                </a:moveTo>
                <a:lnTo>
                  <a:pt x="1188720" y="1069658"/>
                </a:lnTo>
                <a:lnTo>
                  <a:pt x="1168718" y="1089660"/>
                </a:lnTo>
                <a:lnTo>
                  <a:pt x="1148715" y="1069658"/>
                </a:lnTo>
                <a:close/>
                <a:moveTo>
                  <a:pt x="1311593" y="890588"/>
                </a:moveTo>
                <a:lnTo>
                  <a:pt x="1319213" y="898208"/>
                </a:lnTo>
                <a:lnTo>
                  <a:pt x="1311593" y="905828"/>
                </a:lnTo>
                <a:lnTo>
                  <a:pt x="1303973" y="898208"/>
                </a:lnTo>
                <a:close/>
                <a:moveTo>
                  <a:pt x="16193" y="205740"/>
                </a:moveTo>
                <a:lnTo>
                  <a:pt x="32385" y="221933"/>
                </a:lnTo>
                <a:lnTo>
                  <a:pt x="16193" y="238125"/>
                </a:lnTo>
                <a:lnTo>
                  <a:pt x="0" y="221933"/>
                </a:lnTo>
                <a:close/>
                <a:moveTo>
                  <a:pt x="578168" y="429578"/>
                </a:moveTo>
                <a:lnTo>
                  <a:pt x="589598" y="441008"/>
                </a:lnTo>
                <a:lnTo>
                  <a:pt x="578168" y="452438"/>
                </a:lnTo>
                <a:lnTo>
                  <a:pt x="566738" y="441008"/>
                </a:lnTo>
                <a:close/>
                <a:moveTo>
                  <a:pt x="616268" y="1353503"/>
                </a:moveTo>
                <a:lnTo>
                  <a:pt x="637223" y="1374458"/>
                </a:lnTo>
                <a:lnTo>
                  <a:pt x="616268" y="1395413"/>
                </a:lnTo>
                <a:lnTo>
                  <a:pt x="595313" y="1374458"/>
                </a:lnTo>
                <a:close/>
                <a:moveTo>
                  <a:pt x="82868" y="280988"/>
                </a:moveTo>
                <a:lnTo>
                  <a:pt x="90488" y="288608"/>
                </a:lnTo>
                <a:lnTo>
                  <a:pt x="82868" y="296228"/>
                </a:lnTo>
                <a:lnTo>
                  <a:pt x="75248" y="288608"/>
                </a:lnTo>
                <a:close/>
                <a:moveTo>
                  <a:pt x="63818" y="839153"/>
                </a:moveTo>
                <a:lnTo>
                  <a:pt x="84773" y="860108"/>
                </a:lnTo>
                <a:lnTo>
                  <a:pt x="63818" y="881063"/>
                </a:lnTo>
                <a:lnTo>
                  <a:pt x="42863" y="860108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330940" y="1511618"/>
            <a:ext cx="2558415" cy="2566988"/>
          </a:xfrm>
          <a:custGeom>
            <a:avLst/>
            <a:gdLst/>
            <a:ahLst/>
            <a:cxnLst/>
            <a:rect l="l" t="t" r="r" b="b"/>
            <a:pathLst>
              <a:path w="2558415" h="2566988">
                <a:moveTo>
                  <a:pt x="127635" y="1066800"/>
                </a:moveTo>
                <a:lnTo>
                  <a:pt x="140018" y="1079183"/>
                </a:lnTo>
                <a:lnTo>
                  <a:pt x="127635" y="1091565"/>
                </a:lnTo>
                <a:lnTo>
                  <a:pt x="115253" y="1079183"/>
                </a:lnTo>
                <a:close/>
                <a:moveTo>
                  <a:pt x="194310" y="1430655"/>
                </a:moveTo>
                <a:lnTo>
                  <a:pt x="214313" y="1450658"/>
                </a:lnTo>
                <a:lnTo>
                  <a:pt x="194310" y="1470660"/>
                </a:lnTo>
                <a:lnTo>
                  <a:pt x="174308" y="1450658"/>
                </a:lnTo>
                <a:close/>
                <a:moveTo>
                  <a:pt x="2042160" y="2458403"/>
                </a:moveTo>
                <a:lnTo>
                  <a:pt x="2063115" y="2479358"/>
                </a:lnTo>
                <a:lnTo>
                  <a:pt x="2042160" y="2500313"/>
                </a:lnTo>
                <a:lnTo>
                  <a:pt x="2021205" y="2479358"/>
                </a:lnTo>
                <a:close/>
                <a:moveTo>
                  <a:pt x="1594485" y="2544128"/>
                </a:moveTo>
                <a:lnTo>
                  <a:pt x="1605915" y="2555558"/>
                </a:lnTo>
                <a:lnTo>
                  <a:pt x="1594485" y="2566988"/>
                </a:lnTo>
                <a:lnTo>
                  <a:pt x="1583055" y="2555558"/>
                </a:lnTo>
                <a:close/>
                <a:moveTo>
                  <a:pt x="622935" y="1981200"/>
                </a:moveTo>
                <a:lnTo>
                  <a:pt x="635318" y="1993583"/>
                </a:lnTo>
                <a:lnTo>
                  <a:pt x="622935" y="2005965"/>
                </a:lnTo>
                <a:lnTo>
                  <a:pt x="610553" y="1993583"/>
                </a:lnTo>
                <a:close/>
                <a:moveTo>
                  <a:pt x="2146935" y="124778"/>
                </a:moveTo>
                <a:lnTo>
                  <a:pt x="2158365" y="136208"/>
                </a:lnTo>
                <a:lnTo>
                  <a:pt x="2146935" y="147638"/>
                </a:lnTo>
                <a:lnTo>
                  <a:pt x="2135505" y="136208"/>
                </a:lnTo>
                <a:close/>
                <a:moveTo>
                  <a:pt x="508635" y="186690"/>
                </a:moveTo>
                <a:lnTo>
                  <a:pt x="524828" y="202883"/>
                </a:lnTo>
                <a:lnTo>
                  <a:pt x="508635" y="219075"/>
                </a:lnTo>
                <a:lnTo>
                  <a:pt x="492443" y="202883"/>
                </a:lnTo>
                <a:close/>
                <a:moveTo>
                  <a:pt x="13335" y="1342073"/>
                </a:moveTo>
                <a:lnTo>
                  <a:pt x="26670" y="1355408"/>
                </a:lnTo>
                <a:lnTo>
                  <a:pt x="13335" y="1368743"/>
                </a:lnTo>
                <a:lnTo>
                  <a:pt x="0" y="1355408"/>
                </a:lnTo>
                <a:close/>
                <a:moveTo>
                  <a:pt x="2546985" y="1372553"/>
                </a:moveTo>
                <a:lnTo>
                  <a:pt x="2558415" y="1383983"/>
                </a:lnTo>
                <a:lnTo>
                  <a:pt x="2546985" y="1395413"/>
                </a:lnTo>
                <a:lnTo>
                  <a:pt x="2535555" y="1383983"/>
                </a:lnTo>
                <a:close/>
                <a:moveTo>
                  <a:pt x="403860" y="1494473"/>
                </a:moveTo>
                <a:lnTo>
                  <a:pt x="417195" y="1507808"/>
                </a:lnTo>
                <a:lnTo>
                  <a:pt x="403860" y="1521142"/>
                </a:lnTo>
                <a:lnTo>
                  <a:pt x="390525" y="1507808"/>
                </a:lnTo>
                <a:close/>
                <a:moveTo>
                  <a:pt x="1156335" y="2306955"/>
                </a:moveTo>
                <a:lnTo>
                  <a:pt x="1176338" y="2326958"/>
                </a:lnTo>
                <a:lnTo>
                  <a:pt x="1156335" y="2346960"/>
                </a:lnTo>
                <a:lnTo>
                  <a:pt x="1136333" y="2326958"/>
                </a:lnTo>
                <a:close/>
                <a:moveTo>
                  <a:pt x="337185" y="385763"/>
                </a:moveTo>
                <a:lnTo>
                  <a:pt x="354330" y="402908"/>
                </a:lnTo>
                <a:lnTo>
                  <a:pt x="337185" y="420053"/>
                </a:lnTo>
                <a:lnTo>
                  <a:pt x="320040" y="402908"/>
                </a:lnTo>
                <a:close/>
                <a:moveTo>
                  <a:pt x="2242185" y="1872615"/>
                </a:moveTo>
                <a:lnTo>
                  <a:pt x="2248853" y="1879283"/>
                </a:lnTo>
                <a:lnTo>
                  <a:pt x="2242185" y="1885950"/>
                </a:lnTo>
                <a:lnTo>
                  <a:pt x="2235518" y="1879283"/>
                </a:lnTo>
                <a:close/>
                <a:moveTo>
                  <a:pt x="2185035" y="0"/>
                </a:moveTo>
                <a:lnTo>
                  <a:pt x="2206943" y="21908"/>
                </a:lnTo>
                <a:lnTo>
                  <a:pt x="2185035" y="43815"/>
                </a:lnTo>
                <a:lnTo>
                  <a:pt x="2163128" y="21908"/>
                </a:lnTo>
                <a:close/>
                <a:moveTo>
                  <a:pt x="1546860" y="1050608"/>
                </a:moveTo>
                <a:lnTo>
                  <a:pt x="1556385" y="1060133"/>
                </a:lnTo>
                <a:lnTo>
                  <a:pt x="1546860" y="1069658"/>
                </a:lnTo>
                <a:lnTo>
                  <a:pt x="1537335" y="1060133"/>
                </a:lnTo>
                <a:close/>
                <a:moveTo>
                  <a:pt x="908685" y="1188720"/>
                </a:moveTo>
                <a:lnTo>
                  <a:pt x="922973" y="1203008"/>
                </a:lnTo>
                <a:lnTo>
                  <a:pt x="908685" y="1217295"/>
                </a:lnTo>
                <a:lnTo>
                  <a:pt x="894398" y="1203008"/>
                </a:lnTo>
                <a:close/>
                <a:moveTo>
                  <a:pt x="1308735" y="1363980"/>
                </a:moveTo>
                <a:lnTo>
                  <a:pt x="1319213" y="1374458"/>
                </a:lnTo>
                <a:lnTo>
                  <a:pt x="1308735" y="1384935"/>
                </a:lnTo>
                <a:lnTo>
                  <a:pt x="1298258" y="1374458"/>
                </a:lnTo>
                <a:close/>
                <a:moveTo>
                  <a:pt x="1384935" y="785813"/>
                </a:moveTo>
                <a:lnTo>
                  <a:pt x="1392555" y="793433"/>
                </a:lnTo>
                <a:lnTo>
                  <a:pt x="1384935" y="801053"/>
                </a:lnTo>
                <a:lnTo>
                  <a:pt x="1377315" y="793433"/>
                </a:lnTo>
                <a:close/>
                <a:moveTo>
                  <a:pt x="2127885" y="1428750"/>
                </a:moveTo>
                <a:lnTo>
                  <a:pt x="2140268" y="1441133"/>
                </a:lnTo>
                <a:lnTo>
                  <a:pt x="2127885" y="1453515"/>
                </a:lnTo>
                <a:lnTo>
                  <a:pt x="2115503" y="1441133"/>
                </a:lnTo>
                <a:close/>
                <a:moveTo>
                  <a:pt x="1165860" y="869633"/>
                </a:moveTo>
                <a:lnTo>
                  <a:pt x="1175385" y="879158"/>
                </a:lnTo>
                <a:lnTo>
                  <a:pt x="1165860" y="888683"/>
                </a:lnTo>
                <a:lnTo>
                  <a:pt x="1156335" y="87915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10950" y="1466850"/>
            <a:ext cx="2714625" cy="2543175"/>
          </a:xfrm>
          <a:custGeom>
            <a:avLst/>
            <a:gdLst/>
            <a:ahLst/>
            <a:cxnLst/>
            <a:rect l="l" t="t" r="r" b="b"/>
            <a:pathLst>
              <a:path w="2714625" h="2543175">
                <a:moveTo>
                  <a:pt x="1095375" y="2543175"/>
                </a:moveTo>
                <a:quadBezTo>
                  <a:pt x="1000125" y="2524125"/>
                  <a:pt x="895350" y="2543175"/>
                </a:quadBezTo>
                <a:moveTo>
                  <a:pt x="2352675" y="171450"/>
                </a:moveTo>
                <a:quadBezTo>
                  <a:pt x="2447925" y="209550"/>
                  <a:pt x="2552700" y="285750"/>
                </a:quadBezTo>
                <a:moveTo>
                  <a:pt x="504825" y="1819275"/>
                </a:moveTo>
                <a:quadBezTo>
                  <a:pt x="428625" y="1676400"/>
                  <a:pt x="352425" y="1571625"/>
                </a:quadBezTo>
                <a:moveTo>
                  <a:pt x="1962150" y="2085975"/>
                </a:moveTo>
                <a:quadBezTo>
                  <a:pt x="1885950" y="2114550"/>
                  <a:pt x="1819275" y="2181225"/>
                </a:quadBezTo>
                <a:moveTo>
                  <a:pt x="2428875" y="895350"/>
                </a:moveTo>
                <a:quadBezTo>
                  <a:pt x="2438400" y="952500"/>
                  <a:pt x="2457450" y="1038225"/>
                </a:quadBezTo>
                <a:moveTo>
                  <a:pt x="2124075" y="1905000"/>
                </a:moveTo>
                <a:quadBezTo>
                  <a:pt x="2066925" y="1943100"/>
                  <a:pt x="2019300" y="2028825"/>
                </a:quadBezTo>
                <a:moveTo>
                  <a:pt x="2628900" y="266700"/>
                </a:moveTo>
                <a:quadBezTo>
                  <a:pt x="2676525" y="276225"/>
                  <a:pt x="2714625" y="323850"/>
                </a:quadBezTo>
                <a:moveTo>
                  <a:pt x="2495550" y="790575"/>
                </a:moveTo>
                <a:quadBezTo>
                  <a:pt x="2505075" y="885825"/>
                  <a:pt x="2524125" y="1019175"/>
                </a:quadBezTo>
                <a:moveTo>
                  <a:pt x="1885950" y="0"/>
                </a:moveTo>
                <a:quadBezTo>
                  <a:pt x="1943100" y="19050"/>
                  <a:pt x="1990725" y="76200"/>
                </a:quadBezTo>
                <a:moveTo>
                  <a:pt x="9525" y="1076325"/>
                </a:moveTo>
                <a:quadBezTo>
                  <a:pt x="9525" y="990600"/>
                  <a:pt x="0" y="942975"/>
                </a:quadBezTo>
                <a:moveTo>
                  <a:pt x="1019175" y="2381250"/>
                </a:moveTo>
                <a:quadBezTo>
                  <a:pt x="895350" y="2333625"/>
                  <a:pt x="771525" y="2314575"/>
                </a:quadBezTo>
                <a:moveTo>
                  <a:pt x="152400" y="581025"/>
                </a:moveTo>
                <a:quadBezTo>
                  <a:pt x="171450" y="495300"/>
                  <a:pt x="200025" y="438150"/>
                </a:quadBezTo>
                <a:moveTo>
                  <a:pt x="1190625" y="2295525"/>
                </a:moveTo>
                <a:quadBezTo>
                  <a:pt x="1104900" y="2247900"/>
                  <a:pt x="1019175" y="2238375"/>
                </a:quadBezTo>
                <a:moveTo>
                  <a:pt x="314325" y="885825"/>
                </a:moveTo>
                <a:quadBezTo>
                  <a:pt x="361950" y="742950"/>
                  <a:pt x="409575" y="6381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53925" y="1647825"/>
            <a:ext cx="2114550" cy="1685925"/>
          </a:xfrm>
          <a:custGeom>
            <a:avLst/>
            <a:gdLst/>
            <a:ahLst/>
            <a:cxnLst/>
            <a:rect l="l" t="t" r="r" b="b"/>
            <a:pathLst>
              <a:path w="2114550" h="1685925">
                <a:moveTo>
                  <a:pt x="1771650" y="752475"/>
                </a:moveTo>
                <a:lnTo>
                  <a:pt x="2114550" y="1171575"/>
                </a:lnTo>
                <a:moveTo>
                  <a:pt x="1733550" y="781050"/>
                </a:moveTo>
                <a:lnTo>
                  <a:pt x="2057400" y="1190625"/>
                </a:lnTo>
                <a:moveTo>
                  <a:pt x="1714500" y="800100"/>
                </a:moveTo>
                <a:lnTo>
                  <a:pt x="2038350" y="1200150"/>
                </a:lnTo>
                <a:moveTo>
                  <a:pt x="1685925" y="819150"/>
                </a:moveTo>
                <a:lnTo>
                  <a:pt x="1971675" y="1181100"/>
                </a:lnTo>
                <a:moveTo>
                  <a:pt x="76200" y="0"/>
                </a:moveTo>
                <a:lnTo>
                  <a:pt x="381000" y="266700"/>
                </a:lnTo>
                <a:moveTo>
                  <a:pt x="47625" y="38100"/>
                </a:moveTo>
                <a:lnTo>
                  <a:pt x="419100" y="361950"/>
                </a:lnTo>
                <a:moveTo>
                  <a:pt x="19050" y="57150"/>
                </a:moveTo>
                <a:lnTo>
                  <a:pt x="438150" y="428625"/>
                </a:lnTo>
                <a:moveTo>
                  <a:pt x="0" y="85725"/>
                </a:moveTo>
                <a:lnTo>
                  <a:pt x="419100" y="457200"/>
                </a:lnTo>
                <a:moveTo>
                  <a:pt x="1514475" y="1438275"/>
                </a:moveTo>
                <a:lnTo>
                  <a:pt x="1362075" y="1619250"/>
                </a:lnTo>
                <a:moveTo>
                  <a:pt x="1476375" y="1409700"/>
                </a:moveTo>
                <a:lnTo>
                  <a:pt x="1323975" y="1600200"/>
                </a:lnTo>
                <a:moveTo>
                  <a:pt x="1457325" y="1390650"/>
                </a:moveTo>
                <a:lnTo>
                  <a:pt x="1219200" y="1685925"/>
                </a:lnTo>
                <a:moveTo>
                  <a:pt x="1428750" y="1362075"/>
                </a:moveTo>
                <a:lnTo>
                  <a:pt x="1181100" y="16764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2514600" y="4000500"/>
            <a:ext cx="3076575" cy="4467225"/>
          </a:xfrm>
          <a:custGeom>
            <a:avLst/>
            <a:gdLst/>
            <a:ahLst/>
            <a:cxnLst/>
            <a:rect l="l" t="t" r="r" b="b"/>
            <a:pathLst>
              <a:path w="3076575" h="4467225">
                <a:moveTo>
                  <a:pt x="1971675" y="4467225"/>
                </a:moveTo>
                <a:lnTo>
                  <a:pt x="1771650" y="4429125"/>
                </a:lnTo>
                <a:lnTo>
                  <a:pt x="1895475" y="4191000"/>
                </a:lnTo>
                <a:lnTo>
                  <a:pt x="1743075" y="4181475"/>
                </a:lnTo>
                <a:lnTo>
                  <a:pt x="1800225" y="4210050"/>
                </a:lnTo>
                <a:lnTo>
                  <a:pt x="1724025" y="4257675"/>
                </a:lnTo>
                <a:lnTo>
                  <a:pt x="1657350" y="4238625"/>
                </a:lnTo>
                <a:lnTo>
                  <a:pt x="1600200" y="4219575"/>
                </a:lnTo>
                <a:lnTo>
                  <a:pt x="1590675" y="4181475"/>
                </a:lnTo>
                <a:lnTo>
                  <a:pt x="1619250" y="4171950"/>
                </a:lnTo>
                <a:lnTo>
                  <a:pt x="1524000" y="4038600"/>
                </a:lnTo>
                <a:lnTo>
                  <a:pt x="1504950" y="4114800"/>
                </a:lnTo>
                <a:lnTo>
                  <a:pt x="1571625" y="4019550"/>
                </a:lnTo>
                <a:lnTo>
                  <a:pt x="1524000" y="3933825"/>
                </a:lnTo>
                <a:lnTo>
                  <a:pt x="1524000" y="3933825"/>
                </a:lnTo>
                <a:lnTo>
                  <a:pt x="1504950" y="3876675"/>
                </a:lnTo>
                <a:lnTo>
                  <a:pt x="1485900" y="3810000"/>
                </a:lnTo>
                <a:lnTo>
                  <a:pt x="1428750" y="3676650"/>
                </a:lnTo>
                <a:lnTo>
                  <a:pt x="1457325" y="3686175"/>
                </a:lnTo>
                <a:lnTo>
                  <a:pt x="1409700" y="3686175"/>
                </a:lnTo>
                <a:lnTo>
                  <a:pt x="1381125" y="3676650"/>
                </a:lnTo>
                <a:lnTo>
                  <a:pt x="1323975" y="3724275"/>
                </a:lnTo>
                <a:lnTo>
                  <a:pt x="1323975" y="3648075"/>
                </a:lnTo>
                <a:lnTo>
                  <a:pt x="1285875" y="3590925"/>
                </a:lnTo>
                <a:lnTo>
                  <a:pt x="1314450" y="3581400"/>
                </a:lnTo>
                <a:lnTo>
                  <a:pt x="1362075" y="3552825"/>
                </a:lnTo>
                <a:lnTo>
                  <a:pt x="1228725" y="3533775"/>
                </a:lnTo>
                <a:lnTo>
                  <a:pt x="1238250" y="3448050"/>
                </a:lnTo>
                <a:lnTo>
                  <a:pt x="1123950" y="3448050"/>
                </a:lnTo>
                <a:lnTo>
                  <a:pt x="1085850" y="3448050"/>
                </a:lnTo>
                <a:lnTo>
                  <a:pt x="1076325" y="3390900"/>
                </a:lnTo>
                <a:lnTo>
                  <a:pt x="1038225" y="3362325"/>
                </a:lnTo>
                <a:lnTo>
                  <a:pt x="1009650" y="3267075"/>
                </a:lnTo>
                <a:lnTo>
                  <a:pt x="952500" y="3209925"/>
                </a:lnTo>
                <a:lnTo>
                  <a:pt x="981075" y="3162300"/>
                </a:lnTo>
                <a:lnTo>
                  <a:pt x="914400" y="3162300"/>
                </a:lnTo>
                <a:lnTo>
                  <a:pt x="866775" y="3105150"/>
                </a:lnTo>
                <a:lnTo>
                  <a:pt x="819150" y="3048000"/>
                </a:lnTo>
                <a:lnTo>
                  <a:pt x="809625" y="2981325"/>
                </a:lnTo>
                <a:lnTo>
                  <a:pt x="762000" y="2886075"/>
                </a:lnTo>
                <a:lnTo>
                  <a:pt x="752475" y="2847975"/>
                </a:lnTo>
                <a:lnTo>
                  <a:pt x="685800" y="2790825"/>
                </a:lnTo>
                <a:lnTo>
                  <a:pt x="685800" y="2790825"/>
                </a:lnTo>
                <a:lnTo>
                  <a:pt x="685800" y="2733675"/>
                </a:lnTo>
                <a:lnTo>
                  <a:pt x="628650" y="2638425"/>
                </a:lnTo>
                <a:lnTo>
                  <a:pt x="581025" y="2609850"/>
                </a:lnTo>
                <a:lnTo>
                  <a:pt x="561975" y="2562225"/>
                </a:lnTo>
                <a:lnTo>
                  <a:pt x="561975" y="2505075"/>
                </a:lnTo>
                <a:lnTo>
                  <a:pt x="523875" y="2428875"/>
                </a:lnTo>
                <a:lnTo>
                  <a:pt x="504825" y="2438400"/>
                </a:lnTo>
                <a:lnTo>
                  <a:pt x="476250" y="2371725"/>
                </a:lnTo>
                <a:lnTo>
                  <a:pt x="428625" y="2324100"/>
                </a:lnTo>
                <a:lnTo>
                  <a:pt x="409575" y="2219325"/>
                </a:lnTo>
                <a:lnTo>
                  <a:pt x="381000" y="2209800"/>
                </a:lnTo>
                <a:lnTo>
                  <a:pt x="304800" y="2114550"/>
                </a:lnTo>
                <a:lnTo>
                  <a:pt x="304800" y="2076450"/>
                </a:lnTo>
                <a:lnTo>
                  <a:pt x="266700" y="2038350"/>
                </a:lnTo>
                <a:lnTo>
                  <a:pt x="228600" y="1981200"/>
                </a:lnTo>
                <a:lnTo>
                  <a:pt x="200025" y="1924050"/>
                </a:lnTo>
                <a:lnTo>
                  <a:pt x="190500" y="1847850"/>
                </a:lnTo>
                <a:lnTo>
                  <a:pt x="171450" y="1847850"/>
                </a:lnTo>
                <a:lnTo>
                  <a:pt x="104775" y="1809750"/>
                </a:lnTo>
                <a:lnTo>
                  <a:pt x="104775" y="1704975"/>
                </a:lnTo>
                <a:lnTo>
                  <a:pt x="28575" y="1714500"/>
                </a:lnTo>
                <a:lnTo>
                  <a:pt x="0" y="1619250"/>
                </a:lnTo>
                <a:lnTo>
                  <a:pt x="19050" y="1581150"/>
                </a:lnTo>
                <a:lnTo>
                  <a:pt x="47625" y="1552575"/>
                </a:lnTo>
                <a:lnTo>
                  <a:pt x="19050" y="1581150"/>
                </a:lnTo>
                <a:lnTo>
                  <a:pt x="66675" y="1524000"/>
                </a:lnTo>
                <a:lnTo>
                  <a:pt x="47625" y="1419225"/>
                </a:lnTo>
                <a:lnTo>
                  <a:pt x="123825" y="1419225"/>
                </a:lnTo>
                <a:lnTo>
                  <a:pt x="104775" y="1381125"/>
                </a:lnTo>
                <a:lnTo>
                  <a:pt x="104775" y="1333500"/>
                </a:lnTo>
                <a:lnTo>
                  <a:pt x="171450" y="1285875"/>
                </a:lnTo>
                <a:lnTo>
                  <a:pt x="123825" y="1276350"/>
                </a:lnTo>
                <a:lnTo>
                  <a:pt x="152400" y="1219200"/>
                </a:lnTo>
                <a:lnTo>
                  <a:pt x="142875" y="1162050"/>
                </a:lnTo>
                <a:lnTo>
                  <a:pt x="161925" y="1123950"/>
                </a:lnTo>
                <a:lnTo>
                  <a:pt x="180975" y="1114425"/>
                </a:lnTo>
                <a:lnTo>
                  <a:pt x="180975" y="1076325"/>
                </a:lnTo>
                <a:lnTo>
                  <a:pt x="238125" y="990600"/>
                </a:lnTo>
                <a:lnTo>
                  <a:pt x="247650" y="914400"/>
                </a:lnTo>
                <a:lnTo>
                  <a:pt x="247650" y="923925"/>
                </a:lnTo>
                <a:lnTo>
                  <a:pt x="266700" y="847725"/>
                </a:lnTo>
                <a:lnTo>
                  <a:pt x="276225" y="809625"/>
                </a:lnTo>
                <a:lnTo>
                  <a:pt x="295275" y="781050"/>
                </a:lnTo>
                <a:lnTo>
                  <a:pt x="304800" y="752475"/>
                </a:lnTo>
                <a:lnTo>
                  <a:pt x="295275" y="657225"/>
                </a:lnTo>
                <a:lnTo>
                  <a:pt x="304800" y="628650"/>
                </a:lnTo>
                <a:lnTo>
                  <a:pt x="361950" y="609600"/>
                </a:lnTo>
                <a:lnTo>
                  <a:pt x="361950" y="561975"/>
                </a:lnTo>
                <a:lnTo>
                  <a:pt x="381000" y="542925"/>
                </a:lnTo>
                <a:lnTo>
                  <a:pt x="342900" y="485775"/>
                </a:lnTo>
                <a:lnTo>
                  <a:pt x="409575" y="485775"/>
                </a:lnTo>
                <a:lnTo>
                  <a:pt x="419100" y="400050"/>
                </a:lnTo>
                <a:lnTo>
                  <a:pt x="428625" y="371475"/>
                </a:lnTo>
                <a:lnTo>
                  <a:pt x="419100" y="304800"/>
                </a:lnTo>
                <a:lnTo>
                  <a:pt x="523875" y="438150"/>
                </a:lnTo>
                <a:lnTo>
                  <a:pt x="571500" y="314325"/>
                </a:lnTo>
                <a:lnTo>
                  <a:pt x="695325" y="457200"/>
                </a:lnTo>
                <a:lnTo>
                  <a:pt x="685800" y="409575"/>
                </a:lnTo>
                <a:lnTo>
                  <a:pt x="781050" y="352425"/>
                </a:lnTo>
                <a:lnTo>
                  <a:pt x="800100" y="361950"/>
                </a:lnTo>
                <a:lnTo>
                  <a:pt x="914400" y="333375"/>
                </a:lnTo>
                <a:lnTo>
                  <a:pt x="1000125" y="257175"/>
                </a:lnTo>
                <a:lnTo>
                  <a:pt x="971550" y="371475"/>
                </a:lnTo>
                <a:lnTo>
                  <a:pt x="1038225" y="342900"/>
                </a:lnTo>
                <a:lnTo>
                  <a:pt x="1066800" y="285750"/>
                </a:lnTo>
                <a:lnTo>
                  <a:pt x="1181100" y="190500"/>
                </a:lnTo>
                <a:lnTo>
                  <a:pt x="1266825" y="209550"/>
                </a:lnTo>
                <a:lnTo>
                  <a:pt x="1247775" y="123825"/>
                </a:lnTo>
                <a:lnTo>
                  <a:pt x="1162050" y="123825"/>
                </a:lnTo>
                <a:lnTo>
                  <a:pt x="1181100" y="114300"/>
                </a:lnTo>
                <a:lnTo>
                  <a:pt x="1276350" y="142875"/>
                </a:lnTo>
                <a:lnTo>
                  <a:pt x="1295400" y="95250"/>
                </a:lnTo>
                <a:lnTo>
                  <a:pt x="1304925" y="114300"/>
                </a:lnTo>
                <a:lnTo>
                  <a:pt x="1371600" y="47625"/>
                </a:lnTo>
                <a:lnTo>
                  <a:pt x="1381125" y="76200"/>
                </a:lnTo>
                <a:lnTo>
                  <a:pt x="1419225" y="0"/>
                </a:lnTo>
                <a:lnTo>
                  <a:pt x="1428750" y="0"/>
                </a:lnTo>
                <a:lnTo>
                  <a:pt x="1428750" y="0"/>
                </a:lnTo>
                <a:lnTo>
                  <a:pt x="1466850" y="114300"/>
                </a:lnTo>
                <a:lnTo>
                  <a:pt x="1571625" y="76200"/>
                </a:lnTo>
                <a:lnTo>
                  <a:pt x="1581150" y="66675"/>
                </a:lnTo>
                <a:lnTo>
                  <a:pt x="1619250" y="76200"/>
                </a:lnTo>
                <a:lnTo>
                  <a:pt x="1571625" y="28575"/>
                </a:lnTo>
                <a:lnTo>
                  <a:pt x="1647825" y="57150"/>
                </a:lnTo>
                <a:lnTo>
                  <a:pt x="1724025" y="76200"/>
                </a:lnTo>
                <a:lnTo>
                  <a:pt x="1809750" y="66675"/>
                </a:lnTo>
                <a:lnTo>
                  <a:pt x="1809750" y="95250"/>
                </a:lnTo>
                <a:lnTo>
                  <a:pt x="1838325" y="104775"/>
                </a:lnTo>
                <a:lnTo>
                  <a:pt x="1866900" y="66675"/>
                </a:lnTo>
                <a:lnTo>
                  <a:pt x="1905000" y="104775"/>
                </a:lnTo>
                <a:lnTo>
                  <a:pt x="1981200" y="142875"/>
                </a:lnTo>
                <a:lnTo>
                  <a:pt x="2000250" y="152400"/>
                </a:lnTo>
                <a:lnTo>
                  <a:pt x="2028825" y="152400"/>
                </a:lnTo>
                <a:lnTo>
                  <a:pt x="2085975" y="152400"/>
                </a:lnTo>
                <a:lnTo>
                  <a:pt x="2152650" y="190500"/>
                </a:lnTo>
                <a:lnTo>
                  <a:pt x="2190750" y="161925"/>
                </a:lnTo>
                <a:lnTo>
                  <a:pt x="2219325" y="180975"/>
                </a:lnTo>
                <a:lnTo>
                  <a:pt x="2276475" y="180975"/>
                </a:lnTo>
                <a:lnTo>
                  <a:pt x="2314575" y="247650"/>
                </a:lnTo>
                <a:lnTo>
                  <a:pt x="2343150" y="219075"/>
                </a:lnTo>
                <a:lnTo>
                  <a:pt x="2343150" y="228600"/>
                </a:lnTo>
                <a:lnTo>
                  <a:pt x="2371725" y="228600"/>
                </a:lnTo>
                <a:lnTo>
                  <a:pt x="2466975" y="247650"/>
                </a:lnTo>
                <a:lnTo>
                  <a:pt x="2447925" y="247650"/>
                </a:lnTo>
                <a:lnTo>
                  <a:pt x="2476500" y="295275"/>
                </a:lnTo>
                <a:lnTo>
                  <a:pt x="2552700" y="266700"/>
                </a:lnTo>
                <a:lnTo>
                  <a:pt x="2552700" y="257175"/>
                </a:lnTo>
                <a:lnTo>
                  <a:pt x="2581275" y="314325"/>
                </a:lnTo>
                <a:lnTo>
                  <a:pt x="2667000" y="314325"/>
                </a:lnTo>
                <a:lnTo>
                  <a:pt x="2686050" y="333375"/>
                </a:lnTo>
                <a:lnTo>
                  <a:pt x="2714625" y="352425"/>
                </a:lnTo>
                <a:lnTo>
                  <a:pt x="2771775" y="352425"/>
                </a:lnTo>
                <a:lnTo>
                  <a:pt x="2790825" y="361950"/>
                </a:lnTo>
                <a:lnTo>
                  <a:pt x="2847975" y="390525"/>
                </a:lnTo>
                <a:lnTo>
                  <a:pt x="2876550" y="361950"/>
                </a:lnTo>
                <a:lnTo>
                  <a:pt x="2886075" y="390525"/>
                </a:lnTo>
                <a:lnTo>
                  <a:pt x="2933700" y="419100"/>
                </a:lnTo>
                <a:lnTo>
                  <a:pt x="2971800" y="371475"/>
                </a:lnTo>
                <a:lnTo>
                  <a:pt x="2886075" y="542925"/>
                </a:lnTo>
                <a:lnTo>
                  <a:pt x="3000375" y="609600"/>
                </a:lnTo>
                <a:lnTo>
                  <a:pt x="2895600" y="514350"/>
                </a:lnTo>
                <a:lnTo>
                  <a:pt x="2857500" y="676275"/>
                </a:lnTo>
                <a:lnTo>
                  <a:pt x="2828925" y="752475"/>
                </a:lnTo>
                <a:lnTo>
                  <a:pt x="2876550" y="733425"/>
                </a:lnTo>
                <a:lnTo>
                  <a:pt x="2857500" y="771525"/>
                </a:lnTo>
                <a:lnTo>
                  <a:pt x="2876550" y="781050"/>
                </a:lnTo>
                <a:lnTo>
                  <a:pt x="2943225" y="838200"/>
                </a:lnTo>
                <a:lnTo>
                  <a:pt x="2971800" y="933450"/>
                </a:lnTo>
                <a:lnTo>
                  <a:pt x="2962275" y="1019175"/>
                </a:lnTo>
                <a:lnTo>
                  <a:pt x="3038475" y="1047750"/>
                </a:lnTo>
                <a:lnTo>
                  <a:pt x="2990850" y="1095375"/>
                </a:lnTo>
                <a:lnTo>
                  <a:pt x="3057525" y="1085850"/>
                </a:lnTo>
                <a:lnTo>
                  <a:pt x="3057525" y="1076325"/>
                </a:lnTo>
                <a:lnTo>
                  <a:pt x="3028950" y="1085850"/>
                </a:lnTo>
                <a:lnTo>
                  <a:pt x="3028950" y="1076325"/>
                </a:lnTo>
                <a:lnTo>
                  <a:pt x="3000375" y="1209675"/>
                </a:lnTo>
                <a:lnTo>
                  <a:pt x="3000375" y="1285875"/>
                </a:lnTo>
                <a:lnTo>
                  <a:pt x="3000375" y="1200150"/>
                </a:lnTo>
                <a:lnTo>
                  <a:pt x="3009900" y="1314450"/>
                </a:lnTo>
                <a:lnTo>
                  <a:pt x="2990850" y="1333500"/>
                </a:lnTo>
                <a:lnTo>
                  <a:pt x="3028950" y="1381125"/>
                </a:lnTo>
                <a:lnTo>
                  <a:pt x="3019425" y="1409700"/>
                </a:lnTo>
                <a:lnTo>
                  <a:pt x="3076575" y="1428750"/>
                </a:lnTo>
                <a:lnTo>
                  <a:pt x="3000375" y="1495425"/>
                </a:lnTo>
                <a:lnTo>
                  <a:pt x="3028950" y="1562100"/>
                </a:lnTo>
                <a:lnTo>
                  <a:pt x="3019425" y="1685925"/>
                </a:lnTo>
                <a:lnTo>
                  <a:pt x="2990850" y="1733550"/>
                </a:lnTo>
                <a:lnTo>
                  <a:pt x="3009900" y="1781175"/>
                </a:lnTo>
                <a:lnTo>
                  <a:pt x="3028950" y="1819275"/>
                </a:lnTo>
                <a:lnTo>
                  <a:pt x="3038475" y="1885950"/>
                </a:lnTo>
                <a:lnTo>
                  <a:pt x="2971800" y="1866900"/>
                </a:lnTo>
                <a:lnTo>
                  <a:pt x="2895600" y="2028825"/>
                </a:lnTo>
                <a:lnTo>
                  <a:pt x="2876550" y="1981200"/>
                </a:lnTo>
                <a:lnTo>
                  <a:pt x="2867025" y="1971675"/>
                </a:lnTo>
                <a:lnTo>
                  <a:pt x="2981325" y="2114550"/>
                </a:lnTo>
                <a:lnTo>
                  <a:pt x="2828925" y="2200275"/>
                </a:lnTo>
                <a:lnTo>
                  <a:pt x="2847975" y="2219325"/>
                </a:lnTo>
                <a:lnTo>
                  <a:pt x="2762250" y="2219325"/>
                </a:lnTo>
                <a:lnTo>
                  <a:pt x="2762250" y="2152650"/>
                </a:lnTo>
                <a:lnTo>
                  <a:pt x="2876550" y="2152650"/>
                </a:lnTo>
                <a:lnTo>
                  <a:pt x="2876550" y="2219325"/>
                </a:lnTo>
                <a:lnTo>
                  <a:pt x="2886075" y="2314575"/>
                </a:lnTo>
                <a:lnTo>
                  <a:pt x="2952750" y="2295525"/>
                </a:lnTo>
                <a:lnTo>
                  <a:pt x="2990850" y="2371725"/>
                </a:lnTo>
                <a:lnTo>
                  <a:pt x="2962275" y="2447925"/>
                </a:lnTo>
                <a:lnTo>
                  <a:pt x="3019425" y="2552700"/>
                </a:lnTo>
                <a:lnTo>
                  <a:pt x="3028950" y="2676525"/>
                </a:lnTo>
                <a:lnTo>
                  <a:pt x="2971800" y="2590800"/>
                </a:lnTo>
                <a:lnTo>
                  <a:pt x="2905125" y="2657475"/>
                </a:lnTo>
                <a:lnTo>
                  <a:pt x="2933700" y="2686050"/>
                </a:lnTo>
                <a:lnTo>
                  <a:pt x="2962275" y="2743200"/>
                </a:lnTo>
                <a:lnTo>
                  <a:pt x="2943225" y="2790825"/>
                </a:lnTo>
                <a:lnTo>
                  <a:pt x="2962275" y="2828925"/>
                </a:lnTo>
                <a:lnTo>
                  <a:pt x="2981325" y="2838450"/>
                </a:lnTo>
                <a:lnTo>
                  <a:pt x="2886075" y="2800350"/>
                </a:lnTo>
                <a:lnTo>
                  <a:pt x="2886075" y="2895600"/>
                </a:lnTo>
                <a:lnTo>
                  <a:pt x="2838450" y="2914650"/>
                </a:lnTo>
                <a:lnTo>
                  <a:pt x="2819400" y="3009900"/>
                </a:lnTo>
                <a:lnTo>
                  <a:pt x="2800350" y="3057525"/>
                </a:lnTo>
                <a:lnTo>
                  <a:pt x="2762250" y="3067050"/>
                </a:lnTo>
                <a:lnTo>
                  <a:pt x="2752725" y="3095625"/>
                </a:lnTo>
                <a:lnTo>
                  <a:pt x="2800350" y="3124200"/>
                </a:lnTo>
                <a:lnTo>
                  <a:pt x="2819400" y="3209925"/>
                </a:lnTo>
                <a:lnTo>
                  <a:pt x="2809875" y="3209925"/>
                </a:lnTo>
                <a:lnTo>
                  <a:pt x="2695575" y="3333750"/>
                </a:lnTo>
                <a:lnTo>
                  <a:pt x="2676525" y="3352800"/>
                </a:lnTo>
                <a:lnTo>
                  <a:pt x="2705100" y="3438525"/>
                </a:lnTo>
                <a:lnTo>
                  <a:pt x="2600325" y="3495675"/>
                </a:lnTo>
                <a:lnTo>
                  <a:pt x="2647950" y="3457575"/>
                </a:lnTo>
                <a:lnTo>
                  <a:pt x="2657475" y="3429000"/>
                </a:lnTo>
                <a:lnTo>
                  <a:pt x="2543175" y="3514725"/>
                </a:lnTo>
                <a:lnTo>
                  <a:pt x="2543175" y="3533775"/>
                </a:lnTo>
                <a:lnTo>
                  <a:pt x="2457450" y="3619500"/>
                </a:lnTo>
                <a:lnTo>
                  <a:pt x="2419350" y="3705225"/>
                </a:lnTo>
                <a:lnTo>
                  <a:pt x="2390775" y="3714750"/>
                </a:lnTo>
                <a:lnTo>
                  <a:pt x="2390775" y="3733800"/>
                </a:lnTo>
                <a:lnTo>
                  <a:pt x="2362200" y="3752850"/>
                </a:lnTo>
                <a:lnTo>
                  <a:pt x="2333625" y="3838575"/>
                </a:lnTo>
                <a:lnTo>
                  <a:pt x="2324100" y="3895725"/>
                </a:lnTo>
                <a:lnTo>
                  <a:pt x="2305050" y="3838575"/>
                </a:lnTo>
                <a:lnTo>
                  <a:pt x="2352675" y="3914775"/>
                </a:lnTo>
                <a:lnTo>
                  <a:pt x="2371725" y="3914775"/>
                </a:lnTo>
                <a:lnTo>
                  <a:pt x="2333625" y="3962400"/>
                </a:lnTo>
                <a:lnTo>
                  <a:pt x="2266950" y="4067175"/>
                </a:lnTo>
                <a:lnTo>
                  <a:pt x="2276475" y="4095750"/>
                </a:lnTo>
                <a:lnTo>
                  <a:pt x="2190750" y="4124325"/>
                </a:lnTo>
                <a:lnTo>
                  <a:pt x="2238375" y="4152900"/>
                </a:lnTo>
                <a:lnTo>
                  <a:pt x="2190750" y="4229100"/>
                </a:lnTo>
                <a:lnTo>
                  <a:pt x="2200275" y="4267200"/>
                </a:lnTo>
                <a:lnTo>
                  <a:pt x="2143125" y="4286250"/>
                </a:lnTo>
                <a:lnTo>
                  <a:pt x="2124075" y="4295775"/>
                </a:lnTo>
                <a:lnTo>
                  <a:pt x="2114550" y="4381500"/>
                </a:lnTo>
                <a:lnTo>
                  <a:pt x="2057400" y="4429125"/>
                </a:lnTo>
                <a:close/>
              </a:path>
            </a:pathLst>
          </a:custGeom>
          <a:solidFill>
            <a:srgbClr val="14729E">
              <a:alpha val="1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2819400" y="3695700"/>
            <a:ext cx="3581400" cy="5153025"/>
          </a:xfrm>
          <a:custGeom>
            <a:avLst/>
            <a:gdLst/>
            <a:ahLst/>
            <a:cxnLst/>
            <a:rect l="l" t="t" r="r" b="b"/>
            <a:pathLst>
              <a:path w="3581400" h="5153025">
                <a:moveTo>
                  <a:pt x="2324100" y="5153025"/>
                </a:moveTo>
                <a:lnTo>
                  <a:pt x="2295525" y="4953000"/>
                </a:lnTo>
                <a:lnTo>
                  <a:pt x="2209800" y="5086350"/>
                </a:lnTo>
                <a:lnTo>
                  <a:pt x="2181225" y="4962525"/>
                </a:lnTo>
                <a:lnTo>
                  <a:pt x="2114550" y="4914900"/>
                </a:lnTo>
                <a:lnTo>
                  <a:pt x="2038350" y="4867275"/>
                </a:lnTo>
                <a:lnTo>
                  <a:pt x="1885950" y="4962525"/>
                </a:lnTo>
                <a:lnTo>
                  <a:pt x="1885950" y="4857750"/>
                </a:lnTo>
                <a:lnTo>
                  <a:pt x="1857375" y="4886325"/>
                </a:lnTo>
                <a:lnTo>
                  <a:pt x="1771650" y="4829175"/>
                </a:lnTo>
                <a:lnTo>
                  <a:pt x="1819275" y="4743450"/>
                </a:lnTo>
                <a:lnTo>
                  <a:pt x="1809750" y="4676775"/>
                </a:lnTo>
                <a:lnTo>
                  <a:pt x="1790700" y="4648200"/>
                </a:lnTo>
                <a:lnTo>
                  <a:pt x="1733550" y="4562475"/>
                </a:lnTo>
                <a:lnTo>
                  <a:pt x="1790700" y="4486275"/>
                </a:lnTo>
                <a:lnTo>
                  <a:pt x="1781175" y="4467225"/>
                </a:lnTo>
                <a:lnTo>
                  <a:pt x="1714500" y="4410075"/>
                </a:lnTo>
                <a:lnTo>
                  <a:pt x="1647825" y="4371975"/>
                </a:lnTo>
                <a:lnTo>
                  <a:pt x="1628775" y="4391025"/>
                </a:lnTo>
                <a:lnTo>
                  <a:pt x="1609725" y="4343400"/>
                </a:lnTo>
                <a:lnTo>
                  <a:pt x="1628775" y="4257675"/>
                </a:lnTo>
                <a:lnTo>
                  <a:pt x="1590675" y="4210050"/>
                </a:lnTo>
                <a:lnTo>
                  <a:pt x="1543050" y="4133850"/>
                </a:lnTo>
                <a:lnTo>
                  <a:pt x="1504950" y="4162425"/>
                </a:lnTo>
                <a:lnTo>
                  <a:pt x="1562100" y="4181475"/>
                </a:lnTo>
                <a:lnTo>
                  <a:pt x="1533525" y="4095750"/>
                </a:lnTo>
                <a:lnTo>
                  <a:pt x="1485900" y="4048125"/>
                </a:lnTo>
                <a:lnTo>
                  <a:pt x="1409700" y="4067175"/>
                </a:lnTo>
                <a:lnTo>
                  <a:pt x="1323975" y="3990975"/>
                </a:lnTo>
                <a:lnTo>
                  <a:pt x="1228725" y="3981450"/>
                </a:lnTo>
                <a:lnTo>
                  <a:pt x="1257300" y="3952875"/>
                </a:lnTo>
                <a:lnTo>
                  <a:pt x="1228725" y="3838575"/>
                </a:lnTo>
                <a:lnTo>
                  <a:pt x="1209675" y="3800475"/>
                </a:lnTo>
                <a:lnTo>
                  <a:pt x="1133475" y="3714750"/>
                </a:lnTo>
                <a:lnTo>
                  <a:pt x="1085850" y="3657600"/>
                </a:lnTo>
                <a:lnTo>
                  <a:pt x="1038225" y="3648075"/>
                </a:lnTo>
                <a:lnTo>
                  <a:pt x="990600" y="3600450"/>
                </a:lnTo>
                <a:lnTo>
                  <a:pt x="1000125" y="3533775"/>
                </a:lnTo>
                <a:lnTo>
                  <a:pt x="933450" y="3486150"/>
                </a:lnTo>
                <a:lnTo>
                  <a:pt x="923925" y="3381375"/>
                </a:lnTo>
                <a:lnTo>
                  <a:pt x="885825" y="3333750"/>
                </a:lnTo>
                <a:lnTo>
                  <a:pt x="838200" y="3219450"/>
                </a:lnTo>
                <a:lnTo>
                  <a:pt x="857250" y="3181350"/>
                </a:lnTo>
                <a:lnTo>
                  <a:pt x="800100" y="3124200"/>
                </a:lnTo>
                <a:lnTo>
                  <a:pt x="771525" y="3095625"/>
                </a:lnTo>
                <a:lnTo>
                  <a:pt x="704850" y="3028950"/>
                </a:lnTo>
                <a:lnTo>
                  <a:pt x="666750" y="2952750"/>
                </a:lnTo>
                <a:lnTo>
                  <a:pt x="647700" y="2876550"/>
                </a:lnTo>
                <a:lnTo>
                  <a:pt x="600075" y="2828925"/>
                </a:lnTo>
                <a:lnTo>
                  <a:pt x="571500" y="2828925"/>
                </a:lnTo>
                <a:lnTo>
                  <a:pt x="552450" y="2724150"/>
                </a:lnTo>
                <a:lnTo>
                  <a:pt x="542925" y="2695575"/>
                </a:lnTo>
                <a:lnTo>
                  <a:pt x="476250" y="2628900"/>
                </a:lnTo>
                <a:lnTo>
                  <a:pt x="400050" y="2524125"/>
                </a:lnTo>
                <a:lnTo>
                  <a:pt x="371475" y="2476500"/>
                </a:lnTo>
                <a:lnTo>
                  <a:pt x="390525" y="2419350"/>
                </a:lnTo>
                <a:lnTo>
                  <a:pt x="304800" y="2371725"/>
                </a:lnTo>
                <a:lnTo>
                  <a:pt x="276225" y="2333625"/>
                </a:lnTo>
                <a:lnTo>
                  <a:pt x="285750" y="2257425"/>
                </a:lnTo>
                <a:lnTo>
                  <a:pt x="200025" y="2200275"/>
                </a:lnTo>
                <a:lnTo>
                  <a:pt x="161925" y="2143125"/>
                </a:lnTo>
                <a:lnTo>
                  <a:pt x="171450" y="2105025"/>
                </a:lnTo>
                <a:lnTo>
                  <a:pt x="133350" y="2009775"/>
                </a:lnTo>
                <a:lnTo>
                  <a:pt x="57150" y="1943100"/>
                </a:lnTo>
                <a:lnTo>
                  <a:pt x="0" y="1905000"/>
                </a:lnTo>
                <a:lnTo>
                  <a:pt x="47625" y="1857375"/>
                </a:lnTo>
                <a:lnTo>
                  <a:pt x="66675" y="1828800"/>
                </a:lnTo>
                <a:lnTo>
                  <a:pt x="19050" y="1790700"/>
                </a:lnTo>
                <a:lnTo>
                  <a:pt x="95250" y="1714500"/>
                </a:lnTo>
                <a:lnTo>
                  <a:pt x="85725" y="1695450"/>
                </a:lnTo>
                <a:lnTo>
                  <a:pt x="123825" y="1647825"/>
                </a:lnTo>
                <a:lnTo>
                  <a:pt x="161925" y="1647825"/>
                </a:lnTo>
                <a:lnTo>
                  <a:pt x="171450" y="1581150"/>
                </a:lnTo>
                <a:lnTo>
                  <a:pt x="190500" y="1495425"/>
                </a:lnTo>
                <a:lnTo>
                  <a:pt x="171450" y="1476375"/>
                </a:lnTo>
                <a:lnTo>
                  <a:pt x="180975" y="1390650"/>
                </a:lnTo>
                <a:lnTo>
                  <a:pt x="209550" y="1362075"/>
                </a:lnTo>
                <a:lnTo>
                  <a:pt x="238125" y="1333500"/>
                </a:lnTo>
                <a:lnTo>
                  <a:pt x="228600" y="1266825"/>
                </a:lnTo>
                <a:lnTo>
                  <a:pt x="266700" y="1219200"/>
                </a:lnTo>
                <a:lnTo>
                  <a:pt x="276225" y="1143000"/>
                </a:lnTo>
                <a:lnTo>
                  <a:pt x="304800" y="1085850"/>
                </a:lnTo>
                <a:lnTo>
                  <a:pt x="285750" y="1095375"/>
                </a:lnTo>
                <a:lnTo>
                  <a:pt x="333375" y="1057275"/>
                </a:lnTo>
                <a:lnTo>
                  <a:pt x="342900" y="981075"/>
                </a:lnTo>
                <a:lnTo>
                  <a:pt x="342900" y="904875"/>
                </a:lnTo>
                <a:lnTo>
                  <a:pt x="361950" y="828675"/>
                </a:lnTo>
                <a:lnTo>
                  <a:pt x="409575" y="790575"/>
                </a:lnTo>
                <a:lnTo>
                  <a:pt x="371475" y="781050"/>
                </a:lnTo>
                <a:lnTo>
                  <a:pt x="409575" y="704850"/>
                </a:lnTo>
                <a:lnTo>
                  <a:pt x="428625" y="628650"/>
                </a:lnTo>
                <a:lnTo>
                  <a:pt x="419100" y="581025"/>
                </a:lnTo>
                <a:lnTo>
                  <a:pt x="457200" y="600075"/>
                </a:lnTo>
                <a:lnTo>
                  <a:pt x="495300" y="514350"/>
                </a:lnTo>
                <a:lnTo>
                  <a:pt x="495300" y="485775"/>
                </a:lnTo>
                <a:lnTo>
                  <a:pt x="533400" y="409575"/>
                </a:lnTo>
                <a:lnTo>
                  <a:pt x="533400" y="352425"/>
                </a:lnTo>
                <a:lnTo>
                  <a:pt x="447675" y="466725"/>
                </a:lnTo>
                <a:lnTo>
                  <a:pt x="504825" y="457200"/>
                </a:lnTo>
                <a:lnTo>
                  <a:pt x="638175" y="428625"/>
                </a:lnTo>
                <a:lnTo>
                  <a:pt x="838200" y="476250"/>
                </a:lnTo>
                <a:lnTo>
                  <a:pt x="847725" y="457200"/>
                </a:lnTo>
                <a:lnTo>
                  <a:pt x="914400" y="371475"/>
                </a:lnTo>
                <a:lnTo>
                  <a:pt x="1038225" y="352425"/>
                </a:lnTo>
                <a:lnTo>
                  <a:pt x="1162050" y="295275"/>
                </a:lnTo>
                <a:lnTo>
                  <a:pt x="1162050" y="257175"/>
                </a:lnTo>
                <a:lnTo>
                  <a:pt x="1181100" y="276225"/>
                </a:lnTo>
                <a:lnTo>
                  <a:pt x="1228725" y="247650"/>
                </a:lnTo>
                <a:lnTo>
                  <a:pt x="1362075" y="228600"/>
                </a:lnTo>
                <a:lnTo>
                  <a:pt x="1400175" y="200025"/>
                </a:lnTo>
                <a:lnTo>
                  <a:pt x="1466850" y="180975"/>
                </a:lnTo>
                <a:lnTo>
                  <a:pt x="1428750" y="142875"/>
                </a:lnTo>
                <a:lnTo>
                  <a:pt x="1352550" y="161925"/>
                </a:lnTo>
                <a:lnTo>
                  <a:pt x="1447800" y="28575"/>
                </a:lnTo>
                <a:lnTo>
                  <a:pt x="1466850" y="47625"/>
                </a:lnTo>
                <a:lnTo>
                  <a:pt x="1571625" y="95250"/>
                </a:lnTo>
                <a:lnTo>
                  <a:pt x="1609725" y="47625"/>
                </a:lnTo>
                <a:lnTo>
                  <a:pt x="1590675" y="28575"/>
                </a:lnTo>
                <a:lnTo>
                  <a:pt x="1619250" y="47625"/>
                </a:lnTo>
                <a:lnTo>
                  <a:pt x="1628775" y="57150"/>
                </a:lnTo>
                <a:lnTo>
                  <a:pt x="1685925" y="28575"/>
                </a:lnTo>
                <a:lnTo>
                  <a:pt x="1800225" y="0"/>
                </a:lnTo>
                <a:lnTo>
                  <a:pt x="1752600" y="47625"/>
                </a:lnTo>
                <a:lnTo>
                  <a:pt x="1771650" y="76200"/>
                </a:lnTo>
                <a:lnTo>
                  <a:pt x="1838325" y="85725"/>
                </a:lnTo>
                <a:lnTo>
                  <a:pt x="1943100" y="104775"/>
                </a:lnTo>
                <a:lnTo>
                  <a:pt x="1981200" y="123825"/>
                </a:lnTo>
                <a:lnTo>
                  <a:pt x="2009775" y="76200"/>
                </a:lnTo>
                <a:lnTo>
                  <a:pt x="2095500" y="123825"/>
                </a:lnTo>
                <a:lnTo>
                  <a:pt x="2133600" y="104775"/>
                </a:lnTo>
                <a:lnTo>
                  <a:pt x="2152650" y="95250"/>
                </a:lnTo>
                <a:lnTo>
                  <a:pt x="2209800" y="104775"/>
                </a:lnTo>
                <a:lnTo>
                  <a:pt x="2209800" y="114300"/>
                </a:lnTo>
                <a:lnTo>
                  <a:pt x="2286000" y="190500"/>
                </a:lnTo>
                <a:lnTo>
                  <a:pt x="2333625" y="152400"/>
                </a:lnTo>
                <a:lnTo>
                  <a:pt x="2390775" y="190500"/>
                </a:lnTo>
                <a:lnTo>
                  <a:pt x="2409825" y="190500"/>
                </a:lnTo>
                <a:lnTo>
                  <a:pt x="2486025" y="190500"/>
                </a:lnTo>
                <a:lnTo>
                  <a:pt x="2552700" y="209550"/>
                </a:lnTo>
                <a:lnTo>
                  <a:pt x="2609850" y="219075"/>
                </a:lnTo>
                <a:lnTo>
                  <a:pt x="2609850" y="219075"/>
                </a:lnTo>
                <a:lnTo>
                  <a:pt x="2647950" y="228600"/>
                </a:lnTo>
                <a:lnTo>
                  <a:pt x="2686050" y="238125"/>
                </a:lnTo>
                <a:lnTo>
                  <a:pt x="2771775" y="285750"/>
                </a:lnTo>
                <a:lnTo>
                  <a:pt x="2771775" y="266700"/>
                </a:lnTo>
                <a:lnTo>
                  <a:pt x="2838450" y="285750"/>
                </a:lnTo>
                <a:lnTo>
                  <a:pt x="2838450" y="266700"/>
                </a:lnTo>
                <a:lnTo>
                  <a:pt x="2886075" y="285750"/>
                </a:lnTo>
                <a:lnTo>
                  <a:pt x="2990850" y="285750"/>
                </a:lnTo>
                <a:lnTo>
                  <a:pt x="3038475" y="323850"/>
                </a:lnTo>
                <a:lnTo>
                  <a:pt x="3057525" y="323850"/>
                </a:lnTo>
                <a:lnTo>
                  <a:pt x="3095625" y="352425"/>
                </a:lnTo>
                <a:lnTo>
                  <a:pt x="3124200" y="400050"/>
                </a:lnTo>
                <a:lnTo>
                  <a:pt x="3190875" y="381000"/>
                </a:lnTo>
                <a:lnTo>
                  <a:pt x="3248025" y="390525"/>
                </a:lnTo>
                <a:lnTo>
                  <a:pt x="3238500" y="419100"/>
                </a:lnTo>
                <a:lnTo>
                  <a:pt x="3295650" y="447675"/>
                </a:lnTo>
                <a:lnTo>
                  <a:pt x="3362325" y="447675"/>
                </a:lnTo>
                <a:lnTo>
                  <a:pt x="3371850" y="457200"/>
                </a:lnTo>
                <a:lnTo>
                  <a:pt x="3438525" y="447675"/>
                </a:lnTo>
                <a:lnTo>
                  <a:pt x="3457575" y="438150"/>
                </a:lnTo>
                <a:lnTo>
                  <a:pt x="3400425" y="495300"/>
                </a:lnTo>
                <a:lnTo>
                  <a:pt x="3276600" y="590550"/>
                </a:lnTo>
                <a:lnTo>
                  <a:pt x="3286125" y="666750"/>
                </a:lnTo>
                <a:lnTo>
                  <a:pt x="3343275" y="781050"/>
                </a:lnTo>
                <a:lnTo>
                  <a:pt x="3419475" y="800100"/>
                </a:lnTo>
                <a:lnTo>
                  <a:pt x="3438525" y="866775"/>
                </a:lnTo>
                <a:lnTo>
                  <a:pt x="3438525" y="847725"/>
                </a:lnTo>
                <a:lnTo>
                  <a:pt x="3333750" y="914400"/>
                </a:lnTo>
                <a:lnTo>
                  <a:pt x="3371850" y="933450"/>
                </a:lnTo>
                <a:lnTo>
                  <a:pt x="3486150" y="1114425"/>
                </a:lnTo>
                <a:lnTo>
                  <a:pt x="3524250" y="1181100"/>
                </a:lnTo>
                <a:lnTo>
                  <a:pt x="3514725" y="1200150"/>
                </a:lnTo>
                <a:lnTo>
                  <a:pt x="3448050" y="1295400"/>
                </a:lnTo>
                <a:lnTo>
                  <a:pt x="3524250" y="1285875"/>
                </a:lnTo>
                <a:lnTo>
                  <a:pt x="3543300" y="1295400"/>
                </a:lnTo>
                <a:lnTo>
                  <a:pt x="3552825" y="1304925"/>
                </a:lnTo>
                <a:lnTo>
                  <a:pt x="3486150" y="1390650"/>
                </a:lnTo>
                <a:lnTo>
                  <a:pt x="3524250" y="1371600"/>
                </a:lnTo>
                <a:lnTo>
                  <a:pt x="3533775" y="1381125"/>
                </a:lnTo>
                <a:lnTo>
                  <a:pt x="3533775" y="1419225"/>
                </a:lnTo>
                <a:lnTo>
                  <a:pt x="3505200" y="1466850"/>
                </a:lnTo>
                <a:lnTo>
                  <a:pt x="3571875" y="1533525"/>
                </a:lnTo>
                <a:lnTo>
                  <a:pt x="3543300" y="1552575"/>
                </a:lnTo>
                <a:lnTo>
                  <a:pt x="3514725" y="1619250"/>
                </a:lnTo>
                <a:lnTo>
                  <a:pt x="3524250" y="1714500"/>
                </a:lnTo>
                <a:lnTo>
                  <a:pt x="3543300" y="1828800"/>
                </a:lnTo>
                <a:lnTo>
                  <a:pt x="3562350" y="1895475"/>
                </a:lnTo>
                <a:lnTo>
                  <a:pt x="3495675" y="1924050"/>
                </a:lnTo>
                <a:lnTo>
                  <a:pt x="3505200" y="1990725"/>
                </a:lnTo>
                <a:lnTo>
                  <a:pt x="3486150" y="2047875"/>
                </a:lnTo>
                <a:lnTo>
                  <a:pt x="3524250" y="2133600"/>
                </a:lnTo>
                <a:lnTo>
                  <a:pt x="3543300" y="2152650"/>
                </a:lnTo>
                <a:lnTo>
                  <a:pt x="3314700" y="2105025"/>
                </a:lnTo>
                <a:lnTo>
                  <a:pt x="3209925" y="2362200"/>
                </a:lnTo>
                <a:lnTo>
                  <a:pt x="3114675" y="2305050"/>
                </a:lnTo>
                <a:lnTo>
                  <a:pt x="3333750" y="2276475"/>
                </a:lnTo>
                <a:lnTo>
                  <a:pt x="3267075" y="2362200"/>
                </a:lnTo>
                <a:lnTo>
                  <a:pt x="3181350" y="2400300"/>
                </a:lnTo>
                <a:lnTo>
                  <a:pt x="3200400" y="2457450"/>
                </a:lnTo>
                <a:lnTo>
                  <a:pt x="3248025" y="2590800"/>
                </a:lnTo>
                <a:lnTo>
                  <a:pt x="3352800" y="2533650"/>
                </a:lnTo>
                <a:lnTo>
                  <a:pt x="3333750" y="2647950"/>
                </a:lnTo>
                <a:lnTo>
                  <a:pt x="3409950" y="2686050"/>
                </a:lnTo>
                <a:lnTo>
                  <a:pt x="3371850" y="2638425"/>
                </a:lnTo>
                <a:lnTo>
                  <a:pt x="3429000" y="2733675"/>
                </a:lnTo>
                <a:lnTo>
                  <a:pt x="3400425" y="2914650"/>
                </a:lnTo>
                <a:lnTo>
                  <a:pt x="3467100" y="2933700"/>
                </a:lnTo>
                <a:lnTo>
                  <a:pt x="3524250" y="2952750"/>
                </a:lnTo>
                <a:lnTo>
                  <a:pt x="3581400" y="2933700"/>
                </a:lnTo>
                <a:lnTo>
                  <a:pt x="3495675" y="3000375"/>
                </a:lnTo>
                <a:lnTo>
                  <a:pt x="3495675" y="3038475"/>
                </a:lnTo>
                <a:lnTo>
                  <a:pt x="3429000" y="3133725"/>
                </a:lnTo>
                <a:lnTo>
                  <a:pt x="3476625" y="3190875"/>
                </a:lnTo>
                <a:lnTo>
                  <a:pt x="3429000" y="3171825"/>
                </a:lnTo>
                <a:lnTo>
                  <a:pt x="3457575" y="3238500"/>
                </a:lnTo>
                <a:lnTo>
                  <a:pt x="3467100" y="3295650"/>
                </a:lnTo>
                <a:lnTo>
                  <a:pt x="3419475" y="3314700"/>
                </a:lnTo>
                <a:lnTo>
                  <a:pt x="3371850" y="3438525"/>
                </a:lnTo>
                <a:lnTo>
                  <a:pt x="3295650" y="3467100"/>
                </a:lnTo>
                <a:lnTo>
                  <a:pt x="3276600" y="3448050"/>
                </a:lnTo>
                <a:lnTo>
                  <a:pt x="3295650" y="3533775"/>
                </a:lnTo>
                <a:lnTo>
                  <a:pt x="3305175" y="3581400"/>
                </a:lnTo>
                <a:lnTo>
                  <a:pt x="3267075" y="3562350"/>
                </a:lnTo>
                <a:lnTo>
                  <a:pt x="3248025" y="3609975"/>
                </a:lnTo>
                <a:lnTo>
                  <a:pt x="3152775" y="3752850"/>
                </a:lnTo>
                <a:lnTo>
                  <a:pt x="3209925" y="3810000"/>
                </a:lnTo>
                <a:lnTo>
                  <a:pt x="3152775" y="3819525"/>
                </a:lnTo>
                <a:lnTo>
                  <a:pt x="3143250" y="3905250"/>
                </a:lnTo>
                <a:lnTo>
                  <a:pt x="3095625" y="3848100"/>
                </a:lnTo>
                <a:lnTo>
                  <a:pt x="3152775" y="4048125"/>
                </a:lnTo>
                <a:lnTo>
                  <a:pt x="3124200" y="4010025"/>
                </a:lnTo>
                <a:lnTo>
                  <a:pt x="3105150" y="3971925"/>
                </a:lnTo>
                <a:lnTo>
                  <a:pt x="3086100" y="4057650"/>
                </a:lnTo>
                <a:lnTo>
                  <a:pt x="3009900" y="4067175"/>
                </a:lnTo>
                <a:lnTo>
                  <a:pt x="2914650" y="4152900"/>
                </a:lnTo>
                <a:lnTo>
                  <a:pt x="2857500" y="4286250"/>
                </a:lnTo>
                <a:lnTo>
                  <a:pt x="2762250" y="4295775"/>
                </a:lnTo>
                <a:lnTo>
                  <a:pt x="2752725" y="4362450"/>
                </a:lnTo>
                <a:lnTo>
                  <a:pt x="2686050" y="4400550"/>
                </a:lnTo>
                <a:lnTo>
                  <a:pt x="2724150" y="4438650"/>
                </a:lnTo>
                <a:lnTo>
                  <a:pt x="2762250" y="4448175"/>
                </a:lnTo>
                <a:lnTo>
                  <a:pt x="2724150" y="4495800"/>
                </a:lnTo>
                <a:lnTo>
                  <a:pt x="2809875" y="4572000"/>
                </a:lnTo>
                <a:lnTo>
                  <a:pt x="2752725" y="4581525"/>
                </a:lnTo>
                <a:lnTo>
                  <a:pt x="2695575" y="4619625"/>
                </a:lnTo>
                <a:lnTo>
                  <a:pt x="2724150" y="4657725"/>
                </a:lnTo>
                <a:lnTo>
                  <a:pt x="2657475" y="4733925"/>
                </a:lnTo>
                <a:lnTo>
                  <a:pt x="2619375" y="4800600"/>
                </a:lnTo>
                <a:lnTo>
                  <a:pt x="2609850" y="4905375"/>
                </a:lnTo>
                <a:lnTo>
                  <a:pt x="2581275" y="4867275"/>
                </a:lnTo>
                <a:lnTo>
                  <a:pt x="2514600" y="4943475"/>
                </a:lnTo>
                <a:lnTo>
                  <a:pt x="2514600" y="4962525"/>
                </a:lnTo>
                <a:lnTo>
                  <a:pt x="2486025" y="5019675"/>
                </a:lnTo>
                <a:lnTo>
                  <a:pt x="2428875" y="5095875"/>
                </a:lnTo>
                <a:lnTo>
                  <a:pt x="2314575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-2800350" y="3667125"/>
            <a:ext cx="3600450" cy="5191125"/>
          </a:xfrm>
          <a:custGeom>
            <a:avLst/>
            <a:gdLst/>
            <a:ahLst/>
            <a:cxnLst/>
            <a:rect l="l" t="t" r="r" b="b"/>
            <a:pathLst>
              <a:path w="3600450" h="5191125">
                <a:moveTo>
                  <a:pt x="2286000" y="5191125"/>
                </a:moveTo>
                <a:lnTo>
                  <a:pt x="2152650" y="5153025"/>
                </a:lnTo>
                <a:lnTo>
                  <a:pt x="2143125" y="5000625"/>
                </a:lnTo>
                <a:lnTo>
                  <a:pt x="2152650" y="5038725"/>
                </a:lnTo>
                <a:lnTo>
                  <a:pt x="2085975" y="4905375"/>
                </a:lnTo>
                <a:lnTo>
                  <a:pt x="2000250" y="4810125"/>
                </a:lnTo>
                <a:lnTo>
                  <a:pt x="1924050" y="4876800"/>
                </a:lnTo>
                <a:lnTo>
                  <a:pt x="1838325" y="4905375"/>
                </a:lnTo>
                <a:lnTo>
                  <a:pt x="1819275" y="4914900"/>
                </a:lnTo>
                <a:lnTo>
                  <a:pt x="1924050" y="4876800"/>
                </a:lnTo>
                <a:lnTo>
                  <a:pt x="1885950" y="4791075"/>
                </a:lnTo>
                <a:lnTo>
                  <a:pt x="1857375" y="4733925"/>
                </a:lnTo>
                <a:lnTo>
                  <a:pt x="1790700" y="4667250"/>
                </a:lnTo>
                <a:lnTo>
                  <a:pt x="1828800" y="4629150"/>
                </a:lnTo>
                <a:lnTo>
                  <a:pt x="1790700" y="4543425"/>
                </a:lnTo>
                <a:lnTo>
                  <a:pt x="1724025" y="4476750"/>
                </a:lnTo>
                <a:lnTo>
                  <a:pt x="1704975" y="4467225"/>
                </a:lnTo>
                <a:lnTo>
                  <a:pt x="1714500" y="4343400"/>
                </a:lnTo>
                <a:lnTo>
                  <a:pt x="1638300" y="4314825"/>
                </a:lnTo>
                <a:lnTo>
                  <a:pt x="1638300" y="4400550"/>
                </a:lnTo>
                <a:lnTo>
                  <a:pt x="1581150" y="4305300"/>
                </a:lnTo>
                <a:lnTo>
                  <a:pt x="1562100" y="4238625"/>
                </a:lnTo>
                <a:lnTo>
                  <a:pt x="1514475" y="4238625"/>
                </a:lnTo>
                <a:lnTo>
                  <a:pt x="1552575" y="4238625"/>
                </a:lnTo>
                <a:lnTo>
                  <a:pt x="1524000" y="4219575"/>
                </a:lnTo>
                <a:lnTo>
                  <a:pt x="1438275" y="4152900"/>
                </a:lnTo>
                <a:lnTo>
                  <a:pt x="1409700" y="4114800"/>
                </a:lnTo>
                <a:lnTo>
                  <a:pt x="1343025" y="4086225"/>
                </a:lnTo>
                <a:lnTo>
                  <a:pt x="1266825" y="4019550"/>
                </a:lnTo>
                <a:lnTo>
                  <a:pt x="1257300" y="4000500"/>
                </a:lnTo>
                <a:lnTo>
                  <a:pt x="1266825" y="3971925"/>
                </a:lnTo>
                <a:lnTo>
                  <a:pt x="1190625" y="3914775"/>
                </a:lnTo>
                <a:lnTo>
                  <a:pt x="1152525" y="3857625"/>
                </a:lnTo>
                <a:lnTo>
                  <a:pt x="1171575" y="3810000"/>
                </a:lnTo>
                <a:lnTo>
                  <a:pt x="1114425" y="3762375"/>
                </a:lnTo>
                <a:lnTo>
                  <a:pt x="1047750" y="3695700"/>
                </a:lnTo>
                <a:lnTo>
                  <a:pt x="1019175" y="3619500"/>
                </a:lnTo>
                <a:lnTo>
                  <a:pt x="981075" y="3571875"/>
                </a:lnTo>
                <a:lnTo>
                  <a:pt x="962025" y="3495675"/>
                </a:lnTo>
                <a:lnTo>
                  <a:pt x="914400" y="3409950"/>
                </a:lnTo>
                <a:lnTo>
                  <a:pt x="895350" y="3343275"/>
                </a:lnTo>
                <a:lnTo>
                  <a:pt x="857250" y="3295650"/>
                </a:lnTo>
                <a:lnTo>
                  <a:pt x="828675" y="3200400"/>
                </a:lnTo>
                <a:lnTo>
                  <a:pt x="771525" y="3152775"/>
                </a:lnTo>
                <a:lnTo>
                  <a:pt x="723900" y="3105150"/>
                </a:lnTo>
                <a:lnTo>
                  <a:pt x="723900" y="3067050"/>
                </a:lnTo>
                <a:lnTo>
                  <a:pt x="647700" y="3009900"/>
                </a:lnTo>
                <a:lnTo>
                  <a:pt x="628650" y="2943225"/>
                </a:lnTo>
                <a:lnTo>
                  <a:pt x="581025" y="2895600"/>
                </a:lnTo>
                <a:lnTo>
                  <a:pt x="571500" y="2838450"/>
                </a:lnTo>
                <a:lnTo>
                  <a:pt x="533400" y="2743200"/>
                </a:lnTo>
                <a:lnTo>
                  <a:pt x="495300" y="2676525"/>
                </a:lnTo>
                <a:lnTo>
                  <a:pt x="485775" y="2647950"/>
                </a:lnTo>
                <a:lnTo>
                  <a:pt x="447675" y="2571750"/>
                </a:lnTo>
                <a:lnTo>
                  <a:pt x="390525" y="2505075"/>
                </a:lnTo>
                <a:lnTo>
                  <a:pt x="371475" y="2438400"/>
                </a:lnTo>
                <a:lnTo>
                  <a:pt x="323850" y="2390775"/>
                </a:lnTo>
                <a:lnTo>
                  <a:pt x="285750" y="2305050"/>
                </a:lnTo>
                <a:lnTo>
                  <a:pt x="219075" y="2238375"/>
                </a:lnTo>
                <a:lnTo>
                  <a:pt x="171450" y="2219325"/>
                </a:lnTo>
                <a:lnTo>
                  <a:pt x="152400" y="2171700"/>
                </a:lnTo>
                <a:lnTo>
                  <a:pt x="133350" y="2066925"/>
                </a:lnTo>
                <a:lnTo>
                  <a:pt x="114300" y="2047875"/>
                </a:lnTo>
                <a:lnTo>
                  <a:pt x="76200" y="1952625"/>
                </a:lnTo>
                <a:lnTo>
                  <a:pt x="0" y="1924050"/>
                </a:lnTo>
                <a:lnTo>
                  <a:pt x="38100" y="1905000"/>
                </a:lnTo>
                <a:lnTo>
                  <a:pt x="66675" y="1819275"/>
                </a:lnTo>
                <a:lnTo>
                  <a:pt x="28575" y="1790700"/>
                </a:lnTo>
                <a:lnTo>
                  <a:pt x="38100" y="1800225"/>
                </a:lnTo>
                <a:lnTo>
                  <a:pt x="142875" y="1752600"/>
                </a:lnTo>
                <a:lnTo>
                  <a:pt x="152400" y="1685925"/>
                </a:lnTo>
                <a:lnTo>
                  <a:pt x="161925" y="1647825"/>
                </a:lnTo>
                <a:lnTo>
                  <a:pt x="152400" y="1590675"/>
                </a:lnTo>
                <a:lnTo>
                  <a:pt x="123825" y="1533525"/>
                </a:lnTo>
                <a:lnTo>
                  <a:pt x="161925" y="1466850"/>
                </a:lnTo>
                <a:lnTo>
                  <a:pt x="152400" y="1428750"/>
                </a:lnTo>
                <a:lnTo>
                  <a:pt x="171450" y="1419225"/>
                </a:lnTo>
                <a:lnTo>
                  <a:pt x="171450" y="1304925"/>
                </a:lnTo>
                <a:lnTo>
                  <a:pt x="200025" y="1257300"/>
                </a:lnTo>
                <a:lnTo>
                  <a:pt x="209550" y="1209675"/>
                </a:lnTo>
                <a:lnTo>
                  <a:pt x="238125" y="1200150"/>
                </a:lnTo>
                <a:lnTo>
                  <a:pt x="247650" y="1152525"/>
                </a:lnTo>
                <a:lnTo>
                  <a:pt x="276225" y="1066800"/>
                </a:lnTo>
                <a:lnTo>
                  <a:pt x="304800" y="1066800"/>
                </a:lnTo>
                <a:lnTo>
                  <a:pt x="333375" y="1000125"/>
                </a:lnTo>
                <a:lnTo>
                  <a:pt x="352425" y="971550"/>
                </a:lnTo>
                <a:lnTo>
                  <a:pt x="323850" y="876300"/>
                </a:lnTo>
                <a:lnTo>
                  <a:pt x="371475" y="847725"/>
                </a:lnTo>
                <a:lnTo>
                  <a:pt x="381000" y="781050"/>
                </a:lnTo>
                <a:lnTo>
                  <a:pt x="352425" y="742950"/>
                </a:lnTo>
                <a:lnTo>
                  <a:pt x="409575" y="704850"/>
                </a:lnTo>
                <a:lnTo>
                  <a:pt x="438150" y="628650"/>
                </a:lnTo>
                <a:lnTo>
                  <a:pt x="400050" y="609600"/>
                </a:lnTo>
                <a:lnTo>
                  <a:pt x="447675" y="581025"/>
                </a:lnTo>
                <a:lnTo>
                  <a:pt x="495300" y="495300"/>
                </a:lnTo>
                <a:lnTo>
                  <a:pt x="466725" y="438150"/>
                </a:lnTo>
                <a:lnTo>
                  <a:pt x="504825" y="409575"/>
                </a:lnTo>
                <a:lnTo>
                  <a:pt x="685800" y="457200"/>
                </a:lnTo>
                <a:lnTo>
                  <a:pt x="781050" y="371475"/>
                </a:lnTo>
                <a:lnTo>
                  <a:pt x="752475" y="476250"/>
                </a:lnTo>
                <a:lnTo>
                  <a:pt x="809625" y="504825"/>
                </a:lnTo>
                <a:lnTo>
                  <a:pt x="895350" y="438150"/>
                </a:lnTo>
                <a:lnTo>
                  <a:pt x="990600" y="438150"/>
                </a:lnTo>
                <a:lnTo>
                  <a:pt x="1085850" y="371475"/>
                </a:lnTo>
                <a:lnTo>
                  <a:pt x="1133475" y="352425"/>
                </a:lnTo>
                <a:lnTo>
                  <a:pt x="1085850" y="247650"/>
                </a:lnTo>
                <a:lnTo>
                  <a:pt x="1143000" y="238125"/>
                </a:lnTo>
                <a:lnTo>
                  <a:pt x="1295400" y="209550"/>
                </a:lnTo>
                <a:lnTo>
                  <a:pt x="1362075" y="285750"/>
                </a:lnTo>
                <a:lnTo>
                  <a:pt x="1400175" y="285750"/>
                </a:lnTo>
                <a:lnTo>
                  <a:pt x="1381125" y="314325"/>
                </a:lnTo>
                <a:lnTo>
                  <a:pt x="1352550" y="209550"/>
                </a:lnTo>
                <a:lnTo>
                  <a:pt x="1333500" y="200025"/>
                </a:lnTo>
                <a:lnTo>
                  <a:pt x="1457325" y="171450"/>
                </a:lnTo>
                <a:lnTo>
                  <a:pt x="1524000" y="152400"/>
                </a:lnTo>
                <a:lnTo>
                  <a:pt x="1514475" y="161925"/>
                </a:lnTo>
                <a:lnTo>
                  <a:pt x="1590675" y="95250"/>
                </a:lnTo>
                <a:lnTo>
                  <a:pt x="1581150" y="47625"/>
                </a:lnTo>
                <a:lnTo>
                  <a:pt x="1581150" y="57150"/>
                </a:lnTo>
                <a:lnTo>
                  <a:pt x="1619250" y="57150"/>
                </a:lnTo>
                <a:lnTo>
                  <a:pt x="1647825" y="28575"/>
                </a:lnTo>
                <a:lnTo>
                  <a:pt x="1724025" y="0"/>
                </a:lnTo>
                <a:lnTo>
                  <a:pt x="1781175" y="85725"/>
                </a:lnTo>
                <a:lnTo>
                  <a:pt x="1809750" y="85725"/>
                </a:lnTo>
                <a:lnTo>
                  <a:pt x="1828800" y="133350"/>
                </a:lnTo>
                <a:lnTo>
                  <a:pt x="1952625" y="66675"/>
                </a:lnTo>
                <a:lnTo>
                  <a:pt x="1962150" y="95250"/>
                </a:lnTo>
                <a:lnTo>
                  <a:pt x="2019300" y="104775"/>
                </a:lnTo>
                <a:lnTo>
                  <a:pt x="2038350" y="142875"/>
                </a:lnTo>
                <a:lnTo>
                  <a:pt x="2114550" y="171450"/>
                </a:lnTo>
                <a:lnTo>
                  <a:pt x="2124075" y="123825"/>
                </a:lnTo>
                <a:lnTo>
                  <a:pt x="2143125" y="104775"/>
                </a:lnTo>
                <a:lnTo>
                  <a:pt x="2219325" y="161925"/>
                </a:lnTo>
                <a:lnTo>
                  <a:pt x="2247900" y="171450"/>
                </a:lnTo>
                <a:lnTo>
                  <a:pt x="2314575" y="180975"/>
                </a:lnTo>
                <a:lnTo>
                  <a:pt x="2333625" y="200025"/>
                </a:lnTo>
                <a:lnTo>
                  <a:pt x="2390775" y="219075"/>
                </a:lnTo>
                <a:lnTo>
                  <a:pt x="2466975" y="228600"/>
                </a:lnTo>
                <a:lnTo>
                  <a:pt x="2543175" y="257175"/>
                </a:lnTo>
                <a:lnTo>
                  <a:pt x="2581275" y="238125"/>
                </a:lnTo>
                <a:lnTo>
                  <a:pt x="2571750" y="247650"/>
                </a:lnTo>
                <a:lnTo>
                  <a:pt x="2676525" y="295275"/>
                </a:lnTo>
                <a:lnTo>
                  <a:pt x="2667000" y="285750"/>
                </a:lnTo>
                <a:lnTo>
                  <a:pt x="2705100" y="323850"/>
                </a:lnTo>
                <a:lnTo>
                  <a:pt x="2762250" y="304800"/>
                </a:lnTo>
                <a:lnTo>
                  <a:pt x="2819400" y="285750"/>
                </a:lnTo>
                <a:lnTo>
                  <a:pt x="2838450" y="304800"/>
                </a:lnTo>
                <a:lnTo>
                  <a:pt x="2924175" y="295275"/>
                </a:lnTo>
                <a:lnTo>
                  <a:pt x="2971800" y="304800"/>
                </a:lnTo>
                <a:lnTo>
                  <a:pt x="2971800" y="323850"/>
                </a:lnTo>
                <a:lnTo>
                  <a:pt x="3028950" y="352425"/>
                </a:lnTo>
                <a:lnTo>
                  <a:pt x="3067050" y="361950"/>
                </a:lnTo>
                <a:lnTo>
                  <a:pt x="3133725" y="428625"/>
                </a:lnTo>
                <a:lnTo>
                  <a:pt x="3133725" y="409575"/>
                </a:lnTo>
                <a:lnTo>
                  <a:pt x="3219450" y="400050"/>
                </a:lnTo>
                <a:lnTo>
                  <a:pt x="3238500" y="419100"/>
                </a:lnTo>
                <a:lnTo>
                  <a:pt x="3257550" y="428625"/>
                </a:lnTo>
                <a:lnTo>
                  <a:pt x="3305175" y="428625"/>
                </a:lnTo>
                <a:lnTo>
                  <a:pt x="3343275" y="466725"/>
                </a:lnTo>
                <a:lnTo>
                  <a:pt x="3390900" y="495300"/>
                </a:lnTo>
                <a:lnTo>
                  <a:pt x="3448050" y="457200"/>
                </a:lnTo>
                <a:lnTo>
                  <a:pt x="3429000" y="704850"/>
                </a:lnTo>
                <a:lnTo>
                  <a:pt x="3324225" y="666750"/>
                </a:lnTo>
                <a:lnTo>
                  <a:pt x="3228975" y="685800"/>
                </a:lnTo>
                <a:lnTo>
                  <a:pt x="3295650" y="752475"/>
                </a:lnTo>
                <a:lnTo>
                  <a:pt x="3238500" y="895350"/>
                </a:lnTo>
                <a:lnTo>
                  <a:pt x="3248025" y="904875"/>
                </a:lnTo>
                <a:lnTo>
                  <a:pt x="3267075" y="942975"/>
                </a:lnTo>
                <a:lnTo>
                  <a:pt x="3305175" y="923925"/>
                </a:lnTo>
                <a:lnTo>
                  <a:pt x="3362325" y="1066800"/>
                </a:lnTo>
                <a:lnTo>
                  <a:pt x="3409950" y="1076325"/>
                </a:lnTo>
                <a:lnTo>
                  <a:pt x="3419475" y="1152525"/>
                </a:lnTo>
                <a:lnTo>
                  <a:pt x="3495675" y="1247775"/>
                </a:lnTo>
                <a:lnTo>
                  <a:pt x="3543300" y="1247775"/>
                </a:lnTo>
                <a:lnTo>
                  <a:pt x="3533775" y="1295400"/>
                </a:lnTo>
                <a:lnTo>
                  <a:pt x="3467100" y="1314450"/>
                </a:lnTo>
                <a:lnTo>
                  <a:pt x="3514725" y="1314450"/>
                </a:lnTo>
                <a:lnTo>
                  <a:pt x="3543300" y="1314450"/>
                </a:lnTo>
                <a:lnTo>
                  <a:pt x="3524250" y="1381125"/>
                </a:lnTo>
                <a:lnTo>
                  <a:pt x="3495675" y="1428750"/>
                </a:lnTo>
                <a:lnTo>
                  <a:pt x="3486150" y="1466850"/>
                </a:lnTo>
                <a:lnTo>
                  <a:pt x="3486150" y="1495425"/>
                </a:lnTo>
                <a:lnTo>
                  <a:pt x="3457575" y="1543050"/>
                </a:lnTo>
                <a:lnTo>
                  <a:pt x="3429000" y="1619250"/>
                </a:lnTo>
                <a:lnTo>
                  <a:pt x="3495675" y="1666875"/>
                </a:lnTo>
                <a:lnTo>
                  <a:pt x="3476625" y="1695450"/>
                </a:lnTo>
                <a:lnTo>
                  <a:pt x="3486150" y="1752600"/>
                </a:lnTo>
                <a:lnTo>
                  <a:pt x="3457575" y="1857375"/>
                </a:lnTo>
                <a:lnTo>
                  <a:pt x="3495675" y="1981200"/>
                </a:lnTo>
                <a:lnTo>
                  <a:pt x="3457575" y="2009775"/>
                </a:lnTo>
                <a:lnTo>
                  <a:pt x="3448050" y="2066925"/>
                </a:lnTo>
                <a:lnTo>
                  <a:pt x="3486150" y="2143125"/>
                </a:lnTo>
                <a:lnTo>
                  <a:pt x="3467100" y="2181225"/>
                </a:lnTo>
                <a:lnTo>
                  <a:pt x="3362325" y="2305050"/>
                </a:lnTo>
                <a:lnTo>
                  <a:pt x="3381375" y="2276475"/>
                </a:lnTo>
                <a:lnTo>
                  <a:pt x="3305175" y="2305050"/>
                </a:lnTo>
                <a:lnTo>
                  <a:pt x="3314700" y="2286000"/>
                </a:lnTo>
                <a:lnTo>
                  <a:pt x="3343275" y="2276475"/>
                </a:lnTo>
                <a:lnTo>
                  <a:pt x="3429000" y="2314575"/>
                </a:lnTo>
                <a:lnTo>
                  <a:pt x="3352800" y="2495550"/>
                </a:lnTo>
                <a:lnTo>
                  <a:pt x="3209925" y="2619375"/>
                </a:lnTo>
                <a:lnTo>
                  <a:pt x="3362325" y="2714625"/>
                </a:lnTo>
                <a:lnTo>
                  <a:pt x="3276600" y="2714625"/>
                </a:lnTo>
                <a:lnTo>
                  <a:pt x="3371850" y="2686050"/>
                </a:lnTo>
                <a:lnTo>
                  <a:pt x="3390900" y="2657475"/>
                </a:lnTo>
                <a:lnTo>
                  <a:pt x="3438525" y="2762250"/>
                </a:lnTo>
                <a:lnTo>
                  <a:pt x="3467100" y="2847975"/>
                </a:lnTo>
                <a:lnTo>
                  <a:pt x="3514725" y="2905125"/>
                </a:lnTo>
                <a:lnTo>
                  <a:pt x="3486150" y="3028950"/>
                </a:lnTo>
                <a:lnTo>
                  <a:pt x="3543300" y="2981325"/>
                </a:lnTo>
                <a:lnTo>
                  <a:pt x="3600450" y="3000375"/>
                </a:lnTo>
                <a:lnTo>
                  <a:pt x="3571875" y="3057525"/>
                </a:lnTo>
                <a:lnTo>
                  <a:pt x="3400425" y="3124200"/>
                </a:lnTo>
                <a:lnTo>
                  <a:pt x="3371850" y="3228975"/>
                </a:lnTo>
                <a:lnTo>
                  <a:pt x="3409950" y="3286125"/>
                </a:lnTo>
                <a:lnTo>
                  <a:pt x="3457575" y="3343275"/>
                </a:lnTo>
                <a:lnTo>
                  <a:pt x="3486150" y="3362325"/>
                </a:lnTo>
                <a:lnTo>
                  <a:pt x="3362325" y="3352800"/>
                </a:lnTo>
                <a:lnTo>
                  <a:pt x="3314700" y="3343275"/>
                </a:lnTo>
                <a:lnTo>
                  <a:pt x="3333750" y="3400425"/>
                </a:lnTo>
                <a:lnTo>
                  <a:pt x="3276600" y="3505200"/>
                </a:lnTo>
                <a:lnTo>
                  <a:pt x="3286125" y="3552825"/>
                </a:lnTo>
                <a:lnTo>
                  <a:pt x="3276600" y="3571875"/>
                </a:lnTo>
                <a:lnTo>
                  <a:pt x="3286125" y="3619500"/>
                </a:lnTo>
                <a:lnTo>
                  <a:pt x="3267075" y="3667125"/>
                </a:lnTo>
                <a:lnTo>
                  <a:pt x="3267075" y="3762375"/>
                </a:lnTo>
                <a:lnTo>
                  <a:pt x="3314700" y="3819525"/>
                </a:lnTo>
                <a:lnTo>
                  <a:pt x="3295650" y="3886200"/>
                </a:lnTo>
                <a:lnTo>
                  <a:pt x="3095625" y="3943350"/>
                </a:lnTo>
                <a:lnTo>
                  <a:pt x="3105150" y="3990975"/>
                </a:lnTo>
                <a:lnTo>
                  <a:pt x="3086100" y="4010025"/>
                </a:lnTo>
                <a:lnTo>
                  <a:pt x="3067050" y="3990975"/>
                </a:lnTo>
                <a:lnTo>
                  <a:pt x="3057525" y="4048125"/>
                </a:lnTo>
                <a:lnTo>
                  <a:pt x="3086100" y="4086225"/>
                </a:lnTo>
                <a:lnTo>
                  <a:pt x="2990850" y="4143375"/>
                </a:lnTo>
                <a:lnTo>
                  <a:pt x="2914650" y="4257675"/>
                </a:lnTo>
                <a:lnTo>
                  <a:pt x="2809875" y="4286250"/>
                </a:lnTo>
                <a:lnTo>
                  <a:pt x="2819400" y="4352925"/>
                </a:lnTo>
                <a:lnTo>
                  <a:pt x="2771775" y="4391025"/>
                </a:lnTo>
                <a:lnTo>
                  <a:pt x="2714625" y="4429125"/>
                </a:lnTo>
                <a:lnTo>
                  <a:pt x="2667000" y="4467225"/>
                </a:lnTo>
                <a:lnTo>
                  <a:pt x="2657475" y="4448175"/>
                </a:lnTo>
                <a:lnTo>
                  <a:pt x="2667000" y="4476750"/>
                </a:lnTo>
                <a:lnTo>
                  <a:pt x="2733675" y="4495800"/>
                </a:lnTo>
                <a:lnTo>
                  <a:pt x="2733675" y="4600575"/>
                </a:lnTo>
                <a:lnTo>
                  <a:pt x="2667000" y="4695825"/>
                </a:lnTo>
                <a:lnTo>
                  <a:pt x="2667000" y="4714875"/>
                </a:lnTo>
                <a:lnTo>
                  <a:pt x="2619375" y="4791075"/>
                </a:lnTo>
                <a:lnTo>
                  <a:pt x="2562225" y="4838700"/>
                </a:lnTo>
                <a:lnTo>
                  <a:pt x="2524125" y="4914900"/>
                </a:lnTo>
                <a:lnTo>
                  <a:pt x="2524125" y="4924425"/>
                </a:lnTo>
                <a:lnTo>
                  <a:pt x="2514600" y="4924425"/>
                </a:lnTo>
                <a:lnTo>
                  <a:pt x="2486025" y="5010150"/>
                </a:lnTo>
                <a:lnTo>
                  <a:pt x="2419350" y="5000625"/>
                </a:lnTo>
                <a:lnTo>
                  <a:pt x="2390775" y="5133975"/>
                </a:lnTo>
                <a:lnTo>
                  <a:pt x="2362200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-2276475" y="4857750"/>
            <a:ext cx="1790700" cy="2619375"/>
          </a:xfrm>
          <a:custGeom>
            <a:avLst/>
            <a:gdLst/>
            <a:ahLst/>
            <a:cxnLst/>
            <a:rect l="l" t="t" r="r" b="b"/>
            <a:pathLst>
              <a:path w="1790700" h="2619375">
                <a:moveTo>
                  <a:pt x="1123950" y="2619375"/>
                </a:moveTo>
                <a:lnTo>
                  <a:pt x="1123950" y="2533650"/>
                </a:lnTo>
                <a:lnTo>
                  <a:pt x="1047750" y="2571750"/>
                </a:lnTo>
                <a:lnTo>
                  <a:pt x="1066800" y="2571750"/>
                </a:lnTo>
                <a:lnTo>
                  <a:pt x="1028700" y="2476500"/>
                </a:lnTo>
                <a:lnTo>
                  <a:pt x="952500" y="2409825"/>
                </a:lnTo>
                <a:lnTo>
                  <a:pt x="952500" y="2505075"/>
                </a:lnTo>
                <a:lnTo>
                  <a:pt x="962025" y="2495550"/>
                </a:lnTo>
                <a:lnTo>
                  <a:pt x="885825" y="2457450"/>
                </a:lnTo>
                <a:lnTo>
                  <a:pt x="876300" y="2419350"/>
                </a:lnTo>
                <a:lnTo>
                  <a:pt x="923925" y="2438400"/>
                </a:lnTo>
                <a:lnTo>
                  <a:pt x="857250" y="2438400"/>
                </a:lnTo>
                <a:lnTo>
                  <a:pt x="876300" y="2333625"/>
                </a:lnTo>
                <a:lnTo>
                  <a:pt x="895350" y="2343150"/>
                </a:lnTo>
                <a:lnTo>
                  <a:pt x="876300" y="2343150"/>
                </a:lnTo>
                <a:lnTo>
                  <a:pt x="885825" y="2257425"/>
                </a:lnTo>
                <a:lnTo>
                  <a:pt x="838200" y="2219325"/>
                </a:lnTo>
                <a:lnTo>
                  <a:pt x="847725" y="2171700"/>
                </a:lnTo>
                <a:lnTo>
                  <a:pt x="866775" y="2181225"/>
                </a:lnTo>
                <a:lnTo>
                  <a:pt x="838200" y="2133600"/>
                </a:lnTo>
                <a:lnTo>
                  <a:pt x="790575" y="2143125"/>
                </a:lnTo>
                <a:lnTo>
                  <a:pt x="723900" y="2181225"/>
                </a:lnTo>
                <a:lnTo>
                  <a:pt x="762000" y="2124075"/>
                </a:lnTo>
                <a:lnTo>
                  <a:pt x="762000" y="2105025"/>
                </a:lnTo>
                <a:lnTo>
                  <a:pt x="771525" y="2085975"/>
                </a:lnTo>
                <a:lnTo>
                  <a:pt x="771525" y="2095500"/>
                </a:lnTo>
                <a:lnTo>
                  <a:pt x="742950" y="2066925"/>
                </a:lnTo>
                <a:lnTo>
                  <a:pt x="676275" y="2066925"/>
                </a:lnTo>
                <a:lnTo>
                  <a:pt x="647700" y="2047875"/>
                </a:lnTo>
                <a:lnTo>
                  <a:pt x="600075" y="1962150"/>
                </a:lnTo>
                <a:lnTo>
                  <a:pt x="628650" y="1952625"/>
                </a:lnTo>
                <a:lnTo>
                  <a:pt x="609600" y="1933575"/>
                </a:lnTo>
                <a:lnTo>
                  <a:pt x="581025" y="1952625"/>
                </a:lnTo>
                <a:lnTo>
                  <a:pt x="561975" y="1924050"/>
                </a:lnTo>
                <a:lnTo>
                  <a:pt x="561975" y="1895475"/>
                </a:lnTo>
                <a:lnTo>
                  <a:pt x="542925" y="1838325"/>
                </a:lnTo>
                <a:lnTo>
                  <a:pt x="514350" y="1847850"/>
                </a:lnTo>
                <a:lnTo>
                  <a:pt x="504825" y="1800225"/>
                </a:lnTo>
                <a:lnTo>
                  <a:pt x="466725" y="1733550"/>
                </a:lnTo>
                <a:lnTo>
                  <a:pt x="457200" y="1714500"/>
                </a:lnTo>
                <a:lnTo>
                  <a:pt x="428625" y="1685925"/>
                </a:lnTo>
                <a:lnTo>
                  <a:pt x="400050" y="1647825"/>
                </a:lnTo>
                <a:lnTo>
                  <a:pt x="409575" y="1638300"/>
                </a:lnTo>
                <a:lnTo>
                  <a:pt x="371475" y="1600200"/>
                </a:lnTo>
                <a:lnTo>
                  <a:pt x="390525" y="1590675"/>
                </a:lnTo>
                <a:lnTo>
                  <a:pt x="342900" y="1562100"/>
                </a:lnTo>
                <a:lnTo>
                  <a:pt x="352425" y="1504950"/>
                </a:lnTo>
                <a:lnTo>
                  <a:pt x="323850" y="1476375"/>
                </a:lnTo>
                <a:lnTo>
                  <a:pt x="285750" y="1447800"/>
                </a:lnTo>
                <a:lnTo>
                  <a:pt x="323850" y="1409700"/>
                </a:lnTo>
                <a:lnTo>
                  <a:pt x="257175" y="1371600"/>
                </a:lnTo>
                <a:lnTo>
                  <a:pt x="257175" y="1352550"/>
                </a:lnTo>
                <a:lnTo>
                  <a:pt x="247650" y="1343025"/>
                </a:lnTo>
                <a:lnTo>
                  <a:pt x="219075" y="1276350"/>
                </a:lnTo>
                <a:lnTo>
                  <a:pt x="200025" y="1266825"/>
                </a:lnTo>
                <a:lnTo>
                  <a:pt x="161925" y="1247775"/>
                </a:lnTo>
                <a:lnTo>
                  <a:pt x="152400" y="1228725"/>
                </a:lnTo>
                <a:lnTo>
                  <a:pt x="142875" y="1181100"/>
                </a:lnTo>
                <a:lnTo>
                  <a:pt x="142875" y="1133475"/>
                </a:lnTo>
                <a:lnTo>
                  <a:pt x="95250" y="1133475"/>
                </a:lnTo>
                <a:lnTo>
                  <a:pt x="95250" y="1085850"/>
                </a:lnTo>
                <a:lnTo>
                  <a:pt x="57150" y="1076325"/>
                </a:lnTo>
                <a:lnTo>
                  <a:pt x="38100" y="1047750"/>
                </a:lnTo>
                <a:lnTo>
                  <a:pt x="19050" y="990600"/>
                </a:lnTo>
                <a:lnTo>
                  <a:pt x="0" y="971550"/>
                </a:lnTo>
                <a:lnTo>
                  <a:pt x="38100" y="981075"/>
                </a:lnTo>
                <a:lnTo>
                  <a:pt x="19050" y="962025"/>
                </a:lnTo>
                <a:lnTo>
                  <a:pt x="38100" y="914400"/>
                </a:lnTo>
                <a:lnTo>
                  <a:pt x="28575" y="914400"/>
                </a:lnTo>
                <a:lnTo>
                  <a:pt x="57150" y="904875"/>
                </a:lnTo>
                <a:lnTo>
                  <a:pt x="85725" y="866775"/>
                </a:lnTo>
                <a:lnTo>
                  <a:pt x="57150" y="838200"/>
                </a:lnTo>
                <a:lnTo>
                  <a:pt x="57150" y="838200"/>
                </a:lnTo>
                <a:lnTo>
                  <a:pt x="76200" y="819150"/>
                </a:lnTo>
                <a:lnTo>
                  <a:pt x="95250" y="781050"/>
                </a:lnTo>
                <a:lnTo>
                  <a:pt x="95250" y="762000"/>
                </a:lnTo>
                <a:lnTo>
                  <a:pt x="104775" y="723900"/>
                </a:lnTo>
                <a:lnTo>
                  <a:pt x="95250" y="704850"/>
                </a:lnTo>
                <a:lnTo>
                  <a:pt x="123825" y="657225"/>
                </a:lnTo>
                <a:lnTo>
                  <a:pt x="142875" y="647700"/>
                </a:lnTo>
                <a:lnTo>
                  <a:pt x="114300" y="628650"/>
                </a:lnTo>
                <a:lnTo>
                  <a:pt x="161925" y="600075"/>
                </a:lnTo>
                <a:lnTo>
                  <a:pt x="161925" y="561975"/>
                </a:lnTo>
                <a:lnTo>
                  <a:pt x="152400" y="571500"/>
                </a:lnTo>
                <a:lnTo>
                  <a:pt x="171450" y="542925"/>
                </a:lnTo>
                <a:lnTo>
                  <a:pt x="190500" y="514350"/>
                </a:lnTo>
                <a:lnTo>
                  <a:pt x="180975" y="466725"/>
                </a:lnTo>
                <a:lnTo>
                  <a:pt x="171450" y="438150"/>
                </a:lnTo>
                <a:lnTo>
                  <a:pt x="180975" y="409575"/>
                </a:lnTo>
                <a:lnTo>
                  <a:pt x="190500" y="390525"/>
                </a:lnTo>
                <a:lnTo>
                  <a:pt x="219075" y="361950"/>
                </a:lnTo>
                <a:lnTo>
                  <a:pt x="228600" y="371475"/>
                </a:lnTo>
                <a:lnTo>
                  <a:pt x="228600" y="333375"/>
                </a:lnTo>
                <a:lnTo>
                  <a:pt x="228600" y="323850"/>
                </a:lnTo>
                <a:lnTo>
                  <a:pt x="219075" y="304800"/>
                </a:lnTo>
                <a:lnTo>
                  <a:pt x="247650" y="266700"/>
                </a:lnTo>
                <a:lnTo>
                  <a:pt x="257175" y="266700"/>
                </a:lnTo>
                <a:lnTo>
                  <a:pt x="314325" y="219075"/>
                </a:lnTo>
                <a:lnTo>
                  <a:pt x="276225" y="304800"/>
                </a:lnTo>
                <a:lnTo>
                  <a:pt x="361950" y="247650"/>
                </a:lnTo>
                <a:lnTo>
                  <a:pt x="409575" y="266700"/>
                </a:lnTo>
                <a:lnTo>
                  <a:pt x="400050" y="257175"/>
                </a:lnTo>
                <a:lnTo>
                  <a:pt x="438150" y="266700"/>
                </a:lnTo>
                <a:lnTo>
                  <a:pt x="514350" y="238125"/>
                </a:lnTo>
                <a:lnTo>
                  <a:pt x="571500" y="219075"/>
                </a:lnTo>
                <a:lnTo>
                  <a:pt x="485775" y="238125"/>
                </a:lnTo>
                <a:lnTo>
                  <a:pt x="523875" y="247650"/>
                </a:lnTo>
                <a:lnTo>
                  <a:pt x="647700" y="266700"/>
                </a:lnTo>
                <a:lnTo>
                  <a:pt x="666750" y="171450"/>
                </a:lnTo>
                <a:lnTo>
                  <a:pt x="723900" y="152400"/>
                </a:lnTo>
                <a:lnTo>
                  <a:pt x="704850" y="152400"/>
                </a:lnTo>
                <a:lnTo>
                  <a:pt x="676275" y="114300"/>
                </a:lnTo>
                <a:lnTo>
                  <a:pt x="657225" y="123825"/>
                </a:lnTo>
                <a:lnTo>
                  <a:pt x="695325" y="114300"/>
                </a:lnTo>
                <a:lnTo>
                  <a:pt x="704850" y="66675"/>
                </a:lnTo>
                <a:lnTo>
                  <a:pt x="809625" y="0"/>
                </a:lnTo>
                <a:lnTo>
                  <a:pt x="762000" y="66675"/>
                </a:lnTo>
                <a:lnTo>
                  <a:pt x="828675" y="66675"/>
                </a:lnTo>
                <a:lnTo>
                  <a:pt x="838200" y="38100"/>
                </a:lnTo>
                <a:lnTo>
                  <a:pt x="838200" y="76200"/>
                </a:lnTo>
                <a:lnTo>
                  <a:pt x="819150" y="85725"/>
                </a:lnTo>
                <a:lnTo>
                  <a:pt x="828675" y="85725"/>
                </a:lnTo>
                <a:lnTo>
                  <a:pt x="800100" y="85725"/>
                </a:lnTo>
                <a:lnTo>
                  <a:pt x="838200" y="66675"/>
                </a:lnTo>
                <a:lnTo>
                  <a:pt x="895350" y="95250"/>
                </a:lnTo>
                <a:lnTo>
                  <a:pt x="904875" y="66675"/>
                </a:lnTo>
                <a:lnTo>
                  <a:pt x="933450" y="133350"/>
                </a:lnTo>
                <a:lnTo>
                  <a:pt x="971550" y="142875"/>
                </a:lnTo>
                <a:lnTo>
                  <a:pt x="1019175" y="114300"/>
                </a:lnTo>
                <a:lnTo>
                  <a:pt x="1009650" y="95250"/>
                </a:lnTo>
                <a:lnTo>
                  <a:pt x="1038225" y="114300"/>
                </a:lnTo>
                <a:lnTo>
                  <a:pt x="1057275" y="104775"/>
                </a:lnTo>
                <a:lnTo>
                  <a:pt x="1095375" y="142875"/>
                </a:lnTo>
                <a:lnTo>
                  <a:pt x="1114425" y="142875"/>
                </a:lnTo>
                <a:lnTo>
                  <a:pt x="1152525" y="123825"/>
                </a:lnTo>
                <a:lnTo>
                  <a:pt x="1171575" y="114300"/>
                </a:lnTo>
                <a:lnTo>
                  <a:pt x="1181100" y="152400"/>
                </a:lnTo>
                <a:lnTo>
                  <a:pt x="1228725" y="171450"/>
                </a:lnTo>
                <a:lnTo>
                  <a:pt x="1257300" y="142875"/>
                </a:lnTo>
                <a:lnTo>
                  <a:pt x="1276350" y="152400"/>
                </a:lnTo>
                <a:lnTo>
                  <a:pt x="1285875" y="171450"/>
                </a:lnTo>
                <a:lnTo>
                  <a:pt x="1314450" y="161925"/>
                </a:lnTo>
                <a:lnTo>
                  <a:pt x="1323975" y="200025"/>
                </a:lnTo>
                <a:lnTo>
                  <a:pt x="1362075" y="190500"/>
                </a:lnTo>
                <a:lnTo>
                  <a:pt x="1381125" y="180975"/>
                </a:lnTo>
                <a:lnTo>
                  <a:pt x="1371600" y="190500"/>
                </a:lnTo>
                <a:lnTo>
                  <a:pt x="1409700" y="171450"/>
                </a:lnTo>
                <a:lnTo>
                  <a:pt x="1419225" y="190500"/>
                </a:lnTo>
                <a:lnTo>
                  <a:pt x="1447800" y="209550"/>
                </a:lnTo>
                <a:lnTo>
                  <a:pt x="1447800" y="209550"/>
                </a:lnTo>
                <a:lnTo>
                  <a:pt x="1485900" y="228600"/>
                </a:lnTo>
                <a:lnTo>
                  <a:pt x="1533525" y="238125"/>
                </a:lnTo>
                <a:lnTo>
                  <a:pt x="1533525" y="228600"/>
                </a:lnTo>
                <a:lnTo>
                  <a:pt x="1571625" y="238125"/>
                </a:lnTo>
                <a:lnTo>
                  <a:pt x="1600200" y="266700"/>
                </a:lnTo>
                <a:lnTo>
                  <a:pt x="1609725" y="285750"/>
                </a:lnTo>
                <a:lnTo>
                  <a:pt x="1619250" y="276225"/>
                </a:lnTo>
                <a:lnTo>
                  <a:pt x="1628775" y="257175"/>
                </a:lnTo>
                <a:lnTo>
                  <a:pt x="1657350" y="257175"/>
                </a:lnTo>
                <a:lnTo>
                  <a:pt x="1695450" y="285750"/>
                </a:lnTo>
                <a:lnTo>
                  <a:pt x="1714500" y="266700"/>
                </a:lnTo>
                <a:lnTo>
                  <a:pt x="1600200" y="400050"/>
                </a:lnTo>
                <a:lnTo>
                  <a:pt x="1590675" y="533400"/>
                </a:lnTo>
                <a:lnTo>
                  <a:pt x="1647825" y="504825"/>
                </a:lnTo>
                <a:lnTo>
                  <a:pt x="1619250" y="419100"/>
                </a:lnTo>
                <a:lnTo>
                  <a:pt x="1552575" y="485775"/>
                </a:lnTo>
                <a:lnTo>
                  <a:pt x="1562100" y="504825"/>
                </a:lnTo>
                <a:lnTo>
                  <a:pt x="1619250" y="542925"/>
                </a:lnTo>
                <a:lnTo>
                  <a:pt x="1657350" y="485775"/>
                </a:lnTo>
                <a:lnTo>
                  <a:pt x="1704975" y="571500"/>
                </a:lnTo>
                <a:lnTo>
                  <a:pt x="1752600" y="619125"/>
                </a:lnTo>
                <a:lnTo>
                  <a:pt x="1724025" y="657225"/>
                </a:lnTo>
                <a:lnTo>
                  <a:pt x="1733550" y="666750"/>
                </a:lnTo>
                <a:lnTo>
                  <a:pt x="1781175" y="638175"/>
                </a:lnTo>
                <a:lnTo>
                  <a:pt x="1724025" y="666750"/>
                </a:lnTo>
                <a:lnTo>
                  <a:pt x="1714500" y="666750"/>
                </a:lnTo>
                <a:lnTo>
                  <a:pt x="1733550" y="695325"/>
                </a:lnTo>
                <a:lnTo>
                  <a:pt x="1724025" y="666750"/>
                </a:lnTo>
                <a:lnTo>
                  <a:pt x="1724025" y="733425"/>
                </a:lnTo>
                <a:lnTo>
                  <a:pt x="1724025" y="752475"/>
                </a:lnTo>
                <a:lnTo>
                  <a:pt x="1714500" y="762000"/>
                </a:lnTo>
                <a:lnTo>
                  <a:pt x="1695450" y="762000"/>
                </a:lnTo>
                <a:lnTo>
                  <a:pt x="1704975" y="742950"/>
                </a:lnTo>
                <a:lnTo>
                  <a:pt x="1743075" y="781050"/>
                </a:lnTo>
                <a:lnTo>
                  <a:pt x="1704975" y="857250"/>
                </a:lnTo>
                <a:lnTo>
                  <a:pt x="1724025" y="866775"/>
                </a:lnTo>
                <a:lnTo>
                  <a:pt x="1714500" y="914400"/>
                </a:lnTo>
                <a:lnTo>
                  <a:pt x="1714500" y="962025"/>
                </a:lnTo>
                <a:lnTo>
                  <a:pt x="1714500" y="1000125"/>
                </a:lnTo>
                <a:lnTo>
                  <a:pt x="1733550" y="1000125"/>
                </a:lnTo>
                <a:lnTo>
                  <a:pt x="1724025" y="1076325"/>
                </a:lnTo>
                <a:lnTo>
                  <a:pt x="1733550" y="1095375"/>
                </a:lnTo>
                <a:lnTo>
                  <a:pt x="1733550" y="1104900"/>
                </a:lnTo>
                <a:lnTo>
                  <a:pt x="1724025" y="1209675"/>
                </a:lnTo>
                <a:lnTo>
                  <a:pt x="1790700" y="1209675"/>
                </a:lnTo>
                <a:lnTo>
                  <a:pt x="1638300" y="1143000"/>
                </a:lnTo>
                <a:lnTo>
                  <a:pt x="1657350" y="1162050"/>
                </a:lnTo>
                <a:lnTo>
                  <a:pt x="1695450" y="1219200"/>
                </a:lnTo>
                <a:lnTo>
                  <a:pt x="1638300" y="1162050"/>
                </a:lnTo>
                <a:lnTo>
                  <a:pt x="1600200" y="1219200"/>
                </a:lnTo>
                <a:lnTo>
                  <a:pt x="1609725" y="1304925"/>
                </a:lnTo>
                <a:lnTo>
                  <a:pt x="1590675" y="1228725"/>
                </a:lnTo>
                <a:lnTo>
                  <a:pt x="1590675" y="1285875"/>
                </a:lnTo>
                <a:lnTo>
                  <a:pt x="1724025" y="1295400"/>
                </a:lnTo>
                <a:lnTo>
                  <a:pt x="1666875" y="1352550"/>
                </a:lnTo>
                <a:lnTo>
                  <a:pt x="1724025" y="1428750"/>
                </a:lnTo>
                <a:lnTo>
                  <a:pt x="1714500" y="1485900"/>
                </a:lnTo>
                <a:lnTo>
                  <a:pt x="1733550" y="1533525"/>
                </a:lnTo>
                <a:lnTo>
                  <a:pt x="1714500" y="1504950"/>
                </a:lnTo>
                <a:lnTo>
                  <a:pt x="1647825" y="1524000"/>
                </a:lnTo>
                <a:lnTo>
                  <a:pt x="1666875" y="1514475"/>
                </a:lnTo>
                <a:lnTo>
                  <a:pt x="1676400" y="1552575"/>
                </a:lnTo>
                <a:lnTo>
                  <a:pt x="1695450" y="1571625"/>
                </a:lnTo>
                <a:lnTo>
                  <a:pt x="1676400" y="1590675"/>
                </a:lnTo>
                <a:lnTo>
                  <a:pt x="1666875" y="1638300"/>
                </a:lnTo>
                <a:lnTo>
                  <a:pt x="1695450" y="1647825"/>
                </a:lnTo>
                <a:lnTo>
                  <a:pt x="1714500" y="1685925"/>
                </a:lnTo>
                <a:lnTo>
                  <a:pt x="1695450" y="1666875"/>
                </a:lnTo>
                <a:lnTo>
                  <a:pt x="1714500" y="1685925"/>
                </a:lnTo>
                <a:lnTo>
                  <a:pt x="1657350" y="1762125"/>
                </a:lnTo>
                <a:lnTo>
                  <a:pt x="1619250" y="1771650"/>
                </a:lnTo>
                <a:lnTo>
                  <a:pt x="1647825" y="1771650"/>
                </a:lnTo>
                <a:lnTo>
                  <a:pt x="1628775" y="1838325"/>
                </a:lnTo>
                <a:lnTo>
                  <a:pt x="1619250" y="1828800"/>
                </a:lnTo>
                <a:lnTo>
                  <a:pt x="1619250" y="1857375"/>
                </a:lnTo>
                <a:lnTo>
                  <a:pt x="1571625" y="1885950"/>
                </a:lnTo>
                <a:lnTo>
                  <a:pt x="1600200" y="1924050"/>
                </a:lnTo>
                <a:lnTo>
                  <a:pt x="1609725" y="1962150"/>
                </a:lnTo>
                <a:lnTo>
                  <a:pt x="1524000" y="1971675"/>
                </a:lnTo>
                <a:lnTo>
                  <a:pt x="1581150" y="1990725"/>
                </a:lnTo>
                <a:lnTo>
                  <a:pt x="1552575" y="1990725"/>
                </a:lnTo>
                <a:lnTo>
                  <a:pt x="1543050" y="1962150"/>
                </a:lnTo>
                <a:lnTo>
                  <a:pt x="1533525" y="2028825"/>
                </a:lnTo>
                <a:lnTo>
                  <a:pt x="1543050" y="2047875"/>
                </a:lnTo>
                <a:lnTo>
                  <a:pt x="1457325" y="2124075"/>
                </a:lnTo>
                <a:lnTo>
                  <a:pt x="1447800" y="2114550"/>
                </a:lnTo>
                <a:lnTo>
                  <a:pt x="1390650" y="2143125"/>
                </a:lnTo>
                <a:lnTo>
                  <a:pt x="1381125" y="2181225"/>
                </a:lnTo>
                <a:lnTo>
                  <a:pt x="1343025" y="2190750"/>
                </a:lnTo>
                <a:lnTo>
                  <a:pt x="1352550" y="2228850"/>
                </a:lnTo>
                <a:lnTo>
                  <a:pt x="1323975" y="2247900"/>
                </a:lnTo>
                <a:lnTo>
                  <a:pt x="1381125" y="2305050"/>
                </a:lnTo>
                <a:lnTo>
                  <a:pt x="1419225" y="2333625"/>
                </a:lnTo>
                <a:lnTo>
                  <a:pt x="1371600" y="2305050"/>
                </a:lnTo>
                <a:lnTo>
                  <a:pt x="1343025" y="2305050"/>
                </a:lnTo>
                <a:lnTo>
                  <a:pt x="1333500" y="2333625"/>
                </a:lnTo>
                <a:lnTo>
                  <a:pt x="1295400" y="2314575"/>
                </a:lnTo>
                <a:lnTo>
                  <a:pt x="1295400" y="2371725"/>
                </a:lnTo>
                <a:lnTo>
                  <a:pt x="1285875" y="2438400"/>
                </a:lnTo>
                <a:lnTo>
                  <a:pt x="1314450" y="2476500"/>
                </a:lnTo>
                <a:lnTo>
                  <a:pt x="1257300" y="2476500"/>
                </a:lnTo>
                <a:lnTo>
                  <a:pt x="1276350" y="2476500"/>
                </a:lnTo>
                <a:lnTo>
                  <a:pt x="1247775" y="2486025"/>
                </a:lnTo>
                <a:lnTo>
                  <a:pt x="1247775" y="2495550"/>
                </a:lnTo>
                <a:lnTo>
                  <a:pt x="1219200" y="2552700"/>
                </a:lnTo>
                <a:lnTo>
                  <a:pt x="1200150" y="25812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-2181225" y="4762500"/>
            <a:ext cx="1762125" cy="2524125"/>
          </a:xfrm>
          <a:custGeom>
            <a:avLst/>
            <a:gdLst/>
            <a:ahLst/>
            <a:cxnLst/>
            <a:rect l="l" t="t" r="r" b="b"/>
            <a:pathLst>
              <a:path w="1762125" h="2524125">
                <a:moveTo>
                  <a:pt x="1123950" y="2524125"/>
                </a:moveTo>
                <a:lnTo>
                  <a:pt x="1171575" y="2447925"/>
                </a:lnTo>
                <a:lnTo>
                  <a:pt x="1162050" y="2428875"/>
                </a:lnTo>
                <a:lnTo>
                  <a:pt x="1028700" y="2390775"/>
                </a:lnTo>
                <a:lnTo>
                  <a:pt x="1000125" y="2381250"/>
                </a:lnTo>
                <a:lnTo>
                  <a:pt x="952500" y="2447925"/>
                </a:lnTo>
                <a:lnTo>
                  <a:pt x="1057275" y="2457450"/>
                </a:lnTo>
                <a:lnTo>
                  <a:pt x="1009650" y="2352675"/>
                </a:lnTo>
                <a:lnTo>
                  <a:pt x="857250" y="2352675"/>
                </a:lnTo>
                <a:lnTo>
                  <a:pt x="933450" y="2314575"/>
                </a:lnTo>
                <a:lnTo>
                  <a:pt x="904875" y="2276475"/>
                </a:lnTo>
                <a:lnTo>
                  <a:pt x="857250" y="2266950"/>
                </a:lnTo>
                <a:lnTo>
                  <a:pt x="857250" y="2257425"/>
                </a:lnTo>
                <a:lnTo>
                  <a:pt x="866775" y="2238375"/>
                </a:lnTo>
                <a:lnTo>
                  <a:pt x="828675" y="2200275"/>
                </a:lnTo>
                <a:lnTo>
                  <a:pt x="828675" y="2181225"/>
                </a:lnTo>
                <a:lnTo>
                  <a:pt x="819150" y="2152650"/>
                </a:lnTo>
                <a:lnTo>
                  <a:pt x="752475" y="2152650"/>
                </a:lnTo>
                <a:lnTo>
                  <a:pt x="809625" y="2133600"/>
                </a:lnTo>
                <a:lnTo>
                  <a:pt x="781050" y="2105025"/>
                </a:lnTo>
                <a:lnTo>
                  <a:pt x="762000" y="2057400"/>
                </a:lnTo>
                <a:lnTo>
                  <a:pt x="800100" y="2057400"/>
                </a:lnTo>
                <a:lnTo>
                  <a:pt x="771525" y="2047875"/>
                </a:lnTo>
                <a:lnTo>
                  <a:pt x="742950" y="2009775"/>
                </a:lnTo>
                <a:lnTo>
                  <a:pt x="714375" y="2000250"/>
                </a:lnTo>
                <a:lnTo>
                  <a:pt x="714375" y="1981200"/>
                </a:lnTo>
                <a:lnTo>
                  <a:pt x="676275" y="1971675"/>
                </a:lnTo>
                <a:lnTo>
                  <a:pt x="638175" y="1971675"/>
                </a:lnTo>
                <a:lnTo>
                  <a:pt x="638175" y="1943100"/>
                </a:lnTo>
                <a:lnTo>
                  <a:pt x="609600" y="1924050"/>
                </a:lnTo>
                <a:lnTo>
                  <a:pt x="581025" y="1924050"/>
                </a:lnTo>
                <a:lnTo>
                  <a:pt x="552450" y="1866900"/>
                </a:lnTo>
                <a:lnTo>
                  <a:pt x="552450" y="1857375"/>
                </a:lnTo>
                <a:lnTo>
                  <a:pt x="514350" y="1800225"/>
                </a:lnTo>
                <a:lnTo>
                  <a:pt x="504825" y="1781175"/>
                </a:lnTo>
                <a:lnTo>
                  <a:pt x="495300" y="1781175"/>
                </a:lnTo>
                <a:lnTo>
                  <a:pt x="495300" y="1752600"/>
                </a:lnTo>
                <a:lnTo>
                  <a:pt x="447675" y="1733550"/>
                </a:lnTo>
                <a:lnTo>
                  <a:pt x="438150" y="1695450"/>
                </a:lnTo>
                <a:lnTo>
                  <a:pt x="428625" y="1628775"/>
                </a:lnTo>
                <a:lnTo>
                  <a:pt x="428625" y="1609725"/>
                </a:lnTo>
                <a:lnTo>
                  <a:pt x="400050" y="1571625"/>
                </a:lnTo>
                <a:lnTo>
                  <a:pt x="390525" y="1533525"/>
                </a:lnTo>
                <a:lnTo>
                  <a:pt x="390525" y="1514475"/>
                </a:lnTo>
                <a:lnTo>
                  <a:pt x="352425" y="1476375"/>
                </a:lnTo>
                <a:lnTo>
                  <a:pt x="304800" y="1476375"/>
                </a:lnTo>
                <a:lnTo>
                  <a:pt x="285750" y="1438275"/>
                </a:lnTo>
                <a:lnTo>
                  <a:pt x="304800" y="1409700"/>
                </a:lnTo>
                <a:lnTo>
                  <a:pt x="276225" y="1371600"/>
                </a:lnTo>
                <a:lnTo>
                  <a:pt x="266700" y="1343025"/>
                </a:lnTo>
                <a:lnTo>
                  <a:pt x="228600" y="1314450"/>
                </a:lnTo>
                <a:lnTo>
                  <a:pt x="209550" y="1276350"/>
                </a:lnTo>
                <a:lnTo>
                  <a:pt x="228600" y="1266825"/>
                </a:lnTo>
                <a:lnTo>
                  <a:pt x="209550" y="1209675"/>
                </a:lnTo>
                <a:lnTo>
                  <a:pt x="171450" y="1190625"/>
                </a:lnTo>
                <a:lnTo>
                  <a:pt x="161925" y="1143000"/>
                </a:lnTo>
                <a:lnTo>
                  <a:pt x="152400" y="1162050"/>
                </a:lnTo>
                <a:lnTo>
                  <a:pt x="142875" y="1114425"/>
                </a:lnTo>
                <a:lnTo>
                  <a:pt x="114300" y="1104900"/>
                </a:lnTo>
                <a:lnTo>
                  <a:pt x="114300" y="1057275"/>
                </a:lnTo>
                <a:lnTo>
                  <a:pt x="85725" y="1047750"/>
                </a:lnTo>
                <a:lnTo>
                  <a:pt x="47625" y="1000125"/>
                </a:lnTo>
                <a:lnTo>
                  <a:pt x="57150" y="981075"/>
                </a:lnTo>
                <a:lnTo>
                  <a:pt x="28575" y="952500"/>
                </a:lnTo>
                <a:lnTo>
                  <a:pt x="19050" y="933450"/>
                </a:lnTo>
                <a:lnTo>
                  <a:pt x="47625" y="914400"/>
                </a:lnTo>
                <a:lnTo>
                  <a:pt x="38100" y="904875"/>
                </a:lnTo>
                <a:lnTo>
                  <a:pt x="19050" y="857250"/>
                </a:lnTo>
                <a:lnTo>
                  <a:pt x="0" y="857250"/>
                </a:lnTo>
                <a:lnTo>
                  <a:pt x="19050" y="819150"/>
                </a:lnTo>
                <a:lnTo>
                  <a:pt x="28575" y="819150"/>
                </a:lnTo>
                <a:lnTo>
                  <a:pt x="38100" y="771525"/>
                </a:lnTo>
                <a:lnTo>
                  <a:pt x="57150" y="781050"/>
                </a:lnTo>
                <a:lnTo>
                  <a:pt x="47625" y="742950"/>
                </a:lnTo>
                <a:lnTo>
                  <a:pt x="57150" y="714375"/>
                </a:lnTo>
                <a:lnTo>
                  <a:pt x="76200" y="685800"/>
                </a:lnTo>
                <a:lnTo>
                  <a:pt x="76200" y="676275"/>
                </a:lnTo>
                <a:lnTo>
                  <a:pt x="85725" y="666750"/>
                </a:lnTo>
                <a:lnTo>
                  <a:pt x="114300" y="600075"/>
                </a:lnTo>
                <a:lnTo>
                  <a:pt x="95250" y="571500"/>
                </a:lnTo>
                <a:lnTo>
                  <a:pt x="123825" y="552450"/>
                </a:lnTo>
                <a:lnTo>
                  <a:pt x="104775" y="533400"/>
                </a:lnTo>
                <a:lnTo>
                  <a:pt x="123825" y="533400"/>
                </a:lnTo>
                <a:lnTo>
                  <a:pt x="142875" y="514350"/>
                </a:lnTo>
                <a:lnTo>
                  <a:pt x="171450" y="466725"/>
                </a:lnTo>
                <a:lnTo>
                  <a:pt x="142875" y="438150"/>
                </a:lnTo>
                <a:lnTo>
                  <a:pt x="161925" y="419100"/>
                </a:lnTo>
                <a:lnTo>
                  <a:pt x="161925" y="371475"/>
                </a:lnTo>
                <a:lnTo>
                  <a:pt x="190500" y="352425"/>
                </a:lnTo>
                <a:lnTo>
                  <a:pt x="200025" y="352425"/>
                </a:lnTo>
                <a:lnTo>
                  <a:pt x="209550" y="323850"/>
                </a:lnTo>
                <a:lnTo>
                  <a:pt x="171450" y="304800"/>
                </a:lnTo>
                <a:lnTo>
                  <a:pt x="190500" y="276225"/>
                </a:lnTo>
                <a:lnTo>
                  <a:pt x="209550" y="257175"/>
                </a:lnTo>
                <a:lnTo>
                  <a:pt x="209550" y="228600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333375" y="200025"/>
                </a:lnTo>
                <a:lnTo>
                  <a:pt x="390525" y="209550"/>
                </a:lnTo>
                <a:lnTo>
                  <a:pt x="457200" y="200025"/>
                </a:lnTo>
                <a:lnTo>
                  <a:pt x="381000" y="219075"/>
                </a:lnTo>
                <a:lnTo>
                  <a:pt x="371475" y="219075"/>
                </a:lnTo>
                <a:lnTo>
                  <a:pt x="447675" y="238125"/>
                </a:lnTo>
                <a:lnTo>
                  <a:pt x="495300" y="190500"/>
                </a:lnTo>
                <a:lnTo>
                  <a:pt x="552450" y="171450"/>
                </a:lnTo>
                <a:lnTo>
                  <a:pt x="571500" y="38100"/>
                </a:lnTo>
                <a:lnTo>
                  <a:pt x="638175" y="142875"/>
                </a:lnTo>
                <a:lnTo>
                  <a:pt x="609600" y="104775"/>
                </a:lnTo>
                <a:lnTo>
                  <a:pt x="638175" y="104775"/>
                </a:lnTo>
                <a:lnTo>
                  <a:pt x="619125" y="123825"/>
                </a:lnTo>
                <a:lnTo>
                  <a:pt x="581025" y="85725"/>
                </a:lnTo>
                <a:lnTo>
                  <a:pt x="619125" y="38100"/>
                </a:lnTo>
                <a:lnTo>
                  <a:pt x="628650" y="57150"/>
                </a:lnTo>
                <a:lnTo>
                  <a:pt x="657225" y="114300"/>
                </a:lnTo>
                <a:lnTo>
                  <a:pt x="666750" y="104775"/>
                </a:lnTo>
                <a:lnTo>
                  <a:pt x="714375" y="95250"/>
                </a:lnTo>
                <a:lnTo>
                  <a:pt x="752475" y="19050"/>
                </a:lnTo>
                <a:lnTo>
                  <a:pt x="771525" y="9525"/>
                </a:lnTo>
                <a:lnTo>
                  <a:pt x="733425" y="66675"/>
                </a:lnTo>
                <a:lnTo>
                  <a:pt x="762000" y="38100"/>
                </a:lnTo>
                <a:lnTo>
                  <a:pt x="800100" y="9525"/>
                </a:lnTo>
                <a:lnTo>
                  <a:pt x="847725" y="38100"/>
                </a:lnTo>
                <a:lnTo>
                  <a:pt x="857250" y="47625"/>
                </a:lnTo>
                <a:lnTo>
                  <a:pt x="885825" y="38100"/>
                </a:lnTo>
                <a:lnTo>
                  <a:pt x="885825" y="47625"/>
                </a:lnTo>
                <a:lnTo>
                  <a:pt x="904875" y="28575"/>
                </a:lnTo>
                <a:lnTo>
                  <a:pt x="933450" y="0"/>
                </a:lnTo>
                <a:lnTo>
                  <a:pt x="942975" y="19050"/>
                </a:lnTo>
                <a:lnTo>
                  <a:pt x="1000125" y="66675"/>
                </a:lnTo>
                <a:lnTo>
                  <a:pt x="971550" y="76200"/>
                </a:lnTo>
                <a:lnTo>
                  <a:pt x="1047750" y="57150"/>
                </a:lnTo>
                <a:lnTo>
                  <a:pt x="1019175" y="66675"/>
                </a:lnTo>
                <a:lnTo>
                  <a:pt x="1066800" y="66675"/>
                </a:lnTo>
                <a:lnTo>
                  <a:pt x="1104900" y="57150"/>
                </a:lnTo>
                <a:lnTo>
                  <a:pt x="1133475" y="76200"/>
                </a:lnTo>
                <a:lnTo>
                  <a:pt x="1152525" y="95250"/>
                </a:lnTo>
                <a:lnTo>
                  <a:pt x="1171575" y="76200"/>
                </a:lnTo>
                <a:lnTo>
                  <a:pt x="1152525" y="85725"/>
                </a:lnTo>
                <a:lnTo>
                  <a:pt x="1209675" y="104775"/>
                </a:lnTo>
                <a:lnTo>
                  <a:pt x="1219200" y="133350"/>
                </a:lnTo>
                <a:lnTo>
                  <a:pt x="1247775" y="114300"/>
                </a:lnTo>
                <a:lnTo>
                  <a:pt x="1266825" y="114300"/>
                </a:lnTo>
                <a:lnTo>
                  <a:pt x="1304925" y="142875"/>
                </a:lnTo>
                <a:lnTo>
                  <a:pt x="1314450" y="152400"/>
                </a:lnTo>
                <a:lnTo>
                  <a:pt x="1333500" y="133350"/>
                </a:lnTo>
                <a:lnTo>
                  <a:pt x="1381125" y="142875"/>
                </a:lnTo>
                <a:lnTo>
                  <a:pt x="1343025" y="133350"/>
                </a:lnTo>
                <a:lnTo>
                  <a:pt x="1390650" y="161925"/>
                </a:lnTo>
                <a:lnTo>
                  <a:pt x="1419225" y="152400"/>
                </a:lnTo>
                <a:lnTo>
                  <a:pt x="1428750" y="152400"/>
                </a:lnTo>
                <a:lnTo>
                  <a:pt x="1428750" y="152400"/>
                </a:lnTo>
                <a:lnTo>
                  <a:pt x="1457325" y="161925"/>
                </a:lnTo>
                <a:lnTo>
                  <a:pt x="1504950" y="161925"/>
                </a:lnTo>
                <a:lnTo>
                  <a:pt x="1504950" y="209550"/>
                </a:lnTo>
                <a:lnTo>
                  <a:pt x="1524000" y="209550"/>
                </a:lnTo>
                <a:lnTo>
                  <a:pt x="1571625" y="209550"/>
                </a:lnTo>
                <a:lnTo>
                  <a:pt x="1581150" y="20002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628775" y="228600"/>
                </a:lnTo>
                <a:lnTo>
                  <a:pt x="1647825" y="209550"/>
                </a:lnTo>
                <a:lnTo>
                  <a:pt x="1600200" y="295275"/>
                </a:lnTo>
                <a:lnTo>
                  <a:pt x="1609725" y="314325"/>
                </a:lnTo>
                <a:lnTo>
                  <a:pt x="1600200" y="304800"/>
                </a:lnTo>
                <a:lnTo>
                  <a:pt x="1581150" y="371475"/>
                </a:lnTo>
                <a:lnTo>
                  <a:pt x="1628775" y="390525"/>
                </a:lnTo>
                <a:lnTo>
                  <a:pt x="1647825" y="428625"/>
                </a:lnTo>
                <a:lnTo>
                  <a:pt x="1619250" y="381000"/>
                </a:lnTo>
                <a:lnTo>
                  <a:pt x="1609725" y="419100"/>
                </a:lnTo>
                <a:lnTo>
                  <a:pt x="1676400" y="533400"/>
                </a:lnTo>
                <a:lnTo>
                  <a:pt x="1724025" y="495300"/>
                </a:lnTo>
                <a:lnTo>
                  <a:pt x="1724025" y="581025"/>
                </a:lnTo>
                <a:lnTo>
                  <a:pt x="1695450" y="561975"/>
                </a:lnTo>
                <a:lnTo>
                  <a:pt x="1695450" y="600075"/>
                </a:lnTo>
                <a:lnTo>
                  <a:pt x="1657350" y="600075"/>
                </a:lnTo>
                <a:lnTo>
                  <a:pt x="1647825" y="619125"/>
                </a:lnTo>
                <a:lnTo>
                  <a:pt x="1676400" y="609600"/>
                </a:lnTo>
                <a:lnTo>
                  <a:pt x="1704975" y="609600"/>
                </a:lnTo>
                <a:lnTo>
                  <a:pt x="1762125" y="638175"/>
                </a:lnTo>
                <a:lnTo>
                  <a:pt x="1714500" y="695325"/>
                </a:lnTo>
                <a:lnTo>
                  <a:pt x="1676400" y="695325"/>
                </a:lnTo>
                <a:lnTo>
                  <a:pt x="1685925" y="723900"/>
                </a:lnTo>
                <a:lnTo>
                  <a:pt x="1704975" y="723900"/>
                </a:lnTo>
                <a:lnTo>
                  <a:pt x="1695450" y="752475"/>
                </a:lnTo>
                <a:lnTo>
                  <a:pt x="1685925" y="790575"/>
                </a:lnTo>
                <a:lnTo>
                  <a:pt x="1638300" y="800100"/>
                </a:lnTo>
                <a:lnTo>
                  <a:pt x="1657350" y="828675"/>
                </a:lnTo>
                <a:lnTo>
                  <a:pt x="1628775" y="866775"/>
                </a:lnTo>
                <a:lnTo>
                  <a:pt x="1685925" y="914400"/>
                </a:lnTo>
                <a:lnTo>
                  <a:pt x="1704975" y="942975"/>
                </a:lnTo>
                <a:lnTo>
                  <a:pt x="1666875" y="990600"/>
                </a:lnTo>
                <a:lnTo>
                  <a:pt x="1666875" y="1019175"/>
                </a:lnTo>
                <a:lnTo>
                  <a:pt x="1685925" y="1057275"/>
                </a:lnTo>
                <a:lnTo>
                  <a:pt x="1695450" y="1162050"/>
                </a:lnTo>
                <a:lnTo>
                  <a:pt x="1600200" y="1238250"/>
                </a:lnTo>
                <a:lnTo>
                  <a:pt x="1571625" y="1162050"/>
                </a:lnTo>
                <a:lnTo>
                  <a:pt x="1600200" y="1095375"/>
                </a:lnTo>
                <a:lnTo>
                  <a:pt x="1552575" y="1209675"/>
                </a:lnTo>
                <a:lnTo>
                  <a:pt x="1562100" y="1276350"/>
                </a:lnTo>
                <a:lnTo>
                  <a:pt x="1504950" y="1190625"/>
                </a:lnTo>
                <a:lnTo>
                  <a:pt x="1562100" y="1257300"/>
                </a:lnTo>
                <a:lnTo>
                  <a:pt x="1609725" y="1247775"/>
                </a:lnTo>
                <a:lnTo>
                  <a:pt x="1562100" y="1238250"/>
                </a:lnTo>
                <a:lnTo>
                  <a:pt x="1657350" y="1295400"/>
                </a:lnTo>
                <a:lnTo>
                  <a:pt x="1619250" y="1295400"/>
                </a:lnTo>
                <a:lnTo>
                  <a:pt x="1609725" y="1276350"/>
                </a:lnTo>
                <a:lnTo>
                  <a:pt x="1619250" y="1390650"/>
                </a:lnTo>
                <a:lnTo>
                  <a:pt x="1695450" y="1419225"/>
                </a:lnTo>
                <a:lnTo>
                  <a:pt x="1695450" y="1457325"/>
                </a:lnTo>
                <a:lnTo>
                  <a:pt x="1704975" y="1419225"/>
                </a:lnTo>
                <a:lnTo>
                  <a:pt x="1628775" y="1457325"/>
                </a:lnTo>
                <a:lnTo>
                  <a:pt x="1619250" y="1485900"/>
                </a:lnTo>
                <a:lnTo>
                  <a:pt x="1628775" y="1485900"/>
                </a:lnTo>
                <a:lnTo>
                  <a:pt x="1619250" y="1543050"/>
                </a:lnTo>
                <a:lnTo>
                  <a:pt x="1638300" y="1514475"/>
                </a:lnTo>
                <a:lnTo>
                  <a:pt x="1676400" y="1543050"/>
                </a:lnTo>
                <a:lnTo>
                  <a:pt x="1676400" y="1600200"/>
                </a:lnTo>
                <a:lnTo>
                  <a:pt x="1647825" y="1628775"/>
                </a:lnTo>
                <a:lnTo>
                  <a:pt x="1619250" y="1657350"/>
                </a:lnTo>
                <a:lnTo>
                  <a:pt x="1581150" y="1685925"/>
                </a:lnTo>
                <a:lnTo>
                  <a:pt x="1581150" y="1657350"/>
                </a:lnTo>
                <a:lnTo>
                  <a:pt x="1609725" y="1724025"/>
                </a:lnTo>
                <a:lnTo>
                  <a:pt x="1552575" y="1743075"/>
                </a:lnTo>
                <a:lnTo>
                  <a:pt x="1581150" y="1733550"/>
                </a:lnTo>
                <a:lnTo>
                  <a:pt x="1543050" y="1771650"/>
                </a:lnTo>
                <a:lnTo>
                  <a:pt x="1533525" y="1924050"/>
                </a:lnTo>
                <a:lnTo>
                  <a:pt x="1495425" y="1838325"/>
                </a:lnTo>
                <a:lnTo>
                  <a:pt x="1495425" y="1838325"/>
                </a:lnTo>
                <a:lnTo>
                  <a:pt x="1514475" y="1866900"/>
                </a:lnTo>
                <a:lnTo>
                  <a:pt x="1466850" y="1885950"/>
                </a:lnTo>
                <a:lnTo>
                  <a:pt x="1457325" y="1971675"/>
                </a:lnTo>
                <a:lnTo>
                  <a:pt x="1495425" y="1933575"/>
                </a:lnTo>
                <a:lnTo>
                  <a:pt x="1466850" y="1933575"/>
                </a:lnTo>
                <a:lnTo>
                  <a:pt x="1381125" y="1924050"/>
                </a:lnTo>
                <a:lnTo>
                  <a:pt x="1390650" y="1962150"/>
                </a:lnTo>
                <a:lnTo>
                  <a:pt x="1362075" y="2019300"/>
                </a:lnTo>
                <a:lnTo>
                  <a:pt x="1343025" y="2076450"/>
                </a:lnTo>
                <a:lnTo>
                  <a:pt x="1381125" y="2066925"/>
                </a:lnTo>
                <a:lnTo>
                  <a:pt x="1343025" y="2105025"/>
                </a:lnTo>
                <a:lnTo>
                  <a:pt x="1323975" y="2105025"/>
                </a:lnTo>
                <a:lnTo>
                  <a:pt x="1314450" y="2162175"/>
                </a:lnTo>
                <a:lnTo>
                  <a:pt x="1381125" y="2143125"/>
                </a:lnTo>
                <a:lnTo>
                  <a:pt x="1257300" y="2152650"/>
                </a:lnTo>
                <a:lnTo>
                  <a:pt x="1276350" y="2133600"/>
                </a:lnTo>
                <a:lnTo>
                  <a:pt x="1304925" y="2209800"/>
                </a:lnTo>
                <a:lnTo>
                  <a:pt x="1276350" y="2228850"/>
                </a:lnTo>
                <a:lnTo>
                  <a:pt x="1276350" y="2257425"/>
                </a:lnTo>
                <a:lnTo>
                  <a:pt x="1257300" y="2286000"/>
                </a:lnTo>
                <a:lnTo>
                  <a:pt x="1238250" y="2343150"/>
                </a:lnTo>
                <a:lnTo>
                  <a:pt x="1266825" y="2381250"/>
                </a:lnTo>
                <a:lnTo>
                  <a:pt x="1228725" y="2371725"/>
                </a:lnTo>
                <a:lnTo>
                  <a:pt x="1247775" y="2343150"/>
                </a:lnTo>
                <a:lnTo>
                  <a:pt x="1219200" y="2428875"/>
                </a:lnTo>
                <a:lnTo>
                  <a:pt x="1181100" y="2428875"/>
                </a:lnTo>
                <a:lnTo>
                  <a:pt x="1123950" y="2495550"/>
                </a:lnTo>
                <a:lnTo>
                  <a:pt x="1133475" y="252412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-19050" y="7267575"/>
            <a:ext cx="209550" cy="276225"/>
          </a:xfrm>
          <a:custGeom>
            <a:avLst/>
            <a:gdLst/>
            <a:ahLst/>
            <a:cxnLst/>
            <a:rect l="l" t="t" r="r" b="b"/>
            <a:pathLst>
              <a:path w="209550" h="276225">
                <a:moveTo>
                  <a:pt x="209550" y="133350"/>
                </a:moveTo>
                <a:lnTo>
                  <a:pt x="161925" y="200025"/>
                </a:lnTo>
                <a:lnTo>
                  <a:pt x="104775" y="276225"/>
                </a:lnTo>
                <a:lnTo>
                  <a:pt x="47625" y="247650"/>
                </a:lnTo>
                <a:lnTo>
                  <a:pt x="0" y="228600"/>
                </a:lnTo>
                <a:lnTo>
                  <a:pt x="0" y="152400"/>
                </a:lnTo>
                <a:lnTo>
                  <a:pt x="9525" y="66675"/>
                </a:lnTo>
                <a:lnTo>
                  <a:pt x="85725" y="38100"/>
                </a:lnTo>
                <a:lnTo>
                  <a:pt x="104775" y="0"/>
                </a:lnTo>
                <a:lnTo>
                  <a:pt x="171450" y="666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1438275" y="7496175"/>
            <a:ext cx="314325" cy="276225"/>
          </a:xfrm>
          <a:custGeom>
            <a:avLst/>
            <a:gdLst/>
            <a:ahLst/>
            <a:cxnLst/>
            <a:rect l="l" t="t" r="r" b="b"/>
            <a:pathLst>
              <a:path w="314325" h="276225">
                <a:moveTo>
                  <a:pt x="314325" y="152400"/>
                </a:moveTo>
                <a:lnTo>
                  <a:pt x="266700" y="200025"/>
                </a:lnTo>
                <a:lnTo>
                  <a:pt x="200025" y="276225"/>
                </a:lnTo>
                <a:lnTo>
                  <a:pt x="95250" y="257175"/>
                </a:lnTo>
                <a:lnTo>
                  <a:pt x="0" y="257175"/>
                </a:lnTo>
                <a:lnTo>
                  <a:pt x="19050" y="190500"/>
                </a:lnTo>
                <a:lnTo>
                  <a:pt x="47625" y="104775"/>
                </a:lnTo>
                <a:lnTo>
                  <a:pt x="142875" y="19050"/>
                </a:lnTo>
                <a:lnTo>
                  <a:pt x="200025" y="0"/>
                </a:lnTo>
                <a:lnTo>
                  <a:pt x="257175" y="85725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-266700" y="4152900"/>
            <a:ext cx="219075" cy="266700"/>
          </a:xfrm>
          <a:custGeom>
            <a:avLst/>
            <a:gdLst/>
            <a:ahLst/>
            <a:cxnLst/>
            <a:rect l="l" t="t" r="r" b="b"/>
            <a:pathLst>
              <a:path w="219075" h="266700">
                <a:moveTo>
                  <a:pt x="219075" y="133350"/>
                </a:moveTo>
                <a:lnTo>
                  <a:pt x="171450" y="200025"/>
                </a:lnTo>
                <a:lnTo>
                  <a:pt x="161925" y="257175"/>
                </a:lnTo>
                <a:lnTo>
                  <a:pt x="57150" y="266700"/>
                </a:lnTo>
                <a:lnTo>
                  <a:pt x="0" y="247650"/>
                </a:lnTo>
                <a:lnTo>
                  <a:pt x="9525" y="133350"/>
                </a:lnTo>
                <a:lnTo>
                  <a:pt x="9525" y="9525"/>
                </a:lnTo>
                <a:lnTo>
                  <a:pt x="104775" y="0"/>
                </a:lnTo>
                <a:lnTo>
                  <a:pt x="171450" y="9525"/>
                </a:lnTo>
                <a:lnTo>
                  <a:pt x="200025" y="9525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-9525" y="7343775"/>
            <a:ext cx="190500" cy="200025"/>
          </a:xfrm>
          <a:custGeom>
            <a:avLst/>
            <a:gdLst/>
            <a:ahLst/>
            <a:cxnLst/>
            <a:rect l="l" t="t" r="r" b="b"/>
            <a:pathLst>
              <a:path w="190500" h="200025">
                <a:moveTo>
                  <a:pt x="190500" y="114300"/>
                </a:moveTo>
                <a:lnTo>
                  <a:pt x="161925" y="152400"/>
                </a:lnTo>
                <a:lnTo>
                  <a:pt x="123825" y="190500"/>
                </a:lnTo>
                <a:lnTo>
                  <a:pt x="66675" y="180975"/>
                </a:lnTo>
                <a:lnTo>
                  <a:pt x="0" y="200025"/>
                </a:lnTo>
                <a:lnTo>
                  <a:pt x="9525" y="114300"/>
                </a:lnTo>
                <a:lnTo>
                  <a:pt x="28575" y="57150"/>
                </a:lnTo>
                <a:lnTo>
                  <a:pt x="76200" y="38100"/>
                </a:lnTo>
                <a:lnTo>
                  <a:pt x="123825" y="0"/>
                </a:lnTo>
                <a:lnTo>
                  <a:pt x="171450" y="7620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23850" y="43338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95250"/>
                </a:moveTo>
                <a:lnTo>
                  <a:pt x="114300" y="142875"/>
                </a:lnTo>
                <a:lnTo>
                  <a:pt x="85725" y="171450"/>
                </a:lnTo>
                <a:lnTo>
                  <a:pt x="38100" y="142875"/>
                </a:lnTo>
                <a:lnTo>
                  <a:pt x="0" y="133350"/>
                </a:lnTo>
                <a:lnTo>
                  <a:pt x="19050" y="76200"/>
                </a:lnTo>
                <a:lnTo>
                  <a:pt x="19050" y="47625"/>
                </a:lnTo>
                <a:lnTo>
                  <a:pt x="57150" y="38100"/>
                </a:lnTo>
                <a:lnTo>
                  <a:pt x="95250" y="0"/>
                </a:lnTo>
                <a:lnTo>
                  <a:pt x="123825" y="47625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8700" y="4581525"/>
            <a:ext cx="171450" cy="200025"/>
          </a:xfrm>
          <a:custGeom>
            <a:avLst/>
            <a:gdLst/>
            <a:ahLst/>
            <a:cxnLst/>
            <a:rect l="l" t="t" r="r" b="b"/>
            <a:pathLst>
              <a:path w="171450" h="200025">
                <a:moveTo>
                  <a:pt x="171450" y="76200"/>
                </a:moveTo>
                <a:lnTo>
                  <a:pt x="142875" y="133350"/>
                </a:lnTo>
                <a:lnTo>
                  <a:pt x="123825" y="200025"/>
                </a:lnTo>
                <a:lnTo>
                  <a:pt x="47625" y="180975"/>
                </a:lnTo>
                <a:lnTo>
                  <a:pt x="0" y="133350"/>
                </a:lnTo>
                <a:lnTo>
                  <a:pt x="19050" y="76200"/>
                </a:lnTo>
                <a:lnTo>
                  <a:pt x="28575" y="28575"/>
                </a:lnTo>
                <a:lnTo>
                  <a:pt x="66675" y="28575"/>
                </a:lnTo>
                <a:lnTo>
                  <a:pt x="114300" y="0"/>
                </a:lnTo>
                <a:lnTo>
                  <a:pt x="142875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-2572703" y="4151947"/>
            <a:ext cx="3777615" cy="3592830"/>
          </a:xfrm>
          <a:custGeom>
            <a:avLst/>
            <a:gdLst/>
            <a:ahLst/>
            <a:cxnLst/>
            <a:rect l="l" t="t" r="r" b="b"/>
            <a:pathLst>
              <a:path w="3777615" h="3592830">
                <a:moveTo>
                  <a:pt x="2648903" y="0"/>
                </a:moveTo>
                <a:lnTo>
                  <a:pt x="2668905" y="20003"/>
                </a:lnTo>
                <a:lnTo>
                  <a:pt x="2648903" y="40005"/>
                </a:lnTo>
                <a:lnTo>
                  <a:pt x="2628900" y="20003"/>
                </a:lnTo>
                <a:close/>
                <a:moveTo>
                  <a:pt x="3449003" y="1736408"/>
                </a:moveTo>
                <a:lnTo>
                  <a:pt x="3456623" y="1744028"/>
                </a:lnTo>
                <a:lnTo>
                  <a:pt x="3449003" y="1751647"/>
                </a:lnTo>
                <a:lnTo>
                  <a:pt x="3441383" y="1744028"/>
                </a:lnTo>
                <a:close/>
                <a:moveTo>
                  <a:pt x="572453" y="454343"/>
                </a:moveTo>
                <a:lnTo>
                  <a:pt x="585788" y="467678"/>
                </a:lnTo>
                <a:lnTo>
                  <a:pt x="572453" y="481012"/>
                </a:lnTo>
                <a:lnTo>
                  <a:pt x="559118" y="467678"/>
                </a:lnTo>
                <a:close/>
                <a:moveTo>
                  <a:pt x="1420178" y="3552825"/>
                </a:moveTo>
                <a:lnTo>
                  <a:pt x="1440180" y="3572828"/>
                </a:lnTo>
                <a:lnTo>
                  <a:pt x="1420178" y="3592830"/>
                </a:lnTo>
                <a:lnTo>
                  <a:pt x="1400175" y="3572828"/>
                </a:lnTo>
                <a:close/>
                <a:moveTo>
                  <a:pt x="2753678" y="858203"/>
                </a:moveTo>
                <a:lnTo>
                  <a:pt x="2763203" y="867728"/>
                </a:lnTo>
                <a:lnTo>
                  <a:pt x="2753678" y="877253"/>
                </a:lnTo>
                <a:lnTo>
                  <a:pt x="2744153" y="867728"/>
                </a:lnTo>
                <a:close/>
                <a:moveTo>
                  <a:pt x="648653" y="1415415"/>
                </a:moveTo>
                <a:lnTo>
                  <a:pt x="662940" y="1429703"/>
                </a:lnTo>
                <a:lnTo>
                  <a:pt x="648653" y="1443990"/>
                </a:lnTo>
                <a:lnTo>
                  <a:pt x="634365" y="1429703"/>
                </a:lnTo>
                <a:close/>
                <a:moveTo>
                  <a:pt x="277178" y="1313497"/>
                </a:moveTo>
                <a:lnTo>
                  <a:pt x="298133" y="1334453"/>
                </a:lnTo>
                <a:lnTo>
                  <a:pt x="277178" y="1355408"/>
                </a:lnTo>
                <a:lnTo>
                  <a:pt x="256223" y="1334453"/>
                </a:lnTo>
                <a:close/>
                <a:moveTo>
                  <a:pt x="1753553" y="417195"/>
                </a:moveTo>
                <a:lnTo>
                  <a:pt x="1765935" y="429578"/>
                </a:lnTo>
                <a:lnTo>
                  <a:pt x="1753553" y="441960"/>
                </a:lnTo>
                <a:lnTo>
                  <a:pt x="1741170" y="429578"/>
                </a:lnTo>
                <a:close/>
                <a:moveTo>
                  <a:pt x="3115628" y="1956435"/>
                </a:moveTo>
                <a:lnTo>
                  <a:pt x="3131820" y="1972628"/>
                </a:lnTo>
                <a:lnTo>
                  <a:pt x="3115628" y="1988820"/>
                </a:lnTo>
                <a:lnTo>
                  <a:pt x="3099435" y="1972628"/>
                </a:lnTo>
                <a:close/>
                <a:moveTo>
                  <a:pt x="58103" y="2118360"/>
                </a:moveTo>
                <a:lnTo>
                  <a:pt x="74295" y="2134553"/>
                </a:lnTo>
                <a:lnTo>
                  <a:pt x="58103" y="2150745"/>
                </a:lnTo>
                <a:lnTo>
                  <a:pt x="41910" y="2134553"/>
                </a:lnTo>
                <a:close/>
                <a:moveTo>
                  <a:pt x="239078" y="1140143"/>
                </a:moveTo>
                <a:lnTo>
                  <a:pt x="252413" y="1153478"/>
                </a:lnTo>
                <a:lnTo>
                  <a:pt x="239078" y="1166813"/>
                </a:lnTo>
                <a:lnTo>
                  <a:pt x="225743" y="1153478"/>
                </a:lnTo>
                <a:close/>
                <a:moveTo>
                  <a:pt x="2848928" y="1144905"/>
                </a:moveTo>
                <a:lnTo>
                  <a:pt x="2867025" y="1163003"/>
                </a:lnTo>
                <a:lnTo>
                  <a:pt x="2848928" y="1181100"/>
                </a:lnTo>
                <a:lnTo>
                  <a:pt x="2830830" y="1163003"/>
                </a:lnTo>
                <a:close/>
                <a:moveTo>
                  <a:pt x="1801178" y="607695"/>
                </a:moveTo>
                <a:lnTo>
                  <a:pt x="1813560" y="620078"/>
                </a:lnTo>
                <a:lnTo>
                  <a:pt x="1801178" y="632460"/>
                </a:lnTo>
                <a:lnTo>
                  <a:pt x="1788795" y="620078"/>
                </a:lnTo>
                <a:close/>
                <a:moveTo>
                  <a:pt x="2477453" y="2830830"/>
                </a:moveTo>
                <a:lnTo>
                  <a:pt x="2495550" y="2848928"/>
                </a:lnTo>
                <a:lnTo>
                  <a:pt x="2477453" y="2867025"/>
                </a:lnTo>
                <a:lnTo>
                  <a:pt x="2459355" y="2848928"/>
                </a:lnTo>
                <a:close/>
                <a:moveTo>
                  <a:pt x="2372678" y="2954655"/>
                </a:moveTo>
                <a:lnTo>
                  <a:pt x="2390775" y="2972753"/>
                </a:lnTo>
                <a:lnTo>
                  <a:pt x="2372678" y="2990850"/>
                </a:lnTo>
                <a:lnTo>
                  <a:pt x="2354580" y="2972753"/>
                </a:lnTo>
                <a:close/>
                <a:moveTo>
                  <a:pt x="258128" y="988695"/>
                </a:moveTo>
                <a:lnTo>
                  <a:pt x="280035" y="1010603"/>
                </a:lnTo>
                <a:lnTo>
                  <a:pt x="258128" y="1032510"/>
                </a:lnTo>
                <a:lnTo>
                  <a:pt x="236220" y="1010603"/>
                </a:lnTo>
                <a:close/>
                <a:moveTo>
                  <a:pt x="3610928" y="1496378"/>
                </a:moveTo>
                <a:lnTo>
                  <a:pt x="3620453" y="1505903"/>
                </a:lnTo>
                <a:lnTo>
                  <a:pt x="3610928" y="1515428"/>
                </a:lnTo>
                <a:lnTo>
                  <a:pt x="3601403" y="1505903"/>
                </a:lnTo>
                <a:close/>
                <a:moveTo>
                  <a:pt x="3239453" y="1676400"/>
                </a:moveTo>
                <a:lnTo>
                  <a:pt x="3259455" y="1696403"/>
                </a:lnTo>
                <a:lnTo>
                  <a:pt x="3239453" y="1716405"/>
                </a:lnTo>
                <a:lnTo>
                  <a:pt x="3219450" y="1696403"/>
                </a:lnTo>
                <a:close/>
                <a:moveTo>
                  <a:pt x="2839403" y="841058"/>
                </a:moveTo>
                <a:lnTo>
                  <a:pt x="2847023" y="848678"/>
                </a:lnTo>
                <a:lnTo>
                  <a:pt x="2839403" y="856297"/>
                </a:lnTo>
                <a:lnTo>
                  <a:pt x="2831783" y="848678"/>
                </a:lnTo>
                <a:close/>
                <a:moveTo>
                  <a:pt x="1496378" y="3069908"/>
                </a:moveTo>
                <a:lnTo>
                  <a:pt x="1503998" y="3077528"/>
                </a:lnTo>
                <a:lnTo>
                  <a:pt x="1496378" y="3085147"/>
                </a:lnTo>
                <a:lnTo>
                  <a:pt x="1488758" y="3077528"/>
                </a:lnTo>
                <a:close/>
                <a:moveTo>
                  <a:pt x="486728" y="2292668"/>
                </a:moveTo>
                <a:lnTo>
                  <a:pt x="500063" y="2306003"/>
                </a:lnTo>
                <a:lnTo>
                  <a:pt x="486728" y="2319338"/>
                </a:lnTo>
                <a:lnTo>
                  <a:pt x="473393" y="2306003"/>
                </a:lnTo>
                <a:close/>
                <a:moveTo>
                  <a:pt x="3468053" y="1122045"/>
                </a:moveTo>
                <a:lnTo>
                  <a:pt x="3480435" y="1134428"/>
                </a:lnTo>
                <a:lnTo>
                  <a:pt x="3468053" y="1146810"/>
                </a:lnTo>
                <a:lnTo>
                  <a:pt x="3455670" y="1134428"/>
                </a:lnTo>
                <a:close/>
                <a:moveTo>
                  <a:pt x="3315653" y="732472"/>
                </a:moveTo>
                <a:lnTo>
                  <a:pt x="3336608" y="753428"/>
                </a:lnTo>
                <a:lnTo>
                  <a:pt x="3315653" y="774383"/>
                </a:lnTo>
                <a:lnTo>
                  <a:pt x="3294698" y="753428"/>
                </a:lnTo>
                <a:close/>
                <a:moveTo>
                  <a:pt x="1439228" y="3276600"/>
                </a:moveTo>
                <a:lnTo>
                  <a:pt x="1449705" y="3287078"/>
                </a:lnTo>
                <a:lnTo>
                  <a:pt x="1439228" y="3297555"/>
                </a:lnTo>
                <a:lnTo>
                  <a:pt x="1428750" y="3287078"/>
                </a:lnTo>
                <a:close/>
                <a:moveTo>
                  <a:pt x="2153603" y="3164205"/>
                </a:moveTo>
                <a:lnTo>
                  <a:pt x="2162175" y="3172778"/>
                </a:lnTo>
                <a:lnTo>
                  <a:pt x="2153603" y="3181350"/>
                </a:lnTo>
                <a:lnTo>
                  <a:pt x="2145030" y="3172778"/>
                </a:lnTo>
                <a:close/>
                <a:moveTo>
                  <a:pt x="10478" y="2047875"/>
                </a:moveTo>
                <a:lnTo>
                  <a:pt x="20955" y="2058353"/>
                </a:lnTo>
                <a:lnTo>
                  <a:pt x="10478" y="2068830"/>
                </a:lnTo>
                <a:lnTo>
                  <a:pt x="0" y="2058353"/>
                </a:lnTo>
                <a:close/>
                <a:moveTo>
                  <a:pt x="3182303" y="2729865"/>
                </a:moveTo>
                <a:lnTo>
                  <a:pt x="3196590" y="2744153"/>
                </a:lnTo>
                <a:lnTo>
                  <a:pt x="3182303" y="2758440"/>
                </a:lnTo>
                <a:lnTo>
                  <a:pt x="3168015" y="2744153"/>
                </a:lnTo>
                <a:close/>
                <a:moveTo>
                  <a:pt x="3553778" y="1727835"/>
                </a:moveTo>
                <a:lnTo>
                  <a:pt x="3569970" y="1744028"/>
                </a:lnTo>
                <a:lnTo>
                  <a:pt x="3553778" y="1760220"/>
                </a:lnTo>
                <a:lnTo>
                  <a:pt x="3537585" y="1744028"/>
                </a:lnTo>
                <a:close/>
                <a:moveTo>
                  <a:pt x="934403" y="2906078"/>
                </a:moveTo>
                <a:lnTo>
                  <a:pt x="953453" y="2925128"/>
                </a:lnTo>
                <a:lnTo>
                  <a:pt x="934403" y="2944178"/>
                </a:lnTo>
                <a:lnTo>
                  <a:pt x="915353" y="2925128"/>
                </a:lnTo>
                <a:close/>
                <a:moveTo>
                  <a:pt x="734378" y="2345055"/>
                </a:moveTo>
                <a:lnTo>
                  <a:pt x="752475" y="2363153"/>
                </a:lnTo>
                <a:lnTo>
                  <a:pt x="734378" y="2381250"/>
                </a:lnTo>
                <a:lnTo>
                  <a:pt x="716280" y="2363153"/>
                </a:lnTo>
                <a:close/>
                <a:moveTo>
                  <a:pt x="648653" y="2046922"/>
                </a:moveTo>
                <a:lnTo>
                  <a:pt x="660083" y="2058353"/>
                </a:lnTo>
                <a:lnTo>
                  <a:pt x="648653" y="2069783"/>
                </a:lnTo>
                <a:lnTo>
                  <a:pt x="637223" y="2058353"/>
                </a:lnTo>
                <a:close/>
                <a:moveTo>
                  <a:pt x="3287078" y="1689735"/>
                </a:moveTo>
                <a:lnTo>
                  <a:pt x="3293745" y="1696403"/>
                </a:lnTo>
                <a:lnTo>
                  <a:pt x="3287078" y="1703070"/>
                </a:lnTo>
                <a:lnTo>
                  <a:pt x="3280410" y="1696403"/>
                </a:lnTo>
                <a:close/>
                <a:moveTo>
                  <a:pt x="3744278" y="2379345"/>
                </a:moveTo>
                <a:lnTo>
                  <a:pt x="3766185" y="2401253"/>
                </a:lnTo>
                <a:lnTo>
                  <a:pt x="3744278" y="2423160"/>
                </a:lnTo>
                <a:lnTo>
                  <a:pt x="3722370" y="2401253"/>
                </a:lnTo>
                <a:close/>
                <a:moveTo>
                  <a:pt x="2420303" y="3476625"/>
                </a:moveTo>
                <a:lnTo>
                  <a:pt x="2440305" y="3496628"/>
                </a:lnTo>
                <a:lnTo>
                  <a:pt x="2420303" y="3516630"/>
                </a:lnTo>
                <a:lnTo>
                  <a:pt x="2400300" y="3496628"/>
                </a:lnTo>
                <a:close/>
                <a:moveTo>
                  <a:pt x="2763203" y="2964180"/>
                </a:moveTo>
                <a:lnTo>
                  <a:pt x="2781300" y="2982278"/>
                </a:lnTo>
                <a:lnTo>
                  <a:pt x="2763203" y="3000375"/>
                </a:lnTo>
                <a:lnTo>
                  <a:pt x="2745105" y="2982278"/>
                </a:lnTo>
                <a:close/>
                <a:moveTo>
                  <a:pt x="1134428" y="2998470"/>
                </a:moveTo>
                <a:lnTo>
                  <a:pt x="1146810" y="3010853"/>
                </a:lnTo>
                <a:lnTo>
                  <a:pt x="1134428" y="3023235"/>
                </a:lnTo>
                <a:lnTo>
                  <a:pt x="1122045" y="3010853"/>
                </a:lnTo>
                <a:close/>
                <a:moveTo>
                  <a:pt x="229553" y="2444115"/>
                </a:moveTo>
                <a:lnTo>
                  <a:pt x="243840" y="2458403"/>
                </a:lnTo>
                <a:lnTo>
                  <a:pt x="229553" y="2472690"/>
                </a:lnTo>
                <a:lnTo>
                  <a:pt x="215265" y="2458403"/>
                </a:lnTo>
                <a:close/>
                <a:moveTo>
                  <a:pt x="3020378" y="3288983"/>
                </a:moveTo>
                <a:lnTo>
                  <a:pt x="3027998" y="3296603"/>
                </a:lnTo>
                <a:lnTo>
                  <a:pt x="3020378" y="3304223"/>
                </a:lnTo>
                <a:lnTo>
                  <a:pt x="3012758" y="3296603"/>
                </a:lnTo>
                <a:close/>
                <a:moveTo>
                  <a:pt x="1667828" y="489585"/>
                </a:moveTo>
                <a:lnTo>
                  <a:pt x="1684020" y="505778"/>
                </a:lnTo>
                <a:lnTo>
                  <a:pt x="1667828" y="521970"/>
                </a:lnTo>
                <a:lnTo>
                  <a:pt x="1651635" y="505778"/>
                </a:lnTo>
                <a:close/>
                <a:moveTo>
                  <a:pt x="3144203" y="2507933"/>
                </a:moveTo>
                <a:lnTo>
                  <a:pt x="3151823" y="2515553"/>
                </a:lnTo>
                <a:lnTo>
                  <a:pt x="3144203" y="2523173"/>
                </a:lnTo>
                <a:lnTo>
                  <a:pt x="3136583" y="2515553"/>
                </a:lnTo>
                <a:close/>
                <a:moveTo>
                  <a:pt x="3239453" y="745808"/>
                </a:moveTo>
                <a:lnTo>
                  <a:pt x="3247073" y="753428"/>
                </a:lnTo>
                <a:lnTo>
                  <a:pt x="3239453" y="761047"/>
                </a:lnTo>
                <a:lnTo>
                  <a:pt x="3231833" y="753428"/>
                </a:lnTo>
                <a:close/>
                <a:moveTo>
                  <a:pt x="1210628" y="2945130"/>
                </a:moveTo>
                <a:lnTo>
                  <a:pt x="1219200" y="2953703"/>
                </a:lnTo>
                <a:lnTo>
                  <a:pt x="1210628" y="2962275"/>
                </a:lnTo>
                <a:lnTo>
                  <a:pt x="1202055" y="2953703"/>
                </a:lnTo>
                <a:close/>
                <a:moveTo>
                  <a:pt x="1953578" y="2979420"/>
                </a:moveTo>
                <a:lnTo>
                  <a:pt x="1975485" y="3001328"/>
                </a:lnTo>
                <a:lnTo>
                  <a:pt x="1953578" y="3023235"/>
                </a:lnTo>
                <a:lnTo>
                  <a:pt x="1931670" y="3001328"/>
                </a:lnTo>
                <a:close/>
                <a:moveTo>
                  <a:pt x="3763328" y="1634490"/>
                </a:moveTo>
                <a:lnTo>
                  <a:pt x="3777615" y="1648778"/>
                </a:lnTo>
                <a:lnTo>
                  <a:pt x="3763328" y="1663065"/>
                </a:lnTo>
                <a:lnTo>
                  <a:pt x="3749040" y="1648778"/>
                </a:lnTo>
                <a:close/>
                <a:moveTo>
                  <a:pt x="858203" y="1086803"/>
                </a:moveTo>
                <a:lnTo>
                  <a:pt x="877253" y="1105853"/>
                </a:lnTo>
                <a:lnTo>
                  <a:pt x="858203" y="1124903"/>
                </a:lnTo>
                <a:lnTo>
                  <a:pt x="839153" y="1105853"/>
                </a:lnTo>
                <a:close/>
                <a:moveTo>
                  <a:pt x="1258253" y="458153"/>
                </a:moveTo>
                <a:lnTo>
                  <a:pt x="1277303" y="477203"/>
                </a:lnTo>
                <a:lnTo>
                  <a:pt x="1258253" y="496253"/>
                </a:lnTo>
                <a:lnTo>
                  <a:pt x="1239203" y="477203"/>
                </a:lnTo>
                <a:close/>
                <a:moveTo>
                  <a:pt x="534353" y="2623185"/>
                </a:moveTo>
                <a:lnTo>
                  <a:pt x="550545" y="2639378"/>
                </a:lnTo>
                <a:lnTo>
                  <a:pt x="534353" y="2655570"/>
                </a:lnTo>
                <a:lnTo>
                  <a:pt x="518160" y="2639378"/>
                </a:lnTo>
                <a:close/>
                <a:moveTo>
                  <a:pt x="2306003" y="642938"/>
                </a:moveTo>
                <a:lnTo>
                  <a:pt x="2321243" y="658178"/>
                </a:lnTo>
                <a:lnTo>
                  <a:pt x="2306003" y="673418"/>
                </a:lnTo>
                <a:lnTo>
                  <a:pt x="2290763" y="658178"/>
                </a:lnTo>
                <a:close/>
                <a:moveTo>
                  <a:pt x="2058353" y="676275"/>
                </a:moveTo>
                <a:lnTo>
                  <a:pt x="2068830" y="686753"/>
                </a:lnTo>
                <a:lnTo>
                  <a:pt x="2058353" y="697230"/>
                </a:lnTo>
                <a:lnTo>
                  <a:pt x="2047875" y="686753"/>
                </a:lnTo>
                <a:close/>
                <a:moveTo>
                  <a:pt x="2877503" y="3189923"/>
                </a:moveTo>
                <a:lnTo>
                  <a:pt x="2888933" y="3201353"/>
                </a:lnTo>
                <a:lnTo>
                  <a:pt x="2877503" y="3212783"/>
                </a:lnTo>
                <a:lnTo>
                  <a:pt x="2866073" y="3201353"/>
                </a:lnTo>
                <a:close/>
                <a:moveTo>
                  <a:pt x="867728" y="2442210"/>
                </a:moveTo>
                <a:lnTo>
                  <a:pt x="883920" y="2458403"/>
                </a:lnTo>
                <a:lnTo>
                  <a:pt x="867728" y="2474595"/>
                </a:lnTo>
                <a:lnTo>
                  <a:pt x="851535" y="2458403"/>
                </a:lnTo>
                <a:close/>
                <a:moveTo>
                  <a:pt x="762953" y="668655"/>
                </a:moveTo>
                <a:lnTo>
                  <a:pt x="771525" y="677228"/>
                </a:lnTo>
                <a:lnTo>
                  <a:pt x="762953" y="685800"/>
                </a:lnTo>
                <a:lnTo>
                  <a:pt x="754380" y="677228"/>
                </a:lnTo>
                <a:close/>
                <a:moveTo>
                  <a:pt x="820103" y="1117283"/>
                </a:moveTo>
                <a:lnTo>
                  <a:pt x="837248" y="1134428"/>
                </a:lnTo>
                <a:lnTo>
                  <a:pt x="820103" y="1151572"/>
                </a:lnTo>
                <a:lnTo>
                  <a:pt x="802958" y="1134428"/>
                </a:lnTo>
                <a:close/>
                <a:moveTo>
                  <a:pt x="2410778" y="447675"/>
                </a:moveTo>
                <a:lnTo>
                  <a:pt x="2421255" y="458153"/>
                </a:lnTo>
                <a:lnTo>
                  <a:pt x="2410778" y="468630"/>
                </a:lnTo>
                <a:lnTo>
                  <a:pt x="2400300" y="458153"/>
                </a:lnTo>
                <a:close/>
                <a:moveTo>
                  <a:pt x="1934528" y="3547110"/>
                </a:moveTo>
                <a:lnTo>
                  <a:pt x="1941195" y="3553778"/>
                </a:lnTo>
                <a:lnTo>
                  <a:pt x="1934528" y="3560445"/>
                </a:lnTo>
                <a:lnTo>
                  <a:pt x="1927860" y="3553778"/>
                </a:lnTo>
                <a:close/>
                <a:moveTo>
                  <a:pt x="743903" y="706755"/>
                </a:moveTo>
                <a:lnTo>
                  <a:pt x="752475" y="715328"/>
                </a:lnTo>
                <a:lnTo>
                  <a:pt x="743903" y="723900"/>
                </a:lnTo>
                <a:lnTo>
                  <a:pt x="735330" y="715328"/>
                </a:lnTo>
                <a:close/>
                <a:moveTo>
                  <a:pt x="2782253" y="2616518"/>
                </a:moveTo>
                <a:lnTo>
                  <a:pt x="2795588" y="2629853"/>
                </a:lnTo>
                <a:lnTo>
                  <a:pt x="2782253" y="2643188"/>
                </a:lnTo>
                <a:lnTo>
                  <a:pt x="2768918" y="2629853"/>
                </a:lnTo>
                <a:close/>
                <a:moveTo>
                  <a:pt x="3106103" y="354330"/>
                </a:moveTo>
                <a:lnTo>
                  <a:pt x="3114675" y="362903"/>
                </a:lnTo>
                <a:lnTo>
                  <a:pt x="3106103" y="371475"/>
                </a:lnTo>
                <a:lnTo>
                  <a:pt x="3097530" y="362903"/>
                </a:lnTo>
                <a:close/>
                <a:moveTo>
                  <a:pt x="639128" y="1343025"/>
                </a:moveTo>
                <a:lnTo>
                  <a:pt x="649605" y="1353503"/>
                </a:lnTo>
                <a:lnTo>
                  <a:pt x="639128" y="1363980"/>
                </a:lnTo>
                <a:lnTo>
                  <a:pt x="628650" y="1353503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-1573530" y="5133975"/>
            <a:ext cx="1885950" cy="1832610"/>
          </a:xfrm>
          <a:custGeom>
            <a:avLst/>
            <a:gdLst/>
            <a:ahLst/>
            <a:cxnLst/>
            <a:rect l="l" t="t" r="r" b="b"/>
            <a:pathLst>
              <a:path w="1885950" h="1832610">
                <a:moveTo>
                  <a:pt x="1135380" y="1492568"/>
                </a:moveTo>
                <a:lnTo>
                  <a:pt x="1147763" y="1504950"/>
                </a:lnTo>
                <a:lnTo>
                  <a:pt x="1135380" y="1517332"/>
                </a:lnTo>
                <a:lnTo>
                  <a:pt x="1122998" y="1504950"/>
                </a:lnTo>
                <a:close/>
                <a:moveTo>
                  <a:pt x="1497330" y="1271588"/>
                </a:moveTo>
                <a:lnTo>
                  <a:pt x="1511618" y="1285875"/>
                </a:lnTo>
                <a:lnTo>
                  <a:pt x="1497330" y="1300163"/>
                </a:lnTo>
                <a:lnTo>
                  <a:pt x="1483043" y="1285875"/>
                </a:lnTo>
                <a:close/>
                <a:moveTo>
                  <a:pt x="1602105" y="0"/>
                </a:moveTo>
                <a:lnTo>
                  <a:pt x="1621155" y="19050"/>
                </a:lnTo>
                <a:lnTo>
                  <a:pt x="1602105" y="38100"/>
                </a:lnTo>
                <a:lnTo>
                  <a:pt x="1583055" y="19050"/>
                </a:lnTo>
                <a:close/>
                <a:moveTo>
                  <a:pt x="1868805" y="563880"/>
                </a:moveTo>
                <a:lnTo>
                  <a:pt x="1885950" y="581025"/>
                </a:lnTo>
                <a:lnTo>
                  <a:pt x="1868805" y="598170"/>
                </a:lnTo>
                <a:lnTo>
                  <a:pt x="1851660" y="581025"/>
                </a:lnTo>
                <a:close/>
                <a:moveTo>
                  <a:pt x="506730" y="20003"/>
                </a:moveTo>
                <a:lnTo>
                  <a:pt x="524827" y="38100"/>
                </a:lnTo>
                <a:lnTo>
                  <a:pt x="506730" y="56197"/>
                </a:lnTo>
                <a:lnTo>
                  <a:pt x="488632" y="38100"/>
                </a:lnTo>
                <a:close/>
                <a:moveTo>
                  <a:pt x="830580" y="1174432"/>
                </a:moveTo>
                <a:lnTo>
                  <a:pt x="846772" y="1190625"/>
                </a:lnTo>
                <a:lnTo>
                  <a:pt x="830580" y="1206818"/>
                </a:lnTo>
                <a:lnTo>
                  <a:pt x="814387" y="1190625"/>
                </a:lnTo>
                <a:close/>
                <a:moveTo>
                  <a:pt x="1430655" y="586740"/>
                </a:moveTo>
                <a:lnTo>
                  <a:pt x="1443990" y="600075"/>
                </a:lnTo>
                <a:lnTo>
                  <a:pt x="1430655" y="613410"/>
                </a:lnTo>
                <a:lnTo>
                  <a:pt x="1417320" y="600075"/>
                </a:lnTo>
                <a:close/>
                <a:moveTo>
                  <a:pt x="20955" y="588645"/>
                </a:moveTo>
                <a:lnTo>
                  <a:pt x="41910" y="609600"/>
                </a:lnTo>
                <a:lnTo>
                  <a:pt x="20955" y="630555"/>
                </a:lnTo>
                <a:lnTo>
                  <a:pt x="0" y="609600"/>
                </a:lnTo>
                <a:close/>
                <a:moveTo>
                  <a:pt x="1183005" y="1294447"/>
                </a:moveTo>
                <a:lnTo>
                  <a:pt x="1193482" y="1304925"/>
                </a:lnTo>
                <a:lnTo>
                  <a:pt x="1183005" y="1315403"/>
                </a:lnTo>
                <a:lnTo>
                  <a:pt x="1172528" y="1304925"/>
                </a:lnTo>
                <a:close/>
                <a:moveTo>
                  <a:pt x="1764030" y="1266825"/>
                </a:moveTo>
                <a:lnTo>
                  <a:pt x="1773555" y="1276350"/>
                </a:lnTo>
                <a:lnTo>
                  <a:pt x="1764030" y="1285875"/>
                </a:lnTo>
                <a:lnTo>
                  <a:pt x="1754505" y="1276350"/>
                </a:lnTo>
                <a:close/>
                <a:moveTo>
                  <a:pt x="1449705" y="485775"/>
                </a:moveTo>
                <a:lnTo>
                  <a:pt x="1468755" y="504825"/>
                </a:lnTo>
                <a:lnTo>
                  <a:pt x="1449705" y="523875"/>
                </a:lnTo>
                <a:lnTo>
                  <a:pt x="1430655" y="504825"/>
                </a:lnTo>
                <a:close/>
                <a:moveTo>
                  <a:pt x="1430655" y="300990"/>
                </a:moveTo>
                <a:lnTo>
                  <a:pt x="1453515" y="323850"/>
                </a:lnTo>
                <a:lnTo>
                  <a:pt x="1430655" y="346710"/>
                </a:lnTo>
                <a:lnTo>
                  <a:pt x="1407795" y="323850"/>
                </a:lnTo>
                <a:close/>
                <a:moveTo>
                  <a:pt x="973455" y="1019175"/>
                </a:moveTo>
                <a:lnTo>
                  <a:pt x="992505" y="1038225"/>
                </a:lnTo>
                <a:lnTo>
                  <a:pt x="973455" y="1057275"/>
                </a:lnTo>
                <a:lnTo>
                  <a:pt x="954405" y="1038225"/>
                </a:lnTo>
                <a:close/>
                <a:moveTo>
                  <a:pt x="735330" y="1725930"/>
                </a:moveTo>
                <a:lnTo>
                  <a:pt x="752475" y="1743075"/>
                </a:lnTo>
                <a:lnTo>
                  <a:pt x="735330" y="1760220"/>
                </a:lnTo>
                <a:lnTo>
                  <a:pt x="718185" y="1743075"/>
                </a:lnTo>
                <a:close/>
                <a:moveTo>
                  <a:pt x="859155" y="225743"/>
                </a:moveTo>
                <a:lnTo>
                  <a:pt x="881062" y="247650"/>
                </a:lnTo>
                <a:lnTo>
                  <a:pt x="859155" y="269557"/>
                </a:lnTo>
                <a:lnTo>
                  <a:pt x="837247" y="247650"/>
                </a:lnTo>
                <a:close/>
                <a:moveTo>
                  <a:pt x="916305" y="731520"/>
                </a:moveTo>
                <a:lnTo>
                  <a:pt x="937260" y="752475"/>
                </a:lnTo>
                <a:lnTo>
                  <a:pt x="916305" y="773430"/>
                </a:lnTo>
                <a:lnTo>
                  <a:pt x="895350" y="752475"/>
                </a:lnTo>
                <a:close/>
                <a:moveTo>
                  <a:pt x="868680" y="1786890"/>
                </a:moveTo>
                <a:lnTo>
                  <a:pt x="891540" y="1809750"/>
                </a:lnTo>
                <a:lnTo>
                  <a:pt x="868680" y="1832610"/>
                </a:lnTo>
                <a:lnTo>
                  <a:pt x="845820" y="1809750"/>
                </a:lnTo>
                <a:close/>
                <a:moveTo>
                  <a:pt x="868680" y="1124903"/>
                </a:moveTo>
                <a:lnTo>
                  <a:pt x="886778" y="1143000"/>
                </a:lnTo>
                <a:lnTo>
                  <a:pt x="868680" y="1161097"/>
                </a:lnTo>
                <a:lnTo>
                  <a:pt x="850582" y="1143000"/>
                </a:lnTo>
                <a:close/>
                <a:moveTo>
                  <a:pt x="840105" y="541972"/>
                </a:moveTo>
                <a:lnTo>
                  <a:pt x="860107" y="561975"/>
                </a:lnTo>
                <a:lnTo>
                  <a:pt x="840105" y="581978"/>
                </a:lnTo>
                <a:lnTo>
                  <a:pt x="820103" y="561975"/>
                </a:lnTo>
                <a:close/>
                <a:moveTo>
                  <a:pt x="735330" y="1780222"/>
                </a:moveTo>
                <a:lnTo>
                  <a:pt x="755332" y="1800225"/>
                </a:lnTo>
                <a:lnTo>
                  <a:pt x="735330" y="1820228"/>
                </a:lnTo>
                <a:lnTo>
                  <a:pt x="715328" y="1800225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2492692" y="4829175"/>
            <a:ext cx="3251835" cy="2927032"/>
          </a:xfrm>
          <a:custGeom>
            <a:avLst/>
            <a:gdLst/>
            <a:ahLst/>
            <a:cxnLst/>
            <a:rect l="l" t="t" r="r" b="b"/>
            <a:pathLst>
              <a:path w="3251835" h="2927032">
                <a:moveTo>
                  <a:pt x="3235643" y="908685"/>
                </a:moveTo>
                <a:lnTo>
                  <a:pt x="3250882" y="923925"/>
                </a:lnTo>
                <a:lnTo>
                  <a:pt x="3235643" y="939165"/>
                </a:lnTo>
                <a:lnTo>
                  <a:pt x="3220403" y="923925"/>
                </a:lnTo>
                <a:close/>
                <a:moveTo>
                  <a:pt x="1283018" y="2354580"/>
                </a:moveTo>
                <a:lnTo>
                  <a:pt x="1290638" y="2362200"/>
                </a:lnTo>
                <a:lnTo>
                  <a:pt x="1283018" y="2369820"/>
                </a:lnTo>
                <a:lnTo>
                  <a:pt x="1275397" y="2362200"/>
                </a:lnTo>
                <a:close/>
                <a:moveTo>
                  <a:pt x="16192" y="1679257"/>
                </a:moveTo>
                <a:lnTo>
                  <a:pt x="32385" y="1695450"/>
                </a:lnTo>
                <a:lnTo>
                  <a:pt x="16192" y="1711643"/>
                </a:lnTo>
                <a:lnTo>
                  <a:pt x="0" y="1695450"/>
                </a:lnTo>
                <a:close/>
                <a:moveTo>
                  <a:pt x="749617" y="2503170"/>
                </a:moveTo>
                <a:lnTo>
                  <a:pt x="761047" y="2514600"/>
                </a:lnTo>
                <a:lnTo>
                  <a:pt x="749617" y="2526030"/>
                </a:lnTo>
                <a:lnTo>
                  <a:pt x="738188" y="2514600"/>
                </a:lnTo>
                <a:close/>
                <a:moveTo>
                  <a:pt x="311467" y="617220"/>
                </a:moveTo>
                <a:lnTo>
                  <a:pt x="332422" y="638175"/>
                </a:lnTo>
                <a:lnTo>
                  <a:pt x="311467" y="659130"/>
                </a:lnTo>
                <a:lnTo>
                  <a:pt x="290513" y="638175"/>
                </a:lnTo>
                <a:close/>
                <a:moveTo>
                  <a:pt x="2930843" y="765810"/>
                </a:moveTo>
                <a:lnTo>
                  <a:pt x="2946083" y="781050"/>
                </a:lnTo>
                <a:lnTo>
                  <a:pt x="2930843" y="796290"/>
                </a:lnTo>
                <a:lnTo>
                  <a:pt x="2915602" y="781050"/>
                </a:lnTo>
                <a:close/>
                <a:moveTo>
                  <a:pt x="3245168" y="393382"/>
                </a:moveTo>
                <a:lnTo>
                  <a:pt x="3251835" y="400050"/>
                </a:lnTo>
                <a:lnTo>
                  <a:pt x="3245168" y="406718"/>
                </a:lnTo>
                <a:lnTo>
                  <a:pt x="3238500" y="400050"/>
                </a:lnTo>
                <a:close/>
                <a:moveTo>
                  <a:pt x="1206817" y="0"/>
                </a:moveTo>
                <a:lnTo>
                  <a:pt x="1225868" y="19050"/>
                </a:lnTo>
                <a:lnTo>
                  <a:pt x="1206817" y="38100"/>
                </a:lnTo>
                <a:lnTo>
                  <a:pt x="1187768" y="19050"/>
                </a:lnTo>
                <a:close/>
                <a:moveTo>
                  <a:pt x="1349692" y="96203"/>
                </a:moveTo>
                <a:lnTo>
                  <a:pt x="1358265" y="104775"/>
                </a:lnTo>
                <a:lnTo>
                  <a:pt x="1349692" y="113347"/>
                </a:lnTo>
                <a:lnTo>
                  <a:pt x="1341120" y="104775"/>
                </a:lnTo>
                <a:close/>
                <a:moveTo>
                  <a:pt x="2273618" y="2883218"/>
                </a:moveTo>
                <a:lnTo>
                  <a:pt x="2295525" y="2905125"/>
                </a:lnTo>
                <a:lnTo>
                  <a:pt x="2273618" y="2927032"/>
                </a:lnTo>
                <a:lnTo>
                  <a:pt x="2251710" y="2905125"/>
                </a:lnTo>
                <a:close/>
                <a:moveTo>
                  <a:pt x="2826067" y="2035493"/>
                </a:moveTo>
                <a:lnTo>
                  <a:pt x="2847975" y="2057400"/>
                </a:lnTo>
                <a:lnTo>
                  <a:pt x="2826067" y="2079307"/>
                </a:lnTo>
                <a:lnTo>
                  <a:pt x="2804160" y="2057400"/>
                </a:lnTo>
                <a:close/>
                <a:moveTo>
                  <a:pt x="2426017" y="2523173"/>
                </a:moveTo>
                <a:lnTo>
                  <a:pt x="2446020" y="2543175"/>
                </a:lnTo>
                <a:lnTo>
                  <a:pt x="2426017" y="2563178"/>
                </a:lnTo>
                <a:lnTo>
                  <a:pt x="2406015" y="2543175"/>
                </a:lnTo>
                <a:close/>
                <a:moveTo>
                  <a:pt x="1159193" y="797243"/>
                </a:moveTo>
                <a:lnTo>
                  <a:pt x="1181100" y="819150"/>
                </a:lnTo>
                <a:lnTo>
                  <a:pt x="1159193" y="841057"/>
                </a:lnTo>
                <a:lnTo>
                  <a:pt x="1137285" y="819150"/>
                </a:lnTo>
                <a:close/>
                <a:moveTo>
                  <a:pt x="2064068" y="95250"/>
                </a:moveTo>
                <a:lnTo>
                  <a:pt x="2073593" y="104775"/>
                </a:lnTo>
                <a:lnTo>
                  <a:pt x="2064068" y="114300"/>
                </a:lnTo>
                <a:lnTo>
                  <a:pt x="2054542" y="104775"/>
                </a:lnTo>
                <a:close/>
                <a:moveTo>
                  <a:pt x="2635568" y="492443"/>
                </a:moveTo>
                <a:lnTo>
                  <a:pt x="2647950" y="504825"/>
                </a:lnTo>
                <a:lnTo>
                  <a:pt x="2635568" y="517207"/>
                </a:lnTo>
                <a:lnTo>
                  <a:pt x="2623185" y="50482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-2647950" y="3981450"/>
            <a:ext cx="3924300" cy="3724275"/>
          </a:xfrm>
          <a:custGeom>
            <a:avLst/>
            <a:gdLst/>
            <a:ahLst/>
            <a:cxnLst/>
            <a:rect l="l" t="t" r="r" b="b"/>
            <a:pathLst>
              <a:path w="3924300" h="3724275">
                <a:moveTo>
                  <a:pt x="3867150" y="1933575"/>
                </a:moveTo>
                <a:quadBezTo>
                  <a:pt x="3895725" y="2009775"/>
                  <a:pt x="3924300" y="2124075"/>
                </a:quadBezTo>
                <a:moveTo>
                  <a:pt x="1638300" y="19050"/>
                </a:moveTo>
                <a:quadBezTo>
                  <a:pt x="1685925" y="0"/>
                  <a:pt x="1743075" y="19050"/>
                </a:quadBezTo>
                <a:moveTo>
                  <a:pt x="295275" y="1685925"/>
                </a:moveTo>
                <a:quadBezTo>
                  <a:pt x="314325" y="1562100"/>
                  <a:pt x="342900" y="1476375"/>
                </a:quadBezTo>
                <a:moveTo>
                  <a:pt x="171450" y="2790825"/>
                </a:moveTo>
                <a:quadBezTo>
                  <a:pt x="85725" y="2667000"/>
                  <a:pt x="0" y="2571750"/>
                </a:quadBezTo>
                <a:moveTo>
                  <a:pt x="3590925" y="1095375"/>
                </a:moveTo>
                <a:quadBezTo>
                  <a:pt x="3619500" y="1123950"/>
                  <a:pt x="3648075" y="1200150"/>
                </a:quadBezTo>
                <a:moveTo>
                  <a:pt x="1371600" y="3724275"/>
                </a:moveTo>
                <a:quadBezTo>
                  <a:pt x="1257300" y="3657600"/>
                  <a:pt x="1133475" y="3619500"/>
                </a:quadBezTo>
                <a:moveTo>
                  <a:pt x="3190875" y="2295525"/>
                </a:moveTo>
                <a:quadBezTo>
                  <a:pt x="3190875" y="2333625"/>
                  <a:pt x="3190875" y="2419350"/>
                </a:quadBezTo>
                <a:moveTo>
                  <a:pt x="3648075" y="1419225"/>
                </a:moveTo>
                <a:quadBezTo>
                  <a:pt x="3676650" y="1447800"/>
                  <a:pt x="3705225" y="1504950"/>
                </a:quadBezTo>
                <a:moveTo>
                  <a:pt x="495300" y="1628775"/>
                </a:moveTo>
                <a:quadBezTo>
                  <a:pt x="514350" y="1485900"/>
                  <a:pt x="533400" y="1381125"/>
                </a:quadBezTo>
                <a:moveTo>
                  <a:pt x="3019425" y="352425"/>
                </a:moveTo>
                <a:quadBezTo>
                  <a:pt x="3133725" y="428625"/>
                  <a:pt x="3238500" y="542925"/>
                </a:quadBezTo>
                <a:moveTo>
                  <a:pt x="3181350" y="2162175"/>
                </a:moveTo>
                <a:quadBezTo>
                  <a:pt x="3152775" y="2247900"/>
                  <a:pt x="3124200" y="2381250"/>
                </a:quadBezTo>
                <a:moveTo>
                  <a:pt x="3867150" y="1485900"/>
                </a:moveTo>
                <a:quadBezTo>
                  <a:pt x="3876675" y="1609725"/>
                  <a:pt x="3886200" y="1771650"/>
                </a:quadBezTo>
                <a:moveTo>
                  <a:pt x="3133725" y="1181100"/>
                </a:moveTo>
                <a:quadBezTo>
                  <a:pt x="3181350" y="1238250"/>
                  <a:pt x="3238500" y="1343025"/>
                </a:quadBezTo>
                <a:moveTo>
                  <a:pt x="3219450" y="2933700"/>
                </a:moveTo>
                <a:quadBezTo>
                  <a:pt x="3162300" y="3028950"/>
                  <a:pt x="3105150" y="31527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514350" y="5743575"/>
            <a:ext cx="1619250" cy="1685925"/>
          </a:xfrm>
          <a:custGeom>
            <a:avLst/>
            <a:gdLst/>
            <a:ahLst/>
            <a:cxnLst/>
            <a:rect l="l" t="t" r="r" b="b"/>
            <a:pathLst>
              <a:path w="1619250" h="1685925">
                <a:moveTo>
                  <a:pt x="1028700" y="57150"/>
                </a:moveTo>
                <a:lnTo>
                  <a:pt x="733425" y="457200"/>
                </a:lnTo>
                <a:moveTo>
                  <a:pt x="1000125" y="38100"/>
                </a:moveTo>
                <a:lnTo>
                  <a:pt x="762000" y="352425"/>
                </a:lnTo>
                <a:moveTo>
                  <a:pt x="971550" y="19050"/>
                </a:moveTo>
                <a:lnTo>
                  <a:pt x="695325" y="390525"/>
                </a:lnTo>
                <a:moveTo>
                  <a:pt x="942975" y="0"/>
                </a:moveTo>
                <a:lnTo>
                  <a:pt x="723900" y="295275"/>
                </a:lnTo>
                <a:moveTo>
                  <a:pt x="457200" y="1238250"/>
                </a:moveTo>
                <a:lnTo>
                  <a:pt x="180975" y="1600200"/>
                </a:lnTo>
                <a:moveTo>
                  <a:pt x="438150" y="1228725"/>
                </a:moveTo>
                <a:lnTo>
                  <a:pt x="152400" y="1600200"/>
                </a:lnTo>
                <a:moveTo>
                  <a:pt x="419100" y="1209675"/>
                </a:moveTo>
                <a:lnTo>
                  <a:pt x="66675" y="1666875"/>
                </a:lnTo>
                <a:moveTo>
                  <a:pt x="390525" y="1181100"/>
                </a:moveTo>
                <a:lnTo>
                  <a:pt x="0" y="1685925"/>
                </a:lnTo>
                <a:moveTo>
                  <a:pt x="1343025" y="895350"/>
                </a:moveTo>
                <a:lnTo>
                  <a:pt x="1590675" y="1333500"/>
                </a:lnTo>
                <a:moveTo>
                  <a:pt x="1314450" y="914400"/>
                </a:moveTo>
                <a:lnTo>
                  <a:pt x="1619250" y="1447800"/>
                </a:lnTo>
                <a:moveTo>
                  <a:pt x="1285875" y="933450"/>
                </a:moveTo>
                <a:lnTo>
                  <a:pt x="1552575" y="1400175"/>
                </a:lnTo>
                <a:moveTo>
                  <a:pt x="1266825" y="942975"/>
                </a:moveTo>
                <a:lnTo>
                  <a:pt x="1504950" y="13525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01375" y="864870"/>
            <a:ext cx="80010" cy="354330"/>
          </a:xfrm>
          <a:custGeom>
            <a:avLst/>
            <a:gdLst/>
            <a:ahLst/>
            <a:cxnLst/>
            <a:rect l="l" t="t" r="r" b="b"/>
            <a:pathLst>
              <a:path w="80010" h="354330">
                <a:moveTo>
                  <a:pt x="0" y="354330"/>
                </a:moveTo>
                <a:quadBezTo>
                  <a:pt x="80010" y="182880"/>
                  <a:pt x="57150" y="0"/>
                </a:quadBezTo>
              </a:path>
            </a:pathLst>
          </a:custGeom>
          <a:noFill/>
          <a:ln w="11430">
            <a:solidFill>
              <a:srgbClr val="14729E">
                <a:alpha val="4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50880" y="1002030"/>
            <a:ext cx="190500" cy="102870"/>
          </a:xfrm>
          <a:custGeom>
            <a:avLst/>
            <a:gdLst/>
            <a:ahLst/>
            <a:cxnLst/>
            <a:rect l="l" t="t" r="r" b="b"/>
            <a:pathLst>
              <a:path w="190500" h="102870">
                <a:moveTo>
                  <a:pt x="190500" y="102870"/>
                </a:moveTo>
                <a:quadBezTo>
                  <a:pt x="57150" y="80010"/>
                  <a:pt x="0" y="11430"/>
                </a:quadBezTo>
                <a:quadBezTo>
                  <a:pt x="152400" y="0"/>
                  <a:pt x="190500" y="102870"/>
                </a:quadBezTo>
                <a:close/>
              </a:path>
            </a:pathLst>
          </a:custGeom>
          <a:solidFill>
            <a:srgbClr val="14729E">
              <a:alpha val="3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064240" y="967740"/>
            <a:ext cx="228600" cy="91440"/>
          </a:xfrm>
          <a:custGeom>
            <a:avLst/>
            <a:gdLst/>
            <a:ahLst/>
            <a:cxnLst/>
            <a:rect l="l" t="t" r="r" b="b"/>
            <a:pathLst>
              <a:path w="228600" h="91440">
                <a:moveTo>
                  <a:pt x="0" y="45720"/>
                </a:moveTo>
                <a:quadBezTo>
                  <a:pt x="142875" y="0"/>
                  <a:pt x="228600" y="22860"/>
                </a:quadBezTo>
                <a:quadBezTo>
                  <a:pt x="152400" y="91440"/>
                  <a:pt x="0" y="45720"/>
                </a:quadBezTo>
                <a:close/>
              </a:path>
            </a:pathLst>
          </a:custGeom>
          <a:solidFill>
            <a:srgbClr val="14729E">
              <a:alpha val="29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925175" y="819150"/>
            <a:ext cx="133350" cy="102870"/>
          </a:xfrm>
          <a:custGeom>
            <a:avLst/>
            <a:gdLst/>
            <a:ahLst/>
            <a:cxnLst/>
            <a:rect l="l" t="t" r="r" b="b"/>
            <a:pathLst>
              <a:path w="133350" h="102870">
                <a:moveTo>
                  <a:pt x="133350" y="102870"/>
                </a:moveTo>
                <a:quadBezTo>
                  <a:pt x="19050" y="68580"/>
                  <a:pt x="0" y="0"/>
                </a:quadBezTo>
                <a:quadBezTo>
                  <a:pt x="133350" y="0"/>
                  <a:pt x="133350" y="102870"/>
                </a:quadBezTo>
                <a:close/>
              </a:path>
            </a:pathLst>
          </a:custGeom>
          <a:solidFill>
            <a:srgbClr val="14729E">
              <a:alpha val="3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14729E"/>
          </a:solidFill>
          <a:ln/>
        </p:spPr>
      </p:sp>
      <p:sp>
        <p:nvSpPr>
          <p:cNvPr id="58" name="Shape 56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14729E"/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14729E"/>
          </a:solidFill>
          <a:ln/>
        </p:spPr>
      </p:sp>
      <p:sp>
        <p:nvSpPr>
          <p:cNvPr id="60" name="Text 58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出发！去青岛海边</a:t>
            </a:r>
            <a:endParaRPr lang="en-US" sz="3000" dirty="0"/>
          </a:p>
        </p:txBody>
      </p:sp>
      <p:sp>
        <p:nvSpPr>
          <p:cNvPr id="62" name="svg2pptx-0060-blk0001-0000"/>
          <p:cNvSpPr/>
          <p:nvPr/>
        </p:nvSpPr>
        <p:spPr>
          <a:xfrm>
            <a:off x="914400" y="2658809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暑假天气太热了</a:t>
            </a:r>
            <a:endParaRPr lang="en-US" sz="1800" dirty="0"/>
          </a:p>
        </p:txBody>
      </p:sp>
      <p:sp>
        <p:nvSpPr>
          <p:cNvPr id="63" name="svg2pptx-0061-blk0001-0000"/>
          <p:cNvSpPr/>
          <p:nvPr/>
        </p:nvSpPr>
        <p:spPr>
          <a:xfrm>
            <a:off x="914400" y="3058859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妈妈带我和三个表姐</a:t>
            </a:r>
            <a:endParaRPr lang="en-US" sz="1800" dirty="0"/>
          </a:p>
        </p:txBody>
      </p:sp>
      <p:sp>
        <p:nvSpPr>
          <p:cNvPr id="64" name="svg2pptx-0062-blk0001-0000"/>
          <p:cNvSpPr/>
          <p:nvPr/>
        </p:nvSpPr>
        <p:spPr>
          <a:xfrm>
            <a:off x="914400" y="3458909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一起去青岛的海边玩</a:t>
            </a:r>
            <a:endParaRPr lang="en-US" sz="1800" dirty="0"/>
          </a:p>
        </p:txBody>
      </p:sp>
      <p:sp>
        <p:nvSpPr>
          <p:cNvPr id="65" name="svg2pptx-0063-blk0001-0000"/>
          <p:cNvSpPr/>
          <p:nvPr/>
        </p:nvSpPr>
        <p:spPr>
          <a:xfrm>
            <a:off x="914400" y="3858959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捉螃蟹是我觉得最有趣的事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E4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· 三年级演讲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9FC"/>
          </a:solidFill>
          <a:ln/>
        </p:spPr>
      </p:sp>
      <p:sp>
        <p:nvSpPr>
          <p:cNvPr id="3" name="Shape 1"/>
          <p:cNvSpPr/>
          <p:nvPr/>
        </p:nvSpPr>
        <p:spPr>
          <a:xfrm>
            <a:off x="11687175" y="-1104900"/>
            <a:ext cx="2514600" cy="4105275"/>
          </a:xfrm>
          <a:custGeom>
            <a:avLst/>
            <a:gdLst/>
            <a:ahLst/>
            <a:cxnLst/>
            <a:rect l="l" t="t" r="r" b="b"/>
            <a:pathLst>
              <a:path w="2514600" h="4105275">
                <a:moveTo>
                  <a:pt x="1066800" y="4105275"/>
                </a:moveTo>
                <a:lnTo>
                  <a:pt x="1076325" y="4067175"/>
                </a:lnTo>
                <a:lnTo>
                  <a:pt x="1038225" y="4057650"/>
                </a:lnTo>
                <a:lnTo>
                  <a:pt x="1009650" y="4057650"/>
                </a:lnTo>
                <a:lnTo>
                  <a:pt x="962025" y="4000500"/>
                </a:lnTo>
                <a:lnTo>
                  <a:pt x="942975" y="3990975"/>
                </a:lnTo>
                <a:lnTo>
                  <a:pt x="933450" y="3943350"/>
                </a:lnTo>
                <a:lnTo>
                  <a:pt x="866775" y="3914775"/>
                </a:lnTo>
                <a:lnTo>
                  <a:pt x="847725" y="3895725"/>
                </a:lnTo>
                <a:lnTo>
                  <a:pt x="828675" y="3876675"/>
                </a:lnTo>
                <a:lnTo>
                  <a:pt x="800100" y="3810000"/>
                </a:lnTo>
                <a:lnTo>
                  <a:pt x="714375" y="3781425"/>
                </a:lnTo>
                <a:lnTo>
                  <a:pt x="723900" y="3752850"/>
                </a:lnTo>
                <a:lnTo>
                  <a:pt x="676275" y="3724275"/>
                </a:lnTo>
                <a:lnTo>
                  <a:pt x="647700" y="3676650"/>
                </a:lnTo>
                <a:lnTo>
                  <a:pt x="609600" y="3638550"/>
                </a:lnTo>
                <a:lnTo>
                  <a:pt x="609600" y="3619500"/>
                </a:lnTo>
                <a:lnTo>
                  <a:pt x="523875" y="3581400"/>
                </a:lnTo>
                <a:lnTo>
                  <a:pt x="552450" y="3514725"/>
                </a:lnTo>
                <a:lnTo>
                  <a:pt x="466725" y="3524250"/>
                </a:lnTo>
                <a:lnTo>
                  <a:pt x="476250" y="3448050"/>
                </a:lnTo>
                <a:lnTo>
                  <a:pt x="438150" y="3429000"/>
                </a:lnTo>
                <a:lnTo>
                  <a:pt x="428625" y="3381375"/>
                </a:lnTo>
                <a:lnTo>
                  <a:pt x="381000" y="3400425"/>
                </a:lnTo>
                <a:lnTo>
                  <a:pt x="361950" y="3343275"/>
                </a:lnTo>
                <a:lnTo>
                  <a:pt x="314325" y="3305175"/>
                </a:lnTo>
                <a:lnTo>
                  <a:pt x="285750" y="3276600"/>
                </a:lnTo>
                <a:lnTo>
                  <a:pt x="247650" y="3257550"/>
                </a:lnTo>
                <a:lnTo>
                  <a:pt x="228600" y="3219450"/>
                </a:lnTo>
                <a:lnTo>
                  <a:pt x="200025" y="3171825"/>
                </a:lnTo>
                <a:lnTo>
                  <a:pt x="142875" y="3162300"/>
                </a:lnTo>
                <a:lnTo>
                  <a:pt x="133350" y="3095625"/>
                </a:lnTo>
                <a:lnTo>
                  <a:pt x="104775" y="3038475"/>
                </a:lnTo>
                <a:lnTo>
                  <a:pt x="276225" y="3086100"/>
                </a:lnTo>
                <a:lnTo>
                  <a:pt x="142875" y="2886075"/>
                </a:lnTo>
                <a:lnTo>
                  <a:pt x="390525" y="2828925"/>
                </a:lnTo>
                <a:lnTo>
                  <a:pt x="371475" y="2867025"/>
                </a:lnTo>
                <a:lnTo>
                  <a:pt x="276225" y="2762250"/>
                </a:lnTo>
                <a:lnTo>
                  <a:pt x="257175" y="2924175"/>
                </a:lnTo>
                <a:lnTo>
                  <a:pt x="161925" y="2800350"/>
                </a:lnTo>
                <a:lnTo>
                  <a:pt x="104775" y="2733675"/>
                </a:lnTo>
                <a:lnTo>
                  <a:pt x="114300" y="2676525"/>
                </a:lnTo>
                <a:lnTo>
                  <a:pt x="142875" y="2657475"/>
                </a:lnTo>
                <a:lnTo>
                  <a:pt x="152400" y="2514600"/>
                </a:lnTo>
                <a:lnTo>
                  <a:pt x="142875" y="2486025"/>
                </a:lnTo>
                <a:lnTo>
                  <a:pt x="152400" y="2486025"/>
                </a:lnTo>
                <a:lnTo>
                  <a:pt x="95250" y="2390775"/>
                </a:lnTo>
                <a:lnTo>
                  <a:pt x="190500" y="2428875"/>
                </a:lnTo>
                <a:lnTo>
                  <a:pt x="190500" y="2362200"/>
                </a:lnTo>
                <a:lnTo>
                  <a:pt x="180975" y="2343150"/>
                </a:lnTo>
                <a:lnTo>
                  <a:pt x="209550" y="2305050"/>
                </a:lnTo>
                <a:lnTo>
                  <a:pt x="152400" y="2238375"/>
                </a:lnTo>
                <a:lnTo>
                  <a:pt x="114300" y="2162175"/>
                </a:lnTo>
                <a:lnTo>
                  <a:pt x="104775" y="2143125"/>
                </a:lnTo>
                <a:lnTo>
                  <a:pt x="152400" y="2019300"/>
                </a:lnTo>
                <a:lnTo>
                  <a:pt x="142875" y="1962150"/>
                </a:lnTo>
                <a:lnTo>
                  <a:pt x="76200" y="1866900"/>
                </a:lnTo>
                <a:lnTo>
                  <a:pt x="76200" y="1857375"/>
                </a:lnTo>
                <a:lnTo>
                  <a:pt x="95250" y="1828800"/>
                </a:lnTo>
                <a:lnTo>
                  <a:pt x="66675" y="1790700"/>
                </a:lnTo>
                <a:lnTo>
                  <a:pt x="38100" y="1743075"/>
                </a:lnTo>
                <a:lnTo>
                  <a:pt x="28575" y="1704975"/>
                </a:lnTo>
                <a:lnTo>
                  <a:pt x="9525" y="1628775"/>
                </a:lnTo>
                <a:lnTo>
                  <a:pt x="0" y="1590675"/>
                </a:lnTo>
                <a:lnTo>
                  <a:pt x="19050" y="1524000"/>
                </a:lnTo>
                <a:lnTo>
                  <a:pt x="76200" y="1457325"/>
                </a:lnTo>
                <a:lnTo>
                  <a:pt x="76200" y="1390650"/>
                </a:lnTo>
                <a:lnTo>
                  <a:pt x="123825" y="1371600"/>
                </a:lnTo>
                <a:lnTo>
                  <a:pt x="161925" y="1285875"/>
                </a:lnTo>
                <a:lnTo>
                  <a:pt x="190500" y="1285875"/>
                </a:lnTo>
                <a:lnTo>
                  <a:pt x="200025" y="1228725"/>
                </a:lnTo>
                <a:lnTo>
                  <a:pt x="161925" y="1228725"/>
                </a:lnTo>
                <a:lnTo>
                  <a:pt x="161925" y="1162050"/>
                </a:lnTo>
                <a:lnTo>
                  <a:pt x="180975" y="1123950"/>
                </a:lnTo>
                <a:lnTo>
                  <a:pt x="200025" y="1085850"/>
                </a:lnTo>
                <a:lnTo>
                  <a:pt x="219075" y="1038225"/>
                </a:lnTo>
                <a:lnTo>
                  <a:pt x="180975" y="981075"/>
                </a:lnTo>
                <a:lnTo>
                  <a:pt x="238125" y="981075"/>
                </a:lnTo>
                <a:lnTo>
                  <a:pt x="247650" y="971550"/>
                </a:lnTo>
                <a:lnTo>
                  <a:pt x="295275" y="895350"/>
                </a:lnTo>
                <a:lnTo>
                  <a:pt x="323850" y="904875"/>
                </a:lnTo>
                <a:lnTo>
                  <a:pt x="314325" y="790575"/>
                </a:lnTo>
                <a:lnTo>
                  <a:pt x="257175" y="771525"/>
                </a:lnTo>
                <a:lnTo>
                  <a:pt x="295275" y="752475"/>
                </a:lnTo>
                <a:lnTo>
                  <a:pt x="323850" y="742950"/>
                </a:lnTo>
                <a:lnTo>
                  <a:pt x="333375" y="685800"/>
                </a:lnTo>
                <a:lnTo>
                  <a:pt x="361950" y="685800"/>
                </a:lnTo>
                <a:lnTo>
                  <a:pt x="419100" y="590550"/>
                </a:lnTo>
                <a:lnTo>
                  <a:pt x="390525" y="581025"/>
                </a:lnTo>
                <a:lnTo>
                  <a:pt x="390525" y="552450"/>
                </a:lnTo>
                <a:lnTo>
                  <a:pt x="419100" y="495300"/>
                </a:lnTo>
                <a:lnTo>
                  <a:pt x="466725" y="447675"/>
                </a:lnTo>
                <a:lnTo>
                  <a:pt x="447675" y="457200"/>
                </a:lnTo>
                <a:lnTo>
                  <a:pt x="495300" y="371475"/>
                </a:lnTo>
                <a:lnTo>
                  <a:pt x="514350" y="371475"/>
                </a:lnTo>
                <a:lnTo>
                  <a:pt x="495300" y="295275"/>
                </a:lnTo>
                <a:lnTo>
                  <a:pt x="571500" y="257175"/>
                </a:lnTo>
                <a:lnTo>
                  <a:pt x="571500" y="285750"/>
                </a:lnTo>
                <a:lnTo>
                  <a:pt x="628650" y="257175"/>
                </a:lnTo>
                <a:lnTo>
                  <a:pt x="609600" y="228600"/>
                </a:lnTo>
                <a:lnTo>
                  <a:pt x="666750" y="209550"/>
                </a:lnTo>
                <a:lnTo>
                  <a:pt x="647700" y="190500"/>
                </a:lnTo>
                <a:lnTo>
                  <a:pt x="723900" y="219075"/>
                </a:lnTo>
                <a:lnTo>
                  <a:pt x="733425" y="171450"/>
                </a:lnTo>
                <a:lnTo>
                  <a:pt x="742950" y="152400"/>
                </a:lnTo>
                <a:lnTo>
                  <a:pt x="771525" y="209550"/>
                </a:lnTo>
                <a:lnTo>
                  <a:pt x="800100" y="200025"/>
                </a:lnTo>
                <a:lnTo>
                  <a:pt x="800100" y="180975"/>
                </a:lnTo>
                <a:lnTo>
                  <a:pt x="847725" y="180975"/>
                </a:lnTo>
                <a:lnTo>
                  <a:pt x="866775" y="161925"/>
                </a:lnTo>
                <a:lnTo>
                  <a:pt x="885825" y="142875"/>
                </a:lnTo>
                <a:lnTo>
                  <a:pt x="914400" y="123825"/>
                </a:lnTo>
                <a:lnTo>
                  <a:pt x="923925" y="114300"/>
                </a:lnTo>
                <a:lnTo>
                  <a:pt x="962025" y="142875"/>
                </a:lnTo>
                <a:lnTo>
                  <a:pt x="962025" y="104775"/>
                </a:lnTo>
                <a:lnTo>
                  <a:pt x="1000125" y="95250"/>
                </a:lnTo>
                <a:lnTo>
                  <a:pt x="1057275" y="95250"/>
                </a:lnTo>
                <a:lnTo>
                  <a:pt x="1076325" y="76200"/>
                </a:lnTo>
                <a:lnTo>
                  <a:pt x="1057275" y="95250"/>
                </a:lnTo>
                <a:lnTo>
                  <a:pt x="1114425" y="38100"/>
                </a:lnTo>
                <a:lnTo>
                  <a:pt x="1095375" y="76200"/>
                </a:lnTo>
                <a:lnTo>
                  <a:pt x="1133475" y="19050"/>
                </a:lnTo>
                <a:lnTo>
                  <a:pt x="1143000" y="38100"/>
                </a:lnTo>
                <a:lnTo>
                  <a:pt x="1162050" y="47625"/>
                </a:lnTo>
                <a:lnTo>
                  <a:pt x="1200150" y="9525"/>
                </a:lnTo>
                <a:lnTo>
                  <a:pt x="1171575" y="9525"/>
                </a:lnTo>
                <a:lnTo>
                  <a:pt x="1238250" y="0"/>
                </a:lnTo>
                <a:lnTo>
                  <a:pt x="1238250" y="9525"/>
                </a:lnTo>
                <a:lnTo>
                  <a:pt x="1247775" y="0"/>
                </a:lnTo>
                <a:lnTo>
                  <a:pt x="1219200" y="9525"/>
                </a:lnTo>
                <a:lnTo>
                  <a:pt x="1104900" y="66675"/>
                </a:lnTo>
                <a:lnTo>
                  <a:pt x="1181100" y="104775"/>
                </a:lnTo>
                <a:lnTo>
                  <a:pt x="1276350" y="114300"/>
                </a:lnTo>
                <a:lnTo>
                  <a:pt x="1323975" y="142875"/>
                </a:lnTo>
                <a:lnTo>
                  <a:pt x="1400175" y="133350"/>
                </a:lnTo>
                <a:lnTo>
                  <a:pt x="1495425" y="152400"/>
                </a:lnTo>
                <a:lnTo>
                  <a:pt x="1543050" y="104775"/>
                </a:lnTo>
                <a:lnTo>
                  <a:pt x="1504950" y="180975"/>
                </a:lnTo>
                <a:lnTo>
                  <a:pt x="1543050" y="142875"/>
                </a:lnTo>
                <a:lnTo>
                  <a:pt x="1628775" y="228600"/>
                </a:lnTo>
                <a:lnTo>
                  <a:pt x="1647825" y="276225"/>
                </a:lnTo>
                <a:lnTo>
                  <a:pt x="1714500" y="247650"/>
                </a:lnTo>
                <a:lnTo>
                  <a:pt x="1685925" y="276225"/>
                </a:lnTo>
                <a:lnTo>
                  <a:pt x="1685925" y="257175"/>
                </a:lnTo>
                <a:lnTo>
                  <a:pt x="1695450" y="285750"/>
                </a:lnTo>
                <a:lnTo>
                  <a:pt x="1819275" y="295275"/>
                </a:lnTo>
                <a:lnTo>
                  <a:pt x="1781175" y="266700"/>
                </a:lnTo>
                <a:lnTo>
                  <a:pt x="1828800" y="333375"/>
                </a:lnTo>
                <a:lnTo>
                  <a:pt x="1885950" y="419100"/>
                </a:lnTo>
                <a:lnTo>
                  <a:pt x="1866900" y="523875"/>
                </a:lnTo>
                <a:lnTo>
                  <a:pt x="1885950" y="428625"/>
                </a:lnTo>
                <a:lnTo>
                  <a:pt x="1885950" y="476250"/>
                </a:lnTo>
                <a:lnTo>
                  <a:pt x="1914525" y="447675"/>
                </a:lnTo>
                <a:lnTo>
                  <a:pt x="1933575" y="409575"/>
                </a:lnTo>
                <a:lnTo>
                  <a:pt x="1924050" y="438150"/>
                </a:lnTo>
                <a:lnTo>
                  <a:pt x="2000250" y="504825"/>
                </a:lnTo>
                <a:lnTo>
                  <a:pt x="1971675" y="476250"/>
                </a:lnTo>
                <a:lnTo>
                  <a:pt x="2019300" y="514350"/>
                </a:lnTo>
                <a:lnTo>
                  <a:pt x="2076450" y="600075"/>
                </a:lnTo>
                <a:lnTo>
                  <a:pt x="2095500" y="628650"/>
                </a:lnTo>
                <a:lnTo>
                  <a:pt x="2114550" y="647700"/>
                </a:lnTo>
                <a:lnTo>
                  <a:pt x="2171700" y="695325"/>
                </a:lnTo>
                <a:lnTo>
                  <a:pt x="2124075" y="771525"/>
                </a:lnTo>
                <a:lnTo>
                  <a:pt x="2085975" y="790575"/>
                </a:lnTo>
                <a:lnTo>
                  <a:pt x="2171700" y="771525"/>
                </a:lnTo>
                <a:lnTo>
                  <a:pt x="2085975" y="762000"/>
                </a:lnTo>
                <a:lnTo>
                  <a:pt x="2152650" y="819150"/>
                </a:lnTo>
                <a:lnTo>
                  <a:pt x="2228850" y="838200"/>
                </a:lnTo>
                <a:lnTo>
                  <a:pt x="2247900" y="923925"/>
                </a:lnTo>
                <a:lnTo>
                  <a:pt x="2209800" y="962025"/>
                </a:lnTo>
                <a:lnTo>
                  <a:pt x="2200275" y="923925"/>
                </a:lnTo>
                <a:lnTo>
                  <a:pt x="2152650" y="1038225"/>
                </a:lnTo>
                <a:lnTo>
                  <a:pt x="2219325" y="1009650"/>
                </a:lnTo>
                <a:lnTo>
                  <a:pt x="2200275" y="1038225"/>
                </a:lnTo>
                <a:lnTo>
                  <a:pt x="2238375" y="1171575"/>
                </a:lnTo>
                <a:lnTo>
                  <a:pt x="2276475" y="1219200"/>
                </a:lnTo>
                <a:lnTo>
                  <a:pt x="2305050" y="1228725"/>
                </a:lnTo>
                <a:lnTo>
                  <a:pt x="2362200" y="1285875"/>
                </a:lnTo>
                <a:lnTo>
                  <a:pt x="2314575" y="1314450"/>
                </a:lnTo>
                <a:lnTo>
                  <a:pt x="2362200" y="1314450"/>
                </a:lnTo>
                <a:lnTo>
                  <a:pt x="2371725" y="1447800"/>
                </a:lnTo>
                <a:lnTo>
                  <a:pt x="2371725" y="1457325"/>
                </a:lnTo>
                <a:lnTo>
                  <a:pt x="2400300" y="1438275"/>
                </a:lnTo>
                <a:lnTo>
                  <a:pt x="2457450" y="1562100"/>
                </a:lnTo>
                <a:lnTo>
                  <a:pt x="2447925" y="1590675"/>
                </a:lnTo>
                <a:lnTo>
                  <a:pt x="2514600" y="1600200"/>
                </a:lnTo>
                <a:lnTo>
                  <a:pt x="2476500" y="1647825"/>
                </a:lnTo>
                <a:lnTo>
                  <a:pt x="2495550" y="1638300"/>
                </a:lnTo>
                <a:lnTo>
                  <a:pt x="2466975" y="1647825"/>
                </a:lnTo>
                <a:lnTo>
                  <a:pt x="2486025" y="1676400"/>
                </a:lnTo>
                <a:lnTo>
                  <a:pt x="2514600" y="1733550"/>
                </a:lnTo>
                <a:lnTo>
                  <a:pt x="2505075" y="1733550"/>
                </a:lnTo>
                <a:lnTo>
                  <a:pt x="2514600" y="1800225"/>
                </a:lnTo>
                <a:lnTo>
                  <a:pt x="2505075" y="1562100"/>
                </a:lnTo>
                <a:lnTo>
                  <a:pt x="2362200" y="1743075"/>
                </a:lnTo>
                <a:lnTo>
                  <a:pt x="2419350" y="1819275"/>
                </a:lnTo>
                <a:lnTo>
                  <a:pt x="2457450" y="1838325"/>
                </a:lnTo>
                <a:lnTo>
                  <a:pt x="2419350" y="1933575"/>
                </a:lnTo>
                <a:lnTo>
                  <a:pt x="2428875" y="2085975"/>
                </a:lnTo>
                <a:lnTo>
                  <a:pt x="2400300" y="2133600"/>
                </a:lnTo>
                <a:lnTo>
                  <a:pt x="2381250" y="2257425"/>
                </a:lnTo>
                <a:lnTo>
                  <a:pt x="2352675" y="2276475"/>
                </a:lnTo>
                <a:lnTo>
                  <a:pt x="2352675" y="2286000"/>
                </a:lnTo>
                <a:lnTo>
                  <a:pt x="2295525" y="2362200"/>
                </a:lnTo>
                <a:lnTo>
                  <a:pt x="2305050" y="2476500"/>
                </a:lnTo>
                <a:lnTo>
                  <a:pt x="2295525" y="2524125"/>
                </a:lnTo>
                <a:lnTo>
                  <a:pt x="2305050" y="2581275"/>
                </a:lnTo>
                <a:lnTo>
                  <a:pt x="2266950" y="2628900"/>
                </a:lnTo>
                <a:lnTo>
                  <a:pt x="2228850" y="2724150"/>
                </a:lnTo>
                <a:lnTo>
                  <a:pt x="2286000" y="2724150"/>
                </a:lnTo>
                <a:lnTo>
                  <a:pt x="2257425" y="2714625"/>
                </a:lnTo>
                <a:lnTo>
                  <a:pt x="2257425" y="2800350"/>
                </a:lnTo>
                <a:lnTo>
                  <a:pt x="2209800" y="2924175"/>
                </a:lnTo>
                <a:lnTo>
                  <a:pt x="2219325" y="2952750"/>
                </a:lnTo>
                <a:lnTo>
                  <a:pt x="2247900" y="3019425"/>
                </a:lnTo>
                <a:lnTo>
                  <a:pt x="2247900" y="3086100"/>
                </a:lnTo>
                <a:lnTo>
                  <a:pt x="2276475" y="3152775"/>
                </a:lnTo>
                <a:lnTo>
                  <a:pt x="2238375" y="3257550"/>
                </a:lnTo>
                <a:lnTo>
                  <a:pt x="2181225" y="3295650"/>
                </a:lnTo>
                <a:lnTo>
                  <a:pt x="2200275" y="3295650"/>
                </a:lnTo>
                <a:lnTo>
                  <a:pt x="2209800" y="3371850"/>
                </a:lnTo>
                <a:lnTo>
                  <a:pt x="2162175" y="3495675"/>
                </a:lnTo>
                <a:lnTo>
                  <a:pt x="2171700" y="3533775"/>
                </a:lnTo>
                <a:lnTo>
                  <a:pt x="2143125" y="3590925"/>
                </a:lnTo>
                <a:lnTo>
                  <a:pt x="2133600" y="3638550"/>
                </a:lnTo>
                <a:lnTo>
                  <a:pt x="2124075" y="3676650"/>
                </a:lnTo>
                <a:lnTo>
                  <a:pt x="2085975" y="3676650"/>
                </a:lnTo>
                <a:lnTo>
                  <a:pt x="2028825" y="3676650"/>
                </a:lnTo>
                <a:lnTo>
                  <a:pt x="2000250" y="3695700"/>
                </a:lnTo>
                <a:lnTo>
                  <a:pt x="1962150" y="3676650"/>
                </a:lnTo>
                <a:lnTo>
                  <a:pt x="1952625" y="3705225"/>
                </a:lnTo>
                <a:lnTo>
                  <a:pt x="1895475" y="3752850"/>
                </a:lnTo>
                <a:lnTo>
                  <a:pt x="1885950" y="3724275"/>
                </a:lnTo>
                <a:lnTo>
                  <a:pt x="1838325" y="3771900"/>
                </a:lnTo>
                <a:lnTo>
                  <a:pt x="1847850" y="3790950"/>
                </a:lnTo>
                <a:lnTo>
                  <a:pt x="1819275" y="3752850"/>
                </a:lnTo>
                <a:lnTo>
                  <a:pt x="1762125" y="3800475"/>
                </a:lnTo>
                <a:lnTo>
                  <a:pt x="1704975" y="3790950"/>
                </a:lnTo>
                <a:lnTo>
                  <a:pt x="1685925" y="3819525"/>
                </a:lnTo>
                <a:lnTo>
                  <a:pt x="1647825" y="3819525"/>
                </a:lnTo>
                <a:lnTo>
                  <a:pt x="1638300" y="3867150"/>
                </a:lnTo>
                <a:lnTo>
                  <a:pt x="1590675" y="3895725"/>
                </a:lnTo>
                <a:lnTo>
                  <a:pt x="1562100" y="3924300"/>
                </a:lnTo>
                <a:lnTo>
                  <a:pt x="1571625" y="3914775"/>
                </a:lnTo>
                <a:lnTo>
                  <a:pt x="1514475" y="3943350"/>
                </a:lnTo>
                <a:lnTo>
                  <a:pt x="1476375" y="3943350"/>
                </a:lnTo>
                <a:lnTo>
                  <a:pt x="1409700" y="3990975"/>
                </a:lnTo>
                <a:lnTo>
                  <a:pt x="1409700" y="3971925"/>
                </a:lnTo>
                <a:lnTo>
                  <a:pt x="1371600" y="3971925"/>
                </a:lnTo>
                <a:lnTo>
                  <a:pt x="1323975" y="3990975"/>
                </a:lnTo>
                <a:lnTo>
                  <a:pt x="1333500" y="4048125"/>
                </a:lnTo>
                <a:lnTo>
                  <a:pt x="1295400" y="4029075"/>
                </a:lnTo>
                <a:lnTo>
                  <a:pt x="1266825" y="4076700"/>
                </a:lnTo>
                <a:lnTo>
                  <a:pt x="1209675" y="4067175"/>
                </a:lnTo>
                <a:lnTo>
                  <a:pt x="1162050" y="4105275"/>
                </a:lnTo>
                <a:lnTo>
                  <a:pt x="1133475" y="4095750"/>
                </a:lnTo>
                <a:close/>
              </a:path>
            </a:pathLst>
          </a:custGeom>
          <a:solidFill>
            <a:srgbClr val="F7B733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4775" y="-1485900"/>
            <a:ext cx="2905125" cy="4905375"/>
          </a:xfrm>
          <a:custGeom>
            <a:avLst/>
            <a:gdLst/>
            <a:ahLst/>
            <a:cxnLst/>
            <a:rect l="l" t="t" r="r" b="b"/>
            <a:pathLst>
              <a:path w="2905125" h="4905375">
                <a:moveTo>
                  <a:pt x="1238250" y="4905375"/>
                </a:moveTo>
                <a:lnTo>
                  <a:pt x="1152525" y="4886325"/>
                </a:lnTo>
                <a:lnTo>
                  <a:pt x="1152525" y="4857750"/>
                </a:lnTo>
                <a:lnTo>
                  <a:pt x="1162050" y="4829175"/>
                </a:lnTo>
                <a:lnTo>
                  <a:pt x="1114425" y="4762500"/>
                </a:lnTo>
                <a:lnTo>
                  <a:pt x="1019175" y="4733925"/>
                </a:lnTo>
                <a:lnTo>
                  <a:pt x="1019175" y="4705350"/>
                </a:lnTo>
                <a:lnTo>
                  <a:pt x="990600" y="4676775"/>
                </a:lnTo>
                <a:lnTo>
                  <a:pt x="962025" y="4610100"/>
                </a:lnTo>
                <a:lnTo>
                  <a:pt x="885825" y="4572000"/>
                </a:lnTo>
                <a:lnTo>
                  <a:pt x="876300" y="4552950"/>
                </a:lnTo>
                <a:lnTo>
                  <a:pt x="819150" y="4533900"/>
                </a:lnTo>
                <a:lnTo>
                  <a:pt x="800100" y="4467225"/>
                </a:lnTo>
                <a:lnTo>
                  <a:pt x="733425" y="4429125"/>
                </a:lnTo>
                <a:lnTo>
                  <a:pt x="742950" y="4419600"/>
                </a:lnTo>
                <a:lnTo>
                  <a:pt x="676275" y="4362450"/>
                </a:lnTo>
                <a:lnTo>
                  <a:pt x="619125" y="4324350"/>
                </a:lnTo>
                <a:lnTo>
                  <a:pt x="600075" y="4286250"/>
                </a:lnTo>
                <a:lnTo>
                  <a:pt x="571500" y="4248150"/>
                </a:lnTo>
                <a:lnTo>
                  <a:pt x="542925" y="4181475"/>
                </a:lnTo>
                <a:lnTo>
                  <a:pt x="495300" y="4181475"/>
                </a:lnTo>
                <a:lnTo>
                  <a:pt x="476250" y="4105275"/>
                </a:lnTo>
                <a:lnTo>
                  <a:pt x="438150" y="4086225"/>
                </a:lnTo>
                <a:lnTo>
                  <a:pt x="400050" y="4000500"/>
                </a:lnTo>
                <a:lnTo>
                  <a:pt x="342900" y="3990975"/>
                </a:lnTo>
                <a:lnTo>
                  <a:pt x="314325" y="3971925"/>
                </a:lnTo>
                <a:lnTo>
                  <a:pt x="295275" y="3924300"/>
                </a:lnTo>
                <a:lnTo>
                  <a:pt x="228600" y="3876675"/>
                </a:lnTo>
                <a:lnTo>
                  <a:pt x="209550" y="3848100"/>
                </a:lnTo>
                <a:lnTo>
                  <a:pt x="152400" y="3819525"/>
                </a:lnTo>
                <a:lnTo>
                  <a:pt x="114300" y="3762375"/>
                </a:lnTo>
                <a:lnTo>
                  <a:pt x="114300" y="3724275"/>
                </a:lnTo>
                <a:lnTo>
                  <a:pt x="76200" y="3676650"/>
                </a:lnTo>
                <a:lnTo>
                  <a:pt x="209550" y="3524250"/>
                </a:lnTo>
                <a:lnTo>
                  <a:pt x="323850" y="3295650"/>
                </a:lnTo>
                <a:lnTo>
                  <a:pt x="295275" y="3514725"/>
                </a:lnTo>
                <a:lnTo>
                  <a:pt x="342900" y="3438525"/>
                </a:lnTo>
                <a:lnTo>
                  <a:pt x="257175" y="3390900"/>
                </a:lnTo>
                <a:lnTo>
                  <a:pt x="209550" y="3390900"/>
                </a:lnTo>
                <a:lnTo>
                  <a:pt x="209550" y="3324225"/>
                </a:lnTo>
                <a:lnTo>
                  <a:pt x="76200" y="3257550"/>
                </a:lnTo>
                <a:lnTo>
                  <a:pt x="0" y="3257550"/>
                </a:lnTo>
                <a:lnTo>
                  <a:pt x="133350" y="3133725"/>
                </a:lnTo>
                <a:lnTo>
                  <a:pt x="85725" y="3038475"/>
                </a:lnTo>
                <a:lnTo>
                  <a:pt x="85725" y="2962275"/>
                </a:lnTo>
                <a:lnTo>
                  <a:pt x="190500" y="3019425"/>
                </a:lnTo>
                <a:lnTo>
                  <a:pt x="152400" y="2895600"/>
                </a:lnTo>
                <a:lnTo>
                  <a:pt x="171450" y="2895600"/>
                </a:lnTo>
                <a:lnTo>
                  <a:pt x="190500" y="2847975"/>
                </a:lnTo>
                <a:lnTo>
                  <a:pt x="200025" y="2790825"/>
                </a:lnTo>
                <a:lnTo>
                  <a:pt x="76200" y="2752725"/>
                </a:lnTo>
                <a:lnTo>
                  <a:pt x="85725" y="2724150"/>
                </a:lnTo>
                <a:lnTo>
                  <a:pt x="57150" y="2667000"/>
                </a:lnTo>
                <a:lnTo>
                  <a:pt x="66675" y="2600325"/>
                </a:lnTo>
                <a:lnTo>
                  <a:pt x="95250" y="2514600"/>
                </a:lnTo>
                <a:lnTo>
                  <a:pt x="9525" y="2400300"/>
                </a:lnTo>
                <a:lnTo>
                  <a:pt x="28575" y="2314575"/>
                </a:lnTo>
                <a:lnTo>
                  <a:pt x="19050" y="2266950"/>
                </a:lnTo>
                <a:lnTo>
                  <a:pt x="57150" y="2228850"/>
                </a:lnTo>
                <a:lnTo>
                  <a:pt x="9525" y="2152650"/>
                </a:lnTo>
                <a:lnTo>
                  <a:pt x="47625" y="2133600"/>
                </a:lnTo>
                <a:lnTo>
                  <a:pt x="57150" y="2076450"/>
                </a:lnTo>
                <a:lnTo>
                  <a:pt x="19050" y="2047875"/>
                </a:lnTo>
                <a:lnTo>
                  <a:pt x="28575" y="1962150"/>
                </a:lnTo>
                <a:lnTo>
                  <a:pt x="9525" y="1914525"/>
                </a:lnTo>
                <a:lnTo>
                  <a:pt x="142875" y="1924050"/>
                </a:lnTo>
                <a:lnTo>
                  <a:pt x="95250" y="1762125"/>
                </a:lnTo>
                <a:lnTo>
                  <a:pt x="76200" y="1704975"/>
                </a:lnTo>
                <a:lnTo>
                  <a:pt x="95250" y="1590675"/>
                </a:lnTo>
                <a:lnTo>
                  <a:pt x="142875" y="1581150"/>
                </a:lnTo>
                <a:lnTo>
                  <a:pt x="142875" y="1590675"/>
                </a:lnTo>
                <a:lnTo>
                  <a:pt x="142875" y="1485900"/>
                </a:lnTo>
                <a:lnTo>
                  <a:pt x="190500" y="1447800"/>
                </a:lnTo>
                <a:lnTo>
                  <a:pt x="171450" y="1400175"/>
                </a:lnTo>
                <a:lnTo>
                  <a:pt x="161925" y="1390650"/>
                </a:lnTo>
                <a:lnTo>
                  <a:pt x="152400" y="1343025"/>
                </a:lnTo>
                <a:lnTo>
                  <a:pt x="180975" y="1295400"/>
                </a:lnTo>
                <a:lnTo>
                  <a:pt x="238125" y="1295400"/>
                </a:lnTo>
                <a:lnTo>
                  <a:pt x="257175" y="1228725"/>
                </a:lnTo>
                <a:lnTo>
                  <a:pt x="314325" y="1238250"/>
                </a:lnTo>
                <a:lnTo>
                  <a:pt x="314325" y="1162050"/>
                </a:lnTo>
                <a:lnTo>
                  <a:pt x="352425" y="1200150"/>
                </a:lnTo>
                <a:lnTo>
                  <a:pt x="323850" y="1114425"/>
                </a:lnTo>
                <a:lnTo>
                  <a:pt x="342900" y="1066800"/>
                </a:lnTo>
                <a:lnTo>
                  <a:pt x="342900" y="1000125"/>
                </a:lnTo>
                <a:lnTo>
                  <a:pt x="371475" y="895350"/>
                </a:lnTo>
                <a:lnTo>
                  <a:pt x="409575" y="866775"/>
                </a:lnTo>
                <a:lnTo>
                  <a:pt x="419100" y="809625"/>
                </a:lnTo>
                <a:lnTo>
                  <a:pt x="438150" y="781050"/>
                </a:lnTo>
                <a:lnTo>
                  <a:pt x="457200" y="714375"/>
                </a:lnTo>
                <a:lnTo>
                  <a:pt x="514350" y="676275"/>
                </a:lnTo>
                <a:lnTo>
                  <a:pt x="533400" y="638175"/>
                </a:lnTo>
                <a:lnTo>
                  <a:pt x="476250" y="609600"/>
                </a:lnTo>
                <a:lnTo>
                  <a:pt x="485775" y="542925"/>
                </a:lnTo>
                <a:lnTo>
                  <a:pt x="533400" y="514350"/>
                </a:lnTo>
                <a:lnTo>
                  <a:pt x="581025" y="466725"/>
                </a:lnTo>
                <a:lnTo>
                  <a:pt x="581025" y="419100"/>
                </a:lnTo>
                <a:lnTo>
                  <a:pt x="619125" y="447675"/>
                </a:lnTo>
                <a:lnTo>
                  <a:pt x="685800" y="390525"/>
                </a:lnTo>
                <a:lnTo>
                  <a:pt x="657225" y="371475"/>
                </a:lnTo>
                <a:lnTo>
                  <a:pt x="723900" y="371475"/>
                </a:lnTo>
                <a:lnTo>
                  <a:pt x="742950" y="381000"/>
                </a:lnTo>
                <a:lnTo>
                  <a:pt x="781050" y="333375"/>
                </a:lnTo>
                <a:lnTo>
                  <a:pt x="809625" y="314325"/>
                </a:lnTo>
                <a:lnTo>
                  <a:pt x="847725" y="304800"/>
                </a:lnTo>
                <a:lnTo>
                  <a:pt x="857250" y="295275"/>
                </a:lnTo>
                <a:lnTo>
                  <a:pt x="904875" y="333375"/>
                </a:lnTo>
                <a:lnTo>
                  <a:pt x="933450" y="304800"/>
                </a:lnTo>
                <a:lnTo>
                  <a:pt x="942975" y="314325"/>
                </a:lnTo>
                <a:lnTo>
                  <a:pt x="933450" y="285750"/>
                </a:lnTo>
                <a:lnTo>
                  <a:pt x="971550" y="304800"/>
                </a:lnTo>
                <a:lnTo>
                  <a:pt x="1000125" y="285750"/>
                </a:lnTo>
                <a:lnTo>
                  <a:pt x="1047750" y="257175"/>
                </a:lnTo>
                <a:lnTo>
                  <a:pt x="1066800" y="276225"/>
                </a:lnTo>
                <a:lnTo>
                  <a:pt x="1095375" y="209550"/>
                </a:lnTo>
                <a:lnTo>
                  <a:pt x="1133475" y="219075"/>
                </a:lnTo>
                <a:lnTo>
                  <a:pt x="1181100" y="219075"/>
                </a:lnTo>
                <a:lnTo>
                  <a:pt x="1181100" y="219075"/>
                </a:lnTo>
                <a:lnTo>
                  <a:pt x="1181100" y="190500"/>
                </a:lnTo>
                <a:lnTo>
                  <a:pt x="1228725" y="190500"/>
                </a:lnTo>
                <a:lnTo>
                  <a:pt x="1257300" y="161925"/>
                </a:lnTo>
                <a:lnTo>
                  <a:pt x="1247775" y="180975"/>
                </a:lnTo>
                <a:lnTo>
                  <a:pt x="1295400" y="142875"/>
                </a:lnTo>
                <a:lnTo>
                  <a:pt x="1295400" y="152400"/>
                </a:lnTo>
                <a:lnTo>
                  <a:pt x="1333500" y="142875"/>
                </a:lnTo>
                <a:lnTo>
                  <a:pt x="1352550" y="114300"/>
                </a:lnTo>
                <a:lnTo>
                  <a:pt x="1343025" y="95250"/>
                </a:lnTo>
                <a:lnTo>
                  <a:pt x="1390650" y="133350"/>
                </a:lnTo>
                <a:lnTo>
                  <a:pt x="1409700" y="104775"/>
                </a:lnTo>
                <a:lnTo>
                  <a:pt x="1409700" y="0"/>
                </a:lnTo>
                <a:lnTo>
                  <a:pt x="1466850" y="276225"/>
                </a:lnTo>
                <a:lnTo>
                  <a:pt x="1419225" y="209550"/>
                </a:lnTo>
                <a:lnTo>
                  <a:pt x="1447800" y="247650"/>
                </a:lnTo>
                <a:lnTo>
                  <a:pt x="1600200" y="323850"/>
                </a:lnTo>
                <a:lnTo>
                  <a:pt x="1581150" y="381000"/>
                </a:lnTo>
                <a:lnTo>
                  <a:pt x="1619250" y="304800"/>
                </a:lnTo>
                <a:lnTo>
                  <a:pt x="1743075" y="276225"/>
                </a:lnTo>
                <a:lnTo>
                  <a:pt x="1704975" y="257175"/>
                </a:lnTo>
                <a:lnTo>
                  <a:pt x="1847850" y="333375"/>
                </a:lnTo>
                <a:lnTo>
                  <a:pt x="1847850" y="361950"/>
                </a:lnTo>
                <a:lnTo>
                  <a:pt x="1924050" y="381000"/>
                </a:lnTo>
                <a:lnTo>
                  <a:pt x="1990725" y="419100"/>
                </a:lnTo>
                <a:lnTo>
                  <a:pt x="1990725" y="381000"/>
                </a:lnTo>
                <a:lnTo>
                  <a:pt x="1990725" y="438150"/>
                </a:lnTo>
                <a:lnTo>
                  <a:pt x="1943100" y="485775"/>
                </a:lnTo>
                <a:lnTo>
                  <a:pt x="2076450" y="561975"/>
                </a:lnTo>
                <a:lnTo>
                  <a:pt x="2076450" y="581025"/>
                </a:lnTo>
                <a:lnTo>
                  <a:pt x="2114550" y="590550"/>
                </a:lnTo>
                <a:lnTo>
                  <a:pt x="2162175" y="647700"/>
                </a:lnTo>
                <a:lnTo>
                  <a:pt x="2219325" y="628650"/>
                </a:lnTo>
                <a:lnTo>
                  <a:pt x="2238375" y="657225"/>
                </a:lnTo>
                <a:lnTo>
                  <a:pt x="2228850" y="638175"/>
                </a:lnTo>
                <a:lnTo>
                  <a:pt x="2181225" y="628650"/>
                </a:lnTo>
                <a:lnTo>
                  <a:pt x="2200275" y="619125"/>
                </a:lnTo>
                <a:lnTo>
                  <a:pt x="2228850" y="666750"/>
                </a:lnTo>
                <a:lnTo>
                  <a:pt x="2257425" y="666750"/>
                </a:lnTo>
                <a:lnTo>
                  <a:pt x="2266950" y="695325"/>
                </a:lnTo>
                <a:lnTo>
                  <a:pt x="2314575" y="742950"/>
                </a:lnTo>
                <a:lnTo>
                  <a:pt x="2324100" y="762000"/>
                </a:lnTo>
                <a:lnTo>
                  <a:pt x="2409825" y="819150"/>
                </a:lnTo>
                <a:lnTo>
                  <a:pt x="2447925" y="876300"/>
                </a:lnTo>
                <a:lnTo>
                  <a:pt x="2428875" y="1019175"/>
                </a:lnTo>
                <a:lnTo>
                  <a:pt x="2466975" y="1076325"/>
                </a:lnTo>
                <a:lnTo>
                  <a:pt x="2505075" y="1038225"/>
                </a:lnTo>
                <a:lnTo>
                  <a:pt x="2457450" y="1019175"/>
                </a:lnTo>
                <a:lnTo>
                  <a:pt x="2533650" y="1009650"/>
                </a:lnTo>
                <a:lnTo>
                  <a:pt x="2590800" y="1066800"/>
                </a:lnTo>
                <a:lnTo>
                  <a:pt x="2647950" y="1123950"/>
                </a:lnTo>
                <a:lnTo>
                  <a:pt x="2571750" y="1162050"/>
                </a:lnTo>
                <a:lnTo>
                  <a:pt x="2667000" y="1238250"/>
                </a:lnTo>
                <a:lnTo>
                  <a:pt x="2543175" y="1295400"/>
                </a:lnTo>
                <a:lnTo>
                  <a:pt x="2543175" y="1295400"/>
                </a:lnTo>
                <a:lnTo>
                  <a:pt x="2552700" y="1295400"/>
                </a:lnTo>
                <a:lnTo>
                  <a:pt x="2552700" y="1352550"/>
                </a:lnTo>
                <a:lnTo>
                  <a:pt x="2533650" y="1400175"/>
                </a:lnTo>
                <a:lnTo>
                  <a:pt x="2628900" y="1476375"/>
                </a:lnTo>
                <a:lnTo>
                  <a:pt x="2619375" y="1581150"/>
                </a:lnTo>
                <a:lnTo>
                  <a:pt x="2752725" y="1600200"/>
                </a:lnTo>
                <a:lnTo>
                  <a:pt x="2752725" y="1752600"/>
                </a:lnTo>
                <a:lnTo>
                  <a:pt x="2743200" y="1733550"/>
                </a:lnTo>
                <a:lnTo>
                  <a:pt x="2714625" y="1743075"/>
                </a:lnTo>
                <a:lnTo>
                  <a:pt x="2752725" y="1838325"/>
                </a:lnTo>
                <a:lnTo>
                  <a:pt x="2733675" y="1876425"/>
                </a:lnTo>
                <a:lnTo>
                  <a:pt x="2800350" y="1914525"/>
                </a:lnTo>
                <a:lnTo>
                  <a:pt x="2762250" y="1971675"/>
                </a:lnTo>
                <a:lnTo>
                  <a:pt x="2771775" y="1962150"/>
                </a:lnTo>
                <a:lnTo>
                  <a:pt x="2809875" y="2009775"/>
                </a:lnTo>
                <a:lnTo>
                  <a:pt x="2790825" y="2000250"/>
                </a:lnTo>
                <a:lnTo>
                  <a:pt x="2800350" y="2028825"/>
                </a:lnTo>
                <a:lnTo>
                  <a:pt x="2828925" y="2105025"/>
                </a:lnTo>
                <a:lnTo>
                  <a:pt x="2857500" y="2105025"/>
                </a:lnTo>
                <a:lnTo>
                  <a:pt x="2857500" y="2143125"/>
                </a:lnTo>
                <a:lnTo>
                  <a:pt x="2905125" y="2190750"/>
                </a:lnTo>
                <a:lnTo>
                  <a:pt x="2686050" y="2095500"/>
                </a:lnTo>
                <a:lnTo>
                  <a:pt x="2895600" y="2247900"/>
                </a:lnTo>
                <a:lnTo>
                  <a:pt x="2876550" y="2247900"/>
                </a:lnTo>
                <a:lnTo>
                  <a:pt x="2781300" y="2238375"/>
                </a:lnTo>
                <a:lnTo>
                  <a:pt x="2647950" y="2457450"/>
                </a:lnTo>
                <a:lnTo>
                  <a:pt x="2705100" y="2524125"/>
                </a:lnTo>
                <a:lnTo>
                  <a:pt x="2695575" y="2647950"/>
                </a:lnTo>
                <a:lnTo>
                  <a:pt x="2724150" y="2686050"/>
                </a:lnTo>
                <a:lnTo>
                  <a:pt x="2657475" y="2886075"/>
                </a:lnTo>
                <a:lnTo>
                  <a:pt x="2562225" y="2857500"/>
                </a:lnTo>
                <a:lnTo>
                  <a:pt x="2581275" y="2886075"/>
                </a:lnTo>
                <a:lnTo>
                  <a:pt x="2638425" y="2962275"/>
                </a:lnTo>
                <a:lnTo>
                  <a:pt x="2590800" y="3105150"/>
                </a:lnTo>
                <a:lnTo>
                  <a:pt x="2571750" y="3114675"/>
                </a:lnTo>
                <a:lnTo>
                  <a:pt x="2552700" y="3190875"/>
                </a:lnTo>
                <a:lnTo>
                  <a:pt x="2543175" y="3238500"/>
                </a:lnTo>
                <a:lnTo>
                  <a:pt x="2457450" y="3429000"/>
                </a:lnTo>
                <a:lnTo>
                  <a:pt x="2486025" y="3429000"/>
                </a:lnTo>
                <a:lnTo>
                  <a:pt x="2524125" y="3543300"/>
                </a:lnTo>
                <a:lnTo>
                  <a:pt x="2533650" y="3467100"/>
                </a:lnTo>
                <a:lnTo>
                  <a:pt x="2581275" y="3562350"/>
                </a:lnTo>
                <a:lnTo>
                  <a:pt x="2552700" y="3590925"/>
                </a:lnTo>
                <a:lnTo>
                  <a:pt x="2571750" y="3705225"/>
                </a:lnTo>
                <a:lnTo>
                  <a:pt x="2590800" y="3724275"/>
                </a:lnTo>
                <a:lnTo>
                  <a:pt x="2533650" y="3762375"/>
                </a:lnTo>
                <a:lnTo>
                  <a:pt x="2552700" y="3848100"/>
                </a:lnTo>
                <a:lnTo>
                  <a:pt x="2571750" y="3943350"/>
                </a:lnTo>
                <a:lnTo>
                  <a:pt x="2533650" y="4057650"/>
                </a:lnTo>
                <a:lnTo>
                  <a:pt x="2505075" y="4095750"/>
                </a:lnTo>
                <a:lnTo>
                  <a:pt x="2486025" y="4133850"/>
                </a:lnTo>
                <a:lnTo>
                  <a:pt x="2438400" y="4238625"/>
                </a:lnTo>
                <a:lnTo>
                  <a:pt x="2457450" y="4314825"/>
                </a:lnTo>
                <a:lnTo>
                  <a:pt x="2362200" y="4343400"/>
                </a:lnTo>
                <a:lnTo>
                  <a:pt x="2400300" y="4362450"/>
                </a:lnTo>
                <a:lnTo>
                  <a:pt x="2324100" y="4362450"/>
                </a:lnTo>
                <a:lnTo>
                  <a:pt x="2266950" y="4371975"/>
                </a:lnTo>
                <a:lnTo>
                  <a:pt x="2247900" y="4381500"/>
                </a:lnTo>
                <a:lnTo>
                  <a:pt x="2228850" y="4419600"/>
                </a:lnTo>
                <a:lnTo>
                  <a:pt x="2162175" y="4438650"/>
                </a:lnTo>
                <a:lnTo>
                  <a:pt x="2152650" y="4486275"/>
                </a:lnTo>
                <a:lnTo>
                  <a:pt x="2095500" y="4457700"/>
                </a:lnTo>
                <a:lnTo>
                  <a:pt x="2076450" y="4514850"/>
                </a:lnTo>
                <a:lnTo>
                  <a:pt x="2019300" y="4524375"/>
                </a:lnTo>
                <a:lnTo>
                  <a:pt x="1990725" y="4533900"/>
                </a:lnTo>
                <a:lnTo>
                  <a:pt x="1943100" y="4533900"/>
                </a:lnTo>
                <a:lnTo>
                  <a:pt x="1914525" y="4552950"/>
                </a:lnTo>
                <a:lnTo>
                  <a:pt x="1905000" y="4610100"/>
                </a:lnTo>
                <a:lnTo>
                  <a:pt x="1876425" y="4610100"/>
                </a:lnTo>
                <a:lnTo>
                  <a:pt x="1838325" y="4629150"/>
                </a:lnTo>
                <a:lnTo>
                  <a:pt x="1809750" y="4638675"/>
                </a:lnTo>
                <a:lnTo>
                  <a:pt x="1771650" y="4657725"/>
                </a:lnTo>
                <a:lnTo>
                  <a:pt x="1724025" y="4714875"/>
                </a:lnTo>
                <a:lnTo>
                  <a:pt x="1685925" y="4724400"/>
                </a:lnTo>
                <a:lnTo>
                  <a:pt x="1600200" y="4695825"/>
                </a:lnTo>
                <a:lnTo>
                  <a:pt x="1609725" y="4752975"/>
                </a:lnTo>
                <a:lnTo>
                  <a:pt x="1524000" y="4752975"/>
                </a:lnTo>
                <a:lnTo>
                  <a:pt x="1514475" y="4781550"/>
                </a:lnTo>
                <a:lnTo>
                  <a:pt x="1457325" y="4762500"/>
                </a:lnTo>
                <a:lnTo>
                  <a:pt x="1409700" y="4829175"/>
                </a:lnTo>
                <a:lnTo>
                  <a:pt x="1390650" y="4848225"/>
                </a:lnTo>
                <a:lnTo>
                  <a:pt x="1381125" y="4857750"/>
                </a:lnTo>
                <a:lnTo>
                  <a:pt x="1314450" y="4857750"/>
                </a:lnTo>
                <a:lnTo>
                  <a:pt x="1295400" y="49053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0" y="-1400175"/>
            <a:ext cx="3038475" cy="4829175"/>
          </a:xfrm>
          <a:custGeom>
            <a:avLst/>
            <a:gdLst/>
            <a:ahLst/>
            <a:cxnLst/>
            <a:rect l="l" t="t" r="r" b="b"/>
            <a:pathLst>
              <a:path w="3038475" h="4829175">
                <a:moveTo>
                  <a:pt x="1219200" y="4810125"/>
                </a:moveTo>
                <a:lnTo>
                  <a:pt x="1162050" y="4752975"/>
                </a:lnTo>
                <a:lnTo>
                  <a:pt x="1209675" y="4791075"/>
                </a:lnTo>
                <a:lnTo>
                  <a:pt x="1152525" y="4762500"/>
                </a:lnTo>
                <a:lnTo>
                  <a:pt x="1095375" y="4667250"/>
                </a:lnTo>
                <a:lnTo>
                  <a:pt x="1076325" y="4657725"/>
                </a:lnTo>
                <a:lnTo>
                  <a:pt x="1009650" y="4619625"/>
                </a:lnTo>
                <a:lnTo>
                  <a:pt x="1019175" y="4572000"/>
                </a:lnTo>
                <a:lnTo>
                  <a:pt x="952500" y="4533900"/>
                </a:lnTo>
                <a:lnTo>
                  <a:pt x="904875" y="4533900"/>
                </a:lnTo>
                <a:lnTo>
                  <a:pt x="885825" y="4495800"/>
                </a:lnTo>
                <a:lnTo>
                  <a:pt x="866775" y="4429125"/>
                </a:lnTo>
                <a:lnTo>
                  <a:pt x="800100" y="4371975"/>
                </a:lnTo>
                <a:lnTo>
                  <a:pt x="790575" y="4324350"/>
                </a:lnTo>
                <a:lnTo>
                  <a:pt x="723900" y="4305300"/>
                </a:lnTo>
                <a:lnTo>
                  <a:pt x="685800" y="4238625"/>
                </a:lnTo>
                <a:lnTo>
                  <a:pt x="647700" y="4200525"/>
                </a:lnTo>
                <a:lnTo>
                  <a:pt x="628650" y="4181475"/>
                </a:lnTo>
                <a:lnTo>
                  <a:pt x="600075" y="4124325"/>
                </a:lnTo>
                <a:lnTo>
                  <a:pt x="561975" y="4124325"/>
                </a:lnTo>
                <a:lnTo>
                  <a:pt x="542925" y="4048125"/>
                </a:lnTo>
                <a:lnTo>
                  <a:pt x="485775" y="4048125"/>
                </a:lnTo>
                <a:lnTo>
                  <a:pt x="409575" y="3962400"/>
                </a:lnTo>
                <a:lnTo>
                  <a:pt x="428625" y="3924300"/>
                </a:lnTo>
                <a:lnTo>
                  <a:pt x="381000" y="3924300"/>
                </a:lnTo>
                <a:lnTo>
                  <a:pt x="295275" y="3848100"/>
                </a:lnTo>
                <a:lnTo>
                  <a:pt x="257175" y="3848100"/>
                </a:lnTo>
                <a:lnTo>
                  <a:pt x="276225" y="3810000"/>
                </a:lnTo>
                <a:lnTo>
                  <a:pt x="200025" y="3743325"/>
                </a:lnTo>
                <a:lnTo>
                  <a:pt x="190500" y="3714750"/>
                </a:lnTo>
                <a:lnTo>
                  <a:pt x="133350" y="3676650"/>
                </a:lnTo>
                <a:lnTo>
                  <a:pt x="104775" y="3609975"/>
                </a:lnTo>
                <a:lnTo>
                  <a:pt x="85725" y="3590925"/>
                </a:lnTo>
                <a:lnTo>
                  <a:pt x="180975" y="3581400"/>
                </a:lnTo>
                <a:lnTo>
                  <a:pt x="304800" y="3619500"/>
                </a:lnTo>
                <a:lnTo>
                  <a:pt x="333375" y="3381375"/>
                </a:lnTo>
                <a:lnTo>
                  <a:pt x="342900" y="3333750"/>
                </a:lnTo>
                <a:lnTo>
                  <a:pt x="200025" y="3219450"/>
                </a:lnTo>
                <a:lnTo>
                  <a:pt x="228600" y="3152775"/>
                </a:lnTo>
                <a:lnTo>
                  <a:pt x="161925" y="3143250"/>
                </a:lnTo>
                <a:lnTo>
                  <a:pt x="95250" y="3200400"/>
                </a:lnTo>
                <a:lnTo>
                  <a:pt x="228600" y="3095625"/>
                </a:lnTo>
                <a:lnTo>
                  <a:pt x="190500" y="3105150"/>
                </a:lnTo>
                <a:lnTo>
                  <a:pt x="171450" y="3076575"/>
                </a:lnTo>
                <a:lnTo>
                  <a:pt x="85725" y="2867025"/>
                </a:lnTo>
                <a:lnTo>
                  <a:pt x="85725" y="2895600"/>
                </a:lnTo>
                <a:lnTo>
                  <a:pt x="123825" y="2838450"/>
                </a:lnTo>
                <a:lnTo>
                  <a:pt x="133350" y="2819400"/>
                </a:lnTo>
                <a:lnTo>
                  <a:pt x="161925" y="2781300"/>
                </a:lnTo>
                <a:lnTo>
                  <a:pt x="95250" y="2752725"/>
                </a:lnTo>
                <a:lnTo>
                  <a:pt x="114300" y="2676525"/>
                </a:lnTo>
                <a:lnTo>
                  <a:pt x="57150" y="2657475"/>
                </a:lnTo>
                <a:lnTo>
                  <a:pt x="76200" y="2543175"/>
                </a:lnTo>
                <a:lnTo>
                  <a:pt x="104775" y="2495550"/>
                </a:lnTo>
                <a:lnTo>
                  <a:pt x="28575" y="2381250"/>
                </a:lnTo>
                <a:lnTo>
                  <a:pt x="47625" y="2286000"/>
                </a:lnTo>
                <a:lnTo>
                  <a:pt x="66675" y="2228850"/>
                </a:lnTo>
                <a:lnTo>
                  <a:pt x="0" y="2171700"/>
                </a:lnTo>
                <a:lnTo>
                  <a:pt x="38100" y="2076450"/>
                </a:lnTo>
                <a:lnTo>
                  <a:pt x="0" y="2047875"/>
                </a:lnTo>
                <a:lnTo>
                  <a:pt x="19050" y="2028825"/>
                </a:lnTo>
                <a:lnTo>
                  <a:pt x="9525" y="2000250"/>
                </a:lnTo>
                <a:lnTo>
                  <a:pt x="0" y="1905000"/>
                </a:lnTo>
                <a:lnTo>
                  <a:pt x="9525" y="1857375"/>
                </a:lnTo>
                <a:lnTo>
                  <a:pt x="19050" y="1819275"/>
                </a:lnTo>
                <a:lnTo>
                  <a:pt x="47625" y="1609725"/>
                </a:lnTo>
                <a:lnTo>
                  <a:pt x="133350" y="1628775"/>
                </a:lnTo>
                <a:lnTo>
                  <a:pt x="123825" y="1619250"/>
                </a:lnTo>
                <a:lnTo>
                  <a:pt x="95250" y="1514475"/>
                </a:lnTo>
                <a:lnTo>
                  <a:pt x="104775" y="1438275"/>
                </a:lnTo>
                <a:lnTo>
                  <a:pt x="142875" y="1438275"/>
                </a:lnTo>
                <a:lnTo>
                  <a:pt x="190500" y="1419225"/>
                </a:lnTo>
                <a:lnTo>
                  <a:pt x="180975" y="1409700"/>
                </a:lnTo>
                <a:lnTo>
                  <a:pt x="200025" y="1257300"/>
                </a:lnTo>
                <a:lnTo>
                  <a:pt x="257175" y="1304925"/>
                </a:lnTo>
                <a:lnTo>
                  <a:pt x="200025" y="1200150"/>
                </a:lnTo>
                <a:lnTo>
                  <a:pt x="171450" y="1200150"/>
                </a:lnTo>
                <a:lnTo>
                  <a:pt x="219075" y="1181100"/>
                </a:lnTo>
                <a:lnTo>
                  <a:pt x="257175" y="1133475"/>
                </a:lnTo>
                <a:lnTo>
                  <a:pt x="323850" y="1104900"/>
                </a:lnTo>
                <a:lnTo>
                  <a:pt x="352425" y="1085850"/>
                </a:lnTo>
                <a:lnTo>
                  <a:pt x="381000" y="1076325"/>
                </a:lnTo>
                <a:lnTo>
                  <a:pt x="361950" y="952500"/>
                </a:lnTo>
                <a:lnTo>
                  <a:pt x="295275" y="923925"/>
                </a:lnTo>
                <a:lnTo>
                  <a:pt x="342900" y="885825"/>
                </a:lnTo>
                <a:lnTo>
                  <a:pt x="381000" y="866775"/>
                </a:lnTo>
                <a:lnTo>
                  <a:pt x="409575" y="809625"/>
                </a:lnTo>
                <a:lnTo>
                  <a:pt x="428625" y="733425"/>
                </a:lnTo>
                <a:lnTo>
                  <a:pt x="428625" y="685800"/>
                </a:lnTo>
                <a:lnTo>
                  <a:pt x="447675" y="723900"/>
                </a:lnTo>
                <a:lnTo>
                  <a:pt x="504825" y="657225"/>
                </a:lnTo>
                <a:lnTo>
                  <a:pt x="514350" y="581025"/>
                </a:lnTo>
                <a:lnTo>
                  <a:pt x="523875" y="514350"/>
                </a:lnTo>
                <a:lnTo>
                  <a:pt x="523875" y="495300"/>
                </a:lnTo>
                <a:lnTo>
                  <a:pt x="600075" y="466725"/>
                </a:lnTo>
                <a:lnTo>
                  <a:pt x="581025" y="400050"/>
                </a:lnTo>
                <a:lnTo>
                  <a:pt x="628650" y="323850"/>
                </a:lnTo>
                <a:lnTo>
                  <a:pt x="609600" y="295275"/>
                </a:lnTo>
                <a:lnTo>
                  <a:pt x="666750" y="304800"/>
                </a:lnTo>
                <a:lnTo>
                  <a:pt x="695325" y="314325"/>
                </a:lnTo>
                <a:lnTo>
                  <a:pt x="704850" y="276225"/>
                </a:lnTo>
                <a:lnTo>
                  <a:pt x="733425" y="295275"/>
                </a:lnTo>
                <a:lnTo>
                  <a:pt x="819150" y="266700"/>
                </a:lnTo>
                <a:lnTo>
                  <a:pt x="790575" y="209550"/>
                </a:lnTo>
                <a:lnTo>
                  <a:pt x="857250" y="228600"/>
                </a:lnTo>
                <a:lnTo>
                  <a:pt x="904875" y="238125"/>
                </a:lnTo>
                <a:lnTo>
                  <a:pt x="857250" y="228600"/>
                </a:lnTo>
                <a:lnTo>
                  <a:pt x="895350" y="219075"/>
                </a:lnTo>
                <a:lnTo>
                  <a:pt x="933450" y="228600"/>
                </a:lnTo>
                <a:lnTo>
                  <a:pt x="962025" y="209550"/>
                </a:lnTo>
                <a:lnTo>
                  <a:pt x="1028700" y="219075"/>
                </a:lnTo>
                <a:lnTo>
                  <a:pt x="1038225" y="171450"/>
                </a:lnTo>
                <a:lnTo>
                  <a:pt x="1057275" y="190500"/>
                </a:lnTo>
                <a:lnTo>
                  <a:pt x="1057275" y="152400"/>
                </a:lnTo>
                <a:lnTo>
                  <a:pt x="1133475" y="180975"/>
                </a:lnTo>
                <a:lnTo>
                  <a:pt x="1171575" y="152400"/>
                </a:lnTo>
                <a:lnTo>
                  <a:pt x="1181100" y="123825"/>
                </a:lnTo>
                <a:lnTo>
                  <a:pt x="1200150" y="133350"/>
                </a:lnTo>
                <a:lnTo>
                  <a:pt x="1171575" y="133350"/>
                </a:lnTo>
                <a:lnTo>
                  <a:pt x="1219200" y="85725"/>
                </a:lnTo>
                <a:lnTo>
                  <a:pt x="1238250" y="66675"/>
                </a:lnTo>
                <a:lnTo>
                  <a:pt x="1314450" y="66675"/>
                </a:lnTo>
                <a:lnTo>
                  <a:pt x="1323975" y="76200"/>
                </a:lnTo>
                <a:lnTo>
                  <a:pt x="1343025" y="76200"/>
                </a:lnTo>
                <a:lnTo>
                  <a:pt x="1323975" y="66675"/>
                </a:lnTo>
                <a:lnTo>
                  <a:pt x="1343025" y="19050"/>
                </a:lnTo>
                <a:lnTo>
                  <a:pt x="1381125" y="38100"/>
                </a:lnTo>
                <a:lnTo>
                  <a:pt x="1381125" y="0"/>
                </a:lnTo>
                <a:lnTo>
                  <a:pt x="1428750" y="28575"/>
                </a:lnTo>
                <a:lnTo>
                  <a:pt x="1514475" y="85725"/>
                </a:lnTo>
                <a:lnTo>
                  <a:pt x="1504950" y="123825"/>
                </a:lnTo>
                <a:lnTo>
                  <a:pt x="1438275" y="133350"/>
                </a:lnTo>
                <a:lnTo>
                  <a:pt x="1428750" y="161925"/>
                </a:lnTo>
                <a:lnTo>
                  <a:pt x="1419225" y="209550"/>
                </a:lnTo>
                <a:lnTo>
                  <a:pt x="1514475" y="161925"/>
                </a:lnTo>
                <a:lnTo>
                  <a:pt x="1676400" y="152400"/>
                </a:lnTo>
                <a:lnTo>
                  <a:pt x="1733550" y="190500"/>
                </a:lnTo>
                <a:lnTo>
                  <a:pt x="1809750" y="161925"/>
                </a:lnTo>
                <a:lnTo>
                  <a:pt x="1819275" y="171450"/>
                </a:lnTo>
                <a:lnTo>
                  <a:pt x="1847850" y="342900"/>
                </a:lnTo>
                <a:lnTo>
                  <a:pt x="1885950" y="342900"/>
                </a:lnTo>
                <a:lnTo>
                  <a:pt x="1952625" y="314325"/>
                </a:lnTo>
                <a:lnTo>
                  <a:pt x="1914525" y="352425"/>
                </a:lnTo>
                <a:lnTo>
                  <a:pt x="1905000" y="400050"/>
                </a:lnTo>
                <a:lnTo>
                  <a:pt x="1952625" y="400050"/>
                </a:lnTo>
                <a:lnTo>
                  <a:pt x="2085975" y="457200"/>
                </a:lnTo>
                <a:lnTo>
                  <a:pt x="2190750" y="457200"/>
                </a:lnTo>
                <a:lnTo>
                  <a:pt x="2162175" y="419100"/>
                </a:lnTo>
                <a:lnTo>
                  <a:pt x="2152650" y="552450"/>
                </a:lnTo>
                <a:lnTo>
                  <a:pt x="2143125" y="561975"/>
                </a:lnTo>
                <a:lnTo>
                  <a:pt x="2190750" y="561975"/>
                </a:lnTo>
                <a:lnTo>
                  <a:pt x="2238375" y="533400"/>
                </a:lnTo>
                <a:lnTo>
                  <a:pt x="2190750" y="523875"/>
                </a:lnTo>
                <a:lnTo>
                  <a:pt x="2190750" y="533400"/>
                </a:lnTo>
                <a:lnTo>
                  <a:pt x="2219325" y="561975"/>
                </a:lnTo>
                <a:lnTo>
                  <a:pt x="2257425" y="571500"/>
                </a:lnTo>
                <a:lnTo>
                  <a:pt x="2257425" y="619125"/>
                </a:lnTo>
                <a:lnTo>
                  <a:pt x="2314575" y="666750"/>
                </a:lnTo>
                <a:lnTo>
                  <a:pt x="2324100" y="685800"/>
                </a:lnTo>
                <a:lnTo>
                  <a:pt x="2400300" y="762000"/>
                </a:lnTo>
                <a:lnTo>
                  <a:pt x="2447925" y="800100"/>
                </a:lnTo>
                <a:lnTo>
                  <a:pt x="2524125" y="876300"/>
                </a:lnTo>
                <a:lnTo>
                  <a:pt x="2419350" y="952500"/>
                </a:lnTo>
                <a:lnTo>
                  <a:pt x="2486025" y="866775"/>
                </a:lnTo>
                <a:lnTo>
                  <a:pt x="2495550" y="914400"/>
                </a:lnTo>
                <a:lnTo>
                  <a:pt x="2505075" y="1047750"/>
                </a:lnTo>
                <a:lnTo>
                  <a:pt x="2533650" y="1047750"/>
                </a:lnTo>
                <a:lnTo>
                  <a:pt x="2552700" y="1057275"/>
                </a:lnTo>
                <a:lnTo>
                  <a:pt x="2609850" y="1038225"/>
                </a:lnTo>
                <a:lnTo>
                  <a:pt x="2562225" y="1000125"/>
                </a:lnTo>
                <a:lnTo>
                  <a:pt x="2628900" y="1152525"/>
                </a:lnTo>
                <a:lnTo>
                  <a:pt x="2638425" y="1228725"/>
                </a:lnTo>
                <a:lnTo>
                  <a:pt x="2571750" y="1209675"/>
                </a:lnTo>
                <a:lnTo>
                  <a:pt x="2590800" y="1352550"/>
                </a:lnTo>
                <a:lnTo>
                  <a:pt x="2600325" y="1323975"/>
                </a:lnTo>
                <a:lnTo>
                  <a:pt x="2600325" y="1390650"/>
                </a:lnTo>
                <a:lnTo>
                  <a:pt x="2657475" y="1447800"/>
                </a:lnTo>
                <a:lnTo>
                  <a:pt x="2752725" y="1514475"/>
                </a:lnTo>
                <a:lnTo>
                  <a:pt x="2743200" y="1543050"/>
                </a:lnTo>
                <a:lnTo>
                  <a:pt x="2762250" y="1619250"/>
                </a:lnTo>
                <a:lnTo>
                  <a:pt x="2695575" y="1685925"/>
                </a:lnTo>
                <a:lnTo>
                  <a:pt x="2790825" y="1743075"/>
                </a:lnTo>
                <a:lnTo>
                  <a:pt x="2752725" y="1781175"/>
                </a:lnTo>
                <a:lnTo>
                  <a:pt x="2819400" y="1857375"/>
                </a:lnTo>
                <a:lnTo>
                  <a:pt x="2828925" y="1885950"/>
                </a:lnTo>
                <a:lnTo>
                  <a:pt x="2771775" y="1933575"/>
                </a:lnTo>
                <a:lnTo>
                  <a:pt x="2800350" y="1924050"/>
                </a:lnTo>
                <a:lnTo>
                  <a:pt x="2781300" y="1962150"/>
                </a:lnTo>
                <a:lnTo>
                  <a:pt x="2819400" y="1933575"/>
                </a:lnTo>
                <a:lnTo>
                  <a:pt x="2867025" y="1971675"/>
                </a:lnTo>
                <a:lnTo>
                  <a:pt x="2914650" y="2028825"/>
                </a:lnTo>
                <a:lnTo>
                  <a:pt x="2876550" y="2038350"/>
                </a:lnTo>
                <a:lnTo>
                  <a:pt x="2905125" y="2095500"/>
                </a:lnTo>
                <a:lnTo>
                  <a:pt x="3009900" y="2266950"/>
                </a:lnTo>
                <a:lnTo>
                  <a:pt x="3038475" y="2257425"/>
                </a:lnTo>
                <a:lnTo>
                  <a:pt x="2981325" y="2162175"/>
                </a:lnTo>
                <a:lnTo>
                  <a:pt x="2800350" y="2171700"/>
                </a:lnTo>
                <a:lnTo>
                  <a:pt x="2743200" y="2257425"/>
                </a:lnTo>
                <a:lnTo>
                  <a:pt x="2743200" y="2371725"/>
                </a:lnTo>
                <a:lnTo>
                  <a:pt x="2800350" y="2505075"/>
                </a:lnTo>
                <a:lnTo>
                  <a:pt x="2705100" y="2590800"/>
                </a:lnTo>
                <a:lnTo>
                  <a:pt x="2638425" y="2695575"/>
                </a:lnTo>
                <a:lnTo>
                  <a:pt x="2600325" y="2743200"/>
                </a:lnTo>
                <a:lnTo>
                  <a:pt x="2590800" y="2819400"/>
                </a:lnTo>
                <a:lnTo>
                  <a:pt x="2600325" y="2895600"/>
                </a:lnTo>
                <a:lnTo>
                  <a:pt x="2562225" y="2905125"/>
                </a:lnTo>
                <a:lnTo>
                  <a:pt x="2533650" y="3019425"/>
                </a:lnTo>
                <a:lnTo>
                  <a:pt x="2581275" y="3048000"/>
                </a:lnTo>
                <a:lnTo>
                  <a:pt x="2581275" y="3181350"/>
                </a:lnTo>
                <a:lnTo>
                  <a:pt x="2581275" y="3190875"/>
                </a:lnTo>
                <a:lnTo>
                  <a:pt x="2543175" y="3286125"/>
                </a:lnTo>
                <a:lnTo>
                  <a:pt x="2505075" y="3362325"/>
                </a:lnTo>
                <a:lnTo>
                  <a:pt x="2514600" y="3390900"/>
                </a:lnTo>
                <a:lnTo>
                  <a:pt x="2552700" y="3486150"/>
                </a:lnTo>
                <a:lnTo>
                  <a:pt x="2590800" y="3486150"/>
                </a:lnTo>
                <a:lnTo>
                  <a:pt x="2609850" y="3571875"/>
                </a:lnTo>
                <a:lnTo>
                  <a:pt x="2600325" y="3667125"/>
                </a:lnTo>
                <a:lnTo>
                  <a:pt x="2505075" y="3762375"/>
                </a:lnTo>
                <a:lnTo>
                  <a:pt x="2533650" y="3781425"/>
                </a:lnTo>
                <a:lnTo>
                  <a:pt x="2495550" y="3886200"/>
                </a:lnTo>
                <a:lnTo>
                  <a:pt x="2543175" y="3952875"/>
                </a:lnTo>
                <a:lnTo>
                  <a:pt x="2466975" y="3971925"/>
                </a:lnTo>
                <a:lnTo>
                  <a:pt x="2457450" y="4038600"/>
                </a:lnTo>
                <a:lnTo>
                  <a:pt x="2447925" y="4133850"/>
                </a:lnTo>
                <a:lnTo>
                  <a:pt x="2447925" y="4210050"/>
                </a:lnTo>
                <a:lnTo>
                  <a:pt x="2419350" y="4229100"/>
                </a:lnTo>
                <a:lnTo>
                  <a:pt x="2419350" y="4286250"/>
                </a:lnTo>
                <a:lnTo>
                  <a:pt x="2371725" y="4295775"/>
                </a:lnTo>
                <a:lnTo>
                  <a:pt x="2266950" y="4295775"/>
                </a:lnTo>
                <a:lnTo>
                  <a:pt x="2276475" y="4295775"/>
                </a:lnTo>
                <a:lnTo>
                  <a:pt x="2247900" y="4333875"/>
                </a:lnTo>
                <a:lnTo>
                  <a:pt x="2200275" y="4343400"/>
                </a:lnTo>
                <a:lnTo>
                  <a:pt x="2171700" y="4362450"/>
                </a:lnTo>
                <a:lnTo>
                  <a:pt x="2124075" y="4371975"/>
                </a:lnTo>
                <a:lnTo>
                  <a:pt x="2095500" y="4381500"/>
                </a:lnTo>
                <a:lnTo>
                  <a:pt x="2028825" y="4419600"/>
                </a:lnTo>
                <a:lnTo>
                  <a:pt x="2019300" y="4429125"/>
                </a:lnTo>
                <a:lnTo>
                  <a:pt x="1962150" y="4438650"/>
                </a:lnTo>
                <a:lnTo>
                  <a:pt x="1914525" y="4476750"/>
                </a:lnTo>
                <a:lnTo>
                  <a:pt x="1914525" y="4514850"/>
                </a:lnTo>
                <a:lnTo>
                  <a:pt x="1847850" y="4524375"/>
                </a:lnTo>
                <a:lnTo>
                  <a:pt x="1819275" y="4562475"/>
                </a:lnTo>
                <a:lnTo>
                  <a:pt x="1800225" y="4591050"/>
                </a:lnTo>
                <a:lnTo>
                  <a:pt x="1752600" y="4562475"/>
                </a:lnTo>
                <a:lnTo>
                  <a:pt x="1733550" y="4629150"/>
                </a:lnTo>
                <a:lnTo>
                  <a:pt x="1704975" y="4591050"/>
                </a:lnTo>
                <a:lnTo>
                  <a:pt x="1647825" y="4610100"/>
                </a:lnTo>
                <a:lnTo>
                  <a:pt x="1619250" y="4638675"/>
                </a:lnTo>
                <a:lnTo>
                  <a:pt x="1581150" y="4676775"/>
                </a:lnTo>
                <a:lnTo>
                  <a:pt x="1514475" y="4686300"/>
                </a:lnTo>
                <a:lnTo>
                  <a:pt x="1514475" y="4714875"/>
                </a:lnTo>
                <a:lnTo>
                  <a:pt x="1428750" y="4695825"/>
                </a:lnTo>
                <a:lnTo>
                  <a:pt x="1428750" y="4752975"/>
                </a:lnTo>
                <a:lnTo>
                  <a:pt x="1371600" y="4724400"/>
                </a:lnTo>
                <a:lnTo>
                  <a:pt x="1304925" y="4800600"/>
                </a:lnTo>
                <a:lnTo>
                  <a:pt x="1266825" y="48291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649200" y="57150"/>
            <a:ext cx="1371600" cy="2152650"/>
          </a:xfrm>
          <a:custGeom>
            <a:avLst/>
            <a:gdLst/>
            <a:ahLst/>
            <a:cxnLst/>
            <a:rect l="l" t="t" r="r" b="b"/>
            <a:pathLst>
              <a:path w="1371600" h="2152650">
                <a:moveTo>
                  <a:pt x="552450" y="2152650"/>
                </a:moveTo>
                <a:lnTo>
                  <a:pt x="552450" y="2143125"/>
                </a:lnTo>
                <a:lnTo>
                  <a:pt x="523875" y="2105025"/>
                </a:lnTo>
                <a:lnTo>
                  <a:pt x="514350" y="2095500"/>
                </a:lnTo>
                <a:lnTo>
                  <a:pt x="523875" y="2076450"/>
                </a:lnTo>
                <a:lnTo>
                  <a:pt x="485775" y="2085975"/>
                </a:lnTo>
                <a:lnTo>
                  <a:pt x="485775" y="2066925"/>
                </a:lnTo>
                <a:lnTo>
                  <a:pt x="466725" y="2047875"/>
                </a:lnTo>
                <a:lnTo>
                  <a:pt x="438150" y="2038350"/>
                </a:lnTo>
                <a:lnTo>
                  <a:pt x="428625" y="2038350"/>
                </a:lnTo>
                <a:lnTo>
                  <a:pt x="419100" y="1981200"/>
                </a:lnTo>
                <a:lnTo>
                  <a:pt x="409575" y="1971675"/>
                </a:lnTo>
                <a:lnTo>
                  <a:pt x="352425" y="1943100"/>
                </a:lnTo>
                <a:lnTo>
                  <a:pt x="381000" y="1943100"/>
                </a:lnTo>
                <a:lnTo>
                  <a:pt x="342900" y="1933575"/>
                </a:lnTo>
                <a:lnTo>
                  <a:pt x="304800" y="1924050"/>
                </a:lnTo>
                <a:lnTo>
                  <a:pt x="304800" y="1866900"/>
                </a:lnTo>
                <a:lnTo>
                  <a:pt x="314325" y="1857375"/>
                </a:lnTo>
                <a:lnTo>
                  <a:pt x="285750" y="1838325"/>
                </a:lnTo>
                <a:lnTo>
                  <a:pt x="257175" y="1838325"/>
                </a:lnTo>
                <a:lnTo>
                  <a:pt x="247650" y="1809750"/>
                </a:lnTo>
                <a:lnTo>
                  <a:pt x="219075" y="1800225"/>
                </a:lnTo>
                <a:lnTo>
                  <a:pt x="209550" y="1771650"/>
                </a:lnTo>
                <a:lnTo>
                  <a:pt x="209550" y="1762125"/>
                </a:lnTo>
                <a:lnTo>
                  <a:pt x="190500" y="1762125"/>
                </a:lnTo>
                <a:lnTo>
                  <a:pt x="152400" y="1704975"/>
                </a:lnTo>
                <a:lnTo>
                  <a:pt x="161925" y="1685925"/>
                </a:lnTo>
                <a:lnTo>
                  <a:pt x="133350" y="1685925"/>
                </a:lnTo>
                <a:lnTo>
                  <a:pt x="95250" y="1666875"/>
                </a:lnTo>
                <a:lnTo>
                  <a:pt x="114300" y="1647825"/>
                </a:lnTo>
                <a:lnTo>
                  <a:pt x="76200" y="1628775"/>
                </a:lnTo>
                <a:lnTo>
                  <a:pt x="66675" y="1609725"/>
                </a:lnTo>
                <a:lnTo>
                  <a:pt x="66675" y="1600200"/>
                </a:lnTo>
                <a:lnTo>
                  <a:pt x="152400" y="1609725"/>
                </a:lnTo>
                <a:lnTo>
                  <a:pt x="85725" y="1571625"/>
                </a:lnTo>
                <a:lnTo>
                  <a:pt x="123825" y="1581150"/>
                </a:lnTo>
                <a:lnTo>
                  <a:pt x="161925" y="1504950"/>
                </a:lnTo>
                <a:lnTo>
                  <a:pt x="57150" y="1438275"/>
                </a:lnTo>
                <a:lnTo>
                  <a:pt x="142875" y="1419225"/>
                </a:lnTo>
                <a:lnTo>
                  <a:pt x="104775" y="1495425"/>
                </a:lnTo>
                <a:lnTo>
                  <a:pt x="76200" y="1438275"/>
                </a:lnTo>
                <a:lnTo>
                  <a:pt x="38100" y="1390650"/>
                </a:lnTo>
                <a:lnTo>
                  <a:pt x="66675" y="1381125"/>
                </a:lnTo>
                <a:lnTo>
                  <a:pt x="76200" y="1276350"/>
                </a:lnTo>
                <a:lnTo>
                  <a:pt x="57150" y="1304925"/>
                </a:lnTo>
                <a:lnTo>
                  <a:pt x="38100" y="1238250"/>
                </a:lnTo>
                <a:lnTo>
                  <a:pt x="76200" y="1285875"/>
                </a:lnTo>
                <a:lnTo>
                  <a:pt x="85725" y="1238250"/>
                </a:lnTo>
                <a:lnTo>
                  <a:pt x="85725" y="1238250"/>
                </a:lnTo>
                <a:lnTo>
                  <a:pt x="161925" y="1238250"/>
                </a:lnTo>
                <a:lnTo>
                  <a:pt x="180975" y="1247775"/>
                </a:lnTo>
                <a:lnTo>
                  <a:pt x="133350" y="1228725"/>
                </a:lnTo>
                <a:lnTo>
                  <a:pt x="38100" y="1152525"/>
                </a:lnTo>
                <a:lnTo>
                  <a:pt x="66675" y="1143000"/>
                </a:lnTo>
                <a:lnTo>
                  <a:pt x="57150" y="1095375"/>
                </a:lnTo>
                <a:lnTo>
                  <a:pt x="47625" y="1047750"/>
                </a:lnTo>
                <a:lnTo>
                  <a:pt x="47625" y="1000125"/>
                </a:lnTo>
                <a:lnTo>
                  <a:pt x="9525" y="981075"/>
                </a:lnTo>
                <a:lnTo>
                  <a:pt x="38100" y="990600"/>
                </a:lnTo>
                <a:lnTo>
                  <a:pt x="0" y="952500"/>
                </a:lnTo>
                <a:lnTo>
                  <a:pt x="28575" y="914400"/>
                </a:lnTo>
                <a:lnTo>
                  <a:pt x="28575" y="904875"/>
                </a:lnTo>
                <a:lnTo>
                  <a:pt x="0" y="895350"/>
                </a:lnTo>
                <a:lnTo>
                  <a:pt x="9525" y="857250"/>
                </a:lnTo>
                <a:lnTo>
                  <a:pt x="9525" y="838200"/>
                </a:lnTo>
                <a:lnTo>
                  <a:pt x="85725" y="762000"/>
                </a:lnTo>
                <a:lnTo>
                  <a:pt x="66675" y="733425"/>
                </a:lnTo>
                <a:lnTo>
                  <a:pt x="47625" y="723900"/>
                </a:lnTo>
                <a:lnTo>
                  <a:pt x="66675" y="704850"/>
                </a:lnTo>
                <a:lnTo>
                  <a:pt x="104775" y="714375"/>
                </a:lnTo>
                <a:lnTo>
                  <a:pt x="85725" y="666750"/>
                </a:lnTo>
                <a:lnTo>
                  <a:pt x="57150" y="666750"/>
                </a:lnTo>
                <a:lnTo>
                  <a:pt x="104775" y="647700"/>
                </a:lnTo>
                <a:lnTo>
                  <a:pt x="57150" y="619125"/>
                </a:lnTo>
                <a:lnTo>
                  <a:pt x="85725" y="561975"/>
                </a:lnTo>
                <a:lnTo>
                  <a:pt x="95250" y="552450"/>
                </a:lnTo>
                <a:lnTo>
                  <a:pt x="95250" y="533400"/>
                </a:lnTo>
                <a:lnTo>
                  <a:pt x="114300" y="552450"/>
                </a:lnTo>
                <a:lnTo>
                  <a:pt x="161925" y="571500"/>
                </a:lnTo>
                <a:lnTo>
                  <a:pt x="171450" y="542925"/>
                </a:lnTo>
                <a:lnTo>
                  <a:pt x="161925" y="514350"/>
                </a:lnTo>
                <a:lnTo>
                  <a:pt x="219075" y="428625"/>
                </a:lnTo>
                <a:lnTo>
                  <a:pt x="219075" y="447675"/>
                </a:lnTo>
                <a:lnTo>
                  <a:pt x="209550" y="466725"/>
                </a:lnTo>
                <a:lnTo>
                  <a:pt x="200025" y="419100"/>
                </a:lnTo>
                <a:lnTo>
                  <a:pt x="190500" y="400050"/>
                </a:lnTo>
                <a:lnTo>
                  <a:pt x="190500" y="390525"/>
                </a:lnTo>
                <a:lnTo>
                  <a:pt x="209550" y="333375"/>
                </a:lnTo>
                <a:lnTo>
                  <a:pt x="200025" y="323850"/>
                </a:lnTo>
                <a:lnTo>
                  <a:pt x="228600" y="295275"/>
                </a:lnTo>
                <a:lnTo>
                  <a:pt x="228600" y="323850"/>
                </a:lnTo>
                <a:lnTo>
                  <a:pt x="228600" y="276225"/>
                </a:lnTo>
                <a:lnTo>
                  <a:pt x="257175" y="257175"/>
                </a:lnTo>
                <a:lnTo>
                  <a:pt x="266700" y="276225"/>
                </a:lnTo>
                <a:lnTo>
                  <a:pt x="276225" y="238125"/>
                </a:lnTo>
                <a:lnTo>
                  <a:pt x="285750" y="228600"/>
                </a:lnTo>
                <a:lnTo>
                  <a:pt x="304800" y="161925"/>
                </a:lnTo>
                <a:lnTo>
                  <a:pt x="295275" y="161925"/>
                </a:lnTo>
                <a:lnTo>
                  <a:pt x="295275" y="161925"/>
                </a:lnTo>
                <a:lnTo>
                  <a:pt x="342900" y="171450"/>
                </a:lnTo>
                <a:lnTo>
                  <a:pt x="314325" y="142875"/>
                </a:lnTo>
                <a:lnTo>
                  <a:pt x="342900" y="152400"/>
                </a:lnTo>
                <a:lnTo>
                  <a:pt x="361950" y="161925"/>
                </a:lnTo>
                <a:lnTo>
                  <a:pt x="381000" y="133350"/>
                </a:lnTo>
                <a:lnTo>
                  <a:pt x="381000" y="123825"/>
                </a:lnTo>
                <a:lnTo>
                  <a:pt x="409575" y="104775"/>
                </a:lnTo>
                <a:lnTo>
                  <a:pt x="390525" y="142875"/>
                </a:lnTo>
                <a:lnTo>
                  <a:pt x="409575" y="142875"/>
                </a:lnTo>
                <a:lnTo>
                  <a:pt x="428625" y="123825"/>
                </a:lnTo>
                <a:lnTo>
                  <a:pt x="457200" y="123825"/>
                </a:lnTo>
                <a:lnTo>
                  <a:pt x="457200" y="104775"/>
                </a:lnTo>
                <a:lnTo>
                  <a:pt x="485775" y="123825"/>
                </a:lnTo>
                <a:lnTo>
                  <a:pt x="485775" y="114300"/>
                </a:lnTo>
                <a:lnTo>
                  <a:pt x="476250" y="114300"/>
                </a:lnTo>
                <a:lnTo>
                  <a:pt x="514350" y="95250"/>
                </a:lnTo>
                <a:lnTo>
                  <a:pt x="523875" y="95250"/>
                </a:lnTo>
                <a:lnTo>
                  <a:pt x="523875" y="76200"/>
                </a:lnTo>
                <a:lnTo>
                  <a:pt x="552450" y="85725"/>
                </a:lnTo>
                <a:lnTo>
                  <a:pt x="552450" y="76200"/>
                </a:lnTo>
                <a:lnTo>
                  <a:pt x="590550" y="57150"/>
                </a:lnTo>
                <a:lnTo>
                  <a:pt x="581025" y="57150"/>
                </a:lnTo>
                <a:lnTo>
                  <a:pt x="571500" y="57150"/>
                </a:lnTo>
                <a:lnTo>
                  <a:pt x="571500" y="57150"/>
                </a:lnTo>
                <a:lnTo>
                  <a:pt x="600075" y="57150"/>
                </a:lnTo>
                <a:lnTo>
                  <a:pt x="619125" y="28575"/>
                </a:lnTo>
                <a:lnTo>
                  <a:pt x="619125" y="47625"/>
                </a:lnTo>
                <a:lnTo>
                  <a:pt x="609600" y="38100"/>
                </a:lnTo>
                <a:lnTo>
                  <a:pt x="647700" y="47625"/>
                </a:lnTo>
                <a:lnTo>
                  <a:pt x="638175" y="28575"/>
                </a:lnTo>
                <a:lnTo>
                  <a:pt x="666750" y="19050"/>
                </a:lnTo>
                <a:lnTo>
                  <a:pt x="581025" y="0"/>
                </a:lnTo>
                <a:lnTo>
                  <a:pt x="571500" y="28575"/>
                </a:lnTo>
                <a:lnTo>
                  <a:pt x="638175" y="114300"/>
                </a:lnTo>
                <a:lnTo>
                  <a:pt x="704850" y="76200"/>
                </a:lnTo>
                <a:lnTo>
                  <a:pt x="790575" y="85725"/>
                </a:lnTo>
                <a:lnTo>
                  <a:pt x="742950" y="123825"/>
                </a:lnTo>
                <a:lnTo>
                  <a:pt x="790575" y="123825"/>
                </a:lnTo>
                <a:lnTo>
                  <a:pt x="762000" y="76200"/>
                </a:lnTo>
                <a:lnTo>
                  <a:pt x="819150" y="114300"/>
                </a:lnTo>
                <a:lnTo>
                  <a:pt x="876300" y="123825"/>
                </a:lnTo>
                <a:lnTo>
                  <a:pt x="876300" y="180975"/>
                </a:lnTo>
                <a:lnTo>
                  <a:pt x="857250" y="180975"/>
                </a:lnTo>
                <a:lnTo>
                  <a:pt x="847725" y="161925"/>
                </a:lnTo>
                <a:lnTo>
                  <a:pt x="866775" y="190500"/>
                </a:lnTo>
                <a:lnTo>
                  <a:pt x="885825" y="180975"/>
                </a:lnTo>
                <a:lnTo>
                  <a:pt x="885825" y="123825"/>
                </a:lnTo>
                <a:lnTo>
                  <a:pt x="942975" y="228600"/>
                </a:lnTo>
                <a:lnTo>
                  <a:pt x="962025" y="276225"/>
                </a:lnTo>
                <a:lnTo>
                  <a:pt x="971550" y="285750"/>
                </a:lnTo>
                <a:lnTo>
                  <a:pt x="942975" y="228600"/>
                </a:lnTo>
                <a:lnTo>
                  <a:pt x="962025" y="247650"/>
                </a:lnTo>
                <a:lnTo>
                  <a:pt x="1000125" y="238125"/>
                </a:lnTo>
                <a:lnTo>
                  <a:pt x="990600" y="266700"/>
                </a:lnTo>
                <a:lnTo>
                  <a:pt x="990600" y="285750"/>
                </a:lnTo>
                <a:lnTo>
                  <a:pt x="952500" y="266700"/>
                </a:lnTo>
                <a:lnTo>
                  <a:pt x="990600" y="266700"/>
                </a:lnTo>
                <a:lnTo>
                  <a:pt x="1000125" y="285750"/>
                </a:lnTo>
                <a:lnTo>
                  <a:pt x="1000125" y="314325"/>
                </a:lnTo>
                <a:lnTo>
                  <a:pt x="1057275" y="314325"/>
                </a:lnTo>
                <a:lnTo>
                  <a:pt x="1066800" y="342900"/>
                </a:lnTo>
                <a:lnTo>
                  <a:pt x="1095375" y="390525"/>
                </a:lnTo>
                <a:lnTo>
                  <a:pt x="1028700" y="400050"/>
                </a:lnTo>
                <a:lnTo>
                  <a:pt x="1104900" y="447675"/>
                </a:lnTo>
                <a:lnTo>
                  <a:pt x="1047750" y="447675"/>
                </a:lnTo>
                <a:lnTo>
                  <a:pt x="1085850" y="457200"/>
                </a:lnTo>
                <a:lnTo>
                  <a:pt x="1123950" y="485775"/>
                </a:lnTo>
                <a:lnTo>
                  <a:pt x="1114425" y="466725"/>
                </a:lnTo>
                <a:lnTo>
                  <a:pt x="1123950" y="514350"/>
                </a:lnTo>
                <a:lnTo>
                  <a:pt x="1171575" y="495300"/>
                </a:lnTo>
                <a:lnTo>
                  <a:pt x="1123950" y="495300"/>
                </a:lnTo>
                <a:lnTo>
                  <a:pt x="1143000" y="523875"/>
                </a:lnTo>
                <a:lnTo>
                  <a:pt x="1143000" y="590550"/>
                </a:lnTo>
                <a:lnTo>
                  <a:pt x="1152525" y="571500"/>
                </a:lnTo>
                <a:lnTo>
                  <a:pt x="1181100" y="609600"/>
                </a:lnTo>
                <a:lnTo>
                  <a:pt x="1171575" y="590550"/>
                </a:lnTo>
                <a:lnTo>
                  <a:pt x="1190625" y="657225"/>
                </a:lnTo>
                <a:lnTo>
                  <a:pt x="1200150" y="666750"/>
                </a:lnTo>
                <a:lnTo>
                  <a:pt x="1152525" y="704850"/>
                </a:lnTo>
                <a:lnTo>
                  <a:pt x="1238250" y="723900"/>
                </a:lnTo>
                <a:lnTo>
                  <a:pt x="1238250" y="742950"/>
                </a:lnTo>
                <a:lnTo>
                  <a:pt x="1219200" y="771525"/>
                </a:lnTo>
                <a:lnTo>
                  <a:pt x="1209675" y="781050"/>
                </a:lnTo>
                <a:lnTo>
                  <a:pt x="1228725" y="828675"/>
                </a:lnTo>
                <a:lnTo>
                  <a:pt x="1238250" y="828675"/>
                </a:lnTo>
                <a:lnTo>
                  <a:pt x="1228725" y="847725"/>
                </a:lnTo>
                <a:lnTo>
                  <a:pt x="1247775" y="876300"/>
                </a:lnTo>
                <a:lnTo>
                  <a:pt x="1257300" y="847725"/>
                </a:lnTo>
                <a:lnTo>
                  <a:pt x="1247775" y="876300"/>
                </a:lnTo>
                <a:lnTo>
                  <a:pt x="1247775" y="885825"/>
                </a:lnTo>
                <a:lnTo>
                  <a:pt x="1276350" y="923925"/>
                </a:lnTo>
                <a:lnTo>
                  <a:pt x="1285875" y="895350"/>
                </a:lnTo>
                <a:lnTo>
                  <a:pt x="1304925" y="923925"/>
                </a:lnTo>
                <a:lnTo>
                  <a:pt x="1285875" y="942975"/>
                </a:lnTo>
                <a:lnTo>
                  <a:pt x="1371600" y="1028700"/>
                </a:lnTo>
                <a:lnTo>
                  <a:pt x="1219200" y="1038225"/>
                </a:lnTo>
                <a:lnTo>
                  <a:pt x="1247775" y="1019175"/>
                </a:lnTo>
                <a:lnTo>
                  <a:pt x="1257300" y="952500"/>
                </a:lnTo>
                <a:lnTo>
                  <a:pt x="1171575" y="1009650"/>
                </a:lnTo>
                <a:lnTo>
                  <a:pt x="1190625" y="1047750"/>
                </a:lnTo>
                <a:lnTo>
                  <a:pt x="1181100" y="1114425"/>
                </a:lnTo>
                <a:lnTo>
                  <a:pt x="1219200" y="1181100"/>
                </a:lnTo>
                <a:lnTo>
                  <a:pt x="1219200" y="1200150"/>
                </a:lnTo>
                <a:lnTo>
                  <a:pt x="1162050" y="1247775"/>
                </a:lnTo>
                <a:lnTo>
                  <a:pt x="1143000" y="1295400"/>
                </a:lnTo>
                <a:lnTo>
                  <a:pt x="1181100" y="1295400"/>
                </a:lnTo>
                <a:lnTo>
                  <a:pt x="1171575" y="1381125"/>
                </a:lnTo>
                <a:lnTo>
                  <a:pt x="1162050" y="1343025"/>
                </a:lnTo>
                <a:lnTo>
                  <a:pt x="1133475" y="1381125"/>
                </a:lnTo>
                <a:lnTo>
                  <a:pt x="1143000" y="1409700"/>
                </a:lnTo>
                <a:lnTo>
                  <a:pt x="1143000" y="1438275"/>
                </a:lnTo>
                <a:lnTo>
                  <a:pt x="1200150" y="1495425"/>
                </a:lnTo>
                <a:lnTo>
                  <a:pt x="1152525" y="1552575"/>
                </a:lnTo>
                <a:lnTo>
                  <a:pt x="1123950" y="1543050"/>
                </a:lnTo>
                <a:lnTo>
                  <a:pt x="1104900" y="1533525"/>
                </a:lnTo>
                <a:lnTo>
                  <a:pt x="1133475" y="1562100"/>
                </a:lnTo>
                <a:lnTo>
                  <a:pt x="1181100" y="1581150"/>
                </a:lnTo>
                <a:lnTo>
                  <a:pt x="1171575" y="1647825"/>
                </a:lnTo>
                <a:lnTo>
                  <a:pt x="1143000" y="1685925"/>
                </a:lnTo>
                <a:lnTo>
                  <a:pt x="1143000" y="1676400"/>
                </a:lnTo>
                <a:lnTo>
                  <a:pt x="1162050" y="1752600"/>
                </a:lnTo>
                <a:lnTo>
                  <a:pt x="1143000" y="1771650"/>
                </a:lnTo>
                <a:lnTo>
                  <a:pt x="1133475" y="1809750"/>
                </a:lnTo>
                <a:lnTo>
                  <a:pt x="1133475" y="1828800"/>
                </a:lnTo>
                <a:lnTo>
                  <a:pt x="1123950" y="1819275"/>
                </a:lnTo>
                <a:lnTo>
                  <a:pt x="1085850" y="1876425"/>
                </a:lnTo>
                <a:lnTo>
                  <a:pt x="1085850" y="1914525"/>
                </a:lnTo>
                <a:lnTo>
                  <a:pt x="1057275" y="1895475"/>
                </a:lnTo>
                <a:lnTo>
                  <a:pt x="1028700" y="1933575"/>
                </a:lnTo>
                <a:lnTo>
                  <a:pt x="1038225" y="1914525"/>
                </a:lnTo>
                <a:lnTo>
                  <a:pt x="1000125" y="1933575"/>
                </a:lnTo>
                <a:lnTo>
                  <a:pt x="971550" y="1952625"/>
                </a:lnTo>
                <a:lnTo>
                  <a:pt x="962025" y="1933575"/>
                </a:lnTo>
                <a:lnTo>
                  <a:pt x="962025" y="1933575"/>
                </a:lnTo>
                <a:lnTo>
                  <a:pt x="933450" y="1962150"/>
                </a:lnTo>
                <a:lnTo>
                  <a:pt x="942975" y="1952625"/>
                </a:lnTo>
                <a:lnTo>
                  <a:pt x="914400" y="1962150"/>
                </a:lnTo>
                <a:lnTo>
                  <a:pt x="904875" y="1990725"/>
                </a:lnTo>
                <a:lnTo>
                  <a:pt x="876300" y="2000250"/>
                </a:lnTo>
                <a:lnTo>
                  <a:pt x="885825" y="2000250"/>
                </a:lnTo>
                <a:lnTo>
                  <a:pt x="838200" y="1990725"/>
                </a:lnTo>
                <a:lnTo>
                  <a:pt x="828675" y="2019300"/>
                </a:lnTo>
                <a:lnTo>
                  <a:pt x="819150" y="2019300"/>
                </a:lnTo>
                <a:lnTo>
                  <a:pt x="800100" y="2028825"/>
                </a:lnTo>
                <a:lnTo>
                  <a:pt x="771525" y="2047875"/>
                </a:lnTo>
                <a:lnTo>
                  <a:pt x="790575" y="2047875"/>
                </a:lnTo>
                <a:lnTo>
                  <a:pt x="752475" y="2066925"/>
                </a:lnTo>
                <a:lnTo>
                  <a:pt x="733425" y="2057400"/>
                </a:lnTo>
                <a:lnTo>
                  <a:pt x="733425" y="2066925"/>
                </a:lnTo>
                <a:lnTo>
                  <a:pt x="695325" y="2066925"/>
                </a:lnTo>
                <a:lnTo>
                  <a:pt x="685800" y="2095500"/>
                </a:lnTo>
                <a:lnTo>
                  <a:pt x="676275" y="2076450"/>
                </a:lnTo>
                <a:lnTo>
                  <a:pt x="647700" y="2114550"/>
                </a:lnTo>
                <a:lnTo>
                  <a:pt x="647700" y="2095500"/>
                </a:lnTo>
                <a:lnTo>
                  <a:pt x="628650" y="2133600"/>
                </a:lnTo>
                <a:lnTo>
                  <a:pt x="609600" y="2133600"/>
                </a:lnTo>
                <a:lnTo>
                  <a:pt x="581025" y="21240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487275" y="-438150"/>
            <a:ext cx="1314450" cy="2057400"/>
          </a:xfrm>
          <a:custGeom>
            <a:avLst/>
            <a:gdLst/>
            <a:ahLst/>
            <a:cxnLst/>
            <a:rect l="l" t="t" r="r" b="b"/>
            <a:pathLst>
              <a:path w="1314450" h="2057400">
                <a:moveTo>
                  <a:pt x="561975" y="2057400"/>
                </a:moveTo>
                <a:lnTo>
                  <a:pt x="561975" y="2019300"/>
                </a:lnTo>
                <a:lnTo>
                  <a:pt x="533400" y="2000250"/>
                </a:lnTo>
                <a:lnTo>
                  <a:pt x="514350" y="1981200"/>
                </a:lnTo>
                <a:lnTo>
                  <a:pt x="504825" y="2000250"/>
                </a:lnTo>
                <a:lnTo>
                  <a:pt x="466725" y="1990725"/>
                </a:lnTo>
                <a:lnTo>
                  <a:pt x="485775" y="1981200"/>
                </a:lnTo>
                <a:lnTo>
                  <a:pt x="438150" y="1933575"/>
                </a:lnTo>
                <a:lnTo>
                  <a:pt x="447675" y="1933575"/>
                </a:lnTo>
                <a:lnTo>
                  <a:pt x="409575" y="1914525"/>
                </a:lnTo>
                <a:lnTo>
                  <a:pt x="390525" y="1914525"/>
                </a:lnTo>
                <a:lnTo>
                  <a:pt x="381000" y="1866900"/>
                </a:lnTo>
                <a:lnTo>
                  <a:pt x="361950" y="1857375"/>
                </a:lnTo>
                <a:lnTo>
                  <a:pt x="361950" y="1857375"/>
                </a:lnTo>
                <a:lnTo>
                  <a:pt x="342900" y="1847850"/>
                </a:lnTo>
                <a:lnTo>
                  <a:pt x="333375" y="1809750"/>
                </a:lnTo>
                <a:lnTo>
                  <a:pt x="333375" y="1800225"/>
                </a:lnTo>
                <a:lnTo>
                  <a:pt x="276225" y="1790700"/>
                </a:lnTo>
                <a:lnTo>
                  <a:pt x="276225" y="1781175"/>
                </a:lnTo>
                <a:lnTo>
                  <a:pt x="285750" y="1762125"/>
                </a:lnTo>
                <a:lnTo>
                  <a:pt x="247650" y="1733550"/>
                </a:lnTo>
                <a:lnTo>
                  <a:pt x="228600" y="1714500"/>
                </a:lnTo>
                <a:lnTo>
                  <a:pt x="228600" y="1676400"/>
                </a:lnTo>
                <a:lnTo>
                  <a:pt x="190500" y="1685925"/>
                </a:lnTo>
                <a:lnTo>
                  <a:pt x="171450" y="1666875"/>
                </a:lnTo>
                <a:lnTo>
                  <a:pt x="161925" y="1638300"/>
                </a:lnTo>
                <a:lnTo>
                  <a:pt x="171450" y="1609725"/>
                </a:lnTo>
                <a:lnTo>
                  <a:pt x="142875" y="1600200"/>
                </a:lnTo>
                <a:lnTo>
                  <a:pt x="133350" y="1609725"/>
                </a:lnTo>
                <a:lnTo>
                  <a:pt x="114300" y="1571625"/>
                </a:lnTo>
                <a:lnTo>
                  <a:pt x="104775" y="1543050"/>
                </a:lnTo>
                <a:lnTo>
                  <a:pt x="95250" y="1552575"/>
                </a:lnTo>
                <a:lnTo>
                  <a:pt x="76200" y="1524000"/>
                </a:lnTo>
                <a:lnTo>
                  <a:pt x="85725" y="1457325"/>
                </a:lnTo>
                <a:lnTo>
                  <a:pt x="57150" y="1514475"/>
                </a:lnTo>
                <a:lnTo>
                  <a:pt x="66675" y="1476375"/>
                </a:lnTo>
                <a:lnTo>
                  <a:pt x="180975" y="1438275"/>
                </a:lnTo>
                <a:lnTo>
                  <a:pt x="209550" y="1362075"/>
                </a:lnTo>
                <a:lnTo>
                  <a:pt x="133350" y="1352550"/>
                </a:lnTo>
                <a:lnTo>
                  <a:pt x="76200" y="1333500"/>
                </a:lnTo>
                <a:lnTo>
                  <a:pt x="57150" y="1352550"/>
                </a:lnTo>
                <a:lnTo>
                  <a:pt x="57150" y="1323975"/>
                </a:lnTo>
                <a:lnTo>
                  <a:pt x="57150" y="1238250"/>
                </a:lnTo>
                <a:lnTo>
                  <a:pt x="19050" y="1200150"/>
                </a:lnTo>
                <a:lnTo>
                  <a:pt x="66675" y="1219200"/>
                </a:lnTo>
                <a:lnTo>
                  <a:pt x="85725" y="1247775"/>
                </a:lnTo>
                <a:lnTo>
                  <a:pt x="114300" y="1190625"/>
                </a:lnTo>
                <a:lnTo>
                  <a:pt x="104775" y="1200150"/>
                </a:lnTo>
                <a:lnTo>
                  <a:pt x="104775" y="1181100"/>
                </a:lnTo>
                <a:lnTo>
                  <a:pt x="47625" y="1114425"/>
                </a:lnTo>
                <a:lnTo>
                  <a:pt x="57150" y="1057275"/>
                </a:lnTo>
                <a:lnTo>
                  <a:pt x="76200" y="1114425"/>
                </a:lnTo>
                <a:lnTo>
                  <a:pt x="66675" y="1085850"/>
                </a:lnTo>
                <a:lnTo>
                  <a:pt x="28575" y="1000125"/>
                </a:lnTo>
                <a:lnTo>
                  <a:pt x="0" y="1038225"/>
                </a:lnTo>
                <a:lnTo>
                  <a:pt x="19050" y="971550"/>
                </a:lnTo>
                <a:lnTo>
                  <a:pt x="38100" y="933450"/>
                </a:lnTo>
                <a:lnTo>
                  <a:pt x="57150" y="914400"/>
                </a:lnTo>
                <a:lnTo>
                  <a:pt x="47625" y="914400"/>
                </a:lnTo>
                <a:lnTo>
                  <a:pt x="76200" y="942975"/>
                </a:lnTo>
                <a:lnTo>
                  <a:pt x="47625" y="857250"/>
                </a:lnTo>
                <a:lnTo>
                  <a:pt x="47625" y="828675"/>
                </a:lnTo>
                <a:lnTo>
                  <a:pt x="66675" y="819150"/>
                </a:lnTo>
                <a:lnTo>
                  <a:pt x="66675" y="771525"/>
                </a:lnTo>
                <a:lnTo>
                  <a:pt x="47625" y="752475"/>
                </a:lnTo>
                <a:lnTo>
                  <a:pt x="47625" y="704850"/>
                </a:lnTo>
                <a:lnTo>
                  <a:pt x="76200" y="666750"/>
                </a:lnTo>
                <a:lnTo>
                  <a:pt x="38100" y="638175"/>
                </a:lnTo>
                <a:lnTo>
                  <a:pt x="104775" y="657225"/>
                </a:lnTo>
                <a:lnTo>
                  <a:pt x="142875" y="657225"/>
                </a:lnTo>
                <a:lnTo>
                  <a:pt x="85725" y="619125"/>
                </a:lnTo>
                <a:lnTo>
                  <a:pt x="76200" y="590550"/>
                </a:lnTo>
                <a:lnTo>
                  <a:pt x="104775" y="581025"/>
                </a:lnTo>
                <a:lnTo>
                  <a:pt x="76200" y="533400"/>
                </a:lnTo>
                <a:lnTo>
                  <a:pt x="161925" y="504825"/>
                </a:lnTo>
                <a:lnTo>
                  <a:pt x="142875" y="514350"/>
                </a:lnTo>
                <a:lnTo>
                  <a:pt x="123825" y="514350"/>
                </a:lnTo>
                <a:lnTo>
                  <a:pt x="171450" y="457200"/>
                </a:lnTo>
                <a:lnTo>
                  <a:pt x="142875" y="457200"/>
                </a:lnTo>
                <a:lnTo>
                  <a:pt x="142875" y="476250"/>
                </a:lnTo>
                <a:lnTo>
                  <a:pt x="190500" y="466725"/>
                </a:lnTo>
                <a:lnTo>
                  <a:pt x="171450" y="495300"/>
                </a:lnTo>
                <a:lnTo>
                  <a:pt x="161925" y="409575"/>
                </a:lnTo>
                <a:lnTo>
                  <a:pt x="200025" y="409575"/>
                </a:lnTo>
                <a:lnTo>
                  <a:pt x="180975" y="371475"/>
                </a:lnTo>
                <a:lnTo>
                  <a:pt x="228600" y="342900"/>
                </a:lnTo>
                <a:lnTo>
                  <a:pt x="200025" y="314325"/>
                </a:lnTo>
                <a:lnTo>
                  <a:pt x="200025" y="323850"/>
                </a:lnTo>
                <a:lnTo>
                  <a:pt x="209550" y="304800"/>
                </a:lnTo>
                <a:lnTo>
                  <a:pt x="238125" y="285750"/>
                </a:lnTo>
                <a:lnTo>
                  <a:pt x="257175" y="257175"/>
                </a:lnTo>
                <a:lnTo>
                  <a:pt x="238125" y="238125"/>
                </a:lnTo>
                <a:lnTo>
                  <a:pt x="238125" y="219075"/>
                </a:lnTo>
                <a:lnTo>
                  <a:pt x="276225" y="209550"/>
                </a:lnTo>
                <a:lnTo>
                  <a:pt x="257175" y="161925"/>
                </a:lnTo>
                <a:lnTo>
                  <a:pt x="304800" y="152400"/>
                </a:lnTo>
                <a:lnTo>
                  <a:pt x="295275" y="142875"/>
                </a:lnTo>
                <a:lnTo>
                  <a:pt x="342900" y="142875"/>
                </a:lnTo>
                <a:lnTo>
                  <a:pt x="314325" y="142875"/>
                </a:lnTo>
                <a:lnTo>
                  <a:pt x="352425" y="133350"/>
                </a:lnTo>
                <a:lnTo>
                  <a:pt x="323850" y="142875"/>
                </a:lnTo>
                <a:lnTo>
                  <a:pt x="333375" y="123825"/>
                </a:lnTo>
                <a:lnTo>
                  <a:pt x="352425" y="104775"/>
                </a:lnTo>
                <a:lnTo>
                  <a:pt x="390525" y="104775"/>
                </a:lnTo>
                <a:lnTo>
                  <a:pt x="381000" y="95250"/>
                </a:lnTo>
                <a:lnTo>
                  <a:pt x="400050" y="114300"/>
                </a:lnTo>
                <a:lnTo>
                  <a:pt x="419100" y="104775"/>
                </a:lnTo>
                <a:lnTo>
                  <a:pt x="428625" y="76200"/>
                </a:lnTo>
                <a:lnTo>
                  <a:pt x="447675" y="95250"/>
                </a:lnTo>
                <a:lnTo>
                  <a:pt x="447675" y="85725"/>
                </a:lnTo>
                <a:lnTo>
                  <a:pt x="466725" y="95250"/>
                </a:lnTo>
                <a:lnTo>
                  <a:pt x="476250" y="85725"/>
                </a:lnTo>
                <a:lnTo>
                  <a:pt x="476250" y="85725"/>
                </a:lnTo>
                <a:lnTo>
                  <a:pt x="504825" y="76200"/>
                </a:lnTo>
                <a:lnTo>
                  <a:pt x="514350" y="66675"/>
                </a:lnTo>
                <a:lnTo>
                  <a:pt x="533400" y="38100"/>
                </a:lnTo>
                <a:lnTo>
                  <a:pt x="533400" y="38100"/>
                </a:lnTo>
                <a:lnTo>
                  <a:pt x="561975" y="57150"/>
                </a:lnTo>
                <a:lnTo>
                  <a:pt x="571500" y="47625"/>
                </a:lnTo>
                <a:lnTo>
                  <a:pt x="552450" y="57150"/>
                </a:lnTo>
                <a:lnTo>
                  <a:pt x="581025" y="38100"/>
                </a:lnTo>
                <a:lnTo>
                  <a:pt x="581025" y="28575"/>
                </a:lnTo>
                <a:lnTo>
                  <a:pt x="571500" y="28575"/>
                </a:lnTo>
                <a:lnTo>
                  <a:pt x="590550" y="19050"/>
                </a:lnTo>
                <a:lnTo>
                  <a:pt x="590550" y="0"/>
                </a:lnTo>
                <a:lnTo>
                  <a:pt x="609600" y="38100"/>
                </a:lnTo>
                <a:lnTo>
                  <a:pt x="647700" y="0"/>
                </a:lnTo>
                <a:lnTo>
                  <a:pt x="638175" y="28575"/>
                </a:lnTo>
                <a:lnTo>
                  <a:pt x="657225" y="0"/>
                </a:lnTo>
                <a:lnTo>
                  <a:pt x="638175" y="47625"/>
                </a:lnTo>
                <a:lnTo>
                  <a:pt x="666750" y="0"/>
                </a:lnTo>
                <a:lnTo>
                  <a:pt x="733425" y="38100"/>
                </a:lnTo>
                <a:lnTo>
                  <a:pt x="657225" y="95250"/>
                </a:lnTo>
                <a:lnTo>
                  <a:pt x="628650" y="19050"/>
                </a:lnTo>
                <a:lnTo>
                  <a:pt x="695325" y="47625"/>
                </a:lnTo>
                <a:lnTo>
                  <a:pt x="742950" y="66675"/>
                </a:lnTo>
                <a:lnTo>
                  <a:pt x="752475" y="76200"/>
                </a:lnTo>
                <a:lnTo>
                  <a:pt x="800100" y="114300"/>
                </a:lnTo>
                <a:lnTo>
                  <a:pt x="800100" y="66675"/>
                </a:lnTo>
                <a:lnTo>
                  <a:pt x="819150" y="142875"/>
                </a:lnTo>
                <a:lnTo>
                  <a:pt x="857250" y="142875"/>
                </a:lnTo>
                <a:lnTo>
                  <a:pt x="819150" y="152400"/>
                </a:lnTo>
                <a:lnTo>
                  <a:pt x="828675" y="171450"/>
                </a:lnTo>
                <a:lnTo>
                  <a:pt x="828675" y="152400"/>
                </a:lnTo>
                <a:lnTo>
                  <a:pt x="876300" y="180975"/>
                </a:lnTo>
                <a:lnTo>
                  <a:pt x="809625" y="200025"/>
                </a:lnTo>
                <a:lnTo>
                  <a:pt x="857250" y="190500"/>
                </a:lnTo>
                <a:lnTo>
                  <a:pt x="904875" y="219075"/>
                </a:lnTo>
                <a:lnTo>
                  <a:pt x="942975" y="209550"/>
                </a:lnTo>
                <a:lnTo>
                  <a:pt x="971550" y="209550"/>
                </a:lnTo>
                <a:lnTo>
                  <a:pt x="952500" y="219075"/>
                </a:lnTo>
                <a:lnTo>
                  <a:pt x="981075" y="238125"/>
                </a:lnTo>
                <a:lnTo>
                  <a:pt x="971550" y="238125"/>
                </a:lnTo>
                <a:lnTo>
                  <a:pt x="981075" y="180975"/>
                </a:lnTo>
                <a:lnTo>
                  <a:pt x="971550" y="209550"/>
                </a:lnTo>
                <a:lnTo>
                  <a:pt x="981075" y="238125"/>
                </a:lnTo>
                <a:lnTo>
                  <a:pt x="1000125" y="247650"/>
                </a:lnTo>
                <a:lnTo>
                  <a:pt x="1009650" y="266700"/>
                </a:lnTo>
                <a:lnTo>
                  <a:pt x="1028700" y="304800"/>
                </a:lnTo>
                <a:lnTo>
                  <a:pt x="1047750" y="295275"/>
                </a:lnTo>
                <a:lnTo>
                  <a:pt x="1085850" y="333375"/>
                </a:lnTo>
                <a:lnTo>
                  <a:pt x="1143000" y="323850"/>
                </a:lnTo>
                <a:lnTo>
                  <a:pt x="1095375" y="409575"/>
                </a:lnTo>
                <a:lnTo>
                  <a:pt x="1066800" y="419100"/>
                </a:lnTo>
                <a:lnTo>
                  <a:pt x="1104900" y="409575"/>
                </a:lnTo>
                <a:lnTo>
                  <a:pt x="1114425" y="400050"/>
                </a:lnTo>
                <a:lnTo>
                  <a:pt x="1143000" y="447675"/>
                </a:lnTo>
                <a:lnTo>
                  <a:pt x="1095375" y="457200"/>
                </a:lnTo>
                <a:lnTo>
                  <a:pt x="1143000" y="466725"/>
                </a:lnTo>
                <a:lnTo>
                  <a:pt x="1057275" y="409575"/>
                </a:lnTo>
                <a:lnTo>
                  <a:pt x="1143000" y="447675"/>
                </a:lnTo>
                <a:lnTo>
                  <a:pt x="1152525" y="504825"/>
                </a:lnTo>
                <a:lnTo>
                  <a:pt x="1114425" y="514350"/>
                </a:lnTo>
                <a:lnTo>
                  <a:pt x="1123950" y="533400"/>
                </a:lnTo>
                <a:lnTo>
                  <a:pt x="1133475" y="542925"/>
                </a:lnTo>
                <a:lnTo>
                  <a:pt x="1143000" y="600075"/>
                </a:lnTo>
                <a:lnTo>
                  <a:pt x="1171575" y="638175"/>
                </a:lnTo>
                <a:lnTo>
                  <a:pt x="1181100" y="676275"/>
                </a:lnTo>
                <a:lnTo>
                  <a:pt x="1200150" y="723900"/>
                </a:lnTo>
                <a:lnTo>
                  <a:pt x="1238250" y="733425"/>
                </a:lnTo>
                <a:lnTo>
                  <a:pt x="1190625" y="704850"/>
                </a:lnTo>
                <a:lnTo>
                  <a:pt x="1181100" y="752475"/>
                </a:lnTo>
                <a:lnTo>
                  <a:pt x="1190625" y="771525"/>
                </a:lnTo>
                <a:lnTo>
                  <a:pt x="1190625" y="771525"/>
                </a:lnTo>
                <a:lnTo>
                  <a:pt x="1228725" y="809625"/>
                </a:lnTo>
                <a:lnTo>
                  <a:pt x="1219200" y="828675"/>
                </a:lnTo>
                <a:lnTo>
                  <a:pt x="1247775" y="828675"/>
                </a:lnTo>
                <a:lnTo>
                  <a:pt x="1247775" y="828675"/>
                </a:lnTo>
                <a:lnTo>
                  <a:pt x="1228725" y="819150"/>
                </a:lnTo>
                <a:lnTo>
                  <a:pt x="1266825" y="857250"/>
                </a:lnTo>
                <a:lnTo>
                  <a:pt x="1257300" y="838200"/>
                </a:lnTo>
                <a:lnTo>
                  <a:pt x="1295400" y="866775"/>
                </a:lnTo>
                <a:lnTo>
                  <a:pt x="1285875" y="885825"/>
                </a:lnTo>
                <a:lnTo>
                  <a:pt x="1314450" y="847725"/>
                </a:lnTo>
                <a:lnTo>
                  <a:pt x="1285875" y="895350"/>
                </a:lnTo>
                <a:lnTo>
                  <a:pt x="1238250" y="800100"/>
                </a:lnTo>
                <a:lnTo>
                  <a:pt x="1228725" y="914400"/>
                </a:lnTo>
                <a:lnTo>
                  <a:pt x="1190625" y="962025"/>
                </a:lnTo>
                <a:lnTo>
                  <a:pt x="1181100" y="1019175"/>
                </a:lnTo>
                <a:lnTo>
                  <a:pt x="1143000" y="1095375"/>
                </a:lnTo>
                <a:lnTo>
                  <a:pt x="1190625" y="1123950"/>
                </a:lnTo>
                <a:lnTo>
                  <a:pt x="1257300" y="1104900"/>
                </a:lnTo>
                <a:lnTo>
                  <a:pt x="1190625" y="1181100"/>
                </a:lnTo>
                <a:lnTo>
                  <a:pt x="1200150" y="1171575"/>
                </a:lnTo>
                <a:lnTo>
                  <a:pt x="1143000" y="1238250"/>
                </a:lnTo>
                <a:lnTo>
                  <a:pt x="1162050" y="1238250"/>
                </a:lnTo>
                <a:lnTo>
                  <a:pt x="1143000" y="1276350"/>
                </a:lnTo>
                <a:lnTo>
                  <a:pt x="1143000" y="1285875"/>
                </a:lnTo>
                <a:lnTo>
                  <a:pt x="1104900" y="1352550"/>
                </a:lnTo>
                <a:lnTo>
                  <a:pt x="1000125" y="1409700"/>
                </a:lnTo>
                <a:lnTo>
                  <a:pt x="1095375" y="1419225"/>
                </a:lnTo>
                <a:lnTo>
                  <a:pt x="1076325" y="1409700"/>
                </a:lnTo>
                <a:lnTo>
                  <a:pt x="1114425" y="1466850"/>
                </a:lnTo>
                <a:lnTo>
                  <a:pt x="1133475" y="1495425"/>
                </a:lnTo>
                <a:lnTo>
                  <a:pt x="1152525" y="1495425"/>
                </a:lnTo>
                <a:lnTo>
                  <a:pt x="1114425" y="1543050"/>
                </a:lnTo>
                <a:lnTo>
                  <a:pt x="1133475" y="1552575"/>
                </a:lnTo>
                <a:lnTo>
                  <a:pt x="1181100" y="1524000"/>
                </a:lnTo>
                <a:lnTo>
                  <a:pt x="1171575" y="1628775"/>
                </a:lnTo>
                <a:lnTo>
                  <a:pt x="1123950" y="1657350"/>
                </a:lnTo>
                <a:lnTo>
                  <a:pt x="1123950" y="1685925"/>
                </a:lnTo>
                <a:lnTo>
                  <a:pt x="1095375" y="1714500"/>
                </a:lnTo>
                <a:lnTo>
                  <a:pt x="1104900" y="1743075"/>
                </a:lnTo>
                <a:lnTo>
                  <a:pt x="1076325" y="1762125"/>
                </a:lnTo>
                <a:lnTo>
                  <a:pt x="1085850" y="1809750"/>
                </a:lnTo>
                <a:lnTo>
                  <a:pt x="1095375" y="1790700"/>
                </a:lnTo>
                <a:lnTo>
                  <a:pt x="1076325" y="1800225"/>
                </a:lnTo>
                <a:lnTo>
                  <a:pt x="1047750" y="1800225"/>
                </a:lnTo>
                <a:lnTo>
                  <a:pt x="1009650" y="1838325"/>
                </a:lnTo>
                <a:lnTo>
                  <a:pt x="990600" y="1819275"/>
                </a:lnTo>
                <a:lnTo>
                  <a:pt x="971550" y="1857375"/>
                </a:lnTo>
                <a:lnTo>
                  <a:pt x="952500" y="1857375"/>
                </a:lnTo>
                <a:lnTo>
                  <a:pt x="971550" y="1857375"/>
                </a:lnTo>
                <a:lnTo>
                  <a:pt x="942975" y="1857375"/>
                </a:lnTo>
                <a:lnTo>
                  <a:pt x="933450" y="1857375"/>
                </a:lnTo>
                <a:lnTo>
                  <a:pt x="904875" y="1885950"/>
                </a:lnTo>
                <a:lnTo>
                  <a:pt x="876300" y="1895475"/>
                </a:lnTo>
                <a:lnTo>
                  <a:pt x="885825" y="1895475"/>
                </a:lnTo>
                <a:lnTo>
                  <a:pt x="857250" y="1924050"/>
                </a:lnTo>
                <a:lnTo>
                  <a:pt x="819150" y="1895475"/>
                </a:lnTo>
                <a:lnTo>
                  <a:pt x="819150" y="1905000"/>
                </a:lnTo>
                <a:lnTo>
                  <a:pt x="828675" y="1943100"/>
                </a:lnTo>
                <a:lnTo>
                  <a:pt x="800100" y="1952625"/>
                </a:lnTo>
                <a:lnTo>
                  <a:pt x="800100" y="1933575"/>
                </a:lnTo>
                <a:lnTo>
                  <a:pt x="771525" y="1952625"/>
                </a:lnTo>
                <a:lnTo>
                  <a:pt x="742950" y="1943100"/>
                </a:lnTo>
                <a:lnTo>
                  <a:pt x="714375" y="1981200"/>
                </a:lnTo>
                <a:lnTo>
                  <a:pt x="714375" y="2000250"/>
                </a:lnTo>
                <a:lnTo>
                  <a:pt x="685800" y="1962150"/>
                </a:lnTo>
                <a:lnTo>
                  <a:pt x="676275" y="2000250"/>
                </a:lnTo>
                <a:lnTo>
                  <a:pt x="657225" y="2019300"/>
                </a:lnTo>
                <a:lnTo>
                  <a:pt x="657225" y="2019300"/>
                </a:lnTo>
                <a:lnTo>
                  <a:pt x="647700" y="2009775"/>
                </a:lnTo>
                <a:lnTo>
                  <a:pt x="600075" y="2019300"/>
                </a:lnTo>
                <a:lnTo>
                  <a:pt x="590550" y="2028825"/>
                </a:lnTo>
                <a:lnTo>
                  <a:pt x="600075" y="203835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01575" y="-219075"/>
            <a:ext cx="1219200" cy="1876425"/>
          </a:xfrm>
          <a:custGeom>
            <a:avLst/>
            <a:gdLst/>
            <a:ahLst/>
            <a:cxnLst/>
            <a:rect l="l" t="t" r="r" b="b"/>
            <a:pathLst>
              <a:path w="1219200" h="1876425">
                <a:moveTo>
                  <a:pt x="504825" y="1876425"/>
                </a:moveTo>
                <a:lnTo>
                  <a:pt x="485775" y="1828800"/>
                </a:lnTo>
                <a:lnTo>
                  <a:pt x="485775" y="1838325"/>
                </a:lnTo>
                <a:lnTo>
                  <a:pt x="485775" y="1857375"/>
                </a:lnTo>
                <a:lnTo>
                  <a:pt x="447675" y="1800225"/>
                </a:lnTo>
                <a:lnTo>
                  <a:pt x="447675" y="1800225"/>
                </a:lnTo>
                <a:lnTo>
                  <a:pt x="457200" y="1800225"/>
                </a:lnTo>
                <a:lnTo>
                  <a:pt x="400050" y="1771650"/>
                </a:lnTo>
                <a:lnTo>
                  <a:pt x="409575" y="1752600"/>
                </a:lnTo>
                <a:lnTo>
                  <a:pt x="371475" y="1771650"/>
                </a:lnTo>
                <a:lnTo>
                  <a:pt x="352425" y="1752600"/>
                </a:lnTo>
                <a:lnTo>
                  <a:pt x="342900" y="1724025"/>
                </a:lnTo>
                <a:lnTo>
                  <a:pt x="323850" y="1685925"/>
                </a:lnTo>
                <a:lnTo>
                  <a:pt x="304800" y="1685925"/>
                </a:lnTo>
                <a:lnTo>
                  <a:pt x="323850" y="1657350"/>
                </a:lnTo>
                <a:lnTo>
                  <a:pt x="295275" y="1666875"/>
                </a:lnTo>
                <a:lnTo>
                  <a:pt x="276225" y="1638300"/>
                </a:lnTo>
                <a:lnTo>
                  <a:pt x="257175" y="1628775"/>
                </a:lnTo>
                <a:lnTo>
                  <a:pt x="247650" y="1619250"/>
                </a:lnTo>
                <a:lnTo>
                  <a:pt x="247650" y="1609725"/>
                </a:lnTo>
                <a:lnTo>
                  <a:pt x="228600" y="1562100"/>
                </a:lnTo>
                <a:lnTo>
                  <a:pt x="200025" y="1571625"/>
                </a:lnTo>
                <a:lnTo>
                  <a:pt x="209550" y="1533525"/>
                </a:lnTo>
                <a:lnTo>
                  <a:pt x="171450" y="1533525"/>
                </a:lnTo>
                <a:lnTo>
                  <a:pt x="180975" y="1495425"/>
                </a:lnTo>
                <a:lnTo>
                  <a:pt x="180975" y="1504950"/>
                </a:lnTo>
                <a:lnTo>
                  <a:pt x="142875" y="1495425"/>
                </a:lnTo>
                <a:lnTo>
                  <a:pt x="133350" y="1485900"/>
                </a:lnTo>
                <a:lnTo>
                  <a:pt x="95250" y="1476375"/>
                </a:lnTo>
                <a:lnTo>
                  <a:pt x="85725" y="1457325"/>
                </a:lnTo>
                <a:lnTo>
                  <a:pt x="104775" y="1419225"/>
                </a:lnTo>
                <a:lnTo>
                  <a:pt x="95250" y="1409700"/>
                </a:lnTo>
                <a:lnTo>
                  <a:pt x="57150" y="1390650"/>
                </a:lnTo>
                <a:lnTo>
                  <a:pt x="133350" y="1400175"/>
                </a:lnTo>
                <a:lnTo>
                  <a:pt x="247650" y="1400175"/>
                </a:lnTo>
                <a:lnTo>
                  <a:pt x="266700" y="1352550"/>
                </a:lnTo>
                <a:lnTo>
                  <a:pt x="180975" y="1276350"/>
                </a:lnTo>
                <a:lnTo>
                  <a:pt x="219075" y="1381125"/>
                </a:lnTo>
                <a:lnTo>
                  <a:pt x="152400" y="1343025"/>
                </a:lnTo>
                <a:lnTo>
                  <a:pt x="114300" y="1295400"/>
                </a:lnTo>
                <a:lnTo>
                  <a:pt x="76200" y="1238250"/>
                </a:lnTo>
                <a:lnTo>
                  <a:pt x="0" y="1171575"/>
                </a:lnTo>
                <a:lnTo>
                  <a:pt x="76200" y="1219200"/>
                </a:lnTo>
                <a:lnTo>
                  <a:pt x="85725" y="1190625"/>
                </a:lnTo>
                <a:lnTo>
                  <a:pt x="76200" y="1133475"/>
                </a:lnTo>
                <a:lnTo>
                  <a:pt x="76200" y="1095375"/>
                </a:lnTo>
                <a:lnTo>
                  <a:pt x="47625" y="1114425"/>
                </a:lnTo>
                <a:lnTo>
                  <a:pt x="85725" y="1066800"/>
                </a:lnTo>
                <a:lnTo>
                  <a:pt x="123825" y="1085850"/>
                </a:lnTo>
                <a:lnTo>
                  <a:pt x="66675" y="1057275"/>
                </a:lnTo>
                <a:lnTo>
                  <a:pt x="57150" y="1019175"/>
                </a:lnTo>
                <a:lnTo>
                  <a:pt x="38100" y="1009650"/>
                </a:lnTo>
                <a:lnTo>
                  <a:pt x="66675" y="1000125"/>
                </a:lnTo>
                <a:lnTo>
                  <a:pt x="104775" y="1000125"/>
                </a:lnTo>
                <a:lnTo>
                  <a:pt x="38100" y="914400"/>
                </a:lnTo>
                <a:lnTo>
                  <a:pt x="57150" y="895350"/>
                </a:lnTo>
                <a:lnTo>
                  <a:pt x="66675" y="857250"/>
                </a:lnTo>
                <a:lnTo>
                  <a:pt x="76200" y="885825"/>
                </a:lnTo>
                <a:lnTo>
                  <a:pt x="66675" y="857250"/>
                </a:lnTo>
                <a:lnTo>
                  <a:pt x="47625" y="819150"/>
                </a:lnTo>
                <a:lnTo>
                  <a:pt x="57150" y="781050"/>
                </a:lnTo>
                <a:lnTo>
                  <a:pt x="47625" y="771525"/>
                </a:lnTo>
                <a:lnTo>
                  <a:pt x="47625" y="752475"/>
                </a:lnTo>
                <a:lnTo>
                  <a:pt x="66675" y="723900"/>
                </a:lnTo>
                <a:lnTo>
                  <a:pt x="38100" y="685800"/>
                </a:lnTo>
                <a:lnTo>
                  <a:pt x="9525" y="704850"/>
                </a:lnTo>
                <a:lnTo>
                  <a:pt x="19050" y="666750"/>
                </a:lnTo>
                <a:lnTo>
                  <a:pt x="57150" y="657225"/>
                </a:lnTo>
                <a:lnTo>
                  <a:pt x="95250" y="600075"/>
                </a:lnTo>
                <a:lnTo>
                  <a:pt x="114300" y="571500"/>
                </a:lnTo>
                <a:lnTo>
                  <a:pt x="104775" y="552450"/>
                </a:lnTo>
                <a:lnTo>
                  <a:pt x="95250" y="571500"/>
                </a:lnTo>
                <a:lnTo>
                  <a:pt x="85725" y="533400"/>
                </a:lnTo>
                <a:lnTo>
                  <a:pt x="95250" y="514350"/>
                </a:lnTo>
                <a:lnTo>
                  <a:pt x="85725" y="504825"/>
                </a:lnTo>
                <a:lnTo>
                  <a:pt x="66675" y="504825"/>
                </a:lnTo>
                <a:lnTo>
                  <a:pt x="123825" y="457200"/>
                </a:lnTo>
                <a:lnTo>
                  <a:pt x="123825" y="438150"/>
                </a:lnTo>
                <a:lnTo>
                  <a:pt x="142875" y="457200"/>
                </a:lnTo>
                <a:lnTo>
                  <a:pt x="152400" y="428625"/>
                </a:lnTo>
                <a:lnTo>
                  <a:pt x="152400" y="409575"/>
                </a:lnTo>
                <a:lnTo>
                  <a:pt x="180975" y="409575"/>
                </a:lnTo>
                <a:lnTo>
                  <a:pt x="133350" y="409575"/>
                </a:lnTo>
                <a:lnTo>
                  <a:pt x="142875" y="361950"/>
                </a:lnTo>
                <a:lnTo>
                  <a:pt x="161925" y="333375"/>
                </a:lnTo>
                <a:lnTo>
                  <a:pt x="161925" y="323850"/>
                </a:lnTo>
                <a:lnTo>
                  <a:pt x="200025" y="323850"/>
                </a:lnTo>
                <a:lnTo>
                  <a:pt x="190500" y="314325"/>
                </a:lnTo>
                <a:lnTo>
                  <a:pt x="200025" y="266700"/>
                </a:lnTo>
                <a:lnTo>
                  <a:pt x="228600" y="257175"/>
                </a:lnTo>
                <a:lnTo>
                  <a:pt x="228600" y="228600"/>
                </a:lnTo>
                <a:lnTo>
                  <a:pt x="247650" y="228600"/>
                </a:lnTo>
                <a:lnTo>
                  <a:pt x="228600" y="200025"/>
                </a:lnTo>
                <a:lnTo>
                  <a:pt x="238125" y="200025"/>
                </a:lnTo>
                <a:lnTo>
                  <a:pt x="238125" y="142875"/>
                </a:lnTo>
                <a:lnTo>
                  <a:pt x="247650" y="152400"/>
                </a:lnTo>
                <a:lnTo>
                  <a:pt x="285750" y="133350"/>
                </a:lnTo>
                <a:lnTo>
                  <a:pt x="276225" y="142875"/>
                </a:lnTo>
                <a:lnTo>
                  <a:pt x="295275" y="133350"/>
                </a:lnTo>
                <a:lnTo>
                  <a:pt x="285750" y="123825"/>
                </a:lnTo>
                <a:lnTo>
                  <a:pt x="295275" y="104775"/>
                </a:lnTo>
                <a:lnTo>
                  <a:pt x="323850" y="123825"/>
                </a:lnTo>
                <a:lnTo>
                  <a:pt x="352425" y="95250"/>
                </a:lnTo>
                <a:lnTo>
                  <a:pt x="352425" y="114300"/>
                </a:lnTo>
                <a:lnTo>
                  <a:pt x="342900" y="95250"/>
                </a:lnTo>
                <a:lnTo>
                  <a:pt x="361950" y="95250"/>
                </a:lnTo>
                <a:lnTo>
                  <a:pt x="352425" y="76200"/>
                </a:lnTo>
                <a:lnTo>
                  <a:pt x="381000" y="104775"/>
                </a:lnTo>
                <a:lnTo>
                  <a:pt x="400050" y="95250"/>
                </a:lnTo>
                <a:lnTo>
                  <a:pt x="390525" y="76200"/>
                </a:lnTo>
                <a:lnTo>
                  <a:pt x="400050" y="10477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38150" y="85725"/>
                </a:lnTo>
                <a:lnTo>
                  <a:pt x="485775" y="76200"/>
                </a:lnTo>
                <a:lnTo>
                  <a:pt x="495300" y="57150"/>
                </a:lnTo>
                <a:lnTo>
                  <a:pt x="495300" y="57150"/>
                </a:lnTo>
                <a:lnTo>
                  <a:pt x="466725" y="57150"/>
                </a:lnTo>
                <a:lnTo>
                  <a:pt x="485775" y="47625"/>
                </a:lnTo>
                <a:lnTo>
                  <a:pt x="485775" y="47625"/>
                </a:lnTo>
                <a:lnTo>
                  <a:pt x="523875" y="38100"/>
                </a:lnTo>
                <a:lnTo>
                  <a:pt x="542925" y="38100"/>
                </a:lnTo>
                <a:lnTo>
                  <a:pt x="552450" y="28575"/>
                </a:lnTo>
                <a:lnTo>
                  <a:pt x="533400" y="38100"/>
                </a:lnTo>
                <a:lnTo>
                  <a:pt x="552450" y="38100"/>
                </a:lnTo>
                <a:lnTo>
                  <a:pt x="542925" y="9525"/>
                </a:lnTo>
                <a:lnTo>
                  <a:pt x="552450" y="9525"/>
                </a:lnTo>
                <a:lnTo>
                  <a:pt x="590550" y="0"/>
                </a:lnTo>
                <a:lnTo>
                  <a:pt x="600075" y="19050"/>
                </a:lnTo>
                <a:lnTo>
                  <a:pt x="533400" y="19050"/>
                </a:lnTo>
                <a:lnTo>
                  <a:pt x="504825" y="76200"/>
                </a:lnTo>
                <a:lnTo>
                  <a:pt x="542925" y="123825"/>
                </a:lnTo>
                <a:lnTo>
                  <a:pt x="590550" y="76200"/>
                </a:lnTo>
                <a:lnTo>
                  <a:pt x="638175" y="47625"/>
                </a:lnTo>
                <a:lnTo>
                  <a:pt x="628650" y="28575"/>
                </a:lnTo>
                <a:lnTo>
                  <a:pt x="676275" y="76200"/>
                </a:lnTo>
                <a:lnTo>
                  <a:pt x="704850" y="66675"/>
                </a:lnTo>
                <a:lnTo>
                  <a:pt x="704850" y="85725"/>
                </a:lnTo>
                <a:lnTo>
                  <a:pt x="752475" y="104775"/>
                </a:lnTo>
                <a:lnTo>
                  <a:pt x="733425" y="95250"/>
                </a:lnTo>
                <a:lnTo>
                  <a:pt x="781050" y="133350"/>
                </a:lnTo>
                <a:lnTo>
                  <a:pt x="762000" y="114300"/>
                </a:lnTo>
                <a:lnTo>
                  <a:pt x="790575" y="142875"/>
                </a:lnTo>
                <a:lnTo>
                  <a:pt x="781050" y="152400"/>
                </a:lnTo>
                <a:lnTo>
                  <a:pt x="781050" y="161925"/>
                </a:lnTo>
                <a:lnTo>
                  <a:pt x="847725" y="161925"/>
                </a:lnTo>
                <a:lnTo>
                  <a:pt x="790575" y="152400"/>
                </a:lnTo>
                <a:lnTo>
                  <a:pt x="819150" y="190500"/>
                </a:lnTo>
                <a:lnTo>
                  <a:pt x="857250" y="238125"/>
                </a:lnTo>
                <a:lnTo>
                  <a:pt x="885825" y="219075"/>
                </a:lnTo>
                <a:lnTo>
                  <a:pt x="885825" y="238125"/>
                </a:lnTo>
                <a:lnTo>
                  <a:pt x="885825" y="228600"/>
                </a:lnTo>
                <a:lnTo>
                  <a:pt x="895350" y="219075"/>
                </a:lnTo>
                <a:lnTo>
                  <a:pt x="857250" y="190500"/>
                </a:lnTo>
                <a:lnTo>
                  <a:pt x="885825" y="180975"/>
                </a:lnTo>
                <a:lnTo>
                  <a:pt x="885825" y="219075"/>
                </a:lnTo>
                <a:lnTo>
                  <a:pt x="895350" y="228600"/>
                </a:lnTo>
                <a:lnTo>
                  <a:pt x="962025" y="285750"/>
                </a:lnTo>
                <a:lnTo>
                  <a:pt x="962025" y="295275"/>
                </a:lnTo>
                <a:lnTo>
                  <a:pt x="981075" y="304800"/>
                </a:lnTo>
                <a:lnTo>
                  <a:pt x="962025" y="314325"/>
                </a:lnTo>
                <a:lnTo>
                  <a:pt x="1028700" y="323850"/>
                </a:lnTo>
                <a:lnTo>
                  <a:pt x="1038225" y="361950"/>
                </a:lnTo>
                <a:lnTo>
                  <a:pt x="1028700" y="342900"/>
                </a:lnTo>
                <a:lnTo>
                  <a:pt x="1000125" y="371475"/>
                </a:lnTo>
                <a:lnTo>
                  <a:pt x="990600" y="371475"/>
                </a:lnTo>
                <a:lnTo>
                  <a:pt x="1009650" y="428625"/>
                </a:lnTo>
                <a:lnTo>
                  <a:pt x="1009650" y="400050"/>
                </a:lnTo>
                <a:lnTo>
                  <a:pt x="1047750" y="4191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28700" y="476250"/>
                </a:lnTo>
                <a:lnTo>
                  <a:pt x="1028700" y="495300"/>
                </a:lnTo>
                <a:lnTo>
                  <a:pt x="1038225" y="514350"/>
                </a:lnTo>
                <a:lnTo>
                  <a:pt x="1038225" y="542925"/>
                </a:lnTo>
                <a:lnTo>
                  <a:pt x="1076325" y="590550"/>
                </a:lnTo>
                <a:lnTo>
                  <a:pt x="1057275" y="571500"/>
                </a:lnTo>
                <a:lnTo>
                  <a:pt x="1076325" y="638175"/>
                </a:lnTo>
                <a:lnTo>
                  <a:pt x="1085850" y="571500"/>
                </a:lnTo>
                <a:lnTo>
                  <a:pt x="1095375" y="638175"/>
                </a:lnTo>
                <a:lnTo>
                  <a:pt x="1066800" y="647700"/>
                </a:lnTo>
                <a:lnTo>
                  <a:pt x="1114425" y="695325"/>
                </a:lnTo>
                <a:lnTo>
                  <a:pt x="1085850" y="676275"/>
                </a:lnTo>
                <a:lnTo>
                  <a:pt x="1095375" y="704850"/>
                </a:lnTo>
                <a:lnTo>
                  <a:pt x="1133475" y="742950"/>
                </a:lnTo>
                <a:lnTo>
                  <a:pt x="1123950" y="752475"/>
                </a:lnTo>
                <a:lnTo>
                  <a:pt x="1114425" y="723900"/>
                </a:lnTo>
                <a:lnTo>
                  <a:pt x="1095375" y="733425"/>
                </a:lnTo>
                <a:lnTo>
                  <a:pt x="1133475" y="771525"/>
                </a:lnTo>
                <a:lnTo>
                  <a:pt x="1133475" y="781050"/>
                </a:lnTo>
                <a:lnTo>
                  <a:pt x="1123950" y="800100"/>
                </a:lnTo>
                <a:lnTo>
                  <a:pt x="1152525" y="781050"/>
                </a:lnTo>
                <a:lnTo>
                  <a:pt x="1143000" y="800100"/>
                </a:lnTo>
                <a:lnTo>
                  <a:pt x="1104900" y="933450"/>
                </a:lnTo>
                <a:lnTo>
                  <a:pt x="1085850" y="828675"/>
                </a:lnTo>
                <a:lnTo>
                  <a:pt x="1095375" y="866775"/>
                </a:lnTo>
                <a:lnTo>
                  <a:pt x="1114425" y="847725"/>
                </a:lnTo>
                <a:lnTo>
                  <a:pt x="1219200" y="923925"/>
                </a:lnTo>
                <a:lnTo>
                  <a:pt x="1143000" y="962025"/>
                </a:lnTo>
                <a:lnTo>
                  <a:pt x="1143000" y="971550"/>
                </a:lnTo>
                <a:lnTo>
                  <a:pt x="1104900" y="1009650"/>
                </a:lnTo>
                <a:lnTo>
                  <a:pt x="1028700" y="981075"/>
                </a:lnTo>
                <a:lnTo>
                  <a:pt x="1114425" y="1047750"/>
                </a:lnTo>
                <a:lnTo>
                  <a:pt x="1076325" y="1095375"/>
                </a:lnTo>
                <a:lnTo>
                  <a:pt x="1057275" y="1133475"/>
                </a:lnTo>
                <a:lnTo>
                  <a:pt x="1066800" y="1114425"/>
                </a:lnTo>
                <a:lnTo>
                  <a:pt x="1047750" y="1190625"/>
                </a:lnTo>
                <a:lnTo>
                  <a:pt x="1057275" y="1219200"/>
                </a:lnTo>
                <a:lnTo>
                  <a:pt x="1009650" y="1238250"/>
                </a:lnTo>
                <a:lnTo>
                  <a:pt x="1038225" y="1257300"/>
                </a:lnTo>
                <a:lnTo>
                  <a:pt x="1038225" y="1314450"/>
                </a:lnTo>
                <a:lnTo>
                  <a:pt x="1066800" y="1314450"/>
                </a:lnTo>
                <a:lnTo>
                  <a:pt x="1009650" y="1304925"/>
                </a:lnTo>
                <a:lnTo>
                  <a:pt x="1038225" y="1343025"/>
                </a:lnTo>
                <a:lnTo>
                  <a:pt x="1038225" y="1390650"/>
                </a:lnTo>
                <a:lnTo>
                  <a:pt x="1057275" y="1409700"/>
                </a:lnTo>
                <a:lnTo>
                  <a:pt x="1038225" y="1419225"/>
                </a:lnTo>
                <a:lnTo>
                  <a:pt x="1009650" y="1428750"/>
                </a:lnTo>
                <a:lnTo>
                  <a:pt x="981075" y="1466850"/>
                </a:lnTo>
                <a:lnTo>
                  <a:pt x="1019175" y="1466850"/>
                </a:lnTo>
                <a:lnTo>
                  <a:pt x="1000125" y="1543050"/>
                </a:lnTo>
                <a:lnTo>
                  <a:pt x="1009650" y="1562100"/>
                </a:lnTo>
                <a:lnTo>
                  <a:pt x="1019175" y="1562100"/>
                </a:lnTo>
                <a:lnTo>
                  <a:pt x="1000125" y="1571625"/>
                </a:lnTo>
                <a:lnTo>
                  <a:pt x="971550" y="1647825"/>
                </a:lnTo>
                <a:lnTo>
                  <a:pt x="942975" y="1638300"/>
                </a:lnTo>
                <a:lnTo>
                  <a:pt x="923925" y="1647825"/>
                </a:lnTo>
                <a:lnTo>
                  <a:pt x="923925" y="1647825"/>
                </a:lnTo>
                <a:lnTo>
                  <a:pt x="914400" y="1657350"/>
                </a:lnTo>
                <a:lnTo>
                  <a:pt x="885825" y="1676400"/>
                </a:lnTo>
                <a:lnTo>
                  <a:pt x="866775" y="1704975"/>
                </a:lnTo>
                <a:lnTo>
                  <a:pt x="885825" y="1685925"/>
                </a:lnTo>
                <a:lnTo>
                  <a:pt x="866775" y="1714500"/>
                </a:lnTo>
                <a:lnTo>
                  <a:pt x="857250" y="1704975"/>
                </a:lnTo>
                <a:lnTo>
                  <a:pt x="828675" y="1733550"/>
                </a:lnTo>
                <a:lnTo>
                  <a:pt x="809625" y="1733550"/>
                </a:lnTo>
                <a:lnTo>
                  <a:pt x="800100" y="1714500"/>
                </a:lnTo>
                <a:lnTo>
                  <a:pt x="790575" y="1733550"/>
                </a:lnTo>
                <a:lnTo>
                  <a:pt x="771525" y="1724025"/>
                </a:lnTo>
                <a:lnTo>
                  <a:pt x="771525" y="1733550"/>
                </a:lnTo>
                <a:lnTo>
                  <a:pt x="762000" y="1752600"/>
                </a:lnTo>
                <a:lnTo>
                  <a:pt x="762000" y="1771650"/>
                </a:lnTo>
                <a:lnTo>
                  <a:pt x="704850" y="1752600"/>
                </a:lnTo>
                <a:lnTo>
                  <a:pt x="695325" y="1800225"/>
                </a:lnTo>
                <a:lnTo>
                  <a:pt x="685800" y="1809750"/>
                </a:lnTo>
                <a:lnTo>
                  <a:pt x="666750" y="1809750"/>
                </a:lnTo>
                <a:lnTo>
                  <a:pt x="657225" y="1809750"/>
                </a:lnTo>
                <a:lnTo>
                  <a:pt x="657225" y="1800225"/>
                </a:lnTo>
                <a:lnTo>
                  <a:pt x="638175" y="1819275"/>
                </a:lnTo>
                <a:lnTo>
                  <a:pt x="628650" y="1819275"/>
                </a:lnTo>
                <a:lnTo>
                  <a:pt x="581025" y="1809750"/>
                </a:lnTo>
                <a:lnTo>
                  <a:pt x="590550" y="1847850"/>
                </a:lnTo>
                <a:lnTo>
                  <a:pt x="561975" y="1828800"/>
                </a:lnTo>
                <a:lnTo>
                  <a:pt x="561975" y="1847850"/>
                </a:lnTo>
                <a:lnTo>
                  <a:pt x="561975" y="1866900"/>
                </a:lnTo>
                <a:lnTo>
                  <a:pt x="542925" y="18669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935075" y="-1143000"/>
            <a:ext cx="114300" cy="104775"/>
          </a:xfrm>
          <a:custGeom>
            <a:avLst/>
            <a:gdLst/>
            <a:ahLst/>
            <a:cxnLst/>
            <a:rect l="l" t="t" r="r" b="b"/>
            <a:pathLst>
              <a:path w="114300" h="104775">
                <a:moveTo>
                  <a:pt x="114300" y="38100"/>
                </a:moveTo>
                <a:lnTo>
                  <a:pt x="104775" y="66675"/>
                </a:lnTo>
                <a:lnTo>
                  <a:pt x="95250" y="95250"/>
                </a:lnTo>
                <a:lnTo>
                  <a:pt x="47625" y="104775"/>
                </a:lnTo>
                <a:lnTo>
                  <a:pt x="9525" y="95250"/>
                </a:lnTo>
                <a:lnTo>
                  <a:pt x="0" y="57150"/>
                </a:lnTo>
                <a:lnTo>
                  <a:pt x="19050" y="0"/>
                </a:lnTo>
                <a:lnTo>
                  <a:pt x="47625" y="0"/>
                </a:lnTo>
                <a:lnTo>
                  <a:pt x="76200" y="0"/>
                </a:lnTo>
                <a:lnTo>
                  <a:pt x="95250" y="2857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582775" y="-3810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219075" y="85725"/>
                </a:moveTo>
                <a:lnTo>
                  <a:pt x="171450" y="114300"/>
                </a:lnTo>
                <a:lnTo>
                  <a:pt x="142875" y="152400"/>
                </a:lnTo>
                <a:lnTo>
                  <a:pt x="66675" y="123825"/>
                </a:lnTo>
                <a:lnTo>
                  <a:pt x="9525" y="133350"/>
                </a:lnTo>
                <a:lnTo>
                  <a:pt x="0" y="76200"/>
                </a:lnTo>
                <a:lnTo>
                  <a:pt x="9525" y="19050"/>
                </a:lnTo>
                <a:lnTo>
                  <a:pt x="66675" y="19050"/>
                </a:lnTo>
                <a:lnTo>
                  <a:pt x="142875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44650" y="-962025"/>
            <a:ext cx="152400" cy="209550"/>
          </a:xfrm>
          <a:custGeom>
            <a:avLst/>
            <a:gdLst/>
            <a:ahLst/>
            <a:cxnLst/>
            <a:rect l="l" t="t" r="r" b="b"/>
            <a:pathLst>
              <a:path w="152400" h="209550">
                <a:moveTo>
                  <a:pt x="152400" y="104775"/>
                </a:moveTo>
                <a:lnTo>
                  <a:pt x="142875" y="161925"/>
                </a:lnTo>
                <a:lnTo>
                  <a:pt x="104775" y="209550"/>
                </a:lnTo>
                <a:lnTo>
                  <a:pt x="57150" y="200025"/>
                </a:lnTo>
                <a:lnTo>
                  <a:pt x="0" y="161925"/>
                </a:lnTo>
                <a:lnTo>
                  <a:pt x="9525" y="114300"/>
                </a:lnTo>
                <a:lnTo>
                  <a:pt x="19050" y="57150"/>
                </a:lnTo>
                <a:lnTo>
                  <a:pt x="76200" y="38100"/>
                </a:lnTo>
                <a:lnTo>
                  <a:pt x="104775" y="0"/>
                </a:lnTo>
                <a:lnTo>
                  <a:pt x="133350" y="4762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582525" y="-1428750"/>
            <a:ext cx="152400" cy="200025"/>
          </a:xfrm>
          <a:custGeom>
            <a:avLst/>
            <a:gdLst/>
            <a:ahLst/>
            <a:cxnLst/>
            <a:rect l="l" t="t" r="r" b="b"/>
            <a:pathLst>
              <a:path w="152400" h="200025">
                <a:moveTo>
                  <a:pt x="152400" y="104775"/>
                </a:moveTo>
                <a:lnTo>
                  <a:pt x="133350" y="142875"/>
                </a:lnTo>
                <a:lnTo>
                  <a:pt x="123825" y="200025"/>
                </a:lnTo>
                <a:lnTo>
                  <a:pt x="47625" y="161925"/>
                </a:lnTo>
                <a:lnTo>
                  <a:pt x="0" y="133350"/>
                </a:lnTo>
                <a:lnTo>
                  <a:pt x="9525" y="85725"/>
                </a:lnTo>
                <a:lnTo>
                  <a:pt x="19050" y="57150"/>
                </a:lnTo>
                <a:lnTo>
                  <a:pt x="66675" y="19050"/>
                </a:lnTo>
                <a:lnTo>
                  <a:pt x="123825" y="0"/>
                </a:lnTo>
                <a:lnTo>
                  <a:pt x="142875" y="47625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82525" y="2143125"/>
            <a:ext cx="161925" cy="171450"/>
          </a:xfrm>
          <a:custGeom>
            <a:avLst/>
            <a:gdLst/>
            <a:ahLst/>
            <a:cxnLst/>
            <a:rect l="l" t="t" r="r" b="b"/>
            <a:pathLst>
              <a:path w="161925" h="171450">
                <a:moveTo>
                  <a:pt x="161925" y="95250"/>
                </a:moveTo>
                <a:lnTo>
                  <a:pt x="114300" y="133350"/>
                </a:lnTo>
                <a:lnTo>
                  <a:pt x="104775" y="171450"/>
                </a:lnTo>
                <a:lnTo>
                  <a:pt x="66675" y="152400"/>
                </a:lnTo>
                <a:lnTo>
                  <a:pt x="28575" y="133350"/>
                </a:lnTo>
                <a:lnTo>
                  <a:pt x="19050" y="104775"/>
                </a:lnTo>
                <a:lnTo>
                  <a:pt x="0" y="47625"/>
                </a:lnTo>
                <a:lnTo>
                  <a:pt x="66675" y="28575"/>
                </a:lnTo>
                <a:lnTo>
                  <a:pt x="104775" y="0"/>
                </a:lnTo>
                <a:lnTo>
                  <a:pt x="142875" y="5715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839825" y="2305050"/>
            <a:ext cx="228600" cy="133350"/>
          </a:xfrm>
          <a:custGeom>
            <a:avLst/>
            <a:gdLst/>
            <a:ahLst/>
            <a:cxnLst/>
            <a:rect l="l" t="t" r="r" b="b"/>
            <a:pathLst>
              <a:path w="228600" h="133350">
                <a:moveTo>
                  <a:pt x="228600" y="66675"/>
                </a:moveTo>
                <a:lnTo>
                  <a:pt x="180975" y="95250"/>
                </a:lnTo>
                <a:lnTo>
                  <a:pt x="114300" y="133350"/>
                </a:lnTo>
                <a:lnTo>
                  <a:pt x="66675" y="114300"/>
                </a:lnTo>
                <a:lnTo>
                  <a:pt x="28575" y="114300"/>
                </a:lnTo>
                <a:lnTo>
                  <a:pt x="9525" y="66675"/>
                </a:lnTo>
                <a:lnTo>
                  <a:pt x="0" y="9525"/>
                </a:lnTo>
                <a:lnTo>
                  <a:pt x="76200" y="9525"/>
                </a:lnTo>
                <a:lnTo>
                  <a:pt x="133350" y="0"/>
                </a:lnTo>
                <a:lnTo>
                  <a:pt x="161925" y="2857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58525" y="-1327785"/>
            <a:ext cx="3653790" cy="3782378"/>
          </a:xfrm>
          <a:custGeom>
            <a:avLst/>
            <a:gdLst/>
            <a:ahLst/>
            <a:cxnLst/>
            <a:rect l="l" t="t" r="r" b="b"/>
            <a:pathLst>
              <a:path w="3653790" h="3782378">
                <a:moveTo>
                  <a:pt x="2371725" y="874395"/>
                </a:moveTo>
                <a:lnTo>
                  <a:pt x="2386965" y="889635"/>
                </a:lnTo>
                <a:lnTo>
                  <a:pt x="2371725" y="904875"/>
                </a:lnTo>
                <a:lnTo>
                  <a:pt x="2356485" y="889635"/>
                </a:lnTo>
                <a:close/>
                <a:moveTo>
                  <a:pt x="3333750" y="2261235"/>
                </a:moveTo>
                <a:lnTo>
                  <a:pt x="3343275" y="2270760"/>
                </a:lnTo>
                <a:lnTo>
                  <a:pt x="3333750" y="2280285"/>
                </a:lnTo>
                <a:lnTo>
                  <a:pt x="3324225" y="2270760"/>
                </a:lnTo>
                <a:close/>
                <a:moveTo>
                  <a:pt x="647700" y="2794635"/>
                </a:moveTo>
                <a:lnTo>
                  <a:pt x="666750" y="2813685"/>
                </a:lnTo>
                <a:lnTo>
                  <a:pt x="647700" y="2832735"/>
                </a:lnTo>
                <a:lnTo>
                  <a:pt x="628650" y="2813685"/>
                </a:lnTo>
                <a:close/>
                <a:moveTo>
                  <a:pt x="2657475" y="2984183"/>
                </a:moveTo>
                <a:lnTo>
                  <a:pt x="2667952" y="2994660"/>
                </a:lnTo>
                <a:lnTo>
                  <a:pt x="2657475" y="3005138"/>
                </a:lnTo>
                <a:lnTo>
                  <a:pt x="2646998" y="2994660"/>
                </a:lnTo>
                <a:close/>
                <a:moveTo>
                  <a:pt x="3638550" y="2017395"/>
                </a:moveTo>
                <a:lnTo>
                  <a:pt x="3653790" y="2032635"/>
                </a:lnTo>
                <a:lnTo>
                  <a:pt x="3638550" y="2047875"/>
                </a:lnTo>
                <a:lnTo>
                  <a:pt x="3623310" y="2032635"/>
                </a:lnTo>
                <a:close/>
                <a:moveTo>
                  <a:pt x="3524250" y="2483167"/>
                </a:moveTo>
                <a:lnTo>
                  <a:pt x="3540443" y="2499360"/>
                </a:lnTo>
                <a:lnTo>
                  <a:pt x="3524250" y="2515553"/>
                </a:lnTo>
                <a:lnTo>
                  <a:pt x="3508057" y="2499360"/>
                </a:lnTo>
                <a:close/>
                <a:moveTo>
                  <a:pt x="2638425" y="262890"/>
                </a:moveTo>
                <a:lnTo>
                  <a:pt x="2655570" y="280035"/>
                </a:lnTo>
                <a:lnTo>
                  <a:pt x="2638425" y="297180"/>
                </a:lnTo>
                <a:lnTo>
                  <a:pt x="2621280" y="280035"/>
                </a:lnTo>
                <a:close/>
                <a:moveTo>
                  <a:pt x="2819400" y="997268"/>
                </a:moveTo>
                <a:lnTo>
                  <a:pt x="2826068" y="1003935"/>
                </a:lnTo>
                <a:lnTo>
                  <a:pt x="2819400" y="1010603"/>
                </a:lnTo>
                <a:lnTo>
                  <a:pt x="2812732" y="1003935"/>
                </a:lnTo>
                <a:close/>
                <a:moveTo>
                  <a:pt x="1162050" y="160973"/>
                </a:moveTo>
                <a:lnTo>
                  <a:pt x="1176338" y="175260"/>
                </a:lnTo>
                <a:lnTo>
                  <a:pt x="1162050" y="189548"/>
                </a:lnTo>
                <a:lnTo>
                  <a:pt x="1147763" y="175260"/>
                </a:lnTo>
                <a:close/>
                <a:moveTo>
                  <a:pt x="2686050" y="790575"/>
                </a:moveTo>
                <a:lnTo>
                  <a:pt x="2699385" y="803910"/>
                </a:lnTo>
                <a:lnTo>
                  <a:pt x="2686050" y="817245"/>
                </a:lnTo>
                <a:lnTo>
                  <a:pt x="2672715" y="803910"/>
                </a:lnTo>
                <a:close/>
                <a:moveTo>
                  <a:pt x="2381250" y="3035618"/>
                </a:moveTo>
                <a:lnTo>
                  <a:pt x="2397443" y="3051810"/>
                </a:lnTo>
                <a:lnTo>
                  <a:pt x="2381250" y="3068003"/>
                </a:lnTo>
                <a:lnTo>
                  <a:pt x="2365057" y="3051810"/>
                </a:lnTo>
                <a:close/>
                <a:moveTo>
                  <a:pt x="3419475" y="1918335"/>
                </a:moveTo>
                <a:lnTo>
                  <a:pt x="3429000" y="1927860"/>
                </a:lnTo>
                <a:lnTo>
                  <a:pt x="3419475" y="1937385"/>
                </a:lnTo>
                <a:lnTo>
                  <a:pt x="3409950" y="1927860"/>
                </a:lnTo>
                <a:close/>
                <a:moveTo>
                  <a:pt x="1104900" y="563880"/>
                </a:moveTo>
                <a:lnTo>
                  <a:pt x="1116330" y="575310"/>
                </a:lnTo>
                <a:lnTo>
                  <a:pt x="1104900" y="586740"/>
                </a:lnTo>
                <a:lnTo>
                  <a:pt x="1093470" y="575310"/>
                </a:lnTo>
                <a:close/>
                <a:moveTo>
                  <a:pt x="1057275" y="810578"/>
                </a:moveTo>
                <a:lnTo>
                  <a:pt x="1069657" y="822960"/>
                </a:lnTo>
                <a:lnTo>
                  <a:pt x="1057275" y="835343"/>
                </a:lnTo>
                <a:lnTo>
                  <a:pt x="1044893" y="822960"/>
                </a:lnTo>
                <a:close/>
                <a:moveTo>
                  <a:pt x="2524125" y="519113"/>
                </a:moveTo>
                <a:lnTo>
                  <a:pt x="2542223" y="537210"/>
                </a:lnTo>
                <a:lnTo>
                  <a:pt x="2524125" y="555308"/>
                </a:lnTo>
                <a:lnTo>
                  <a:pt x="2506027" y="537210"/>
                </a:lnTo>
                <a:close/>
                <a:moveTo>
                  <a:pt x="180975" y="1137285"/>
                </a:moveTo>
                <a:lnTo>
                  <a:pt x="200025" y="1156335"/>
                </a:lnTo>
                <a:lnTo>
                  <a:pt x="180975" y="1175385"/>
                </a:lnTo>
                <a:lnTo>
                  <a:pt x="161925" y="1156335"/>
                </a:lnTo>
                <a:close/>
                <a:moveTo>
                  <a:pt x="2181225" y="3107055"/>
                </a:moveTo>
                <a:lnTo>
                  <a:pt x="2192655" y="3118485"/>
                </a:lnTo>
                <a:lnTo>
                  <a:pt x="2181225" y="3129915"/>
                </a:lnTo>
                <a:lnTo>
                  <a:pt x="2169795" y="3118485"/>
                </a:lnTo>
                <a:close/>
                <a:moveTo>
                  <a:pt x="542925" y="2325053"/>
                </a:moveTo>
                <a:lnTo>
                  <a:pt x="555307" y="2337435"/>
                </a:lnTo>
                <a:lnTo>
                  <a:pt x="542925" y="2349818"/>
                </a:lnTo>
                <a:lnTo>
                  <a:pt x="530543" y="2337435"/>
                </a:lnTo>
                <a:close/>
                <a:moveTo>
                  <a:pt x="19050" y="1775460"/>
                </a:moveTo>
                <a:lnTo>
                  <a:pt x="38100" y="1794510"/>
                </a:lnTo>
                <a:lnTo>
                  <a:pt x="19050" y="1813560"/>
                </a:lnTo>
                <a:lnTo>
                  <a:pt x="0" y="1794510"/>
                </a:lnTo>
                <a:close/>
                <a:moveTo>
                  <a:pt x="590550" y="2047875"/>
                </a:moveTo>
                <a:lnTo>
                  <a:pt x="603885" y="2061210"/>
                </a:lnTo>
                <a:lnTo>
                  <a:pt x="590550" y="2074545"/>
                </a:lnTo>
                <a:lnTo>
                  <a:pt x="577215" y="2061210"/>
                </a:lnTo>
                <a:close/>
                <a:moveTo>
                  <a:pt x="2085975" y="3749993"/>
                </a:moveTo>
                <a:lnTo>
                  <a:pt x="2102168" y="3766185"/>
                </a:lnTo>
                <a:lnTo>
                  <a:pt x="2085975" y="3782378"/>
                </a:lnTo>
                <a:lnTo>
                  <a:pt x="2069782" y="3766185"/>
                </a:lnTo>
                <a:close/>
                <a:moveTo>
                  <a:pt x="3429000" y="1365885"/>
                </a:moveTo>
                <a:lnTo>
                  <a:pt x="3448050" y="1384935"/>
                </a:lnTo>
                <a:lnTo>
                  <a:pt x="3429000" y="1403985"/>
                </a:lnTo>
                <a:lnTo>
                  <a:pt x="3409950" y="1384935"/>
                </a:lnTo>
                <a:close/>
                <a:moveTo>
                  <a:pt x="495300" y="1210628"/>
                </a:moveTo>
                <a:lnTo>
                  <a:pt x="507682" y="1223010"/>
                </a:lnTo>
                <a:lnTo>
                  <a:pt x="495300" y="1235393"/>
                </a:lnTo>
                <a:lnTo>
                  <a:pt x="482918" y="1223010"/>
                </a:lnTo>
                <a:close/>
                <a:moveTo>
                  <a:pt x="1123950" y="2965133"/>
                </a:moveTo>
                <a:lnTo>
                  <a:pt x="1143952" y="2985135"/>
                </a:lnTo>
                <a:lnTo>
                  <a:pt x="1123950" y="3005138"/>
                </a:lnTo>
                <a:lnTo>
                  <a:pt x="1103948" y="2985135"/>
                </a:lnTo>
                <a:close/>
                <a:moveTo>
                  <a:pt x="104775" y="1823085"/>
                </a:moveTo>
                <a:lnTo>
                  <a:pt x="114300" y="1832610"/>
                </a:lnTo>
                <a:lnTo>
                  <a:pt x="104775" y="1842135"/>
                </a:lnTo>
                <a:lnTo>
                  <a:pt x="95250" y="1832610"/>
                </a:lnTo>
                <a:close/>
                <a:moveTo>
                  <a:pt x="2085975" y="3672840"/>
                </a:moveTo>
                <a:lnTo>
                  <a:pt x="2093595" y="3680460"/>
                </a:lnTo>
                <a:lnTo>
                  <a:pt x="2085975" y="3688080"/>
                </a:lnTo>
                <a:lnTo>
                  <a:pt x="2078355" y="3680460"/>
                </a:lnTo>
                <a:close/>
                <a:moveTo>
                  <a:pt x="2971800" y="1906905"/>
                </a:moveTo>
                <a:lnTo>
                  <a:pt x="2983230" y="1918335"/>
                </a:lnTo>
                <a:lnTo>
                  <a:pt x="2971800" y="1929765"/>
                </a:lnTo>
                <a:lnTo>
                  <a:pt x="2960370" y="1918335"/>
                </a:lnTo>
                <a:close/>
                <a:moveTo>
                  <a:pt x="2981325" y="2108835"/>
                </a:moveTo>
                <a:lnTo>
                  <a:pt x="3000375" y="2127885"/>
                </a:lnTo>
                <a:lnTo>
                  <a:pt x="2981325" y="2146935"/>
                </a:lnTo>
                <a:lnTo>
                  <a:pt x="2962275" y="2127885"/>
                </a:lnTo>
                <a:close/>
                <a:moveTo>
                  <a:pt x="1028700" y="2649855"/>
                </a:moveTo>
                <a:lnTo>
                  <a:pt x="1040130" y="2661285"/>
                </a:lnTo>
                <a:lnTo>
                  <a:pt x="1028700" y="2672715"/>
                </a:lnTo>
                <a:lnTo>
                  <a:pt x="1017270" y="2661285"/>
                </a:lnTo>
                <a:close/>
                <a:moveTo>
                  <a:pt x="3286125" y="956310"/>
                </a:moveTo>
                <a:lnTo>
                  <a:pt x="3295650" y="965835"/>
                </a:lnTo>
                <a:lnTo>
                  <a:pt x="3286125" y="975360"/>
                </a:lnTo>
                <a:lnTo>
                  <a:pt x="3276600" y="965835"/>
                </a:lnTo>
                <a:close/>
                <a:moveTo>
                  <a:pt x="2133600" y="3528060"/>
                </a:moveTo>
                <a:lnTo>
                  <a:pt x="2152650" y="3547110"/>
                </a:lnTo>
                <a:lnTo>
                  <a:pt x="2133600" y="3566160"/>
                </a:lnTo>
                <a:lnTo>
                  <a:pt x="2114550" y="3547110"/>
                </a:lnTo>
                <a:close/>
                <a:moveTo>
                  <a:pt x="2162175" y="3025140"/>
                </a:moveTo>
                <a:lnTo>
                  <a:pt x="2169795" y="3032760"/>
                </a:lnTo>
                <a:lnTo>
                  <a:pt x="2162175" y="3040380"/>
                </a:lnTo>
                <a:lnTo>
                  <a:pt x="2154555" y="3032760"/>
                </a:lnTo>
                <a:close/>
                <a:moveTo>
                  <a:pt x="2809875" y="757238"/>
                </a:moveTo>
                <a:lnTo>
                  <a:pt x="2818448" y="765810"/>
                </a:lnTo>
                <a:lnTo>
                  <a:pt x="2809875" y="774383"/>
                </a:lnTo>
                <a:lnTo>
                  <a:pt x="2801302" y="765810"/>
                </a:lnTo>
                <a:close/>
                <a:moveTo>
                  <a:pt x="152400" y="2111692"/>
                </a:moveTo>
                <a:lnTo>
                  <a:pt x="159068" y="2118360"/>
                </a:lnTo>
                <a:lnTo>
                  <a:pt x="152400" y="2125028"/>
                </a:lnTo>
                <a:lnTo>
                  <a:pt x="145732" y="2118360"/>
                </a:lnTo>
                <a:close/>
                <a:moveTo>
                  <a:pt x="685800" y="2426017"/>
                </a:moveTo>
                <a:lnTo>
                  <a:pt x="692468" y="2432685"/>
                </a:lnTo>
                <a:lnTo>
                  <a:pt x="685800" y="2439353"/>
                </a:lnTo>
                <a:lnTo>
                  <a:pt x="679132" y="2432685"/>
                </a:lnTo>
                <a:close/>
                <a:moveTo>
                  <a:pt x="3257550" y="2468880"/>
                </a:moveTo>
                <a:lnTo>
                  <a:pt x="3268980" y="2480310"/>
                </a:lnTo>
                <a:lnTo>
                  <a:pt x="3257550" y="2491740"/>
                </a:lnTo>
                <a:lnTo>
                  <a:pt x="3246120" y="2480310"/>
                </a:lnTo>
                <a:close/>
                <a:moveTo>
                  <a:pt x="2171700" y="3733800"/>
                </a:moveTo>
                <a:lnTo>
                  <a:pt x="2194560" y="3756660"/>
                </a:lnTo>
                <a:lnTo>
                  <a:pt x="2171700" y="3779520"/>
                </a:lnTo>
                <a:lnTo>
                  <a:pt x="2148840" y="3756660"/>
                </a:lnTo>
                <a:close/>
                <a:moveTo>
                  <a:pt x="2647950" y="2755583"/>
                </a:moveTo>
                <a:lnTo>
                  <a:pt x="2667952" y="2775585"/>
                </a:lnTo>
                <a:lnTo>
                  <a:pt x="2647950" y="2795588"/>
                </a:lnTo>
                <a:lnTo>
                  <a:pt x="2627948" y="2775585"/>
                </a:lnTo>
                <a:close/>
                <a:moveTo>
                  <a:pt x="3019425" y="441960"/>
                </a:moveTo>
                <a:lnTo>
                  <a:pt x="3028950" y="451485"/>
                </a:lnTo>
                <a:lnTo>
                  <a:pt x="3019425" y="461010"/>
                </a:lnTo>
                <a:lnTo>
                  <a:pt x="3009900" y="451485"/>
                </a:lnTo>
                <a:close/>
                <a:moveTo>
                  <a:pt x="2552700" y="870585"/>
                </a:moveTo>
                <a:lnTo>
                  <a:pt x="2562225" y="880110"/>
                </a:lnTo>
                <a:lnTo>
                  <a:pt x="2552700" y="889635"/>
                </a:lnTo>
                <a:lnTo>
                  <a:pt x="2543175" y="880110"/>
                </a:lnTo>
                <a:close/>
                <a:moveTo>
                  <a:pt x="2038350" y="395288"/>
                </a:moveTo>
                <a:lnTo>
                  <a:pt x="2046923" y="403860"/>
                </a:lnTo>
                <a:lnTo>
                  <a:pt x="2038350" y="412433"/>
                </a:lnTo>
                <a:lnTo>
                  <a:pt x="2029777" y="403860"/>
                </a:lnTo>
                <a:close/>
                <a:moveTo>
                  <a:pt x="1333500" y="432435"/>
                </a:moveTo>
                <a:lnTo>
                  <a:pt x="1352550" y="451485"/>
                </a:lnTo>
                <a:lnTo>
                  <a:pt x="1333500" y="470535"/>
                </a:lnTo>
                <a:lnTo>
                  <a:pt x="1314450" y="451485"/>
                </a:lnTo>
                <a:close/>
                <a:moveTo>
                  <a:pt x="247650" y="1988820"/>
                </a:moveTo>
                <a:lnTo>
                  <a:pt x="262890" y="2004060"/>
                </a:lnTo>
                <a:lnTo>
                  <a:pt x="247650" y="2019300"/>
                </a:lnTo>
                <a:lnTo>
                  <a:pt x="232410" y="2004060"/>
                </a:lnTo>
                <a:close/>
                <a:moveTo>
                  <a:pt x="2000250" y="3536633"/>
                </a:moveTo>
                <a:lnTo>
                  <a:pt x="2010727" y="3547110"/>
                </a:lnTo>
                <a:lnTo>
                  <a:pt x="2000250" y="3557588"/>
                </a:lnTo>
                <a:lnTo>
                  <a:pt x="1989773" y="3547110"/>
                </a:lnTo>
                <a:close/>
                <a:moveTo>
                  <a:pt x="1323975" y="902018"/>
                </a:moveTo>
                <a:lnTo>
                  <a:pt x="1330643" y="908685"/>
                </a:lnTo>
                <a:lnTo>
                  <a:pt x="1323975" y="915353"/>
                </a:lnTo>
                <a:lnTo>
                  <a:pt x="1317307" y="908685"/>
                </a:lnTo>
                <a:close/>
                <a:moveTo>
                  <a:pt x="3352800" y="1137285"/>
                </a:moveTo>
                <a:lnTo>
                  <a:pt x="3362325" y="1146810"/>
                </a:lnTo>
                <a:lnTo>
                  <a:pt x="3352800" y="1156335"/>
                </a:lnTo>
                <a:lnTo>
                  <a:pt x="3343275" y="1146810"/>
                </a:lnTo>
                <a:close/>
                <a:moveTo>
                  <a:pt x="2743200" y="2744153"/>
                </a:moveTo>
                <a:lnTo>
                  <a:pt x="2765107" y="2766060"/>
                </a:lnTo>
                <a:lnTo>
                  <a:pt x="2743200" y="2787968"/>
                </a:lnTo>
                <a:lnTo>
                  <a:pt x="2721293" y="2766060"/>
                </a:lnTo>
                <a:close/>
                <a:moveTo>
                  <a:pt x="3629025" y="1339215"/>
                </a:moveTo>
                <a:lnTo>
                  <a:pt x="3636645" y="1346835"/>
                </a:lnTo>
                <a:lnTo>
                  <a:pt x="3629025" y="1354455"/>
                </a:lnTo>
                <a:lnTo>
                  <a:pt x="3621405" y="1346835"/>
                </a:lnTo>
                <a:close/>
                <a:moveTo>
                  <a:pt x="857250" y="983933"/>
                </a:moveTo>
                <a:lnTo>
                  <a:pt x="867727" y="994410"/>
                </a:lnTo>
                <a:lnTo>
                  <a:pt x="857250" y="1004887"/>
                </a:lnTo>
                <a:lnTo>
                  <a:pt x="846773" y="994410"/>
                </a:lnTo>
                <a:close/>
                <a:moveTo>
                  <a:pt x="1038225" y="2584133"/>
                </a:moveTo>
                <a:lnTo>
                  <a:pt x="1058227" y="2604135"/>
                </a:lnTo>
                <a:lnTo>
                  <a:pt x="1038225" y="2624138"/>
                </a:lnTo>
                <a:lnTo>
                  <a:pt x="1018223" y="2604135"/>
                </a:lnTo>
                <a:close/>
                <a:moveTo>
                  <a:pt x="1933575" y="660083"/>
                </a:moveTo>
                <a:lnTo>
                  <a:pt x="1944052" y="670560"/>
                </a:lnTo>
                <a:lnTo>
                  <a:pt x="1933575" y="681038"/>
                </a:lnTo>
                <a:lnTo>
                  <a:pt x="1923098" y="670560"/>
                </a:lnTo>
                <a:close/>
                <a:moveTo>
                  <a:pt x="3095625" y="3120390"/>
                </a:moveTo>
                <a:lnTo>
                  <a:pt x="3103245" y="3128010"/>
                </a:lnTo>
                <a:lnTo>
                  <a:pt x="3095625" y="3135630"/>
                </a:lnTo>
                <a:lnTo>
                  <a:pt x="3088005" y="3128010"/>
                </a:lnTo>
                <a:close/>
                <a:moveTo>
                  <a:pt x="1743075" y="53340"/>
                </a:moveTo>
                <a:lnTo>
                  <a:pt x="1750695" y="60960"/>
                </a:lnTo>
                <a:lnTo>
                  <a:pt x="1743075" y="68580"/>
                </a:lnTo>
                <a:lnTo>
                  <a:pt x="1735455" y="60960"/>
                </a:lnTo>
                <a:close/>
                <a:moveTo>
                  <a:pt x="800100" y="1767840"/>
                </a:moveTo>
                <a:lnTo>
                  <a:pt x="817245" y="1784985"/>
                </a:lnTo>
                <a:lnTo>
                  <a:pt x="800100" y="1802130"/>
                </a:lnTo>
                <a:lnTo>
                  <a:pt x="782955" y="1784985"/>
                </a:lnTo>
                <a:close/>
                <a:moveTo>
                  <a:pt x="3143250" y="1072515"/>
                </a:moveTo>
                <a:lnTo>
                  <a:pt x="3160395" y="1089660"/>
                </a:lnTo>
                <a:lnTo>
                  <a:pt x="3143250" y="1106805"/>
                </a:lnTo>
                <a:lnTo>
                  <a:pt x="3126105" y="1089660"/>
                </a:lnTo>
                <a:close/>
                <a:moveTo>
                  <a:pt x="3057525" y="1643063"/>
                </a:moveTo>
                <a:lnTo>
                  <a:pt x="3066098" y="1651635"/>
                </a:lnTo>
                <a:lnTo>
                  <a:pt x="3057525" y="1660208"/>
                </a:lnTo>
                <a:lnTo>
                  <a:pt x="3048952" y="1651635"/>
                </a:lnTo>
                <a:close/>
                <a:moveTo>
                  <a:pt x="1447800" y="3063240"/>
                </a:moveTo>
                <a:lnTo>
                  <a:pt x="1455420" y="3070860"/>
                </a:lnTo>
                <a:lnTo>
                  <a:pt x="1447800" y="3078480"/>
                </a:lnTo>
                <a:lnTo>
                  <a:pt x="1440180" y="3070860"/>
                </a:lnTo>
                <a:close/>
                <a:moveTo>
                  <a:pt x="2781300" y="2889885"/>
                </a:moveTo>
                <a:lnTo>
                  <a:pt x="2790825" y="2899410"/>
                </a:lnTo>
                <a:lnTo>
                  <a:pt x="2781300" y="2908935"/>
                </a:lnTo>
                <a:lnTo>
                  <a:pt x="2771775" y="2899410"/>
                </a:lnTo>
                <a:close/>
                <a:moveTo>
                  <a:pt x="2028825" y="308610"/>
                </a:moveTo>
                <a:lnTo>
                  <a:pt x="2038350" y="318135"/>
                </a:lnTo>
                <a:lnTo>
                  <a:pt x="2028825" y="327660"/>
                </a:lnTo>
                <a:lnTo>
                  <a:pt x="2019300" y="318135"/>
                </a:lnTo>
                <a:close/>
                <a:moveTo>
                  <a:pt x="2847975" y="3165158"/>
                </a:moveTo>
                <a:lnTo>
                  <a:pt x="2858452" y="3175635"/>
                </a:lnTo>
                <a:lnTo>
                  <a:pt x="2847975" y="3186113"/>
                </a:lnTo>
                <a:lnTo>
                  <a:pt x="2837498" y="3175635"/>
                </a:lnTo>
                <a:close/>
                <a:moveTo>
                  <a:pt x="838200" y="1194435"/>
                </a:moveTo>
                <a:lnTo>
                  <a:pt x="847725" y="1203960"/>
                </a:lnTo>
                <a:lnTo>
                  <a:pt x="838200" y="1213485"/>
                </a:lnTo>
                <a:lnTo>
                  <a:pt x="828675" y="1203960"/>
                </a:lnTo>
                <a:close/>
                <a:moveTo>
                  <a:pt x="2600325" y="3367088"/>
                </a:moveTo>
                <a:lnTo>
                  <a:pt x="2618423" y="3385185"/>
                </a:lnTo>
                <a:lnTo>
                  <a:pt x="2600325" y="3403283"/>
                </a:lnTo>
                <a:lnTo>
                  <a:pt x="2582227" y="3385185"/>
                </a:lnTo>
                <a:close/>
                <a:moveTo>
                  <a:pt x="590550" y="1134428"/>
                </a:moveTo>
                <a:lnTo>
                  <a:pt x="602932" y="1146810"/>
                </a:lnTo>
                <a:lnTo>
                  <a:pt x="590550" y="1159193"/>
                </a:lnTo>
                <a:lnTo>
                  <a:pt x="578168" y="1146810"/>
                </a:lnTo>
                <a:close/>
                <a:moveTo>
                  <a:pt x="400050" y="1928813"/>
                </a:moveTo>
                <a:lnTo>
                  <a:pt x="418148" y="1946910"/>
                </a:lnTo>
                <a:lnTo>
                  <a:pt x="400050" y="1965008"/>
                </a:lnTo>
                <a:lnTo>
                  <a:pt x="381952" y="1946910"/>
                </a:lnTo>
                <a:close/>
                <a:moveTo>
                  <a:pt x="1866900" y="3373755"/>
                </a:moveTo>
                <a:lnTo>
                  <a:pt x="1887855" y="3394710"/>
                </a:lnTo>
                <a:lnTo>
                  <a:pt x="1866900" y="3415665"/>
                </a:lnTo>
                <a:lnTo>
                  <a:pt x="1845945" y="3394710"/>
                </a:lnTo>
                <a:close/>
                <a:moveTo>
                  <a:pt x="733425" y="1848803"/>
                </a:moveTo>
                <a:lnTo>
                  <a:pt x="755332" y="1870710"/>
                </a:lnTo>
                <a:lnTo>
                  <a:pt x="733425" y="1892618"/>
                </a:lnTo>
                <a:lnTo>
                  <a:pt x="711518" y="1870710"/>
                </a:lnTo>
                <a:close/>
                <a:moveTo>
                  <a:pt x="2381250" y="2814638"/>
                </a:moveTo>
                <a:lnTo>
                  <a:pt x="2389823" y="2823210"/>
                </a:lnTo>
                <a:lnTo>
                  <a:pt x="2381250" y="2831783"/>
                </a:lnTo>
                <a:lnTo>
                  <a:pt x="2372677" y="2823210"/>
                </a:lnTo>
                <a:close/>
                <a:moveTo>
                  <a:pt x="3057525" y="1597343"/>
                </a:moveTo>
                <a:lnTo>
                  <a:pt x="3064193" y="1604010"/>
                </a:lnTo>
                <a:lnTo>
                  <a:pt x="3057525" y="1610678"/>
                </a:lnTo>
                <a:lnTo>
                  <a:pt x="3050857" y="1604010"/>
                </a:lnTo>
                <a:close/>
                <a:moveTo>
                  <a:pt x="3381375" y="842963"/>
                </a:moveTo>
                <a:lnTo>
                  <a:pt x="3399473" y="861060"/>
                </a:lnTo>
                <a:lnTo>
                  <a:pt x="3381375" y="879158"/>
                </a:lnTo>
                <a:lnTo>
                  <a:pt x="3363277" y="861060"/>
                </a:lnTo>
                <a:close/>
                <a:moveTo>
                  <a:pt x="1704975" y="0"/>
                </a:moveTo>
                <a:lnTo>
                  <a:pt x="1727835" y="22860"/>
                </a:lnTo>
                <a:lnTo>
                  <a:pt x="1704975" y="45720"/>
                </a:lnTo>
                <a:lnTo>
                  <a:pt x="1682115" y="22860"/>
                </a:lnTo>
                <a:close/>
                <a:moveTo>
                  <a:pt x="3000375" y="672465"/>
                </a:moveTo>
                <a:lnTo>
                  <a:pt x="3007995" y="680085"/>
                </a:lnTo>
                <a:lnTo>
                  <a:pt x="3000375" y="687705"/>
                </a:lnTo>
                <a:lnTo>
                  <a:pt x="2992755" y="680085"/>
                </a:lnTo>
                <a:close/>
                <a:moveTo>
                  <a:pt x="2695575" y="806768"/>
                </a:moveTo>
                <a:lnTo>
                  <a:pt x="2711768" y="822960"/>
                </a:lnTo>
                <a:lnTo>
                  <a:pt x="2695575" y="839153"/>
                </a:lnTo>
                <a:lnTo>
                  <a:pt x="2679382" y="822960"/>
                </a:lnTo>
                <a:close/>
                <a:moveTo>
                  <a:pt x="866775" y="437198"/>
                </a:moveTo>
                <a:lnTo>
                  <a:pt x="881063" y="451485"/>
                </a:lnTo>
                <a:lnTo>
                  <a:pt x="866775" y="465773"/>
                </a:lnTo>
                <a:lnTo>
                  <a:pt x="852488" y="451485"/>
                </a:lnTo>
                <a:close/>
                <a:moveTo>
                  <a:pt x="2209800" y="2981325"/>
                </a:moveTo>
                <a:lnTo>
                  <a:pt x="2232660" y="3004185"/>
                </a:lnTo>
                <a:lnTo>
                  <a:pt x="2209800" y="3027045"/>
                </a:lnTo>
                <a:lnTo>
                  <a:pt x="2186940" y="3004185"/>
                </a:lnTo>
                <a:close/>
                <a:moveTo>
                  <a:pt x="3409950" y="2190750"/>
                </a:moveTo>
                <a:lnTo>
                  <a:pt x="3423285" y="2204085"/>
                </a:lnTo>
                <a:lnTo>
                  <a:pt x="3409950" y="2217420"/>
                </a:lnTo>
                <a:lnTo>
                  <a:pt x="3396615" y="2204085"/>
                </a:lnTo>
                <a:close/>
                <a:moveTo>
                  <a:pt x="2990850" y="2078355"/>
                </a:moveTo>
                <a:lnTo>
                  <a:pt x="3011805" y="2099310"/>
                </a:lnTo>
                <a:lnTo>
                  <a:pt x="2990850" y="2120265"/>
                </a:lnTo>
                <a:lnTo>
                  <a:pt x="2969895" y="209931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951970" y="-333375"/>
            <a:ext cx="1829753" cy="1888808"/>
          </a:xfrm>
          <a:custGeom>
            <a:avLst/>
            <a:gdLst/>
            <a:ahLst/>
            <a:cxnLst/>
            <a:rect l="l" t="t" r="r" b="b"/>
            <a:pathLst>
              <a:path w="1829753" h="1888808">
                <a:moveTo>
                  <a:pt x="11430" y="979170"/>
                </a:moveTo>
                <a:lnTo>
                  <a:pt x="22860" y="990600"/>
                </a:lnTo>
                <a:lnTo>
                  <a:pt x="11430" y="1002030"/>
                </a:lnTo>
                <a:lnTo>
                  <a:pt x="0" y="990600"/>
                </a:lnTo>
                <a:close/>
                <a:moveTo>
                  <a:pt x="411480" y="1691640"/>
                </a:moveTo>
                <a:lnTo>
                  <a:pt x="424815" y="1704975"/>
                </a:lnTo>
                <a:lnTo>
                  <a:pt x="411480" y="1718310"/>
                </a:lnTo>
                <a:lnTo>
                  <a:pt x="398145" y="1704975"/>
                </a:lnTo>
                <a:close/>
                <a:moveTo>
                  <a:pt x="1383030" y="1254443"/>
                </a:moveTo>
                <a:lnTo>
                  <a:pt x="1395413" y="1266825"/>
                </a:lnTo>
                <a:lnTo>
                  <a:pt x="1383030" y="1279208"/>
                </a:lnTo>
                <a:lnTo>
                  <a:pt x="1370648" y="1266825"/>
                </a:lnTo>
                <a:close/>
                <a:moveTo>
                  <a:pt x="249555" y="1153478"/>
                </a:moveTo>
                <a:lnTo>
                  <a:pt x="267653" y="1171575"/>
                </a:lnTo>
                <a:lnTo>
                  <a:pt x="249555" y="1189673"/>
                </a:lnTo>
                <a:lnTo>
                  <a:pt x="231457" y="1171575"/>
                </a:lnTo>
                <a:close/>
                <a:moveTo>
                  <a:pt x="716280" y="1494473"/>
                </a:moveTo>
                <a:lnTo>
                  <a:pt x="726757" y="1504950"/>
                </a:lnTo>
                <a:lnTo>
                  <a:pt x="716280" y="1515428"/>
                </a:lnTo>
                <a:lnTo>
                  <a:pt x="705803" y="1504950"/>
                </a:lnTo>
                <a:close/>
                <a:moveTo>
                  <a:pt x="744855" y="1171575"/>
                </a:moveTo>
                <a:lnTo>
                  <a:pt x="763905" y="1190625"/>
                </a:lnTo>
                <a:lnTo>
                  <a:pt x="744855" y="1209675"/>
                </a:lnTo>
                <a:lnTo>
                  <a:pt x="725805" y="1190625"/>
                </a:lnTo>
                <a:close/>
                <a:moveTo>
                  <a:pt x="1306830" y="390525"/>
                </a:moveTo>
                <a:lnTo>
                  <a:pt x="1325880" y="409575"/>
                </a:lnTo>
                <a:lnTo>
                  <a:pt x="1306830" y="428625"/>
                </a:lnTo>
                <a:lnTo>
                  <a:pt x="1287780" y="409575"/>
                </a:lnTo>
                <a:close/>
                <a:moveTo>
                  <a:pt x="763905" y="1268730"/>
                </a:moveTo>
                <a:lnTo>
                  <a:pt x="781050" y="1285875"/>
                </a:lnTo>
                <a:lnTo>
                  <a:pt x="763905" y="1303020"/>
                </a:lnTo>
                <a:lnTo>
                  <a:pt x="746760" y="1285875"/>
                </a:lnTo>
                <a:close/>
                <a:moveTo>
                  <a:pt x="1640205" y="801053"/>
                </a:moveTo>
                <a:lnTo>
                  <a:pt x="1658303" y="819150"/>
                </a:lnTo>
                <a:lnTo>
                  <a:pt x="1640205" y="837248"/>
                </a:lnTo>
                <a:lnTo>
                  <a:pt x="1622107" y="819150"/>
                </a:lnTo>
                <a:close/>
                <a:moveTo>
                  <a:pt x="802005" y="710565"/>
                </a:moveTo>
                <a:lnTo>
                  <a:pt x="815340" y="723900"/>
                </a:lnTo>
                <a:lnTo>
                  <a:pt x="802005" y="737235"/>
                </a:lnTo>
                <a:lnTo>
                  <a:pt x="788670" y="723900"/>
                </a:lnTo>
                <a:close/>
                <a:moveTo>
                  <a:pt x="316230" y="581025"/>
                </a:moveTo>
                <a:lnTo>
                  <a:pt x="325755" y="590550"/>
                </a:lnTo>
                <a:lnTo>
                  <a:pt x="316230" y="600075"/>
                </a:lnTo>
                <a:lnTo>
                  <a:pt x="306705" y="590550"/>
                </a:lnTo>
                <a:close/>
                <a:moveTo>
                  <a:pt x="459105" y="1119188"/>
                </a:moveTo>
                <a:lnTo>
                  <a:pt x="473393" y="1133475"/>
                </a:lnTo>
                <a:lnTo>
                  <a:pt x="459105" y="1147763"/>
                </a:lnTo>
                <a:lnTo>
                  <a:pt x="444818" y="1133475"/>
                </a:lnTo>
                <a:close/>
                <a:moveTo>
                  <a:pt x="1278255" y="1234440"/>
                </a:moveTo>
                <a:lnTo>
                  <a:pt x="1301115" y="1257300"/>
                </a:lnTo>
                <a:lnTo>
                  <a:pt x="1278255" y="1280160"/>
                </a:lnTo>
                <a:lnTo>
                  <a:pt x="1255395" y="1257300"/>
                </a:lnTo>
                <a:close/>
                <a:moveTo>
                  <a:pt x="430530" y="1040130"/>
                </a:moveTo>
                <a:lnTo>
                  <a:pt x="447675" y="1057275"/>
                </a:lnTo>
                <a:lnTo>
                  <a:pt x="430530" y="1074420"/>
                </a:lnTo>
                <a:lnTo>
                  <a:pt x="413385" y="1057275"/>
                </a:lnTo>
                <a:close/>
                <a:moveTo>
                  <a:pt x="1097280" y="1844993"/>
                </a:moveTo>
                <a:lnTo>
                  <a:pt x="1119188" y="1866900"/>
                </a:lnTo>
                <a:lnTo>
                  <a:pt x="1097280" y="1888808"/>
                </a:lnTo>
                <a:lnTo>
                  <a:pt x="1075373" y="1866900"/>
                </a:lnTo>
                <a:close/>
                <a:moveTo>
                  <a:pt x="1564005" y="513397"/>
                </a:moveTo>
                <a:lnTo>
                  <a:pt x="1574482" y="523875"/>
                </a:lnTo>
                <a:lnTo>
                  <a:pt x="1564005" y="534353"/>
                </a:lnTo>
                <a:lnTo>
                  <a:pt x="1553528" y="523875"/>
                </a:lnTo>
                <a:close/>
                <a:moveTo>
                  <a:pt x="849630" y="1200150"/>
                </a:moveTo>
                <a:lnTo>
                  <a:pt x="859155" y="1209675"/>
                </a:lnTo>
                <a:lnTo>
                  <a:pt x="849630" y="1219200"/>
                </a:lnTo>
                <a:lnTo>
                  <a:pt x="840105" y="1209675"/>
                </a:lnTo>
                <a:close/>
                <a:moveTo>
                  <a:pt x="1068705" y="0"/>
                </a:moveTo>
                <a:lnTo>
                  <a:pt x="1087755" y="19050"/>
                </a:lnTo>
                <a:lnTo>
                  <a:pt x="1068705" y="38100"/>
                </a:lnTo>
                <a:lnTo>
                  <a:pt x="1049655" y="19050"/>
                </a:lnTo>
                <a:close/>
                <a:moveTo>
                  <a:pt x="1383030" y="1646873"/>
                </a:moveTo>
                <a:lnTo>
                  <a:pt x="1403032" y="1666875"/>
                </a:lnTo>
                <a:lnTo>
                  <a:pt x="1383030" y="1686878"/>
                </a:lnTo>
                <a:lnTo>
                  <a:pt x="1363028" y="1666875"/>
                </a:lnTo>
                <a:close/>
                <a:moveTo>
                  <a:pt x="211455" y="788670"/>
                </a:moveTo>
                <a:lnTo>
                  <a:pt x="222885" y="800100"/>
                </a:lnTo>
                <a:lnTo>
                  <a:pt x="211455" y="811530"/>
                </a:lnTo>
                <a:lnTo>
                  <a:pt x="200025" y="800100"/>
                </a:lnTo>
                <a:close/>
                <a:moveTo>
                  <a:pt x="325755" y="868680"/>
                </a:moveTo>
                <a:lnTo>
                  <a:pt x="333375" y="876300"/>
                </a:lnTo>
                <a:lnTo>
                  <a:pt x="325755" y="883920"/>
                </a:lnTo>
                <a:lnTo>
                  <a:pt x="318135" y="876300"/>
                </a:lnTo>
                <a:close/>
                <a:moveTo>
                  <a:pt x="1821180" y="448628"/>
                </a:moveTo>
                <a:lnTo>
                  <a:pt x="1829753" y="457200"/>
                </a:lnTo>
                <a:lnTo>
                  <a:pt x="1821180" y="465773"/>
                </a:lnTo>
                <a:lnTo>
                  <a:pt x="1812607" y="457200"/>
                </a:lnTo>
                <a:close/>
                <a:moveTo>
                  <a:pt x="1221105" y="1816418"/>
                </a:moveTo>
                <a:lnTo>
                  <a:pt x="1233488" y="1828800"/>
                </a:lnTo>
                <a:lnTo>
                  <a:pt x="1221105" y="1841183"/>
                </a:lnTo>
                <a:lnTo>
                  <a:pt x="1208723" y="1828800"/>
                </a:lnTo>
                <a:close/>
                <a:moveTo>
                  <a:pt x="1021080" y="1117283"/>
                </a:moveTo>
                <a:lnTo>
                  <a:pt x="1037273" y="1133475"/>
                </a:lnTo>
                <a:lnTo>
                  <a:pt x="1021080" y="1149668"/>
                </a:lnTo>
                <a:lnTo>
                  <a:pt x="1004887" y="1133475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-1109662"/>
            <a:ext cx="3252788" cy="2896553"/>
          </a:xfrm>
          <a:custGeom>
            <a:avLst/>
            <a:gdLst/>
            <a:ahLst/>
            <a:cxnLst/>
            <a:rect l="l" t="t" r="r" b="b"/>
            <a:pathLst>
              <a:path w="3252788" h="2896553">
                <a:moveTo>
                  <a:pt x="1022985" y="2866073"/>
                </a:moveTo>
                <a:lnTo>
                  <a:pt x="1038225" y="2881313"/>
                </a:lnTo>
                <a:lnTo>
                  <a:pt x="1022985" y="2896553"/>
                </a:lnTo>
                <a:lnTo>
                  <a:pt x="1007745" y="2881313"/>
                </a:lnTo>
                <a:close/>
                <a:moveTo>
                  <a:pt x="1394460" y="2749868"/>
                </a:moveTo>
                <a:lnTo>
                  <a:pt x="1411605" y="2767013"/>
                </a:lnTo>
                <a:lnTo>
                  <a:pt x="1394460" y="2784158"/>
                </a:lnTo>
                <a:lnTo>
                  <a:pt x="1377315" y="2767013"/>
                </a:lnTo>
                <a:close/>
                <a:moveTo>
                  <a:pt x="546735" y="1922145"/>
                </a:moveTo>
                <a:lnTo>
                  <a:pt x="553403" y="1928813"/>
                </a:lnTo>
                <a:lnTo>
                  <a:pt x="546735" y="1935480"/>
                </a:lnTo>
                <a:lnTo>
                  <a:pt x="540068" y="1928813"/>
                </a:lnTo>
                <a:close/>
                <a:moveTo>
                  <a:pt x="3242310" y="1584960"/>
                </a:moveTo>
                <a:lnTo>
                  <a:pt x="3252788" y="1595438"/>
                </a:lnTo>
                <a:lnTo>
                  <a:pt x="3242310" y="1605915"/>
                </a:lnTo>
                <a:lnTo>
                  <a:pt x="3231833" y="1595438"/>
                </a:lnTo>
                <a:close/>
                <a:moveTo>
                  <a:pt x="1099185" y="121920"/>
                </a:moveTo>
                <a:lnTo>
                  <a:pt x="1115378" y="138113"/>
                </a:lnTo>
                <a:lnTo>
                  <a:pt x="1099185" y="154305"/>
                </a:lnTo>
                <a:lnTo>
                  <a:pt x="1082993" y="138113"/>
                </a:lnTo>
                <a:close/>
                <a:moveTo>
                  <a:pt x="680085" y="300990"/>
                </a:moveTo>
                <a:lnTo>
                  <a:pt x="688658" y="309563"/>
                </a:lnTo>
                <a:lnTo>
                  <a:pt x="680085" y="318135"/>
                </a:lnTo>
                <a:lnTo>
                  <a:pt x="671513" y="309563"/>
                </a:lnTo>
                <a:close/>
                <a:moveTo>
                  <a:pt x="2118360" y="355282"/>
                </a:moveTo>
                <a:lnTo>
                  <a:pt x="2139315" y="376238"/>
                </a:lnTo>
                <a:lnTo>
                  <a:pt x="2118360" y="397193"/>
                </a:lnTo>
                <a:lnTo>
                  <a:pt x="2097405" y="376238"/>
                </a:lnTo>
                <a:close/>
                <a:moveTo>
                  <a:pt x="108585" y="2018348"/>
                </a:moveTo>
                <a:lnTo>
                  <a:pt x="123825" y="2033588"/>
                </a:lnTo>
                <a:lnTo>
                  <a:pt x="108585" y="2048828"/>
                </a:lnTo>
                <a:lnTo>
                  <a:pt x="93345" y="2033588"/>
                </a:lnTo>
                <a:close/>
                <a:moveTo>
                  <a:pt x="575310" y="1807845"/>
                </a:moveTo>
                <a:lnTo>
                  <a:pt x="591503" y="1824038"/>
                </a:lnTo>
                <a:lnTo>
                  <a:pt x="575310" y="1840230"/>
                </a:lnTo>
                <a:lnTo>
                  <a:pt x="559118" y="1824038"/>
                </a:lnTo>
                <a:close/>
                <a:moveTo>
                  <a:pt x="2680335" y="2011680"/>
                </a:moveTo>
                <a:lnTo>
                  <a:pt x="2692718" y="2024062"/>
                </a:lnTo>
                <a:lnTo>
                  <a:pt x="2680335" y="2036445"/>
                </a:lnTo>
                <a:lnTo>
                  <a:pt x="2667953" y="2024062"/>
                </a:lnTo>
                <a:close/>
                <a:moveTo>
                  <a:pt x="1022985" y="450533"/>
                </a:moveTo>
                <a:lnTo>
                  <a:pt x="1034415" y="461963"/>
                </a:lnTo>
                <a:lnTo>
                  <a:pt x="1022985" y="473393"/>
                </a:lnTo>
                <a:lnTo>
                  <a:pt x="1011555" y="461963"/>
                </a:lnTo>
                <a:close/>
                <a:moveTo>
                  <a:pt x="756285" y="0"/>
                </a:moveTo>
                <a:lnTo>
                  <a:pt x="770573" y="14288"/>
                </a:lnTo>
                <a:lnTo>
                  <a:pt x="756285" y="28575"/>
                </a:lnTo>
                <a:lnTo>
                  <a:pt x="741998" y="14288"/>
                </a:lnTo>
                <a:close/>
                <a:moveTo>
                  <a:pt x="13335" y="1134427"/>
                </a:moveTo>
                <a:lnTo>
                  <a:pt x="26670" y="1147763"/>
                </a:lnTo>
                <a:lnTo>
                  <a:pt x="13335" y="1161098"/>
                </a:lnTo>
                <a:lnTo>
                  <a:pt x="0" y="1147763"/>
                </a:lnTo>
                <a:close/>
                <a:moveTo>
                  <a:pt x="1651635" y="2691765"/>
                </a:moveTo>
                <a:lnTo>
                  <a:pt x="1669733" y="2709863"/>
                </a:lnTo>
                <a:lnTo>
                  <a:pt x="1651635" y="2727960"/>
                </a:lnTo>
                <a:lnTo>
                  <a:pt x="1633538" y="2709863"/>
                </a:lnTo>
                <a:close/>
                <a:moveTo>
                  <a:pt x="2346960" y="1954530"/>
                </a:moveTo>
                <a:lnTo>
                  <a:pt x="2359343" y="1966912"/>
                </a:lnTo>
                <a:lnTo>
                  <a:pt x="2346960" y="1979295"/>
                </a:lnTo>
                <a:lnTo>
                  <a:pt x="2334578" y="1966912"/>
                </a:lnTo>
                <a:close/>
                <a:moveTo>
                  <a:pt x="1946910" y="2508885"/>
                </a:moveTo>
                <a:lnTo>
                  <a:pt x="1966912" y="2528888"/>
                </a:lnTo>
                <a:lnTo>
                  <a:pt x="1946910" y="2548890"/>
                </a:lnTo>
                <a:lnTo>
                  <a:pt x="1926908" y="2528888"/>
                </a:lnTo>
                <a:close/>
                <a:moveTo>
                  <a:pt x="2165985" y="2154555"/>
                </a:moveTo>
                <a:lnTo>
                  <a:pt x="2187893" y="2176463"/>
                </a:lnTo>
                <a:lnTo>
                  <a:pt x="2165985" y="2198370"/>
                </a:lnTo>
                <a:lnTo>
                  <a:pt x="2144078" y="2176463"/>
                </a:lnTo>
                <a:close/>
                <a:moveTo>
                  <a:pt x="1927860" y="2368867"/>
                </a:moveTo>
                <a:lnTo>
                  <a:pt x="1935480" y="2376488"/>
                </a:lnTo>
                <a:lnTo>
                  <a:pt x="1927860" y="2384108"/>
                </a:lnTo>
                <a:lnTo>
                  <a:pt x="1920240" y="2376488"/>
                </a:lnTo>
                <a:close/>
                <a:moveTo>
                  <a:pt x="1346835" y="828675"/>
                </a:moveTo>
                <a:lnTo>
                  <a:pt x="1361123" y="842963"/>
                </a:lnTo>
                <a:lnTo>
                  <a:pt x="1346835" y="857250"/>
                </a:lnTo>
                <a:lnTo>
                  <a:pt x="1332548" y="842963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25325" y="-1171575"/>
            <a:ext cx="2400300" cy="3276600"/>
          </a:xfrm>
          <a:custGeom>
            <a:avLst/>
            <a:gdLst/>
            <a:ahLst/>
            <a:cxnLst/>
            <a:rect l="l" t="t" r="r" b="b"/>
            <a:pathLst>
              <a:path w="2400300" h="3276600">
                <a:moveTo>
                  <a:pt x="1352550" y="0"/>
                </a:moveTo>
                <a:quadBezTo>
                  <a:pt x="1447800" y="28575"/>
                  <a:pt x="1543050" y="95250"/>
                </a:quadBezTo>
                <a:moveTo>
                  <a:pt x="2400300" y="2305050"/>
                </a:moveTo>
                <a:quadBezTo>
                  <a:pt x="2333625" y="2400300"/>
                  <a:pt x="2276475" y="2543175"/>
                </a:quadBezTo>
                <a:moveTo>
                  <a:pt x="2209800" y="1562100"/>
                </a:moveTo>
                <a:quadBezTo>
                  <a:pt x="2238375" y="1609725"/>
                  <a:pt x="2257425" y="1695450"/>
                </a:quadBezTo>
                <a:moveTo>
                  <a:pt x="1781175" y="3143250"/>
                </a:moveTo>
                <a:quadBezTo>
                  <a:pt x="1724025" y="3190875"/>
                  <a:pt x="1666875" y="3276600"/>
                </a:quadBezTo>
                <a:moveTo>
                  <a:pt x="0" y="209550"/>
                </a:moveTo>
                <a:quadBezTo>
                  <a:pt x="66675" y="171450"/>
                  <a:pt x="133350" y="180975"/>
                </a:quadBezTo>
                <a:moveTo>
                  <a:pt x="352425" y="2962275"/>
                </a:moveTo>
                <a:quadBezTo>
                  <a:pt x="276225" y="2943225"/>
                  <a:pt x="200025" y="2952750"/>
                </a:quadBezTo>
                <a:moveTo>
                  <a:pt x="333375" y="447675"/>
                </a:moveTo>
                <a:quadBezTo>
                  <a:pt x="400050" y="390525"/>
                  <a:pt x="457200" y="361950"/>
                </a:quadBezTo>
                <a:moveTo>
                  <a:pt x="1819275" y="2495550"/>
                </a:moveTo>
                <a:quadBezTo>
                  <a:pt x="1743075" y="2571750"/>
                  <a:pt x="1666875" y="2676525"/>
                </a:quadBezTo>
                <a:moveTo>
                  <a:pt x="2343150" y="1171575"/>
                </a:moveTo>
                <a:quadBezTo>
                  <a:pt x="2352675" y="1276350"/>
                  <a:pt x="2371725" y="1419225"/>
                </a:quadBezTo>
                <a:moveTo>
                  <a:pt x="1457325" y="2743200"/>
                </a:moveTo>
                <a:quadBezTo>
                  <a:pt x="1333500" y="2800350"/>
                  <a:pt x="1200150" y="2895600"/>
                </a:quadBezTo>
                <a:moveTo>
                  <a:pt x="1400175" y="2819400"/>
                </a:moveTo>
                <a:quadBezTo>
                  <a:pt x="1352550" y="2847975"/>
                  <a:pt x="1295400" y="2905125"/>
                </a:quadBezTo>
                <a:moveTo>
                  <a:pt x="2238375" y="819150"/>
                </a:moveTo>
                <a:quadBezTo>
                  <a:pt x="2305050" y="885825"/>
                  <a:pt x="2371725" y="1000125"/>
                </a:quadBezTo>
                <a:moveTo>
                  <a:pt x="295275" y="3162300"/>
                </a:moveTo>
                <a:quadBezTo>
                  <a:pt x="228600" y="3105150"/>
                  <a:pt x="152400" y="3095625"/>
                </a:quadBezTo>
                <a:moveTo>
                  <a:pt x="2247900" y="1638300"/>
                </a:moveTo>
                <a:quadBezTo>
                  <a:pt x="2238375" y="1704975"/>
                  <a:pt x="2219325" y="180975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11125" y="-990600"/>
            <a:ext cx="2038350" cy="1695450"/>
          </a:xfrm>
          <a:custGeom>
            <a:avLst/>
            <a:gdLst/>
            <a:ahLst/>
            <a:cxnLst/>
            <a:rect l="l" t="t" r="r" b="b"/>
            <a:pathLst>
              <a:path w="2038350" h="1695450">
                <a:moveTo>
                  <a:pt x="1390650" y="1362075"/>
                </a:moveTo>
                <a:lnTo>
                  <a:pt x="1876425" y="1562100"/>
                </a:lnTo>
                <a:moveTo>
                  <a:pt x="1381125" y="1390650"/>
                </a:moveTo>
                <a:lnTo>
                  <a:pt x="2038350" y="1666875"/>
                </a:lnTo>
                <a:moveTo>
                  <a:pt x="1371600" y="1419225"/>
                </a:moveTo>
                <a:lnTo>
                  <a:pt x="1905000" y="1638300"/>
                </a:lnTo>
                <a:moveTo>
                  <a:pt x="1362075" y="1447800"/>
                </a:moveTo>
                <a:lnTo>
                  <a:pt x="1952625" y="1695450"/>
                </a:lnTo>
                <a:moveTo>
                  <a:pt x="590550" y="95250"/>
                </a:moveTo>
                <a:lnTo>
                  <a:pt x="228600" y="114300"/>
                </a:lnTo>
                <a:moveTo>
                  <a:pt x="581025" y="57150"/>
                </a:moveTo>
                <a:lnTo>
                  <a:pt x="85725" y="76200"/>
                </a:lnTo>
                <a:moveTo>
                  <a:pt x="581025" y="19050"/>
                </a:moveTo>
                <a:lnTo>
                  <a:pt x="0" y="47625"/>
                </a:lnTo>
                <a:moveTo>
                  <a:pt x="581025" y="0"/>
                </a:moveTo>
                <a:lnTo>
                  <a:pt x="0" y="2857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87150" y="733425"/>
            <a:ext cx="2343150" cy="3895725"/>
          </a:xfrm>
          <a:custGeom>
            <a:avLst/>
            <a:gdLst/>
            <a:ahLst/>
            <a:cxnLst/>
            <a:rect l="l" t="t" r="r" b="b"/>
            <a:pathLst>
              <a:path w="2343150" h="3895725">
                <a:moveTo>
                  <a:pt x="1428750" y="3876675"/>
                </a:moveTo>
                <a:lnTo>
                  <a:pt x="1438275" y="3895725"/>
                </a:lnTo>
                <a:lnTo>
                  <a:pt x="1381125" y="3867150"/>
                </a:lnTo>
                <a:lnTo>
                  <a:pt x="1343025" y="3781425"/>
                </a:lnTo>
                <a:lnTo>
                  <a:pt x="1333500" y="3781425"/>
                </a:lnTo>
                <a:lnTo>
                  <a:pt x="1323975" y="3743325"/>
                </a:lnTo>
                <a:lnTo>
                  <a:pt x="1266825" y="3724275"/>
                </a:lnTo>
                <a:lnTo>
                  <a:pt x="1247775" y="3667125"/>
                </a:lnTo>
                <a:lnTo>
                  <a:pt x="1228725" y="3638550"/>
                </a:lnTo>
                <a:lnTo>
                  <a:pt x="1209675" y="3629025"/>
                </a:lnTo>
                <a:lnTo>
                  <a:pt x="1171575" y="3590925"/>
                </a:lnTo>
                <a:lnTo>
                  <a:pt x="1114425" y="3581400"/>
                </a:lnTo>
                <a:lnTo>
                  <a:pt x="1066800" y="3543300"/>
                </a:lnTo>
                <a:lnTo>
                  <a:pt x="1057275" y="3505200"/>
                </a:lnTo>
                <a:lnTo>
                  <a:pt x="1028700" y="3505200"/>
                </a:lnTo>
                <a:lnTo>
                  <a:pt x="981075" y="3486150"/>
                </a:lnTo>
                <a:lnTo>
                  <a:pt x="971550" y="3429000"/>
                </a:lnTo>
                <a:lnTo>
                  <a:pt x="933450" y="3448050"/>
                </a:lnTo>
                <a:lnTo>
                  <a:pt x="904875" y="3400425"/>
                </a:lnTo>
                <a:lnTo>
                  <a:pt x="876300" y="3362325"/>
                </a:lnTo>
                <a:lnTo>
                  <a:pt x="857250" y="3333750"/>
                </a:lnTo>
                <a:lnTo>
                  <a:pt x="800100" y="3295650"/>
                </a:lnTo>
                <a:lnTo>
                  <a:pt x="762000" y="3295650"/>
                </a:lnTo>
                <a:lnTo>
                  <a:pt x="733425" y="3248025"/>
                </a:lnTo>
                <a:lnTo>
                  <a:pt x="685800" y="3248025"/>
                </a:lnTo>
                <a:lnTo>
                  <a:pt x="666750" y="3190875"/>
                </a:lnTo>
                <a:lnTo>
                  <a:pt x="647700" y="3171825"/>
                </a:lnTo>
                <a:lnTo>
                  <a:pt x="619125" y="3152775"/>
                </a:lnTo>
                <a:lnTo>
                  <a:pt x="609600" y="3105150"/>
                </a:lnTo>
                <a:lnTo>
                  <a:pt x="542925" y="3105150"/>
                </a:lnTo>
                <a:lnTo>
                  <a:pt x="552450" y="3048000"/>
                </a:lnTo>
                <a:lnTo>
                  <a:pt x="476250" y="3048000"/>
                </a:lnTo>
                <a:lnTo>
                  <a:pt x="466725" y="3028950"/>
                </a:lnTo>
                <a:lnTo>
                  <a:pt x="476250" y="2952750"/>
                </a:lnTo>
                <a:lnTo>
                  <a:pt x="400050" y="2914650"/>
                </a:lnTo>
                <a:lnTo>
                  <a:pt x="400050" y="2886075"/>
                </a:lnTo>
                <a:lnTo>
                  <a:pt x="400050" y="2857500"/>
                </a:lnTo>
                <a:lnTo>
                  <a:pt x="390525" y="2771775"/>
                </a:lnTo>
                <a:lnTo>
                  <a:pt x="361950" y="2762250"/>
                </a:lnTo>
                <a:lnTo>
                  <a:pt x="333375" y="2743200"/>
                </a:lnTo>
                <a:lnTo>
                  <a:pt x="323850" y="2705100"/>
                </a:lnTo>
                <a:lnTo>
                  <a:pt x="314325" y="2628900"/>
                </a:lnTo>
                <a:lnTo>
                  <a:pt x="304800" y="2581275"/>
                </a:lnTo>
                <a:lnTo>
                  <a:pt x="323850" y="2533650"/>
                </a:lnTo>
                <a:lnTo>
                  <a:pt x="323850" y="2543175"/>
                </a:lnTo>
                <a:lnTo>
                  <a:pt x="276225" y="2514600"/>
                </a:lnTo>
                <a:lnTo>
                  <a:pt x="257175" y="2466975"/>
                </a:lnTo>
                <a:lnTo>
                  <a:pt x="266700" y="2390775"/>
                </a:lnTo>
                <a:lnTo>
                  <a:pt x="228600" y="2371725"/>
                </a:lnTo>
                <a:lnTo>
                  <a:pt x="190500" y="2333625"/>
                </a:lnTo>
                <a:lnTo>
                  <a:pt x="219075" y="2286000"/>
                </a:lnTo>
                <a:lnTo>
                  <a:pt x="190500" y="2247900"/>
                </a:lnTo>
                <a:lnTo>
                  <a:pt x="171450" y="2181225"/>
                </a:lnTo>
                <a:lnTo>
                  <a:pt x="171450" y="2133600"/>
                </a:lnTo>
                <a:lnTo>
                  <a:pt x="133350" y="2124075"/>
                </a:lnTo>
                <a:lnTo>
                  <a:pt x="152400" y="2057400"/>
                </a:lnTo>
                <a:lnTo>
                  <a:pt x="142875" y="2019300"/>
                </a:lnTo>
                <a:lnTo>
                  <a:pt x="123825" y="1990725"/>
                </a:lnTo>
                <a:lnTo>
                  <a:pt x="76200" y="1933575"/>
                </a:lnTo>
                <a:lnTo>
                  <a:pt x="66675" y="1905000"/>
                </a:lnTo>
                <a:lnTo>
                  <a:pt x="57150" y="1857375"/>
                </a:lnTo>
                <a:lnTo>
                  <a:pt x="66675" y="1828800"/>
                </a:lnTo>
                <a:lnTo>
                  <a:pt x="76200" y="1762125"/>
                </a:lnTo>
                <a:lnTo>
                  <a:pt x="9525" y="1743075"/>
                </a:lnTo>
                <a:lnTo>
                  <a:pt x="38100" y="1714500"/>
                </a:lnTo>
                <a:lnTo>
                  <a:pt x="76200" y="1657350"/>
                </a:lnTo>
                <a:lnTo>
                  <a:pt x="104775" y="1571625"/>
                </a:lnTo>
                <a:lnTo>
                  <a:pt x="0" y="1466850"/>
                </a:lnTo>
                <a:lnTo>
                  <a:pt x="38100" y="1457325"/>
                </a:lnTo>
                <a:lnTo>
                  <a:pt x="38100" y="1390650"/>
                </a:lnTo>
                <a:lnTo>
                  <a:pt x="114300" y="1362075"/>
                </a:lnTo>
                <a:lnTo>
                  <a:pt x="152400" y="1295400"/>
                </a:lnTo>
                <a:lnTo>
                  <a:pt x="161925" y="1285875"/>
                </a:lnTo>
                <a:lnTo>
                  <a:pt x="76200" y="1123950"/>
                </a:lnTo>
                <a:lnTo>
                  <a:pt x="66675" y="1085850"/>
                </a:lnTo>
                <a:lnTo>
                  <a:pt x="123825" y="1104900"/>
                </a:lnTo>
                <a:lnTo>
                  <a:pt x="152400" y="1038225"/>
                </a:lnTo>
                <a:lnTo>
                  <a:pt x="171450" y="1019175"/>
                </a:lnTo>
                <a:lnTo>
                  <a:pt x="209550" y="1000125"/>
                </a:lnTo>
                <a:lnTo>
                  <a:pt x="295275" y="933450"/>
                </a:lnTo>
                <a:lnTo>
                  <a:pt x="304800" y="914400"/>
                </a:lnTo>
                <a:lnTo>
                  <a:pt x="361950" y="962025"/>
                </a:lnTo>
                <a:lnTo>
                  <a:pt x="400050" y="876300"/>
                </a:lnTo>
                <a:lnTo>
                  <a:pt x="447675" y="828675"/>
                </a:lnTo>
                <a:lnTo>
                  <a:pt x="438150" y="742950"/>
                </a:lnTo>
                <a:lnTo>
                  <a:pt x="428625" y="723900"/>
                </a:lnTo>
                <a:lnTo>
                  <a:pt x="514350" y="657225"/>
                </a:lnTo>
                <a:lnTo>
                  <a:pt x="476250" y="647700"/>
                </a:lnTo>
                <a:lnTo>
                  <a:pt x="523875" y="590550"/>
                </a:lnTo>
                <a:lnTo>
                  <a:pt x="485775" y="561975"/>
                </a:lnTo>
                <a:lnTo>
                  <a:pt x="542925" y="542925"/>
                </a:lnTo>
                <a:lnTo>
                  <a:pt x="581025" y="466725"/>
                </a:lnTo>
                <a:lnTo>
                  <a:pt x="561975" y="409575"/>
                </a:lnTo>
                <a:lnTo>
                  <a:pt x="581025" y="381000"/>
                </a:lnTo>
                <a:lnTo>
                  <a:pt x="600075" y="304800"/>
                </a:lnTo>
                <a:lnTo>
                  <a:pt x="619125" y="285750"/>
                </a:lnTo>
                <a:lnTo>
                  <a:pt x="600075" y="228600"/>
                </a:lnTo>
                <a:lnTo>
                  <a:pt x="628650" y="219075"/>
                </a:lnTo>
                <a:lnTo>
                  <a:pt x="685800" y="190500"/>
                </a:lnTo>
                <a:lnTo>
                  <a:pt x="695325" y="200025"/>
                </a:lnTo>
                <a:lnTo>
                  <a:pt x="704850" y="200025"/>
                </a:lnTo>
                <a:lnTo>
                  <a:pt x="733425" y="200025"/>
                </a:lnTo>
                <a:lnTo>
                  <a:pt x="771525" y="219075"/>
                </a:lnTo>
                <a:lnTo>
                  <a:pt x="771525" y="200025"/>
                </a:lnTo>
                <a:lnTo>
                  <a:pt x="828675" y="171450"/>
                </a:lnTo>
                <a:lnTo>
                  <a:pt x="847725" y="190500"/>
                </a:lnTo>
                <a:lnTo>
                  <a:pt x="838200" y="190500"/>
                </a:lnTo>
                <a:lnTo>
                  <a:pt x="876300" y="171450"/>
                </a:lnTo>
                <a:lnTo>
                  <a:pt x="942975" y="142875"/>
                </a:lnTo>
                <a:lnTo>
                  <a:pt x="952500" y="161925"/>
                </a:lnTo>
                <a:lnTo>
                  <a:pt x="971550" y="161925"/>
                </a:lnTo>
                <a:lnTo>
                  <a:pt x="1000125" y="123825"/>
                </a:lnTo>
                <a:lnTo>
                  <a:pt x="1028700" y="142875"/>
                </a:lnTo>
                <a:lnTo>
                  <a:pt x="1009650" y="123825"/>
                </a:lnTo>
                <a:lnTo>
                  <a:pt x="1047750" y="114300"/>
                </a:lnTo>
                <a:lnTo>
                  <a:pt x="1095375" y="104775"/>
                </a:lnTo>
                <a:lnTo>
                  <a:pt x="1104900" y="85725"/>
                </a:lnTo>
                <a:lnTo>
                  <a:pt x="1143000" y="85725"/>
                </a:lnTo>
                <a:lnTo>
                  <a:pt x="1162050" y="76200"/>
                </a:lnTo>
                <a:lnTo>
                  <a:pt x="1190625" y="85725"/>
                </a:lnTo>
                <a:lnTo>
                  <a:pt x="1238250" y="57150"/>
                </a:lnTo>
                <a:lnTo>
                  <a:pt x="1238250" y="85725"/>
                </a:lnTo>
                <a:lnTo>
                  <a:pt x="1266825" y="66675"/>
                </a:lnTo>
                <a:lnTo>
                  <a:pt x="1314450" y="38100"/>
                </a:lnTo>
                <a:lnTo>
                  <a:pt x="1343025" y="57150"/>
                </a:lnTo>
                <a:lnTo>
                  <a:pt x="1371600" y="28575"/>
                </a:lnTo>
                <a:lnTo>
                  <a:pt x="1381125" y="47625"/>
                </a:lnTo>
                <a:lnTo>
                  <a:pt x="1381125" y="38100"/>
                </a:lnTo>
                <a:lnTo>
                  <a:pt x="1419225" y="0"/>
                </a:lnTo>
                <a:lnTo>
                  <a:pt x="1485900" y="47625"/>
                </a:lnTo>
                <a:lnTo>
                  <a:pt x="1504950" y="57150"/>
                </a:lnTo>
                <a:lnTo>
                  <a:pt x="1514475" y="76200"/>
                </a:lnTo>
                <a:lnTo>
                  <a:pt x="1552575" y="114300"/>
                </a:lnTo>
                <a:lnTo>
                  <a:pt x="1562100" y="114300"/>
                </a:lnTo>
                <a:lnTo>
                  <a:pt x="1571625" y="142875"/>
                </a:lnTo>
                <a:lnTo>
                  <a:pt x="1638300" y="209550"/>
                </a:lnTo>
                <a:lnTo>
                  <a:pt x="1647825" y="219075"/>
                </a:lnTo>
                <a:lnTo>
                  <a:pt x="1685925" y="228600"/>
                </a:lnTo>
                <a:lnTo>
                  <a:pt x="1685925" y="295275"/>
                </a:lnTo>
                <a:lnTo>
                  <a:pt x="1724025" y="314325"/>
                </a:lnTo>
                <a:lnTo>
                  <a:pt x="1752600" y="333375"/>
                </a:lnTo>
                <a:lnTo>
                  <a:pt x="1762125" y="371475"/>
                </a:lnTo>
                <a:lnTo>
                  <a:pt x="1809750" y="390525"/>
                </a:lnTo>
                <a:lnTo>
                  <a:pt x="1838325" y="371475"/>
                </a:lnTo>
                <a:lnTo>
                  <a:pt x="1857375" y="400050"/>
                </a:lnTo>
                <a:lnTo>
                  <a:pt x="1895475" y="409575"/>
                </a:lnTo>
                <a:lnTo>
                  <a:pt x="1905000" y="485775"/>
                </a:lnTo>
                <a:lnTo>
                  <a:pt x="1924050" y="495300"/>
                </a:lnTo>
                <a:lnTo>
                  <a:pt x="1943100" y="533400"/>
                </a:lnTo>
                <a:lnTo>
                  <a:pt x="2000250" y="523875"/>
                </a:lnTo>
                <a:lnTo>
                  <a:pt x="2009775" y="571500"/>
                </a:lnTo>
                <a:lnTo>
                  <a:pt x="2047875" y="581025"/>
                </a:lnTo>
                <a:lnTo>
                  <a:pt x="2085975" y="619125"/>
                </a:lnTo>
                <a:lnTo>
                  <a:pt x="2105025" y="666750"/>
                </a:lnTo>
                <a:lnTo>
                  <a:pt x="2152650" y="657225"/>
                </a:lnTo>
                <a:lnTo>
                  <a:pt x="2162175" y="723900"/>
                </a:lnTo>
                <a:lnTo>
                  <a:pt x="2209800" y="733425"/>
                </a:lnTo>
                <a:lnTo>
                  <a:pt x="2209800" y="742950"/>
                </a:lnTo>
                <a:lnTo>
                  <a:pt x="2257425" y="790575"/>
                </a:lnTo>
                <a:lnTo>
                  <a:pt x="2286000" y="800100"/>
                </a:lnTo>
                <a:lnTo>
                  <a:pt x="2295525" y="809625"/>
                </a:lnTo>
                <a:lnTo>
                  <a:pt x="2343150" y="876300"/>
                </a:lnTo>
                <a:lnTo>
                  <a:pt x="2343150" y="885825"/>
                </a:lnTo>
                <a:lnTo>
                  <a:pt x="2314575" y="914400"/>
                </a:lnTo>
                <a:lnTo>
                  <a:pt x="2314575" y="952500"/>
                </a:lnTo>
                <a:lnTo>
                  <a:pt x="2333625" y="981075"/>
                </a:lnTo>
                <a:lnTo>
                  <a:pt x="2324100" y="1057275"/>
                </a:lnTo>
                <a:lnTo>
                  <a:pt x="2343150" y="1104900"/>
                </a:lnTo>
                <a:lnTo>
                  <a:pt x="2324100" y="1152525"/>
                </a:lnTo>
                <a:lnTo>
                  <a:pt x="2305050" y="1123950"/>
                </a:lnTo>
                <a:lnTo>
                  <a:pt x="2276475" y="1181100"/>
                </a:lnTo>
                <a:lnTo>
                  <a:pt x="2295525" y="1209675"/>
                </a:lnTo>
                <a:lnTo>
                  <a:pt x="2295525" y="1266825"/>
                </a:lnTo>
                <a:lnTo>
                  <a:pt x="2305050" y="1285875"/>
                </a:lnTo>
                <a:lnTo>
                  <a:pt x="2324100" y="1362075"/>
                </a:lnTo>
                <a:lnTo>
                  <a:pt x="2295525" y="1352550"/>
                </a:lnTo>
                <a:lnTo>
                  <a:pt x="2305050" y="1419225"/>
                </a:lnTo>
                <a:lnTo>
                  <a:pt x="2286000" y="1447800"/>
                </a:lnTo>
                <a:lnTo>
                  <a:pt x="2295525" y="1447800"/>
                </a:lnTo>
                <a:lnTo>
                  <a:pt x="2286000" y="1485900"/>
                </a:lnTo>
                <a:lnTo>
                  <a:pt x="2305050" y="1552575"/>
                </a:lnTo>
                <a:lnTo>
                  <a:pt x="2324100" y="1590675"/>
                </a:lnTo>
                <a:lnTo>
                  <a:pt x="2286000" y="1590675"/>
                </a:lnTo>
                <a:lnTo>
                  <a:pt x="2276475" y="1638300"/>
                </a:lnTo>
                <a:lnTo>
                  <a:pt x="2305050" y="1685925"/>
                </a:lnTo>
                <a:lnTo>
                  <a:pt x="2305050" y="1733550"/>
                </a:lnTo>
                <a:lnTo>
                  <a:pt x="2295525" y="1752600"/>
                </a:lnTo>
                <a:lnTo>
                  <a:pt x="2286000" y="1790700"/>
                </a:lnTo>
                <a:lnTo>
                  <a:pt x="2295525" y="1819275"/>
                </a:lnTo>
                <a:lnTo>
                  <a:pt x="2305050" y="1857375"/>
                </a:lnTo>
                <a:lnTo>
                  <a:pt x="2305050" y="1933575"/>
                </a:lnTo>
                <a:lnTo>
                  <a:pt x="2314575" y="1962150"/>
                </a:lnTo>
                <a:lnTo>
                  <a:pt x="2305050" y="1990725"/>
                </a:lnTo>
                <a:lnTo>
                  <a:pt x="2276475" y="2009775"/>
                </a:lnTo>
                <a:lnTo>
                  <a:pt x="2266950" y="2019300"/>
                </a:lnTo>
                <a:lnTo>
                  <a:pt x="2257425" y="2047875"/>
                </a:lnTo>
                <a:lnTo>
                  <a:pt x="2238375" y="2105025"/>
                </a:lnTo>
                <a:lnTo>
                  <a:pt x="2238375" y="2143125"/>
                </a:lnTo>
                <a:lnTo>
                  <a:pt x="2209800" y="2162175"/>
                </a:lnTo>
                <a:lnTo>
                  <a:pt x="2209800" y="2209800"/>
                </a:lnTo>
                <a:lnTo>
                  <a:pt x="2190750" y="2219325"/>
                </a:lnTo>
                <a:lnTo>
                  <a:pt x="2219325" y="2276475"/>
                </a:lnTo>
                <a:lnTo>
                  <a:pt x="2200275" y="2247900"/>
                </a:lnTo>
                <a:lnTo>
                  <a:pt x="2200275" y="2276475"/>
                </a:lnTo>
                <a:lnTo>
                  <a:pt x="2162175" y="2324100"/>
                </a:lnTo>
                <a:lnTo>
                  <a:pt x="2143125" y="2352675"/>
                </a:lnTo>
                <a:lnTo>
                  <a:pt x="2143125" y="2381250"/>
                </a:lnTo>
                <a:lnTo>
                  <a:pt x="2171700" y="2409825"/>
                </a:lnTo>
                <a:lnTo>
                  <a:pt x="2133600" y="2409825"/>
                </a:lnTo>
                <a:lnTo>
                  <a:pt x="2133600" y="2447925"/>
                </a:lnTo>
                <a:lnTo>
                  <a:pt x="2143125" y="2457450"/>
                </a:lnTo>
                <a:lnTo>
                  <a:pt x="2124075" y="2486025"/>
                </a:lnTo>
                <a:lnTo>
                  <a:pt x="2095500" y="2543175"/>
                </a:lnTo>
                <a:lnTo>
                  <a:pt x="2133600" y="2552700"/>
                </a:lnTo>
                <a:lnTo>
                  <a:pt x="2105025" y="2600325"/>
                </a:lnTo>
                <a:lnTo>
                  <a:pt x="2095500" y="2590800"/>
                </a:lnTo>
                <a:lnTo>
                  <a:pt x="2085975" y="2619375"/>
                </a:lnTo>
                <a:lnTo>
                  <a:pt x="2085975" y="2667000"/>
                </a:lnTo>
                <a:lnTo>
                  <a:pt x="2047875" y="2714625"/>
                </a:lnTo>
                <a:lnTo>
                  <a:pt x="2038350" y="2695575"/>
                </a:lnTo>
                <a:lnTo>
                  <a:pt x="2076450" y="2762250"/>
                </a:lnTo>
                <a:lnTo>
                  <a:pt x="2066925" y="2762250"/>
                </a:lnTo>
                <a:lnTo>
                  <a:pt x="2028825" y="2781300"/>
                </a:lnTo>
                <a:lnTo>
                  <a:pt x="2047875" y="2828925"/>
                </a:lnTo>
                <a:lnTo>
                  <a:pt x="2009775" y="2838450"/>
                </a:lnTo>
                <a:lnTo>
                  <a:pt x="2066925" y="2847975"/>
                </a:lnTo>
                <a:lnTo>
                  <a:pt x="2066925" y="2819400"/>
                </a:lnTo>
                <a:lnTo>
                  <a:pt x="1962150" y="2828925"/>
                </a:lnTo>
                <a:lnTo>
                  <a:pt x="1914525" y="2943225"/>
                </a:lnTo>
                <a:lnTo>
                  <a:pt x="1866900" y="2962275"/>
                </a:lnTo>
                <a:lnTo>
                  <a:pt x="1914525" y="3038475"/>
                </a:lnTo>
                <a:lnTo>
                  <a:pt x="1838325" y="3038475"/>
                </a:lnTo>
                <a:lnTo>
                  <a:pt x="1828800" y="3114675"/>
                </a:lnTo>
                <a:lnTo>
                  <a:pt x="1819275" y="3105150"/>
                </a:lnTo>
                <a:lnTo>
                  <a:pt x="1847850" y="3133725"/>
                </a:lnTo>
                <a:lnTo>
                  <a:pt x="1847850" y="3105150"/>
                </a:lnTo>
                <a:lnTo>
                  <a:pt x="1857375" y="3190875"/>
                </a:lnTo>
                <a:lnTo>
                  <a:pt x="1809750" y="3248025"/>
                </a:lnTo>
                <a:lnTo>
                  <a:pt x="1819275" y="3267075"/>
                </a:lnTo>
                <a:lnTo>
                  <a:pt x="1762125" y="3324225"/>
                </a:lnTo>
                <a:lnTo>
                  <a:pt x="1762125" y="3352800"/>
                </a:lnTo>
                <a:lnTo>
                  <a:pt x="1704975" y="3400425"/>
                </a:lnTo>
                <a:lnTo>
                  <a:pt x="1771650" y="3371850"/>
                </a:lnTo>
                <a:lnTo>
                  <a:pt x="1724025" y="3438525"/>
                </a:lnTo>
                <a:lnTo>
                  <a:pt x="1685925" y="3409950"/>
                </a:lnTo>
                <a:lnTo>
                  <a:pt x="1647825" y="3457575"/>
                </a:lnTo>
                <a:lnTo>
                  <a:pt x="1685925" y="3514725"/>
                </a:lnTo>
                <a:lnTo>
                  <a:pt x="1666875" y="3552825"/>
                </a:lnTo>
                <a:lnTo>
                  <a:pt x="1666875" y="3609975"/>
                </a:lnTo>
                <a:lnTo>
                  <a:pt x="1600200" y="3657600"/>
                </a:lnTo>
                <a:lnTo>
                  <a:pt x="1571625" y="3705225"/>
                </a:lnTo>
                <a:lnTo>
                  <a:pt x="1562100" y="3743325"/>
                </a:lnTo>
                <a:lnTo>
                  <a:pt x="1543050" y="3752850"/>
                </a:lnTo>
                <a:lnTo>
                  <a:pt x="1533525" y="3800475"/>
                </a:lnTo>
                <a:lnTo>
                  <a:pt x="1495425" y="3819525"/>
                </a:lnTo>
                <a:lnTo>
                  <a:pt x="1485900" y="384810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9025" y="438150"/>
            <a:ext cx="2743200" cy="4495800"/>
          </a:xfrm>
          <a:custGeom>
            <a:avLst/>
            <a:gdLst/>
            <a:ahLst/>
            <a:cxnLst/>
            <a:rect l="l" t="t" r="r" b="b"/>
            <a:pathLst>
              <a:path w="2743200" h="4495800">
                <a:moveTo>
                  <a:pt x="1714500" y="4495800"/>
                </a:moveTo>
                <a:lnTo>
                  <a:pt x="1676400" y="4476750"/>
                </a:lnTo>
                <a:lnTo>
                  <a:pt x="1647825" y="4448175"/>
                </a:lnTo>
                <a:lnTo>
                  <a:pt x="1600200" y="4400550"/>
                </a:lnTo>
                <a:lnTo>
                  <a:pt x="1552575" y="4362450"/>
                </a:lnTo>
                <a:lnTo>
                  <a:pt x="1552575" y="4286250"/>
                </a:lnTo>
                <a:lnTo>
                  <a:pt x="1476375" y="4295775"/>
                </a:lnTo>
                <a:lnTo>
                  <a:pt x="1466850" y="4267200"/>
                </a:lnTo>
                <a:lnTo>
                  <a:pt x="1447800" y="4248150"/>
                </a:lnTo>
                <a:lnTo>
                  <a:pt x="1390650" y="4210050"/>
                </a:lnTo>
                <a:lnTo>
                  <a:pt x="1352550" y="4162425"/>
                </a:lnTo>
                <a:lnTo>
                  <a:pt x="1323975" y="4152900"/>
                </a:lnTo>
                <a:lnTo>
                  <a:pt x="1295400" y="4124325"/>
                </a:lnTo>
                <a:lnTo>
                  <a:pt x="1266825" y="4095750"/>
                </a:lnTo>
                <a:lnTo>
                  <a:pt x="1219200" y="4038600"/>
                </a:lnTo>
                <a:lnTo>
                  <a:pt x="1162050" y="3990975"/>
                </a:lnTo>
                <a:lnTo>
                  <a:pt x="1162050" y="3981450"/>
                </a:lnTo>
                <a:lnTo>
                  <a:pt x="1133475" y="3952875"/>
                </a:lnTo>
                <a:lnTo>
                  <a:pt x="1095375" y="3952875"/>
                </a:lnTo>
                <a:lnTo>
                  <a:pt x="1028700" y="3876675"/>
                </a:lnTo>
                <a:lnTo>
                  <a:pt x="990600" y="3876675"/>
                </a:lnTo>
                <a:lnTo>
                  <a:pt x="933450" y="3848100"/>
                </a:lnTo>
                <a:lnTo>
                  <a:pt x="942975" y="3800475"/>
                </a:lnTo>
                <a:lnTo>
                  <a:pt x="876300" y="3752850"/>
                </a:lnTo>
                <a:lnTo>
                  <a:pt x="838200" y="3743325"/>
                </a:lnTo>
                <a:lnTo>
                  <a:pt x="800100" y="3686175"/>
                </a:lnTo>
                <a:lnTo>
                  <a:pt x="752475" y="3686175"/>
                </a:lnTo>
                <a:lnTo>
                  <a:pt x="762000" y="3629025"/>
                </a:lnTo>
                <a:lnTo>
                  <a:pt x="704850" y="3609975"/>
                </a:lnTo>
                <a:lnTo>
                  <a:pt x="647700" y="3590925"/>
                </a:lnTo>
                <a:lnTo>
                  <a:pt x="628650" y="3524250"/>
                </a:lnTo>
                <a:lnTo>
                  <a:pt x="600075" y="3514725"/>
                </a:lnTo>
                <a:lnTo>
                  <a:pt x="542925" y="3486150"/>
                </a:lnTo>
                <a:lnTo>
                  <a:pt x="542925" y="3419475"/>
                </a:lnTo>
                <a:lnTo>
                  <a:pt x="523875" y="3371850"/>
                </a:lnTo>
                <a:lnTo>
                  <a:pt x="457200" y="3343275"/>
                </a:lnTo>
                <a:lnTo>
                  <a:pt x="504825" y="3286125"/>
                </a:lnTo>
                <a:lnTo>
                  <a:pt x="495300" y="3257550"/>
                </a:lnTo>
                <a:lnTo>
                  <a:pt x="409575" y="3209925"/>
                </a:lnTo>
                <a:lnTo>
                  <a:pt x="409575" y="3124200"/>
                </a:lnTo>
                <a:lnTo>
                  <a:pt x="428625" y="3105150"/>
                </a:lnTo>
                <a:lnTo>
                  <a:pt x="390525" y="3048000"/>
                </a:lnTo>
                <a:lnTo>
                  <a:pt x="381000" y="2990850"/>
                </a:lnTo>
                <a:lnTo>
                  <a:pt x="361950" y="2971800"/>
                </a:lnTo>
                <a:lnTo>
                  <a:pt x="371475" y="2933700"/>
                </a:lnTo>
                <a:lnTo>
                  <a:pt x="342900" y="2867025"/>
                </a:lnTo>
                <a:lnTo>
                  <a:pt x="295275" y="2809875"/>
                </a:lnTo>
                <a:lnTo>
                  <a:pt x="295275" y="2762250"/>
                </a:lnTo>
                <a:lnTo>
                  <a:pt x="295275" y="2724150"/>
                </a:lnTo>
                <a:lnTo>
                  <a:pt x="266700" y="2705100"/>
                </a:lnTo>
                <a:lnTo>
                  <a:pt x="247650" y="2609850"/>
                </a:lnTo>
                <a:lnTo>
                  <a:pt x="228600" y="2581275"/>
                </a:lnTo>
                <a:lnTo>
                  <a:pt x="219075" y="2524125"/>
                </a:lnTo>
                <a:lnTo>
                  <a:pt x="190500" y="2476500"/>
                </a:lnTo>
                <a:lnTo>
                  <a:pt x="209550" y="2447925"/>
                </a:lnTo>
                <a:lnTo>
                  <a:pt x="171450" y="2371725"/>
                </a:lnTo>
                <a:lnTo>
                  <a:pt x="133350" y="2362200"/>
                </a:lnTo>
                <a:lnTo>
                  <a:pt x="161925" y="2276475"/>
                </a:lnTo>
                <a:lnTo>
                  <a:pt x="133350" y="2257425"/>
                </a:lnTo>
                <a:lnTo>
                  <a:pt x="104775" y="2219325"/>
                </a:lnTo>
                <a:lnTo>
                  <a:pt x="123825" y="2143125"/>
                </a:lnTo>
                <a:lnTo>
                  <a:pt x="114300" y="2095500"/>
                </a:lnTo>
                <a:lnTo>
                  <a:pt x="47625" y="2057400"/>
                </a:lnTo>
                <a:lnTo>
                  <a:pt x="28575" y="2000250"/>
                </a:lnTo>
                <a:lnTo>
                  <a:pt x="57150" y="1962150"/>
                </a:lnTo>
                <a:lnTo>
                  <a:pt x="104775" y="1733550"/>
                </a:lnTo>
                <a:lnTo>
                  <a:pt x="104775" y="1819275"/>
                </a:lnTo>
                <a:lnTo>
                  <a:pt x="161925" y="1733550"/>
                </a:lnTo>
                <a:lnTo>
                  <a:pt x="19050" y="1676400"/>
                </a:lnTo>
                <a:lnTo>
                  <a:pt x="0" y="1543050"/>
                </a:lnTo>
                <a:lnTo>
                  <a:pt x="95250" y="1495425"/>
                </a:lnTo>
                <a:lnTo>
                  <a:pt x="114300" y="1466850"/>
                </a:lnTo>
                <a:lnTo>
                  <a:pt x="161925" y="1495425"/>
                </a:lnTo>
                <a:lnTo>
                  <a:pt x="219075" y="1323975"/>
                </a:lnTo>
                <a:lnTo>
                  <a:pt x="171450" y="1438275"/>
                </a:lnTo>
                <a:lnTo>
                  <a:pt x="142875" y="1295400"/>
                </a:lnTo>
                <a:lnTo>
                  <a:pt x="209550" y="1152525"/>
                </a:lnTo>
                <a:lnTo>
                  <a:pt x="276225" y="1152525"/>
                </a:lnTo>
                <a:lnTo>
                  <a:pt x="304800" y="1095375"/>
                </a:lnTo>
                <a:lnTo>
                  <a:pt x="323850" y="1085850"/>
                </a:lnTo>
                <a:lnTo>
                  <a:pt x="400050" y="1019175"/>
                </a:lnTo>
                <a:lnTo>
                  <a:pt x="409575" y="1000125"/>
                </a:lnTo>
                <a:lnTo>
                  <a:pt x="466725" y="952500"/>
                </a:lnTo>
                <a:lnTo>
                  <a:pt x="476250" y="933450"/>
                </a:lnTo>
                <a:lnTo>
                  <a:pt x="514350" y="895350"/>
                </a:lnTo>
                <a:lnTo>
                  <a:pt x="561975" y="819150"/>
                </a:lnTo>
                <a:lnTo>
                  <a:pt x="514350" y="781050"/>
                </a:lnTo>
                <a:lnTo>
                  <a:pt x="533400" y="714375"/>
                </a:lnTo>
                <a:lnTo>
                  <a:pt x="619125" y="657225"/>
                </a:lnTo>
                <a:lnTo>
                  <a:pt x="619125" y="638175"/>
                </a:lnTo>
                <a:lnTo>
                  <a:pt x="628650" y="533400"/>
                </a:lnTo>
                <a:lnTo>
                  <a:pt x="676275" y="514350"/>
                </a:lnTo>
                <a:lnTo>
                  <a:pt x="657225" y="466725"/>
                </a:lnTo>
                <a:lnTo>
                  <a:pt x="666750" y="400050"/>
                </a:lnTo>
                <a:lnTo>
                  <a:pt x="695325" y="390525"/>
                </a:lnTo>
                <a:lnTo>
                  <a:pt x="676275" y="323850"/>
                </a:lnTo>
                <a:lnTo>
                  <a:pt x="714375" y="228600"/>
                </a:lnTo>
                <a:lnTo>
                  <a:pt x="742950" y="228600"/>
                </a:lnTo>
                <a:lnTo>
                  <a:pt x="771525" y="228600"/>
                </a:lnTo>
                <a:lnTo>
                  <a:pt x="800100" y="209550"/>
                </a:lnTo>
                <a:lnTo>
                  <a:pt x="857250" y="247650"/>
                </a:lnTo>
                <a:lnTo>
                  <a:pt x="876300" y="219075"/>
                </a:lnTo>
                <a:lnTo>
                  <a:pt x="914400" y="228600"/>
                </a:lnTo>
                <a:lnTo>
                  <a:pt x="942975" y="209550"/>
                </a:lnTo>
                <a:lnTo>
                  <a:pt x="971550" y="190500"/>
                </a:lnTo>
                <a:lnTo>
                  <a:pt x="1009650" y="180975"/>
                </a:lnTo>
                <a:lnTo>
                  <a:pt x="1028700" y="200025"/>
                </a:lnTo>
                <a:lnTo>
                  <a:pt x="1066800" y="171450"/>
                </a:lnTo>
                <a:lnTo>
                  <a:pt x="1095375" y="180975"/>
                </a:lnTo>
                <a:lnTo>
                  <a:pt x="1114425" y="142875"/>
                </a:lnTo>
                <a:lnTo>
                  <a:pt x="1143000" y="180975"/>
                </a:lnTo>
                <a:lnTo>
                  <a:pt x="1181100" y="133350"/>
                </a:lnTo>
                <a:lnTo>
                  <a:pt x="1181100" y="123825"/>
                </a:lnTo>
                <a:lnTo>
                  <a:pt x="1209675" y="95250"/>
                </a:lnTo>
                <a:lnTo>
                  <a:pt x="1257300" y="95250"/>
                </a:lnTo>
                <a:lnTo>
                  <a:pt x="1276350" y="114300"/>
                </a:lnTo>
                <a:lnTo>
                  <a:pt x="1333500" y="95250"/>
                </a:lnTo>
                <a:lnTo>
                  <a:pt x="1323975" y="114300"/>
                </a:lnTo>
                <a:lnTo>
                  <a:pt x="1409700" y="85725"/>
                </a:lnTo>
                <a:lnTo>
                  <a:pt x="1390650" y="57150"/>
                </a:lnTo>
                <a:lnTo>
                  <a:pt x="1447800" y="66675"/>
                </a:lnTo>
                <a:lnTo>
                  <a:pt x="1457325" y="57150"/>
                </a:lnTo>
                <a:lnTo>
                  <a:pt x="1504950" y="38100"/>
                </a:lnTo>
                <a:lnTo>
                  <a:pt x="1524000" y="47625"/>
                </a:lnTo>
                <a:lnTo>
                  <a:pt x="1552575" y="57150"/>
                </a:lnTo>
                <a:lnTo>
                  <a:pt x="1571625" y="0"/>
                </a:lnTo>
                <a:lnTo>
                  <a:pt x="1638300" y="38100"/>
                </a:lnTo>
                <a:lnTo>
                  <a:pt x="1647825" y="28575"/>
                </a:lnTo>
                <a:lnTo>
                  <a:pt x="1695450" y="0"/>
                </a:lnTo>
                <a:lnTo>
                  <a:pt x="1695450" y="28575"/>
                </a:lnTo>
                <a:lnTo>
                  <a:pt x="1724025" y="95250"/>
                </a:lnTo>
                <a:lnTo>
                  <a:pt x="1790700" y="85725"/>
                </a:lnTo>
                <a:lnTo>
                  <a:pt x="1771650" y="123825"/>
                </a:lnTo>
                <a:lnTo>
                  <a:pt x="1828800" y="133350"/>
                </a:lnTo>
                <a:lnTo>
                  <a:pt x="1828800" y="152400"/>
                </a:lnTo>
                <a:lnTo>
                  <a:pt x="1924050" y="200025"/>
                </a:lnTo>
                <a:lnTo>
                  <a:pt x="1924050" y="247650"/>
                </a:lnTo>
                <a:lnTo>
                  <a:pt x="1962150" y="266700"/>
                </a:lnTo>
                <a:lnTo>
                  <a:pt x="2009775" y="314325"/>
                </a:lnTo>
                <a:lnTo>
                  <a:pt x="2019300" y="342900"/>
                </a:lnTo>
                <a:lnTo>
                  <a:pt x="2085975" y="342900"/>
                </a:lnTo>
                <a:lnTo>
                  <a:pt x="2095500" y="381000"/>
                </a:lnTo>
                <a:lnTo>
                  <a:pt x="2114550" y="409575"/>
                </a:lnTo>
                <a:lnTo>
                  <a:pt x="2143125" y="428625"/>
                </a:lnTo>
                <a:lnTo>
                  <a:pt x="2200275" y="466725"/>
                </a:lnTo>
                <a:lnTo>
                  <a:pt x="2200275" y="504825"/>
                </a:lnTo>
                <a:lnTo>
                  <a:pt x="2219325" y="542925"/>
                </a:lnTo>
                <a:lnTo>
                  <a:pt x="2266950" y="542925"/>
                </a:lnTo>
                <a:lnTo>
                  <a:pt x="2305050" y="571500"/>
                </a:lnTo>
                <a:lnTo>
                  <a:pt x="2352675" y="590550"/>
                </a:lnTo>
                <a:lnTo>
                  <a:pt x="2371725" y="657225"/>
                </a:lnTo>
                <a:lnTo>
                  <a:pt x="2390775" y="666750"/>
                </a:lnTo>
                <a:lnTo>
                  <a:pt x="2419350" y="704850"/>
                </a:lnTo>
                <a:lnTo>
                  <a:pt x="2447925" y="733425"/>
                </a:lnTo>
                <a:lnTo>
                  <a:pt x="2486025" y="771525"/>
                </a:lnTo>
                <a:lnTo>
                  <a:pt x="2524125" y="762000"/>
                </a:lnTo>
                <a:lnTo>
                  <a:pt x="2562225" y="847725"/>
                </a:lnTo>
                <a:lnTo>
                  <a:pt x="2581275" y="847725"/>
                </a:lnTo>
                <a:lnTo>
                  <a:pt x="2628900" y="866775"/>
                </a:lnTo>
                <a:lnTo>
                  <a:pt x="2686050" y="933450"/>
                </a:lnTo>
                <a:lnTo>
                  <a:pt x="2705100" y="942975"/>
                </a:lnTo>
                <a:lnTo>
                  <a:pt x="2686050" y="990600"/>
                </a:lnTo>
                <a:lnTo>
                  <a:pt x="2714625" y="981075"/>
                </a:lnTo>
                <a:lnTo>
                  <a:pt x="2695575" y="1057275"/>
                </a:lnTo>
                <a:lnTo>
                  <a:pt x="2743200" y="1104900"/>
                </a:lnTo>
                <a:lnTo>
                  <a:pt x="2733675" y="1171575"/>
                </a:lnTo>
                <a:lnTo>
                  <a:pt x="2724150" y="1228725"/>
                </a:lnTo>
                <a:lnTo>
                  <a:pt x="2733675" y="1266825"/>
                </a:lnTo>
                <a:lnTo>
                  <a:pt x="2686050" y="1304925"/>
                </a:lnTo>
                <a:lnTo>
                  <a:pt x="2667000" y="1323975"/>
                </a:lnTo>
                <a:lnTo>
                  <a:pt x="2695575" y="1371600"/>
                </a:lnTo>
                <a:lnTo>
                  <a:pt x="2686050" y="1419225"/>
                </a:lnTo>
                <a:lnTo>
                  <a:pt x="2676525" y="1457325"/>
                </a:lnTo>
                <a:lnTo>
                  <a:pt x="2667000" y="1495425"/>
                </a:lnTo>
                <a:lnTo>
                  <a:pt x="2686050" y="1552575"/>
                </a:lnTo>
                <a:lnTo>
                  <a:pt x="2695575" y="1590675"/>
                </a:lnTo>
                <a:lnTo>
                  <a:pt x="2676525" y="1628775"/>
                </a:lnTo>
                <a:lnTo>
                  <a:pt x="2705100" y="1628775"/>
                </a:lnTo>
                <a:lnTo>
                  <a:pt x="2705100" y="1685925"/>
                </a:lnTo>
                <a:lnTo>
                  <a:pt x="2667000" y="1714500"/>
                </a:lnTo>
                <a:lnTo>
                  <a:pt x="2714625" y="1800225"/>
                </a:lnTo>
                <a:lnTo>
                  <a:pt x="2695575" y="1809750"/>
                </a:lnTo>
                <a:lnTo>
                  <a:pt x="2695575" y="1857375"/>
                </a:lnTo>
                <a:lnTo>
                  <a:pt x="2686050" y="1895475"/>
                </a:lnTo>
                <a:lnTo>
                  <a:pt x="2686050" y="1943100"/>
                </a:lnTo>
                <a:lnTo>
                  <a:pt x="2686050" y="1981200"/>
                </a:lnTo>
                <a:lnTo>
                  <a:pt x="2686050" y="2047875"/>
                </a:lnTo>
                <a:lnTo>
                  <a:pt x="2686050" y="2095500"/>
                </a:lnTo>
                <a:lnTo>
                  <a:pt x="2695575" y="2143125"/>
                </a:lnTo>
                <a:lnTo>
                  <a:pt x="2667000" y="2171700"/>
                </a:lnTo>
                <a:lnTo>
                  <a:pt x="2686050" y="2219325"/>
                </a:lnTo>
                <a:lnTo>
                  <a:pt x="2667000" y="2266950"/>
                </a:lnTo>
                <a:lnTo>
                  <a:pt x="2667000" y="2286000"/>
                </a:lnTo>
                <a:lnTo>
                  <a:pt x="2667000" y="2343150"/>
                </a:lnTo>
                <a:lnTo>
                  <a:pt x="2667000" y="2371725"/>
                </a:lnTo>
                <a:lnTo>
                  <a:pt x="2667000" y="2362200"/>
                </a:lnTo>
                <a:lnTo>
                  <a:pt x="2638425" y="2409825"/>
                </a:lnTo>
                <a:lnTo>
                  <a:pt x="2609850" y="2428875"/>
                </a:lnTo>
                <a:lnTo>
                  <a:pt x="2609850" y="2457450"/>
                </a:lnTo>
                <a:lnTo>
                  <a:pt x="2590800" y="2514600"/>
                </a:lnTo>
                <a:lnTo>
                  <a:pt x="2562225" y="2571750"/>
                </a:lnTo>
                <a:lnTo>
                  <a:pt x="2562225" y="2590800"/>
                </a:lnTo>
                <a:lnTo>
                  <a:pt x="2571750" y="2609850"/>
                </a:lnTo>
                <a:lnTo>
                  <a:pt x="2524125" y="2647950"/>
                </a:lnTo>
                <a:lnTo>
                  <a:pt x="2552700" y="2676525"/>
                </a:lnTo>
                <a:lnTo>
                  <a:pt x="2524125" y="2695575"/>
                </a:lnTo>
                <a:lnTo>
                  <a:pt x="2543175" y="2752725"/>
                </a:lnTo>
                <a:lnTo>
                  <a:pt x="2505075" y="2790825"/>
                </a:lnTo>
                <a:lnTo>
                  <a:pt x="2514600" y="2762250"/>
                </a:lnTo>
                <a:lnTo>
                  <a:pt x="2524125" y="2828925"/>
                </a:lnTo>
                <a:lnTo>
                  <a:pt x="2505075" y="2876550"/>
                </a:lnTo>
                <a:lnTo>
                  <a:pt x="2466975" y="2905125"/>
                </a:lnTo>
                <a:lnTo>
                  <a:pt x="2476500" y="2924175"/>
                </a:lnTo>
                <a:lnTo>
                  <a:pt x="2486025" y="2952750"/>
                </a:lnTo>
                <a:lnTo>
                  <a:pt x="2466975" y="2990850"/>
                </a:lnTo>
                <a:lnTo>
                  <a:pt x="2447925" y="3038475"/>
                </a:lnTo>
                <a:lnTo>
                  <a:pt x="2447925" y="3048000"/>
                </a:lnTo>
                <a:lnTo>
                  <a:pt x="2419350" y="3076575"/>
                </a:lnTo>
                <a:lnTo>
                  <a:pt x="2428875" y="3133725"/>
                </a:lnTo>
                <a:lnTo>
                  <a:pt x="2419350" y="3133725"/>
                </a:lnTo>
                <a:lnTo>
                  <a:pt x="2409825" y="3181350"/>
                </a:lnTo>
                <a:lnTo>
                  <a:pt x="2400300" y="3200400"/>
                </a:lnTo>
                <a:lnTo>
                  <a:pt x="2371725" y="3257550"/>
                </a:lnTo>
                <a:lnTo>
                  <a:pt x="2343150" y="3276600"/>
                </a:lnTo>
                <a:lnTo>
                  <a:pt x="2352675" y="3286125"/>
                </a:lnTo>
                <a:lnTo>
                  <a:pt x="2314575" y="3295650"/>
                </a:lnTo>
                <a:lnTo>
                  <a:pt x="2381250" y="3429000"/>
                </a:lnTo>
                <a:lnTo>
                  <a:pt x="2295525" y="3381375"/>
                </a:lnTo>
                <a:lnTo>
                  <a:pt x="2257425" y="3362325"/>
                </a:lnTo>
                <a:lnTo>
                  <a:pt x="2209800" y="3362325"/>
                </a:lnTo>
                <a:lnTo>
                  <a:pt x="2276475" y="3467100"/>
                </a:lnTo>
                <a:lnTo>
                  <a:pt x="2247900" y="3505200"/>
                </a:lnTo>
                <a:lnTo>
                  <a:pt x="2171700" y="3581400"/>
                </a:lnTo>
                <a:lnTo>
                  <a:pt x="2162175" y="3562350"/>
                </a:lnTo>
                <a:lnTo>
                  <a:pt x="2152650" y="3609975"/>
                </a:lnTo>
                <a:lnTo>
                  <a:pt x="2162175" y="3619500"/>
                </a:lnTo>
                <a:lnTo>
                  <a:pt x="2181225" y="3714750"/>
                </a:lnTo>
                <a:lnTo>
                  <a:pt x="2143125" y="3762375"/>
                </a:lnTo>
                <a:lnTo>
                  <a:pt x="2114550" y="3762375"/>
                </a:lnTo>
                <a:lnTo>
                  <a:pt x="2047875" y="3800475"/>
                </a:lnTo>
                <a:lnTo>
                  <a:pt x="2038350" y="3857625"/>
                </a:lnTo>
                <a:lnTo>
                  <a:pt x="1981200" y="3914775"/>
                </a:lnTo>
                <a:lnTo>
                  <a:pt x="2019300" y="3848100"/>
                </a:lnTo>
                <a:lnTo>
                  <a:pt x="2009775" y="3905250"/>
                </a:lnTo>
                <a:lnTo>
                  <a:pt x="1971675" y="3981450"/>
                </a:lnTo>
                <a:lnTo>
                  <a:pt x="1981200" y="4010025"/>
                </a:lnTo>
                <a:lnTo>
                  <a:pt x="1962150" y="4057650"/>
                </a:lnTo>
                <a:lnTo>
                  <a:pt x="1933575" y="4124325"/>
                </a:lnTo>
                <a:lnTo>
                  <a:pt x="1933575" y="4181475"/>
                </a:lnTo>
                <a:lnTo>
                  <a:pt x="1895475" y="4191000"/>
                </a:lnTo>
                <a:lnTo>
                  <a:pt x="1828800" y="4257675"/>
                </a:lnTo>
                <a:lnTo>
                  <a:pt x="1847850" y="4333875"/>
                </a:lnTo>
                <a:lnTo>
                  <a:pt x="1819275" y="4381500"/>
                </a:lnTo>
                <a:lnTo>
                  <a:pt x="1800225" y="4419600"/>
                </a:lnTo>
                <a:lnTo>
                  <a:pt x="1771650" y="4448175"/>
                </a:lnTo>
                <a:lnTo>
                  <a:pt x="1733550" y="44481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68075" y="428625"/>
            <a:ext cx="2705100" cy="4524375"/>
          </a:xfrm>
          <a:custGeom>
            <a:avLst/>
            <a:gdLst/>
            <a:ahLst/>
            <a:cxnLst/>
            <a:rect l="l" t="t" r="r" b="b"/>
            <a:pathLst>
              <a:path w="2705100" h="4524375">
                <a:moveTo>
                  <a:pt x="1666875" y="4524375"/>
                </a:moveTo>
                <a:lnTo>
                  <a:pt x="1619250" y="4467225"/>
                </a:lnTo>
                <a:lnTo>
                  <a:pt x="1609725" y="4448175"/>
                </a:lnTo>
                <a:lnTo>
                  <a:pt x="1562100" y="4410075"/>
                </a:lnTo>
                <a:lnTo>
                  <a:pt x="1543050" y="4362450"/>
                </a:lnTo>
                <a:lnTo>
                  <a:pt x="1485900" y="4324350"/>
                </a:lnTo>
                <a:lnTo>
                  <a:pt x="1495425" y="4305300"/>
                </a:lnTo>
                <a:lnTo>
                  <a:pt x="1457325" y="4267200"/>
                </a:lnTo>
                <a:lnTo>
                  <a:pt x="1428750" y="4238625"/>
                </a:lnTo>
                <a:lnTo>
                  <a:pt x="1352550" y="4238625"/>
                </a:lnTo>
                <a:lnTo>
                  <a:pt x="1333500" y="4191000"/>
                </a:lnTo>
                <a:lnTo>
                  <a:pt x="1343025" y="4162425"/>
                </a:lnTo>
                <a:lnTo>
                  <a:pt x="1295400" y="4124325"/>
                </a:lnTo>
                <a:lnTo>
                  <a:pt x="1209675" y="4114800"/>
                </a:lnTo>
                <a:lnTo>
                  <a:pt x="1209675" y="4076700"/>
                </a:lnTo>
                <a:lnTo>
                  <a:pt x="1143000" y="4010025"/>
                </a:lnTo>
                <a:lnTo>
                  <a:pt x="1095375" y="4000500"/>
                </a:lnTo>
                <a:lnTo>
                  <a:pt x="1066800" y="3981450"/>
                </a:lnTo>
                <a:lnTo>
                  <a:pt x="1047750" y="3962400"/>
                </a:lnTo>
                <a:lnTo>
                  <a:pt x="1009650" y="3914775"/>
                </a:lnTo>
                <a:lnTo>
                  <a:pt x="952500" y="3867150"/>
                </a:lnTo>
                <a:lnTo>
                  <a:pt x="914400" y="3829050"/>
                </a:lnTo>
                <a:lnTo>
                  <a:pt x="895350" y="3819525"/>
                </a:lnTo>
                <a:lnTo>
                  <a:pt x="876300" y="3771900"/>
                </a:lnTo>
                <a:lnTo>
                  <a:pt x="800100" y="3743325"/>
                </a:lnTo>
                <a:lnTo>
                  <a:pt x="800100" y="3695700"/>
                </a:lnTo>
                <a:lnTo>
                  <a:pt x="733425" y="3695700"/>
                </a:lnTo>
                <a:lnTo>
                  <a:pt x="733425" y="3629025"/>
                </a:lnTo>
                <a:lnTo>
                  <a:pt x="704850" y="3638550"/>
                </a:lnTo>
                <a:lnTo>
                  <a:pt x="628650" y="3571875"/>
                </a:lnTo>
                <a:lnTo>
                  <a:pt x="628650" y="3552825"/>
                </a:lnTo>
                <a:lnTo>
                  <a:pt x="552450" y="3543300"/>
                </a:lnTo>
                <a:lnTo>
                  <a:pt x="523875" y="3495675"/>
                </a:lnTo>
                <a:lnTo>
                  <a:pt x="514350" y="3476625"/>
                </a:lnTo>
                <a:lnTo>
                  <a:pt x="485775" y="3409950"/>
                </a:lnTo>
                <a:lnTo>
                  <a:pt x="476250" y="3362325"/>
                </a:lnTo>
                <a:lnTo>
                  <a:pt x="476250" y="3276600"/>
                </a:lnTo>
                <a:lnTo>
                  <a:pt x="485775" y="3257550"/>
                </a:lnTo>
                <a:lnTo>
                  <a:pt x="409575" y="3171825"/>
                </a:lnTo>
                <a:lnTo>
                  <a:pt x="419100" y="3171825"/>
                </a:lnTo>
                <a:lnTo>
                  <a:pt x="381000" y="3105150"/>
                </a:lnTo>
                <a:lnTo>
                  <a:pt x="361950" y="3076575"/>
                </a:lnTo>
                <a:lnTo>
                  <a:pt x="371475" y="3009900"/>
                </a:lnTo>
                <a:lnTo>
                  <a:pt x="361950" y="2981325"/>
                </a:lnTo>
                <a:lnTo>
                  <a:pt x="333375" y="2933700"/>
                </a:lnTo>
                <a:lnTo>
                  <a:pt x="314325" y="2876550"/>
                </a:lnTo>
                <a:lnTo>
                  <a:pt x="285750" y="2819400"/>
                </a:lnTo>
                <a:lnTo>
                  <a:pt x="295275" y="2800350"/>
                </a:lnTo>
                <a:lnTo>
                  <a:pt x="276225" y="2752725"/>
                </a:lnTo>
                <a:lnTo>
                  <a:pt x="238125" y="2695575"/>
                </a:lnTo>
                <a:lnTo>
                  <a:pt x="209550" y="2609850"/>
                </a:lnTo>
                <a:lnTo>
                  <a:pt x="209550" y="2571750"/>
                </a:lnTo>
                <a:lnTo>
                  <a:pt x="190500" y="2524125"/>
                </a:lnTo>
                <a:lnTo>
                  <a:pt x="200025" y="2495550"/>
                </a:lnTo>
                <a:lnTo>
                  <a:pt x="152400" y="2428875"/>
                </a:lnTo>
                <a:lnTo>
                  <a:pt x="180975" y="2409825"/>
                </a:lnTo>
                <a:lnTo>
                  <a:pt x="152400" y="2371725"/>
                </a:lnTo>
                <a:lnTo>
                  <a:pt x="114300" y="2333625"/>
                </a:lnTo>
                <a:lnTo>
                  <a:pt x="123825" y="2276475"/>
                </a:lnTo>
                <a:lnTo>
                  <a:pt x="95250" y="2219325"/>
                </a:lnTo>
                <a:lnTo>
                  <a:pt x="76200" y="2143125"/>
                </a:lnTo>
                <a:lnTo>
                  <a:pt x="47625" y="2105025"/>
                </a:lnTo>
                <a:lnTo>
                  <a:pt x="47625" y="2076450"/>
                </a:lnTo>
                <a:lnTo>
                  <a:pt x="47625" y="1990725"/>
                </a:lnTo>
                <a:lnTo>
                  <a:pt x="28575" y="1952625"/>
                </a:lnTo>
                <a:lnTo>
                  <a:pt x="76200" y="1724025"/>
                </a:lnTo>
                <a:lnTo>
                  <a:pt x="95250" y="1762125"/>
                </a:lnTo>
                <a:lnTo>
                  <a:pt x="47625" y="1647825"/>
                </a:lnTo>
                <a:lnTo>
                  <a:pt x="0" y="1647825"/>
                </a:lnTo>
                <a:lnTo>
                  <a:pt x="19050" y="1685925"/>
                </a:lnTo>
                <a:lnTo>
                  <a:pt x="47625" y="1581150"/>
                </a:lnTo>
                <a:lnTo>
                  <a:pt x="76200" y="1476375"/>
                </a:lnTo>
                <a:lnTo>
                  <a:pt x="142875" y="1457325"/>
                </a:lnTo>
                <a:lnTo>
                  <a:pt x="285750" y="1323975"/>
                </a:lnTo>
                <a:lnTo>
                  <a:pt x="200025" y="1266825"/>
                </a:lnTo>
                <a:lnTo>
                  <a:pt x="209550" y="1238250"/>
                </a:lnTo>
                <a:lnTo>
                  <a:pt x="190500" y="1171575"/>
                </a:lnTo>
                <a:lnTo>
                  <a:pt x="219075" y="1143000"/>
                </a:lnTo>
                <a:lnTo>
                  <a:pt x="257175" y="1123950"/>
                </a:lnTo>
                <a:lnTo>
                  <a:pt x="342900" y="1123950"/>
                </a:lnTo>
                <a:lnTo>
                  <a:pt x="361950" y="1066800"/>
                </a:lnTo>
                <a:lnTo>
                  <a:pt x="409575" y="1057275"/>
                </a:lnTo>
                <a:lnTo>
                  <a:pt x="400050" y="1000125"/>
                </a:lnTo>
                <a:lnTo>
                  <a:pt x="495300" y="914400"/>
                </a:lnTo>
                <a:lnTo>
                  <a:pt x="514350" y="904875"/>
                </a:lnTo>
                <a:lnTo>
                  <a:pt x="514350" y="895350"/>
                </a:lnTo>
                <a:lnTo>
                  <a:pt x="561975" y="800100"/>
                </a:lnTo>
                <a:lnTo>
                  <a:pt x="590550" y="695325"/>
                </a:lnTo>
                <a:lnTo>
                  <a:pt x="609600" y="704850"/>
                </a:lnTo>
                <a:lnTo>
                  <a:pt x="581025" y="657225"/>
                </a:lnTo>
                <a:lnTo>
                  <a:pt x="638175" y="590550"/>
                </a:lnTo>
                <a:lnTo>
                  <a:pt x="647700" y="514350"/>
                </a:lnTo>
                <a:lnTo>
                  <a:pt x="657225" y="447675"/>
                </a:lnTo>
                <a:lnTo>
                  <a:pt x="638175" y="400050"/>
                </a:lnTo>
                <a:lnTo>
                  <a:pt x="647700" y="352425"/>
                </a:lnTo>
                <a:lnTo>
                  <a:pt x="638175" y="295275"/>
                </a:lnTo>
                <a:lnTo>
                  <a:pt x="723900" y="247650"/>
                </a:lnTo>
                <a:lnTo>
                  <a:pt x="733425" y="295275"/>
                </a:lnTo>
                <a:lnTo>
                  <a:pt x="771525" y="285750"/>
                </a:lnTo>
                <a:lnTo>
                  <a:pt x="781050" y="209550"/>
                </a:lnTo>
                <a:lnTo>
                  <a:pt x="819150" y="257175"/>
                </a:lnTo>
                <a:lnTo>
                  <a:pt x="885825" y="228600"/>
                </a:lnTo>
                <a:lnTo>
                  <a:pt x="904875" y="238125"/>
                </a:lnTo>
                <a:lnTo>
                  <a:pt x="933450" y="228600"/>
                </a:lnTo>
                <a:lnTo>
                  <a:pt x="942975" y="190500"/>
                </a:lnTo>
                <a:lnTo>
                  <a:pt x="962025" y="209550"/>
                </a:lnTo>
                <a:lnTo>
                  <a:pt x="1000125" y="200025"/>
                </a:lnTo>
                <a:lnTo>
                  <a:pt x="1028700" y="200025"/>
                </a:lnTo>
                <a:lnTo>
                  <a:pt x="1047750" y="200025"/>
                </a:lnTo>
                <a:lnTo>
                  <a:pt x="1095375" y="190500"/>
                </a:lnTo>
                <a:lnTo>
                  <a:pt x="1114425" y="142875"/>
                </a:lnTo>
                <a:lnTo>
                  <a:pt x="1114425" y="152400"/>
                </a:lnTo>
                <a:lnTo>
                  <a:pt x="1171575" y="123825"/>
                </a:lnTo>
                <a:lnTo>
                  <a:pt x="1171575" y="114300"/>
                </a:lnTo>
                <a:lnTo>
                  <a:pt x="1257300" y="133350"/>
                </a:lnTo>
                <a:lnTo>
                  <a:pt x="1276350" y="114300"/>
                </a:lnTo>
                <a:lnTo>
                  <a:pt x="1304925" y="95250"/>
                </a:lnTo>
                <a:lnTo>
                  <a:pt x="1333500" y="104775"/>
                </a:lnTo>
                <a:lnTo>
                  <a:pt x="1362075" y="76200"/>
                </a:lnTo>
                <a:lnTo>
                  <a:pt x="1371600" y="76200"/>
                </a:lnTo>
                <a:lnTo>
                  <a:pt x="1428750" y="57150"/>
                </a:lnTo>
                <a:lnTo>
                  <a:pt x="1438275" y="95250"/>
                </a:lnTo>
                <a:lnTo>
                  <a:pt x="1495425" y="76200"/>
                </a:lnTo>
                <a:lnTo>
                  <a:pt x="1495425" y="57150"/>
                </a:lnTo>
                <a:lnTo>
                  <a:pt x="1524000" y="57150"/>
                </a:lnTo>
                <a:lnTo>
                  <a:pt x="1562100" y="38100"/>
                </a:lnTo>
                <a:lnTo>
                  <a:pt x="1600200" y="28575"/>
                </a:lnTo>
                <a:lnTo>
                  <a:pt x="1619250" y="0"/>
                </a:lnTo>
                <a:lnTo>
                  <a:pt x="1647825" y="9525"/>
                </a:lnTo>
                <a:lnTo>
                  <a:pt x="1676400" y="47625"/>
                </a:lnTo>
                <a:lnTo>
                  <a:pt x="1714500" y="85725"/>
                </a:lnTo>
                <a:lnTo>
                  <a:pt x="1724025" y="104775"/>
                </a:lnTo>
                <a:lnTo>
                  <a:pt x="1752600" y="133350"/>
                </a:lnTo>
                <a:lnTo>
                  <a:pt x="1838325" y="171450"/>
                </a:lnTo>
                <a:lnTo>
                  <a:pt x="1857375" y="190500"/>
                </a:lnTo>
                <a:lnTo>
                  <a:pt x="1895475" y="190500"/>
                </a:lnTo>
                <a:lnTo>
                  <a:pt x="1914525" y="257175"/>
                </a:lnTo>
                <a:lnTo>
                  <a:pt x="1962150" y="295275"/>
                </a:lnTo>
                <a:lnTo>
                  <a:pt x="2000250" y="323850"/>
                </a:lnTo>
                <a:lnTo>
                  <a:pt x="2028825" y="352425"/>
                </a:lnTo>
                <a:lnTo>
                  <a:pt x="2076450" y="381000"/>
                </a:lnTo>
                <a:lnTo>
                  <a:pt x="2057400" y="409575"/>
                </a:lnTo>
                <a:lnTo>
                  <a:pt x="2114550" y="447675"/>
                </a:lnTo>
                <a:lnTo>
                  <a:pt x="2162175" y="438150"/>
                </a:lnTo>
                <a:lnTo>
                  <a:pt x="2181225" y="495300"/>
                </a:lnTo>
                <a:lnTo>
                  <a:pt x="2162175" y="495300"/>
                </a:lnTo>
                <a:lnTo>
                  <a:pt x="2219325" y="533400"/>
                </a:lnTo>
                <a:lnTo>
                  <a:pt x="2238375" y="571500"/>
                </a:lnTo>
                <a:lnTo>
                  <a:pt x="2286000" y="600075"/>
                </a:lnTo>
                <a:lnTo>
                  <a:pt x="2295525" y="619125"/>
                </a:lnTo>
                <a:lnTo>
                  <a:pt x="2352675" y="638175"/>
                </a:lnTo>
                <a:lnTo>
                  <a:pt x="2390775" y="666750"/>
                </a:lnTo>
                <a:lnTo>
                  <a:pt x="2428875" y="685800"/>
                </a:lnTo>
                <a:lnTo>
                  <a:pt x="2438400" y="723900"/>
                </a:lnTo>
                <a:lnTo>
                  <a:pt x="2486025" y="790575"/>
                </a:lnTo>
                <a:lnTo>
                  <a:pt x="2495550" y="819150"/>
                </a:lnTo>
                <a:lnTo>
                  <a:pt x="2533650" y="838200"/>
                </a:lnTo>
                <a:lnTo>
                  <a:pt x="2562225" y="885825"/>
                </a:lnTo>
                <a:lnTo>
                  <a:pt x="2638425" y="885825"/>
                </a:lnTo>
                <a:lnTo>
                  <a:pt x="2647950" y="914400"/>
                </a:lnTo>
                <a:lnTo>
                  <a:pt x="2667000" y="962025"/>
                </a:lnTo>
                <a:lnTo>
                  <a:pt x="2695575" y="962025"/>
                </a:lnTo>
                <a:lnTo>
                  <a:pt x="2695575" y="1028700"/>
                </a:lnTo>
                <a:lnTo>
                  <a:pt x="2705100" y="1057275"/>
                </a:lnTo>
                <a:lnTo>
                  <a:pt x="2705100" y="1095375"/>
                </a:lnTo>
                <a:lnTo>
                  <a:pt x="2695575" y="1152525"/>
                </a:lnTo>
                <a:lnTo>
                  <a:pt x="2667000" y="1200150"/>
                </a:lnTo>
                <a:lnTo>
                  <a:pt x="2705100" y="1247775"/>
                </a:lnTo>
                <a:lnTo>
                  <a:pt x="2695575" y="1304925"/>
                </a:lnTo>
                <a:lnTo>
                  <a:pt x="2667000" y="1343025"/>
                </a:lnTo>
                <a:lnTo>
                  <a:pt x="2676525" y="1400175"/>
                </a:lnTo>
                <a:lnTo>
                  <a:pt x="2695575" y="1400175"/>
                </a:lnTo>
                <a:lnTo>
                  <a:pt x="2686050" y="1476375"/>
                </a:lnTo>
                <a:lnTo>
                  <a:pt x="2647950" y="1495425"/>
                </a:lnTo>
                <a:lnTo>
                  <a:pt x="2657475" y="1533525"/>
                </a:lnTo>
                <a:lnTo>
                  <a:pt x="2686050" y="1571625"/>
                </a:lnTo>
                <a:lnTo>
                  <a:pt x="2657475" y="1609725"/>
                </a:lnTo>
                <a:lnTo>
                  <a:pt x="2686050" y="1657350"/>
                </a:lnTo>
                <a:lnTo>
                  <a:pt x="2705100" y="1714500"/>
                </a:lnTo>
                <a:lnTo>
                  <a:pt x="2667000" y="1752600"/>
                </a:lnTo>
                <a:lnTo>
                  <a:pt x="2667000" y="1790700"/>
                </a:lnTo>
                <a:lnTo>
                  <a:pt x="2657475" y="1847850"/>
                </a:lnTo>
                <a:lnTo>
                  <a:pt x="2647950" y="1857375"/>
                </a:lnTo>
                <a:lnTo>
                  <a:pt x="2667000" y="1914525"/>
                </a:lnTo>
                <a:lnTo>
                  <a:pt x="2676525" y="1933575"/>
                </a:lnTo>
                <a:lnTo>
                  <a:pt x="2676525" y="1971675"/>
                </a:lnTo>
                <a:lnTo>
                  <a:pt x="2638425" y="2009775"/>
                </a:lnTo>
                <a:lnTo>
                  <a:pt x="2638425" y="2076450"/>
                </a:lnTo>
                <a:lnTo>
                  <a:pt x="2647950" y="2152650"/>
                </a:lnTo>
                <a:lnTo>
                  <a:pt x="2657475" y="2162175"/>
                </a:lnTo>
                <a:lnTo>
                  <a:pt x="2676525" y="2228850"/>
                </a:lnTo>
                <a:lnTo>
                  <a:pt x="2667000" y="2266950"/>
                </a:lnTo>
                <a:lnTo>
                  <a:pt x="2667000" y="2305050"/>
                </a:lnTo>
                <a:lnTo>
                  <a:pt x="2647950" y="2371725"/>
                </a:lnTo>
                <a:lnTo>
                  <a:pt x="2647950" y="2409825"/>
                </a:lnTo>
                <a:lnTo>
                  <a:pt x="2647950" y="2400300"/>
                </a:lnTo>
                <a:lnTo>
                  <a:pt x="2590800" y="2438400"/>
                </a:lnTo>
                <a:lnTo>
                  <a:pt x="2600325" y="2466975"/>
                </a:lnTo>
                <a:lnTo>
                  <a:pt x="2600325" y="2514600"/>
                </a:lnTo>
                <a:lnTo>
                  <a:pt x="2590800" y="2543175"/>
                </a:lnTo>
                <a:lnTo>
                  <a:pt x="2543175" y="2562225"/>
                </a:lnTo>
                <a:lnTo>
                  <a:pt x="2571750" y="2581275"/>
                </a:lnTo>
                <a:lnTo>
                  <a:pt x="2533650" y="2647950"/>
                </a:lnTo>
                <a:lnTo>
                  <a:pt x="2543175" y="2667000"/>
                </a:lnTo>
                <a:lnTo>
                  <a:pt x="2533650" y="2667000"/>
                </a:lnTo>
                <a:lnTo>
                  <a:pt x="2524125" y="2724150"/>
                </a:lnTo>
                <a:lnTo>
                  <a:pt x="2495550" y="2733675"/>
                </a:lnTo>
                <a:lnTo>
                  <a:pt x="2505075" y="2790825"/>
                </a:lnTo>
                <a:lnTo>
                  <a:pt x="2486025" y="2809875"/>
                </a:lnTo>
                <a:lnTo>
                  <a:pt x="2495550" y="2838450"/>
                </a:lnTo>
                <a:lnTo>
                  <a:pt x="2495550" y="2828925"/>
                </a:lnTo>
                <a:lnTo>
                  <a:pt x="2447925" y="2895600"/>
                </a:lnTo>
                <a:lnTo>
                  <a:pt x="2476500" y="2933700"/>
                </a:lnTo>
                <a:lnTo>
                  <a:pt x="2419350" y="2971800"/>
                </a:lnTo>
                <a:lnTo>
                  <a:pt x="2419350" y="2990850"/>
                </a:lnTo>
                <a:lnTo>
                  <a:pt x="2447925" y="3019425"/>
                </a:lnTo>
                <a:lnTo>
                  <a:pt x="2428875" y="3086100"/>
                </a:lnTo>
                <a:lnTo>
                  <a:pt x="2419350" y="3095625"/>
                </a:lnTo>
                <a:lnTo>
                  <a:pt x="2409825" y="3133725"/>
                </a:lnTo>
                <a:lnTo>
                  <a:pt x="2390775" y="3171825"/>
                </a:lnTo>
                <a:lnTo>
                  <a:pt x="2381250" y="3200400"/>
                </a:lnTo>
                <a:lnTo>
                  <a:pt x="2371725" y="3238500"/>
                </a:lnTo>
                <a:lnTo>
                  <a:pt x="2371725" y="3248025"/>
                </a:lnTo>
                <a:lnTo>
                  <a:pt x="2343150" y="3248025"/>
                </a:lnTo>
                <a:lnTo>
                  <a:pt x="2324100" y="3295650"/>
                </a:lnTo>
                <a:lnTo>
                  <a:pt x="2333625" y="3286125"/>
                </a:lnTo>
                <a:lnTo>
                  <a:pt x="2333625" y="3314700"/>
                </a:lnTo>
                <a:lnTo>
                  <a:pt x="2209800" y="3314700"/>
                </a:lnTo>
                <a:lnTo>
                  <a:pt x="2247900" y="3371850"/>
                </a:lnTo>
                <a:lnTo>
                  <a:pt x="2190750" y="3486150"/>
                </a:lnTo>
                <a:lnTo>
                  <a:pt x="2171700" y="3543300"/>
                </a:lnTo>
                <a:lnTo>
                  <a:pt x="2095500" y="3514725"/>
                </a:lnTo>
                <a:lnTo>
                  <a:pt x="2133600" y="3590925"/>
                </a:lnTo>
                <a:lnTo>
                  <a:pt x="2114550" y="3552825"/>
                </a:lnTo>
                <a:lnTo>
                  <a:pt x="2124075" y="3581400"/>
                </a:lnTo>
                <a:lnTo>
                  <a:pt x="2143125" y="3648075"/>
                </a:lnTo>
                <a:lnTo>
                  <a:pt x="2133600" y="3714750"/>
                </a:lnTo>
                <a:lnTo>
                  <a:pt x="2114550" y="3752850"/>
                </a:lnTo>
                <a:lnTo>
                  <a:pt x="2038350" y="3790950"/>
                </a:lnTo>
                <a:lnTo>
                  <a:pt x="2028825" y="3848100"/>
                </a:lnTo>
                <a:lnTo>
                  <a:pt x="2038350" y="3848100"/>
                </a:lnTo>
                <a:lnTo>
                  <a:pt x="1924050" y="3981450"/>
                </a:lnTo>
                <a:lnTo>
                  <a:pt x="2009775" y="3905250"/>
                </a:lnTo>
                <a:lnTo>
                  <a:pt x="1990725" y="3914775"/>
                </a:lnTo>
                <a:lnTo>
                  <a:pt x="1952625" y="4000500"/>
                </a:lnTo>
                <a:lnTo>
                  <a:pt x="1962150" y="4010025"/>
                </a:lnTo>
                <a:lnTo>
                  <a:pt x="1943100" y="4086225"/>
                </a:lnTo>
                <a:lnTo>
                  <a:pt x="1905000" y="4124325"/>
                </a:lnTo>
                <a:lnTo>
                  <a:pt x="1933575" y="4162425"/>
                </a:lnTo>
                <a:lnTo>
                  <a:pt x="1895475" y="4238625"/>
                </a:lnTo>
                <a:lnTo>
                  <a:pt x="1866900" y="4333875"/>
                </a:lnTo>
                <a:lnTo>
                  <a:pt x="1828800" y="4371975"/>
                </a:lnTo>
                <a:lnTo>
                  <a:pt x="1790700" y="4371975"/>
                </a:lnTo>
                <a:lnTo>
                  <a:pt x="1762125" y="4429125"/>
                </a:lnTo>
                <a:lnTo>
                  <a:pt x="1752600" y="4448175"/>
                </a:lnTo>
                <a:lnTo>
                  <a:pt x="1695450" y="44862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363450" y="1552575"/>
            <a:ext cx="895350" cy="1447800"/>
          </a:xfrm>
          <a:custGeom>
            <a:avLst/>
            <a:gdLst/>
            <a:ahLst/>
            <a:cxnLst/>
            <a:rect l="l" t="t" r="r" b="b"/>
            <a:pathLst>
              <a:path w="895350" h="1447800">
                <a:moveTo>
                  <a:pt x="561975" y="1438275"/>
                </a:moveTo>
                <a:lnTo>
                  <a:pt x="542925" y="1438275"/>
                </a:lnTo>
                <a:lnTo>
                  <a:pt x="514350" y="1419225"/>
                </a:lnTo>
                <a:lnTo>
                  <a:pt x="504825" y="1409700"/>
                </a:lnTo>
                <a:lnTo>
                  <a:pt x="514350" y="1409700"/>
                </a:lnTo>
                <a:lnTo>
                  <a:pt x="485775" y="1381125"/>
                </a:lnTo>
                <a:lnTo>
                  <a:pt x="476250" y="1381125"/>
                </a:lnTo>
                <a:lnTo>
                  <a:pt x="457200" y="1362075"/>
                </a:lnTo>
                <a:lnTo>
                  <a:pt x="476250" y="1343025"/>
                </a:lnTo>
                <a:lnTo>
                  <a:pt x="476250" y="1362075"/>
                </a:lnTo>
                <a:lnTo>
                  <a:pt x="438150" y="1352550"/>
                </a:lnTo>
                <a:lnTo>
                  <a:pt x="428625" y="1343025"/>
                </a:lnTo>
                <a:lnTo>
                  <a:pt x="409575" y="1314450"/>
                </a:lnTo>
                <a:lnTo>
                  <a:pt x="400050" y="1295400"/>
                </a:lnTo>
                <a:lnTo>
                  <a:pt x="390525" y="1314450"/>
                </a:lnTo>
                <a:lnTo>
                  <a:pt x="381000" y="1304925"/>
                </a:lnTo>
                <a:lnTo>
                  <a:pt x="361950" y="1276350"/>
                </a:lnTo>
                <a:lnTo>
                  <a:pt x="352425" y="1257300"/>
                </a:lnTo>
                <a:lnTo>
                  <a:pt x="352425" y="1257300"/>
                </a:lnTo>
                <a:lnTo>
                  <a:pt x="333375" y="1247775"/>
                </a:lnTo>
                <a:lnTo>
                  <a:pt x="333375" y="1247775"/>
                </a:lnTo>
                <a:lnTo>
                  <a:pt x="323850" y="1219200"/>
                </a:lnTo>
                <a:lnTo>
                  <a:pt x="295275" y="1200150"/>
                </a:lnTo>
                <a:lnTo>
                  <a:pt x="285750" y="1219200"/>
                </a:lnTo>
                <a:lnTo>
                  <a:pt x="285750" y="1190625"/>
                </a:lnTo>
                <a:lnTo>
                  <a:pt x="276225" y="1200150"/>
                </a:lnTo>
                <a:lnTo>
                  <a:pt x="257175" y="1171575"/>
                </a:lnTo>
                <a:lnTo>
                  <a:pt x="247650" y="1162050"/>
                </a:lnTo>
                <a:lnTo>
                  <a:pt x="219075" y="1171575"/>
                </a:lnTo>
                <a:lnTo>
                  <a:pt x="238125" y="1143000"/>
                </a:lnTo>
                <a:lnTo>
                  <a:pt x="219075" y="1143000"/>
                </a:lnTo>
                <a:lnTo>
                  <a:pt x="209550" y="1123950"/>
                </a:lnTo>
                <a:lnTo>
                  <a:pt x="180975" y="1104900"/>
                </a:lnTo>
                <a:lnTo>
                  <a:pt x="161925" y="1095375"/>
                </a:lnTo>
                <a:lnTo>
                  <a:pt x="161925" y="1095375"/>
                </a:lnTo>
                <a:lnTo>
                  <a:pt x="180975" y="1066800"/>
                </a:lnTo>
                <a:lnTo>
                  <a:pt x="171450" y="1047750"/>
                </a:lnTo>
                <a:lnTo>
                  <a:pt x="142875" y="1047750"/>
                </a:lnTo>
                <a:lnTo>
                  <a:pt x="133350" y="1038225"/>
                </a:lnTo>
                <a:lnTo>
                  <a:pt x="133350" y="1019175"/>
                </a:lnTo>
                <a:lnTo>
                  <a:pt x="133350" y="1000125"/>
                </a:lnTo>
                <a:lnTo>
                  <a:pt x="133350" y="981075"/>
                </a:lnTo>
                <a:lnTo>
                  <a:pt x="133350" y="971550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23925"/>
                </a:lnTo>
                <a:lnTo>
                  <a:pt x="104775" y="914400"/>
                </a:lnTo>
                <a:lnTo>
                  <a:pt x="104775" y="895350"/>
                </a:lnTo>
                <a:lnTo>
                  <a:pt x="104775" y="885825"/>
                </a:lnTo>
                <a:lnTo>
                  <a:pt x="95250" y="838200"/>
                </a:lnTo>
                <a:lnTo>
                  <a:pt x="85725" y="857250"/>
                </a:lnTo>
                <a:lnTo>
                  <a:pt x="76200" y="828675"/>
                </a:lnTo>
                <a:lnTo>
                  <a:pt x="76200" y="819150"/>
                </a:lnTo>
                <a:lnTo>
                  <a:pt x="76200" y="790575"/>
                </a:lnTo>
                <a:lnTo>
                  <a:pt x="76200" y="771525"/>
                </a:lnTo>
                <a:lnTo>
                  <a:pt x="57150" y="781050"/>
                </a:lnTo>
                <a:lnTo>
                  <a:pt x="57150" y="752475"/>
                </a:lnTo>
                <a:lnTo>
                  <a:pt x="57150" y="723900"/>
                </a:lnTo>
                <a:lnTo>
                  <a:pt x="38100" y="723900"/>
                </a:lnTo>
                <a:lnTo>
                  <a:pt x="66675" y="723900"/>
                </a:lnTo>
                <a:lnTo>
                  <a:pt x="47625" y="685800"/>
                </a:lnTo>
                <a:lnTo>
                  <a:pt x="47625" y="666750"/>
                </a:lnTo>
                <a:lnTo>
                  <a:pt x="19050" y="666750"/>
                </a:lnTo>
                <a:lnTo>
                  <a:pt x="38100" y="657225"/>
                </a:lnTo>
                <a:lnTo>
                  <a:pt x="28575" y="619125"/>
                </a:lnTo>
                <a:lnTo>
                  <a:pt x="0" y="666750"/>
                </a:lnTo>
                <a:lnTo>
                  <a:pt x="47625" y="638175"/>
                </a:lnTo>
                <a:lnTo>
                  <a:pt x="19050" y="590550"/>
                </a:lnTo>
                <a:lnTo>
                  <a:pt x="28575" y="523875"/>
                </a:lnTo>
                <a:lnTo>
                  <a:pt x="19050" y="495300"/>
                </a:lnTo>
                <a:lnTo>
                  <a:pt x="28575" y="514350"/>
                </a:lnTo>
                <a:lnTo>
                  <a:pt x="57150" y="523875"/>
                </a:lnTo>
                <a:lnTo>
                  <a:pt x="85725" y="466725"/>
                </a:lnTo>
                <a:lnTo>
                  <a:pt x="47625" y="495300"/>
                </a:lnTo>
                <a:lnTo>
                  <a:pt x="47625" y="457200"/>
                </a:lnTo>
                <a:lnTo>
                  <a:pt x="47625" y="428625"/>
                </a:lnTo>
                <a:lnTo>
                  <a:pt x="85725" y="381000"/>
                </a:lnTo>
                <a:lnTo>
                  <a:pt x="47625" y="361950"/>
                </a:lnTo>
                <a:lnTo>
                  <a:pt x="104775" y="352425"/>
                </a:lnTo>
                <a:lnTo>
                  <a:pt x="95250" y="371475"/>
                </a:lnTo>
                <a:lnTo>
                  <a:pt x="142875" y="323850"/>
                </a:lnTo>
                <a:lnTo>
                  <a:pt x="85725" y="371475"/>
                </a:lnTo>
                <a:lnTo>
                  <a:pt x="190500" y="381000"/>
                </a:lnTo>
                <a:lnTo>
                  <a:pt x="209550" y="333375"/>
                </a:lnTo>
                <a:lnTo>
                  <a:pt x="171450" y="266700"/>
                </a:lnTo>
                <a:lnTo>
                  <a:pt x="152400" y="276225"/>
                </a:lnTo>
                <a:lnTo>
                  <a:pt x="190500" y="247650"/>
                </a:lnTo>
                <a:lnTo>
                  <a:pt x="190500" y="247650"/>
                </a:lnTo>
                <a:lnTo>
                  <a:pt x="190500" y="219075"/>
                </a:lnTo>
                <a:lnTo>
                  <a:pt x="209550" y="180975"/>
                </a:lnTo>
                <a:lnTo>
                  <a:pt x="228600" y="180975"/>
                </a:lnTo>
                <a:lnTo>
                  <a:pt x="219075" y="171450"/>
                </a:lnTo>
                <a:lnTo>
                  <a:pt x="219075" y="152400"/>
                </a:lnTo>
                <a:lnTo>
                  <a:pt x="209550" y="142875"/>
                </a:lnTo>
                <a:lnTo>
                  <a:pt x="200025" y="114300"/>
                </a:lnTo>
                <a:lnTo>
                  <a:pt x="238125" y="123825"/>
                </a:lnTo>
                <a:lnTo>
                  <a:pt x="257175" y="95250"/>
                </a:lnTo>
                <a:lnTo>
                  <a:pt x="257175" y="57150"/>
                </a:lnTo>
                <a:lnTo>
                  <a:pt x="266700" y="85725"/>
                </a:lnTo>
                <a:lnTo>
                  <a:pt x="276225" y="85725"/>
                </a:lnTo>
                <a:lnTo>
                  <a:pt x="295275" y="66675"/>
                </a:lnTo>
                <a:lnTo>
                  <a:pt x="285750" y="57150"/>
                </a:lnTo>
                <a:lnTo>
                  <a:pt x="276225" y="66675"/>
                </a:lnTo>
                <a:lnTo>
                  <a:pt x="323850" y="762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23850" y="66675"/>
                </a:lnTo>
                <a:lnTo>
                  <a:pt x="333375" y="47625"/>
                </a:lnTo>
                <a:lnTo>
                  <a:pt x="342900" y="47625"/>
                </a:lnTo>
                <a:lnTo>
                  <a:pt x="371475" y="38100"/>
                </a:lnTo>
                <a:lnTo>
                  <a:pt x="371475" y="47625"/>
                </a:lnTo>
                <a:lnTo>
                  <a:pt x="390525" y="66675"/>
                </a:lnTo>
                <a:lnTo>
                  <a:pt x="371475" y="38100"/>
                </a:lnTo>
                <a:lnTo>
                  <a:pt x="419100" y="47625"/>
                </a:lnTo>
                <a:lnTo>
                  <a:pt x="400050" y="47625"/>
                </a:lnTo>
                <a:lnTo>
                  <a:pt x="409575" y="47625"/>
                </a:lnTo>
                <a:lnTo>
                  <a:pt x="428625" y="28575"/>
                </a:lnTo>
                <a:lnTo>
                  <a:pt x="447675" y="38100"/>
                </a:lnTo>
                <a:lnTo>
                  <a:pt x="466725" y="28575"/>
                </a:lnTo>
                <a:lnTo>
                  <a:pt x="466725" y="28575"/>
                </a:lnTo>
                <a:lnTo>
                  <a:pt x="466725" y="9525"/>
                </a:lnTo>
                <a:lnTo>
                  <a:pt x="476250" y="19050"/>
                </a:lnTo>
                <a:lnTo>
                  <a:pt x="485775" y="19050"/>
                </a:lnTo>
                <a:lnTo>
                  <a:pt x="504825" y="9525"/>
                </a:lnTo>
                <a:lnTo>
                  <a:pt x="495300" y="19050"/>
                </a:lnTo>
                <a:lnTo>
                  <a:pt x="523875" y="0"/>
                </a:lnTo>
                <a:lnTo>
                  <a:pt x="533400" y="0"/>
                </a:lnTo>
                <a:lnTo>
                  <a:pt x="542925" y="0"/>
                </a:lnTo>
                <a:lnTo>
                  <a:pt x="542925" y="0"/>
                </a:lnTo>
                <a:lnTo>
                  <a:pt x="561975" y="19050"/>
                </a:lnTo>
                <a:lnTo>
                  <a:pt x="552450" y="9525"/>
                </a:lnTo>
                <a:lnTo>
                  <a:pt x="571500" y="19050"/>
                </a:lnTo>
                <a:lnTo>
                  <a:pt x="581025" y="38100"/>
                </a:lnTo>
                <a:lnTo>
                  <a:pt x="600075" y="57150"/>
                </a:lnTo>
                <a:lnTo>
                  <a:pt x="590550" y="57150"/>
                </a:lnTo>
                <a:lnTo>
                  <a:pt x="609600" y="76200"/>
                </a:lnTo>
                <a:lnTo>
                  <a:pt x="619125" y="85725"/>
                </a:lnTo>
                <a:lnTo>
                  <a:pt x="638175" y="85725"/>
                </a:lnTo>
                <a:lnTo>
                  <a:pt x="657225" y="85725"/>
                </a:lnTo>
                <a:lnTo>
                  <a:pt x="657225" y="104775"/>
                </a:lnTo>
                <a:lnTo>
                  <a:pt x="676275" y="133350"/>
                </a:lnTo>
                <a:lnTo>
                  <a:pt x="685800" y="133350"/>
                </a:lnTo>
                <a:lnTo>
                  <a:pt x="685800" y="142875"/>
                </a:lnTo>
                <a:lnTo>
                  <a:pt x="714375" y="142875"/>
                </a:lnTo>
                <a:lnTo>
                  <a:pt x="714375" y="142875"/>
                </a:lnTo>
                <a:lnTo>
                  <a:pt x="714375" y="161925"/>
                </a:lnTo>
                <a:lnTo>
                  <a:pt x="723900" y="180975"/>
                </a:lnTo>
                <a:lnTo>
                  <a:pt x="733425" y="171450"/>
                </a:lnTo>
                <a:lnTo>
                  <a:pt x="733425" y="180975"/>
                </a:lnTo>
                <a:lnTo>
                  <a:pt x="762000" y="219075"/>
                </a:lnTo>
                <a:lnTo>
                  <a:pt x="771525" y="209550"/>
                </a:lnTo>
                <a:lnTo>
                  <a:pt x="781050" y="209550"/>
                </a:lnTo>
                <a:lnTo>
                  <a:pt x="781050" y="238125"/>
                </a:lnTo>
                <a:lnTo>
                  <a:pt x="800100" y="228600"/>
                </a:lnTo>
                <a:lnTo>
                  <a:pt x="800100" y="266700"/>
                </a:lnTo>
                <a:lnTo>
                  <a:pt x="828675" y="266700"/>
                </a:lnTo>
                <a:lnTo>
                  <a:pt x="838200" y="276225"/>
                </a:lnTo>
                <a:lnTo>
                  <a:pt x="847725" y="276225"/>
                </a:lnTo>
                <a:lnTo>
                  <a:pt x="857250" y="27622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57250" y="323850"/>
                </a:lnTo>
                <a:lnTo>
                  <a:pt x="866775" y="333375"/>
                </a:lnTo>
                <a:lnTo>
                  <a:pt x="895350" y="333375"/>
                </a:lnTo>
                <a:lnTo>
                  <a:pt x="885825" y="371475"/>
                </a:lnTo>
                <a:lnTo>
                  <a:pt x="876300" y="361950"/>
                </a:lnTo>
                <a:lnTo>
                  <a:pt x="885825" y="390525"/>
                </a:lnTo>
                <a:lnTo>
                  <a:pt x="866775" y="409575"/>
                </a:lnTo>
                <a:lnTo>
                  <a:pt x="876300" y="428625"/>
                </a:lnTo>
                <a:lnTo>
                  <a:pt x="876300" y="438150"/>
                </a:lnTo>
                <a:lnTo>
                  <a:pt x="885825" y="438150"/>
                </a:lnTo>
                <a:lnTo>
                  <a:pt x="866775" y="466725"/>
                </a:lnTo>
                <a:lnTo>
                  <a:pt x="857250" y="457200"/>
                </a:lnTo>
                <a:lnTo>
                  <a:pt x="885825" y="485775"/>
                </a:lnTo>
                <a:lnTo>
                  <a:pt x="895350" y="495300"/>
                </a:lnTo>
                <a:lnTo>
                  <a:pt x="857250" y="504825"/>
                </a:lnTo>
                <a:lnTo>
                  <a:pt x="885825" y="504825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876300" y="561975"/>
                </a:lnTo>
                <a:lnTo>
                  <a:pt x="885825" y="590550"/>
                </a:lnTo>
                <a:lnTo>
                  <a:pt x="866775" y="581025"/>
                </a:lnTo>
                <a:lnTo>
                  <a:pt x="866775" y="600075"/>
                </a:lnTo>
                <a:lnTo>
                  <a:pt x="857250" y="600075"/>
                </a:lnTo>
                <a:lnTo>
                  <a:pt x="866775" y="619125"/>
                </a:lnTo>
                <a:lnTo>
                  <a:pt x="866775" y="628650"/>
                </a:lnTo>
                <a:lnTo>
                  <a:pt x="885825" y="666750"/>
                </a:lnTo>
                <a:lnTo>
                  <a:pt x="866775" y="666750"/>
                </a:lnTo>
                <a:lnTo>
                  <a:pt x="866775" y="666750"/>
                </a:lnTo>
                <a:lnTo>
                  <a:pt x="876300" y="704850"/>
                </a:lnTo>
                <a:lnTo>
                  <a:pt x="857250" y="714375"/>
                </a:lnTo>
                <a:lnTo>
                  <a:pt x="857250" y="733425"/>
                </a:lnTo>
                <a:lnTo>
                  <a:pt x="857250" y="742950"/>
                </a:lnTo>
                <a:lnTo>
                  <a:pt x="857250" y="723900"/>
                </a:lnTo>
                <a:lnTo>
                  <a:pt x="857250" y="752475"/>
                </a:lnTo>
                <a:lnTo>
                  <a:pt x="866775" y="742950"/>
                </a:lnTo>
                <a:lnTo>
                  <a:pt x="838200" y="790575"/>
                </a:lnTo>
                <a:lnTo>
                  <a:pt x="857250" y="781050"/>
                </a:lnTo>
                <a:lnTo>
                  <a:pt x="838200" y="790575"/>
                </a:lnTo>
                <a:lnTo>
                  <a:pt x="819150" y="819150"/>
                </a:lnTo>
                <a:lnTo>
                  <a:pt x="838200" y="819150"/>
                </a:lnTo>
                <a:lnTo>
                  <a:pt x="828675" y="847725"/>
                </a:lnTo>
                <a:lnTo>
                  <a:pt x="828675" y="847725"/>
                </a:lnTo>
                <a:lnTo>
                  <a:pt x="809625" y="857250"/>
                </a:lnTo>
                <a:lnTo>
                  <a:pt x="828675" y="876300"/>
                </a:lnTo>
                <a:lnTo>
                  <a:pt x="828675" y="866775"/>
                </a:lnTo>
                <a:lnTo>
                  <a:pt x="809625" y="866775"/>
                </a:lnTo>
                <a:lnTo>
                  <a:pt x="809625" y="904875"/>
                </a:lnTo>
                <a:lnTo>
                  <a:pt x="819150" y="904875"/>
                </a:lnTo>
                <a:lnTo>
                  <a:pt x="809625" y="914400"/>
                </a:lnTo>
                <a:lnTo>
                  <a:pt x="828675" y="914400"/>
                </a:lnTo>
                <a:lnTo>
                  <a:pt x="800100" y="923925"/>
                </a:lnTo>
                <a:lnTo>
                  <a:pt x="790575" y="923925"/>
                </a:lnTo>
                <a:lnTo>
                  <a:pt x="809625" y="942975"/>
                </a:lnTo>
                <a:lnTo>
                  <a:pt x="790575" y="942975"/>
                </a:lnTo>
                <a:lnTo>
                  <a:pt x="800100" y="962025"/>
                </a:lnTo>
                <a:lnTo>
                  <a:pt x="809625" y="971550"/>
                </a:lnTo>
                <a:lnTo>
                  <a:pt x="781050" y="981075"/>
                </a:lnTo>
                <a:lnTo>
                  <a:pt x="790575" y="1000125"/>
                </a:lnTo>
                <a:lnTo>
                  <a:pt x="781050" y="990600"/>
                </a:lnTo>
                <a:lnTo>
                  <a:pt x="781050" y="1009650"/>
                </a:lnTo>
                <a:lnTo>
                  <a:pt x="771525" y="1038225"/>
                </a:lnTo>
                <a:lnTo>
                  <a:pt x="781050" y="1038225"/>
                </a:lnTo>
                <a:lnTo>
                  <a:pt x="771525" y="1047750"/>
                </a:lnTo>
                <a:lnTo>
                  <a:pt x="781050" y="1076325"/>
                </a:lnTo>
                <a:lnTo>
                  <a:pt x="723900" y="1028700"/>
                </a:lnTo>
                <a:lnTo>
                  <a:pt x="704850" y="1047750"/>
                </a:lnTo>
                <a:lnTo>
                  <a:pt x="704850" y="1047750"/>
                </a:lnTo>
                <a:lnTo>
                  <a:pt x="723900" y="1076325"/>
                </a:lnTo>
                <a:lnTo>
                  <a:pt x="752475" y="1123950"/>
                </a:lnTo>
                <a:lnTo>
                  <a:pt x="704850" y="1133475"/>
                </a:lnTo>
                <a:lnTo>
                  <a:pt x="666750" y="1123950"/>
                </a:lnTo>
                <a:lnTo>
                  <a:pt x="685800" y="1133475"/>
                </a:lnTo>
                <a:lnTo>
                  <a:pt x="742950" y="1171575"/>
                </a:lnTo>
                <a:lnTo>
                  <a:pt x="695325" y="1162050"/>
                </a:lnTo>
                <a:lnTo>
                  <a:pt x="695325" y="1162050"/>
                </a:lnTo>
                <a:lnTo>
                  <a:pt x="695325" y="1181100"/>
                </a:lnTo>
                <a:lnTo>
                  <a:pt x="695325" y="1209675"/>
                </a:lnTo>
                <a:lnTo>
                  <a:pt x="685800" y="1209675"/>
                </a:lnTo>
                <a:lnTo>
                  <a:pt x="685800" y="1228725"/>
                </a:lnTo>
                <a:lnTo>
                  <a:pt x="647700" y="1228725"/>
                </a:lnTo>
                <a:lnTo>
                  <a:pt x="600075" y="1228725"/>
                </a:lnTo>
                <a:lnTo>
                  <a:pt x="619125" y="1247775"/>
                </a:lnTo>
                <a:lnTo>
                  <a:pt x="647700" y="1276350"/>
                </a:lnTo>
                <a:lnTo>
                  <a:pt x="647700" y="1276350"/>
                </a:lnTo>
                <a:lnTo>
                  <a:pt x="647700" y="1257300"/>
                </a:lnTo>
                <a:lnTo>
                  <a:pt x="657225" y="1295400"/>
                </a:lnTo>
                <a:lnTo>
                  <a:pt x="628650" y="1314450"/>
                </a:lnTo>
                <a:lnTo>
                  <a:pt x="628650" y="1343025"/>
                </a:lnTo>
                <a:lnTo>
                  <a:pt x="628650" y="1333500"/>
                </a:lnTo>
                <a:lnTo>
                  <a:pt x="619125" y="1390650"/>
                </a:lnTo>
                <a:lnTo>
                  <a:pt x="600075" y="1381125"/>
                </a:lnTo>
                <a:lnTo>
                  <a:pt x="590550" y="1419225"/>
                </a:lnTo>
                <a:lnTo>
                  <a:pt x="590550" y="1419225"/>
                </a:lnTo>
                <a:lnTo>
                  <a:pt x="561975" y="1447800"/>
                </a:lnTo>
                <a:lnTo>
                  <a:pt x="571500" y="144780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411075" y="1609725"/>
            <a:ext cx="1257300" cy="1876425"/>
          </a:xfrm>
          <a:custGeom>
            <a:avLst/>
            <a:gdLst/>
            <a:ahLst/>
            <a:cxnLst/>
            <a:rect l="l" t="t" r="r" b="b"/>
            <a:pathLst>
              <a:path w="1257300" h="1876425">
                <a:moveTo>
                  <a:pt x="838200" y="1876425"/>
                </a:moveTo>
                <a:lnTo>
                  <a:pt x="809625" y="1857375"/>
                </a:lnTo>
                <a:lnTo>
                  <a:pt x="800100" y="1847850"/>
                </a:lnTo>
                <a:lnTo>
                  <a:pt x="790575" y="1828800"/>
                </a:lnTo>
                <a:lnTo>
                  <a:pt x="762000" y="1800225"/>
                </a:lnTo>
                <a:lnTo>
                  <a:pt x="771525" y="1800225"/>
                </a:lnTo>
                <a:lnTo>
                  <a:pt x="742950" y="1781175"/>
                </a:lnTo>
                <a:lnTo>
                  <a:pt x="714375" y="1771650"/>
                </a:lnTo>
                <a:lnTo>
                  <a:pt x="695325" y="1771650"/>
                </a:lnTo>
                <a:lnTo>
                  <a:pt x="704850" y="1733550"/>
                </a:lnTo>
                <a:lnTo>
                  <a:pt x="695325" y="1714500"/>
                </a:lnTo>
                <a:lnTo>
                  <a:pt x="666750" y="1704975"/>
                </a:lnTo>
                <a:lnTo>
                  <a:pt x="647700" y="1695450"/>
                </a:lnTo>
                <a:lnTo>
                  <a:pt x="628650" y="1704975"/>
                </a:lnTo>
                <a:lnTo>
                  <a:pt x="619125" y="1666875"/>
                </a:lnTo>
                <a:lnTo>
                  <a:pt x="609600" y="1666875"/>
                </a:lnTo>
                <a:lnTo>
                  <a:pt x="581025" y="1657350"/>
                </a:lnTo>
                <a:lnTo>
                  <a:pt x="571500" y="1628775"/>
                </a:lnTo>
                <a:lnTo>
                  <a:pt x="561975" y="1609725"/>
                </a:lnTo>
                <a:lnTo>
                  <a:pt x="552450" y="1609725"/>
                </a:lnTo>
                <a:lnTo>
                  <a:pt x="523875" y="1600200"/>
                </a:lnTo>
                <a:lnTo>
                  <a:pt x="514350" y="1590675"/>
                </a:lnTo>
                <a:lnTo>
                  <a:pt x="514350" y="1571625"/>
                </a:lnTo>
                <a:lnTo>
                  <a:pt x="466725" y="1581150"/>
                </a:lnTo>
                <a:lnTo>
                  <a:pt x="476250" y="1552575"/>
                </a:lnTo>
                <a:lnTo>
                  <a:pt x="457200" y="1533525"/>
                </a:lnTo>
                <a:lnTo>
                  <a:pt x="447675" y="1533525"/>
                </a:lnTo>
                <a:lnTo>
                  <a:pt x="428625" y="1533525"/>
                </a:lnTo>
                <a:lnTo>
                  <a:pt x="400050" y="1495425"/>
                </a:lnTo>
                <a:lnTo>
                  <a:pt x="381000" y="1485900"/>
                </a:lnTo>
                <a:lnTo>
                  <a:pt x="371475" y="1466850"/>
                </a:lnTo>
                <a:lnTo>
                  <a:pt x="371475" y="1466850"/>
                </a:lnTo>
                <a:lnTo>
                  <a:pt x="361950" y="1438275"/>
                </a:lnTo>
                <a:lnTo>
                  <a:pt x="333375" y="1419225"/>
                </a:lnTo>
                <a:lnTo>
                  <a:pt x="342900" y="1419225"/>
                </a:lnTo>
                <a:lnTo>
                  <a:pt x="342900" y="1381125"/>
                </a:lnTo>
                <a:lnTo>
                  <a:pt x="314325" y="1362075"/>
                </a:lnTo>
                <a:lnTo>
                  <a:pt x="314325" y="1352550"/>
                </a:lnTo>
                <a:lnTo>
                  <a:pt x="304800" y="1314450"/>
                </a:lnTo>
                <a:lnTo>
                  <a:pt x="285750" y="1295400"/>
                </a:lnTo>
                <a:lnTo>
                  <a:pt x="276225" y="1304925"/>
                </a:lnTo>
                <a:lnTo>
                  <a:pt x="285750" y="1285875"/>
                </a:lnTo>
                <a:lnTo>
                  <a:pt x="257175" y="1257300"/>
                </a:lnTo>
                <a:lnTo>
                  <a:pt x="276225" y="1238250"/>
                </a:lnTo>
                <a:lnTo>
                  <a:pt x="285750" y="1219200"/>
                </a:lnTo>
                <a:lnTo>
                  <a:pt x="247650" y="1181100"/>
                </a:lnTo>
                <a:lnTo>
                  <a:pt x="257175" y="1162050"/>
                </a:lnTo>
                <a:lnTo>
                  <a:pt x="238125" y="1143000"/>
                </a:lnTo>
                <a:lnTo>
                  <a:pt x="228600" y="1133475"/>
                </a:lnTo>
                <a:lnTo>
                  <a:pt x="247650" y="1114425"/>
                </a:lnTo>
                <a:lnTo>
                  <a:pt x="228600" y="1104900"/>
                </a:lnTo>
                <a:lnTo>
                  <a:pt x="219075" y="1057275"/>
                </a:lnTo>
                <a:lnTo>
                  <a:pt x="209550" y="1057275"/>
                </a:lnTo>
                <a:lnTo>
                  <a:pt x="200025" y="1019175"/>
                </a:lnTo>
                <a:lnTo>
                  <a:pt x="209550" y="1009650"/>
                </a:lnTo>
                <a:lnTo>
                  <a:pt x="180975" y="1000125"/>
                </a:lnTo>
                <a:lnTo>
                  <a:pt x="200025" y="990600"/>
                </a:lnTo>
                <a:lnTo>
                  <a:pt x="190500" y="971550"/>
                </a:lnTo>
                <a:lnTo>
                  <a:pt x="171450" y="942975"/>
                </a:lnTo>
                <a:lnTo>
                  <a:pt x="171450" y="914400"/>
                </a:lnTo>
                <a:lnTo>
                  <a:pt x="171450" y="904875"/>
                </a:lnTo>
                <a:lnTo>
                  <a:pt x="152400" y="857250"/>
                </a:lnTo>
                <a:lnTo>
                  <a:pt x="152400" y="866775"/>
                </a:lnTo>
                <a:lnTo>
                  <a:pt x="133350" y="847725"/>
                </a:lnTo>
                <a:lnTo>
                  <a:pt x="123825" y="819150"/>
                </a:lnTo>
                <a:lnTo>
                  <a:pt x="0" y="752475"/>
                </a:lnTo>
                <a:lnTo>
                  <a:pt x="66675" y="752475"/>
                </a:lnTo>
                <a:lnTo>
                  <a:pt x="104775" y="733425"/>
                </a:lnTo>
                <a:lnTo>
                  <a:pt x="142875" y="704850"/>
                </a:lnTo>
                <a:lnTo>
                  <a:pt x="171450" y="600075"/>
                </a:lnTo>
                <a:lnTo>
                  <a:pt x="209550" y="600075"/>
                </a:lnTo>
                <a:lnTo>
                  <a:pt x="200025" y="581025"/>
                </a:lnTo>
                <a:lnTo>
                  <a:pt x="200025" y="609600"/>
                </a:lnTo>
                <a:lnTo>
                  <a:pt x="228600" y="590550"/>
                </a:lnTo>
                <a:lnTo>
                  <a:pt x="171450" y="514350"/>
                </a:lnTo>
                <a:lnTo>
                  <a:pt x="228600" y="514350"/>
                </a:lnTo>
                <a:lnTo>
                  <a:pt x="200025" y="504825"/>
                </a:lnTo>
                <a:lnTo>
                  <a:pt x="228600" y="466725"/>
                </a:lnTo>
                <a:lnTo>
                  <a:pt x="247650" y="438150"/>
                </a:lnTo>
                <a:lnTo>
                  <a:pt x="266700" y="428625"/>
                </a:lnTo>
                <a:lnTo>
                  <a:pt x="285750" y="457200"/>
                </a:lnTo>
                <a:lnTo>
                  <a:pt x="285750" y="381000"/>
                </a:lnTo>
                <a:lnTo>
                  <a:pt x="304800" y="342900"/>
                </a:lnTo>
                <a:lnTo>
                  <a:pt x="304800" y="276225"/>
                </a:lnTo>
                <a:lnTo>
                  <a:pt x="333375" y="381000"/>
                </a:lnTo>
                <a:lnTo>
                  <a:pt x="361950" y="400050"/>
                </a:lnTo>
                <a:lnTo>
                  <a:pt x="371475" y="371475"/>
                </a:lnTo>
                <a:lnTo>
                  <a:pt x="342900" y="342900"/>
                </a:lnTo>
                <a:lnTo>
                  <a:pt x="371475" y="295275"/>
                </a:lnTo>
                <a:lnTo>
                  <a:pt x="371475" y="257175"/>
                </a:lnTo>
                <a:lnTo>
                  <a:pt x="390525" y="247650"/>
                </a:lnTo>
                <a:lnTo>
                  <a:pt x="371475" y="209550"/>
                </a:lnTo>
                <a:lnTo>
                  <a:pt x="400050" y="209550"/>
                </a:lnTo>
                <a:lnTo>
                  <a:pt x="400050" y="190500"/>
                </a:lnTo>
                <a:lnTo>
                  <a:pt x="400050" y="133350"/>
                </a:lnTo>
                <a:lnTo>
                  <a:pt x="428625" y="133350"/>
                </a:lnTo>
                <a:lnTo>
                  <a:pt x="409575" y="114300"/>
                </a:lnTo>
                <a:lnTo>
                  <a:pt x="447675" y="123825"/>
                </a:lnTo>
                <a:lnTo>
                  <a:pt x="438150" y="123825"/>
                </a:lnTo>
                <a:lnTo>
                  <a:pt x="466725" y="133350"/>
                </a:lnTo>
                <a:lnTo>
                  <a:pt x="466725" y="95250"/>
                </a:lnTo>
                <a:lnTo>
                  <a:pt x="504825" y="104775"/>
                </a:lnTo>
                <a:lnTo>
                  <a:pt x="504825" y="104775"/>
                </a:lnTo>
                <a:lnTo>
                  <a:pt x="514350" y="114300"/>
                </a:lnTo>
                <a:lnTo>
                  <a:pt x="514350" y="85725"/>
                </a:lnTo>
                <a:lnTo>
                  <a:pt x="533400" y="76200"/>
                </a:lnTo>
                <a:lnTo>
                  <a:pt x="533400" y="57150"/>
                </a:lnTo>
                <a:lnTo>
                  <a:pt x="552450" y="66675"/>
                </a:lnTo>
                <a:lnTo>
                  <a:pt x="571500" y="95250"/>
                </a:lnTo>
                <a:lnTo>
                  <a:pt x="581025" y="85725"/>
                </a:lnTo>
                <a:lnTo>
                  <a:pt x="571500" y="85725"/>
                </a:lnTo>
                <a:lnTo>
                  <a:pt x="581025" y="76200"/>
                </a:lnTo>
                <a:lnTo>
                  <a:pt x="619125" y="76200"/>
                </a:lnTo>
                <a:lnTo>
                  <a:pt x="638175" y="76200"/>
                </a:lnTo>
                <a:lnTo>
                  <a:pt x="638175" y="66675"/>
                </a:lnTo>
                <a:lnTo>
                  <a:pt x="647700" y="57150"/>
                </a:lnTo>
                <a:lnTo>
                  <a:pt x="647700" y="66675"/>
                </a:lnTo>
                <a:lnTo>
                  <a:pt x="676275" y="47625"/>
                </a:lnTo>
                <a:lnTo>
                  <a:pt x="676275" y="57150"/>
                </a:lnTo>
                <a:lnTo>
                  <a:pt x="695325" y="47625"/>
                </a:lnTo>
                <a:lnTo>
                  <a:pt x="695325" y="28575"/>
                </a:lnTo>
                <a:lnTo>
                  <a:pt x="723900" y="19050"/>
                </a:lnTo>
                <a:lnTo>
                  <a:pt x="723900" y="28575"/>
                </a:lnTo>
                <a:lnTo>
                  <a:pt x="762000" y="9525"/>
                </a:lnTo>
                <a:lnTo>
                  <a:pt x="771525" y="19050"/>
                </a:lnTo>
                <a:lnTo>
                  <a:pt x="762000" y="0"/>
                </a:lnTo>
                <a:lnTo>
                  <a:pt x="771525" y="9525"/>
                </a:lnTo>
                <a:lnTo>
                  <a:pt x="790575" y="0"/>
                </a:lnTo>
                <a:lnTo>
                  <a:pt x="809625" y="19050"/>
                </a:lnTo>
                <a:lnTo>
                  <a:pt x="838200" y="19050"/>
                </a:lnTo>
                <a:lnTo>
                  <a:pt x="828675" y="28575"/>
                </a:lnTo>
                <a:lnTo>
                  <a:pt x="857250" y="47625"/>
                </a:lnTo>
                <a:lnTo>
                  <a:pt x="857250" y="57150"/>
                </a:lnTo>
                <a:lnTo>
                  <a:pt x="885825" y="85725"/>
                </a:lnTo>
                <a:lnTo>
                  <a:pt x="885825" y="95250"/>
                </a:lnTo>
                <a:lnTo>
                  <a:pt x="914400" y="104775"/>
                </a:lnTo>
                <a:lnTo>
                  <a:pt x="914400" y="114300"/>
                </a:lnTo>
                <a:lnTo>
                  <a:pt x="933450" y="123825"/>
                </a:lnTo>
                <a:lnTo>
                  <a:pt x="942975" y="133350"/>
                </a:lnTo>
                <a:lnTo>
                  <a:pt x="971550" y="133350"/>
                </a:lnTo>
                <a:lnTo>
                  <a:pt x="962025" y="152400"/>
                </a:lnTo>
                <a:lnTo>
                  <a:pt x="990600" y="161925"/>
                </a:lnTo>
                <a:lnTo>
                  <a:pt x="990600" y="171450"/>
                </a:lnTo>
                <a:lnTo>
                  <a:pt x="1000125" y="180975"/>
                </a:lnTo>
                <a:lnTo>
                  <a:pt x="1038225" y="209550"/>
                </a:lnTo>
                <a:lnTo>
                  <a:pt x="1028700" y="200025"/>
                </a:lnTo>
                <a:lnTo>
                  <a:pt x="1057275" y="238125"/>
                </a:lnTo>
                <a:lnTo>
                  <a:pt x="1047750" y="238125"/>
                </a:lnTo>
                <a:lnTo>
                  <a:pt x="1057275" y="238125"/>
                </a:lnTo>
                <a:lnTo>
                  <a:pt x="1095375" y="266700"/>
                </a:lnTo>
                <a:lnTo>
                  <a:pt x="1095375" y="266700"/>
                </a:lnTo>
                <a:lnTo>
                  <a:pt x="1114425" y="285750"/>
                </a:lnTo>
                <a:lnTo>
                  <a:pt x="1133475" y="285750"/>
                </a:lnTo>
                <a:lnTo>
                  <a:pt x="1143000" y="314325"/>
                </a:lnTo>
                <a:lnTo>
                  <a:pt x="1162050" y="333375"/>
                </a:lnTo>
                <a:lnTo>
                  <a:pt x="1181100" y="352425"/>
                </a:lnTo>
                <a:lnTo>
                  <a:pt x="1181100" y="361950"/>
                </a:lnTo>
                <a:lnTo>
                  <a:pt x="1200150" y="361950"/>
                </a:lnTo>
                <a:lnTo>
                  <a:pt x="1209675" y="371475"/>
                </a:lnTo>
                <a:lnTo>
                  <a:pt x="1219200" y="371475"/>
                </a:lnTo>
                <a:lnTo>
                  <a:pt x="1247775" y="390525"/>
                </a:lnTo>
                <a:lnTo>
                  <a:pt x="1247775" y="409575"/>
                </a:lnTo>
                <a:lnTo>
                  <a:pt x="1257300" y="438150"/>
                </a:lnTo>
                <a:lnTo>
                  <a:pt x="1257300" y="466725"/>
                </a:lnTo>
                <a:lnTo>
                  <a:pt x="1257300" y="466725"/>
                </a:lnTo>
                <a:lnTo>
                  <a:pt x="1228725" y="476250"/>
                </a:lnTo>
                <a:lnTo>
                  <a:pt x="1238250" y="504825"/>
                </a:lnTo>
                <a:lnTo>
                  <a:pt x="1228725" y="504825"/>
                </a:lnTo>
                <a:lnTo>
                  <a:pt x="1247775" y="552450"/>
                </a:lnTo>
                <a:lnTo>
                  <a:pt x="1228725" y="552450"/>
                </a:lnTo>
                <a:lnTo>
                  <a:pt x="1228725" y="581025"/>
                </a:lnTo>
                <a:lnTo>
                  <a:pt x="1219200" y="581025"/>
                </a:lnTo>
                <a:lnTo>
                  <a:pt x="1238250" y="600075"/>
                </a:lnTo>
                <a:lnTo>
                  <a:pt x="1238250" y="609600"/>
                </a:lnTo>
                <a:lnTo>
                  <a:pt x="1238250" y="638175"/>
                </a:lnTo>
                <a:lnTo>
                  <a:pt x="1228725" y="647700"/>
                </a:lnTo>
                <a:lnTo>
                  <a:pt x="1219200" y="666750"/>
                </a:lnTo>
                <a:lnTo>
                  <a:pt x="1228725" y="685800"/>
                </a:lnTo>
                <a:lnTo>
                  <a:pt x="1247775" y="704850"/>
                </a:lnTo>
                <a:lnTo>
                  <a:pt x="1238250" y="733425"/>
                </a:lnTo>
                <a:lnTo>
                  <a:pt x="1238250" y="733425"/>
                </a:lnTo>
                <a:lnTo>
                  <a:pt x="1238250" y="781050"/>
                </a:lnTo>
                <a:lnTo>
                  <a:pt x="1247775" y="771525"/>
                </a:lnTo>
                <a:lnTo>
                  <a:pt x="1238250" y="781050"/>
                </a:lnTo>
                <a:lnTo>
                  <a:pt x="1228725" y="800100"/>
                </a:lnTo>
                <a:lnTo>
                  <a:pt x="1219200" y="828675"/>
                </a:lnTo>
                <a:lnTo>
                  <a:pt x="1228725" y="838200"/>
                </a:lnTo>
                <a:lnTo>
                  <a:pt x="1219200" y="885825"/>
                </a:lnTo>
                <a:lnTo>
                  <a:pt x="1247775" y="876300"/>
                </a:lnTo>
                <a:lnTo>
                  <a:pt x="1238250" y="885825"/>
                </a:lnTo>
                <a:lnTo>
                  <a:pt x="1238250" y="933450"/>
                </a:lnTo>
                <a:lnTo>
                  <a:pt x="1219200" y="952500"/>
                </a:lnTo>
                <a:lnTo>
                  <a:pt x="1247775" y="962025"/>
                </a:lnTo>
                <a:lnTo>
                  <a:pt x="1209675" y="971550"/>
                </a:lnTo>
                <a:lnTo>
                  <a:pt x="1219200" y="971550"/>
                </a:lnTo>
                <a:lnTo>
                  <a:pt x="1228725" y="981075"/>
                </a:lnTo>
                <a:lnTo>
                  <a:pt x="1219200" y="1000125"/>
                </a:lnTo>
                <a:lnTo>
                  <a:pt x="1209675" y="1038225"/>
                </a:lnTo>
                <a:lnTo>
                  <a:pt x="1200150" y="1038225"/>
                </a:lnTo>
                <a:lnTo>
                  <a:pt x="1219200" y="1038225"/>
                </a:lnTo>
                <a:lnTo>
                  <a:pt x="1200150" y="1047750"/>
                </a:lnTo>
                <a:lnTo>
                  <a:pt x="1181100" y="1076325"/>
                </a:lnTo>
                <a:lnTo>
                  <a:pt x="1181100" y="1114425"/>
                </a:lnTo>
                <a:lnTo>
                  <a:pt x="1171575" y="1114425"/>
                </a:lnTo>
                <a:lnTo>
                  <a:pt x="1181100" y="1114425"/>
                </a:lnTo>
                <a:lnTo>
                  <a:pt x="1162050" y="1123950"/>
                </a:lnTo>
                <a:lnTo>
                  <a:pt x="1171575" y="1143000"/>
                </a:lnTo>
                <a:lnTo>
                  <a:pt x="1162050" y="1152525"/>
                </a:lnTo>
                <a:lnTo>
                  <a:pt x="1162050" y="1152525"/>
                </a:lnTo>
                <a:lnTo>
                  <a:pt x="1162050" y="1181100"/>
                </a:lnTo>
                <a:lnTo>
                  <a:pt x="1162050" y="1200150"/>
                </a:lnTo>
                <a:lnTo>
                  <a:pt x="1133475" y="1209675"/>
                </a:lnTo>
                <a:lnTo>
                  <a:pt x="1133475" y="1209675"/>
                </a:lnTo>
                <a:lnTo>
                  <a:pt x="1133475" y="1238250"/>
                </a:lnTo>
                <a:lnTo>
                  <a:pt x="1123950" y="1228725"/>
                </a:lnTo>
                <a:lnTo>
                  <a:pt x="1133475" y="1247775"/>
                </a:lnTo>
                <a:lnTo>
                  <a:pt x="1133475" y="1266825"/>
                </a:lnTo>
                <a:lnTo>
                  <a:pt x="1104900" y="1266825"/>
                </a:lnTo>
                <a:lnTo>
                  <a:pt x="1133475" y="1276350"/>
                </a:lnTo>
                <a:lnTo>
                  <a:pt x="1114425" y="1304925"/>
                </a:lnTo>
                <a:lnTo>
                  <a:pt x="1114425" y="1323975"/>
                </a:lnTo>
                <a:lnTo>
                  <a:pt x="1123950" y="1314450"/>
                </a:lnTo>
                <a:lnTo>
                  <a:pt x="1095375" y="1362075"/>
                </a:lnTo>
                <a:lnTo>
                  <a:pt x="1104900" y="1343025"/>
                </a:lnTo>
                <a:lnTo>
                  <a:pt x="1085850" y="1371600"/>
                </a:lnTo>
                <a:lnTo>
                  <a:pt x="1000125" y="1323975"/>
                </a:lnTo>
                <a:lnTo>
                  <a:pt x="1057275" y="1371600"/>
                </a:lnTo>
                <a:lnTo>
                  <a:pt x="1038225" y="1371600"/>
                </a:lnTo>
                <a:lnTo>
                  <a:pt x="1047750" y="1390650"/>
                </a:lnTo>
                <a:lnTo>
                  <a:pt x="1038225" y="1390650"/>
                </a:lnTo>
                <a:lnTo>
                  <a:pt x="1019175" y="1476375"/>
                </a:lnTo>
                <a:lnTo>
                  <a:pt x="1009650" y="1447800"/>
                </a:lnTo>
                <a:lnTo>
                  <a:pt x="1019175" y="1476375"/>
                </a:lnTo>
                <a:lnTo>
                  <a:pt x="1019175" y="1524000"/>
                </a:lnTo>
                <a:lnTo>
                  <a:pt x="1038225" y="1504950"/>
                </a:lnTo>
                <a:lnTo>
                  <a:pt x="1028700" y="1533525"/>
                </a:lnTo>
                <a:lnTo>
                  <a:pt x="1019175" y="1524000"/>
                </a:lnTo>
                <a:lnTo>
                  <a:pt x="971550" y="1571625"/>
                </a:lnTo>
                <a:lnTo>
                  <a:pt x="990600" y="1552575"/>
                </a:lnTo>
                <a:lnTo>
                  <a:pt x="971550" y="1600200"/>
                </a:lnTo>
                <a:lnTo>
                  <a:pt x="971550" y="1600200"/>
                </a:lnTo>
                <a:lnTo>
                  <a:pt x="1000125" y="1638300"/>
                </a:lnTo>
                <a:lnTo>
                  <a:pt x="933450" y="1647825"/>
                </a:lnTo>
                <a:lnTo>
                  <a:pt x="933450" y="1638300"/>
                </a:lnTo>
                <a:lnTo>
                  <a:pt x="933450" y="1657350"/>
                </a:lnTo>
                <a:lnTo>
                  <a:pt x="904875" y="1647825"/>
                </a:lnTo>
                <a:lnTo>
                  <a:pt x="923925" y="1657350"/>
                </a:lnTo>
                <a:lnTo>
                  <a:pt x="904875" y="1676400"/>
                </a:lnTo>
                <a:lnTo>
                  <a:pt x="933450" y="1724025"/>
                </a:lnTo>
                <a:lnTo>
                  <a:pt x="904875" y="1743075"/>
                </a:lnTo>
                <a:lnTo>
                  <a:pt x="923925" y="1771650"/>
                </a:lnTo>
                <a:lnTo>
                  <a:pt x="895350" y="1790700"/>
                </a:lnTo>
                <a:lnTo>
                  <a:pt x="866775" y="1819275"/>
                </a:lnTo>
                <a:lnTo>
                  <a:pt x="857250" y="1838325"/>
                </a:lnTo>
                <a:lnTo>
                  <a:pt x="838200" y="1838325"/>
                </a:lnTo>
                <a:lnTo>
                  <a:pt x="847725" y="1857375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91950" y="1819275"/>
            <a:ext cx="1066800" cy="1762125"/>
          </a:xfrm>
          <a:custGeom>
            <a:avLst/>
            <a:gdLst/>
            <a:ahLst/>
            <a:cxnLst/>
            <a:rect l="l" t="t" r="r" b="b"/>
            <a:pathLst>
              <a:path w="1066800" h="1762125">
                <a:moveTo>
                  <a:pt x="666750" y="1762125"/>
                </a:moveTo>
                <a:lnTo>
                  <a:pt x="647700" y="1752600"/>
                </a:lnTo>
                <a:lnTo>
                  <a:pt x="628650" y="1733550"/>
                </a:lnTo>
                <a:lnTo>
                  <a:pt x="619125" y="1733550"/>
                </a:lnTo>
                <a:lnTo>
                  <a:pt x="590550" y="1704975"/>
                </a:lnTo>
                <a:lnTo>
                  <a:pt x="590550" y="1714500"/>
                </a:lnTo>
                <a:lnTo>
                  <a:pt x="600075" y="1695450"/>
                </a:lnTo>
                <a:lnTo>
                  <a:pt x="571500" y="1666875"/>
                </a:lnTo>
                <a:lnTo>
                  <a:pt x="571500" y="1676400"/>
                </a:lnTo>
                <a:lnTo>
                  <a:pt x="542925" y="1657350"/>
                </a:lnTo>
                <a:lnTo>
                  <a:pt x="533400" y="1657350"/>
                </a:lnTo>
                <a:lnTo>
                  <a:pt x="495300" y="1609725"/>
                </a:lnTo>
                <a:lnTo>
                  <a:pt x="504825" y="1628775"/>
                </a:lnTo>
                <a:lnTo>
                  <a:pt x="485775" y="1600200"/>
                </a:lnTo>
                <a:lnTo>
                  <a:pt x="466725" y="1590675"/>
                </a:lnTo>
                <a:lnTo>
                  <a:pt x="438150" y="1562100"/>
                </a:lnTo>
                <a:lnTo>
                  <a:pt x="438150" y="1552575"/>
                </a:lnTo>
                <a:lnTo>
                  <a:pt x="419100" y="1533525"/>
                </a:lnTo>
                <a:lnTo>
                  <a:pt x="428625" y="1543050"/>
                </a:lnTo>
                <a:lnTo>
                  <a:pt x="400050" y="1543050"/>
                </a:lnTo>
                <a:lnTo>
                  <a:pt x="381000" y="1514475"/>
                </a:lnTo>
                <a:lnTo>
                  <a:pt x="361950" y="1495425"/>
                </a:lnTo>
                <a:lnTo>
                  <a:pt x="342900" y="1485900"/>
                </a:lnTo>
                <a:lnTo>
                  <a:pt x="352425" y="1466850"/>
                </a:lnTo>
                <a:lnTo>
                  <a:pt x="333375" y="1457325"/>
                </a:lnTo>
                <a:lnTo>
                  <a:pt x="304800" y="1447800"/>
                </a:lnTo>
                <a:lnTo>
                  <a:pt x="285750" y="1438275"/>
                </a:lnTo>
                <a:lnTo>
                  <a:pt x="295275" y="1438275"/>
                </a:lnTo>
                <a:lnTo>
                  <a:pt x="266700" y="1428750"/>
                </a:lnTo>
                <a:lnTo>
                  <a:pt x="266700" y="1419225"/>
                </a:lnTo>
                <a:lnTo>
                  <a:pt x="228600" y="1390650"/>
                </a:lnTo>
                <a:lnTo>
                  <a:pt x="219075" y="1371600"/>
                </a:lnTo>
                <a:lnTo>
                  <a:pt x="200025" y="1381125"/>
                </a:lnTo>
                <a:lnTo>
                  <a:pt x="200025" y="1343025"/>
                </a:lnTo>
                <a:lnTo>
                  <a:pt x="190500" y="1304925"/>
                </a:lnTo>
                <a:lnTo>
                  <a:pt x="180975" y="1304925"/>
                </a:lnTo>
                <a:lnTo>
                  <a:pt x="200025" y="1276350"/>
                </a:lnTo>
                <a:lnTo>
                  <a:pt x="171450" y="1285875"/>
                </a:lnTo>
                <a:lnTo>
                  <a:pt x="161925" y="1247775"/>
                </a:lnTo>
                <a:lnTo>
                  <a:pt x="152400" y="1247775"/>
                </a:lnTo>
                <a:lnTo>
                  <a:pt x="142875" y="1238250"/>
                </a:lnTo>
                <a:lnTo>
                  <a:pt x="171450" y="1219200"/>
                </a:lnTo>
                <a:lnTo>
                  <a:pt x="152400" y="1200150"/>
                </a:lnTo>
                <a:lnTo>
                  <a:pt x="123825" y="1162050"/>
                </a:lnTo>
                <a:lnTo>
                  <a:pt x="123825" y="1143000"/>
                </a:lnTo>
                <a:lnTo>
                  <a:pt x="133350" y="1133475"/>
                </a:lnTo>
                <a:lnTo>
                  <a:pt x="104775" y="1114425"/>
                </a:lnTo>
                <a:lnTo>
                  <a:pt x="123825" y="1085850"/>
                </a:lnTo>
                <a:lnTo>
                  <a:pt x="95250" y="1066800"/>
                </a:lnTo>
                <a:lnTo>
                  <a:pt x="95250" y="1047750"/>
                </a:lnTo>
                <a:lnTo>
                  <a:pt x="76200" y="1047750"/>
                </a:lnTo>
                <a:lnTo>
                  <a:pt x="66675" y="1028700"/>
                </a:lnTo>
                <a:lnTo>
                  <a:pt x="95250" y="981075"/>
                </a:lnTo>
                <a:lnTo>
                  <a:pt x="95250" y="971550"/>
                </a:lnTo>
                <a:lnTo>
                  <a:pt x="57150" y="971550"/>
                </a:lnTo>
                <a:lnTo>
                  <a:pt x="66675" y="933450"/>
                </a:lnTo>
                <a:lnTo>
                  <a:pt x="66675" y="933450"/>
                </a:lnTo>
                <a:lnTo>
                  <a:pt x="76200" y="914400"/>
                </a:lnTo>
                <a:lnTo>
                  <a:pt x="57150" y="885825"/>
                </a:lnTo>
                <a:lnTo>
                  <a:pt x="38100" y="866775"/>
                </a:lnTo>
                <a:lnTo>
                  <a:pt x="38100" y="866775"/>
                </a:lnTo>
                <a:lnTo>
                  <a:pt x="19050" y="847725"/>
                </a:lnTo>
                <a:lnTo>
                  <a:pt x="9525" y="800100"/>
                </a:lnTo>
                <a:lnTo>
                  <a:pt x="0" y="781050"/>
                </a:lnTo>
                <a:lnTo>
                  <a:pt x="0" y="781050"/>
                </a:lnTo>
                <a:lnTo>
                  <a:pt x="76200" y="790575"/>
                </a:lnTo>
                <a:lnTo>
                  <a:pt x="9525" y="781050"/>
                </a:lnTo>
                <a:lnTo>
                  <a:pt x="28575" y="695325"/>
                </a:lnTo>
                <a:lnTo>
                  <a:pt x="9525" y="647700"/>
                </a:lnTo>
                <a:lnTo>
                  <a:pt x="38100" y="685800"/>
                </a:lnTo>
                <a:lnTo>
                  <a:pt x="19050" y="638175"/>
                </a:lnTo>
                <a:lnTo>
                  <a:pt x="38100" y="609600"/>
                </a:lnTo>
                <a:lnTo>
                  <a:pt x="76200" y="581025"/>
                </a:lnTo>
                <a:lnTo>
                  <a:pt x="66675" y="466725"/>
                </a:lnTo>
                <a:lnTo>
                  <a:pt x="123825" y="533400"/>
                </a:lnTo>
                <a:lnTo>
                  <a:pt x="85725" y="485775"/>
                </a:lnTo>
                <a:lnTo>
                  <a:pt x="76200" y="466725"/>
                </a:lnTo>
                <a:lnTo>
                  <a:pt x="104775" y="438150"/>
                </a:lnTo>
                <a:lnTo>
                  <a:pt x="104775" y="457200"/>
                </a:lnTo>
                <a:lnTo>
                  <a:pt x="152400" y="438150"/>
                </a:lnTo>
                <a:lnTo>
                  <a:pt x="161925" y="419100"/>
                </a:lnTo>
                <a:lnTo>
                  <a:pt x="180975" y="390525"/>
                </a:lnTo>
                <a:lnTo>
                  <a:pt x="142875" y="371475"/>
                </a:lnTo>
                <a:lnTo>
                  <a:pt x="180975" y="323850"/>
                </a:lnTo>
                <a:lnTo>
                  <a:pt x="180975" y="361950"/>
                </a:lnTo>
                <a:lnTo>
                  <a:pt x="238125" y="314325"/>
                </a:lnTo>
                <a:lnTo>
                  <a:pt x="228600" y="323850"/>
                </a:lnTo>
                <a:lnTo>
                  <a:pt x="238125" y="314325"/>
                </a:lnTo>
                <a:lnTo>
                  <a:pt x="219075" y="266700"/>
                </a:lnTo>
                <a:lnTo>
                  <a:pt x="219075" y="180975"/>
                </a:lnTo>
                <a:lnTo>
                  <a:pt x="228600" y="219075"/>
                </a:lnTo>
                <a:lnTo>
                  <a:pt x="257175" y="200025"/>
                </a:lnTo>
                <a:lnTo>
                  <a:pt x="257175" y="190500"/>
                </a:lnTo>
                <a:lnTo>
                  <a:pt x="238125" y="171450"/>
                </a:lnTo>
                <a:lnTo>
                  <a:pt x="257175" y="104775"/>
                </a:lnTo>
                <a:lnTo>
                  <a:pt x="285750" y="95250"/>
                </a:lnTo>
                <a:lnTo>
                  <a:pt x="276225" y="85725"/>
                </a:lnTo>
                <a:lnTo>
                  <a:pt x="276225" y="104775"/>
                </a:lnTo>
                <a:lnTo>
                  <a:pt x="304800" y="104775"/>
                </a:lnTo>
                <a:lnTo>
                  <a:pt x="304800" y="85725"/>
                </a:lnTo>
                <a:lnTo>
                  <a:pt x="323850" y="95250"/>
                </a:lnTo>
                <a:lnTo>
                  <a:pt x="361950" y="104775"/>
                </a:lnTo>
                <a:lnTo>
                  <a:pt x="352425" y="85725"/>
                </a:lnTo>
                <a:lnTo>
                  <a:pt x="361950" y="85725"/>
                </a:lnTo>
                <a:lnTo>
                  <a:pt x="361950" y="95250"/>
                </a:lnTo>
                <a:lnTo>
                  <a:pt x="371475" y="95250"/>
                </a:lnTo>
                <a:lnTo>
                  <a:pt x="390525" y="85725"/>
                </a:lnTo>
                <a:lnTo>
                  <a:pt x="409575" y="66675"/>
                </a:lnTo>
                <a:lnTo>
                  <a:pt x="409575" y="66675"/>
                </a:lnTo>
                <a:lnTo>
                  <a:pt x="419100" y="85725"/>
                </a:lnTo>
                <a:lnTo>
                  <a:pt x="419100" y="76200"/>
                </a:lnTo>
                <a:lnTo>
                  <a:pt x="428625" y="66675"/>
                </a:lnTo>
                <a:lnTo>
                  <a:pt x="447675" y="66675"/>
                </a:lnTo>
                <a:lnTo>
                  <a:pt x="485775" y="47625"/>
                </a:lnTo>
                <a:lnTo>
                  <a:pt x="476250" y="66675"/>
                </a:lnTo>
                <a:lnTo>
                  <a:pt x="504825" y="38100"/>
                </a:lnTo>
                <a:lnTo>
                  <a:pt x="495300" y="47625"/>
                </a:lnTo>
                <a:lnTo>
                  <a:pt x="523875" y="28575"/>
                </a:lnTo>
                <a:lnTo>
                  <a:pt x="533400" y="19050"/>
                </a:lnTo>
                <a:lnTo>
                  <a:pt x="542925" y="38100"/>
                </a:lnTo>
                <a:lnTo>
                  <a:pt x="552450" y="38100"/>
                </a:lnTo>
                <a:lnTo>
                  <a:pt x="581025" y="19050"/>
                </a:lnTo>
                <a:lnTo>
                  <a:pt x="590550" y="28575"/>
                </a:lnTo>
                <a:lnTo>
                  <a:pt x="600075" y="28575"/>
                </a:lnTo>
                <a:lnTo>
                  <a:pt x="600075" y="0"/>
                </a:lnTo>
                <a:lnTo>
                  <a:pt x="619125" y="0"/>
                </a:lnTo>
                <a:lnTo>
                  <a:pt x="619125" y="19050"/>
                </a:lnTo>
                <a:lnTo>
                  <a:pt x="628650" y="0"/>
                </a:lnTo>
                <a:lnTo>
                  <a:pt x="657225" y="0"/>
                </a:lnTo>
                <a:lnTo>
                  <a:pt x="657225" y="38100"/>
                </a:lnTo>
                <a:lnTo>
                  <a:pt x="676275" y="28575"/>
                </a:lnTo>
                <a:lnTo>
                  <a:pt x="676275" y="38100"/>
                </a:lnTo>
                <a:lnTo>
                  <a:pt x="685800" y="57150"/>
                </a:lnTo>
                <a:lnTo>
                  <a:pt x="695325" y="57150"/>
                </a:lnTo>
                <a:lnTo>
                  <a:pt x="733425" y="95250"/>
                </a:lnTo>
                <a:lnTo>
                  <a:pt x="742950" y="76200"/>
                </a:lnTo>
                <a:lnTo>
                  <a:pt x="742950" y="95250"/>
                </a:lnTo>
                <a:lnTo>
                  <a:pt x="752475" y="114300"/>
                </a:lnTo>
                <a:lnTo>
                  <a:pt x="781050" y="114300"/>
                </a:lnTo>
                <a:lnTo>
                  <a:pt x="800100" y="142875"/>
                </a:lnTo>
                <a:lnTo>
                  <a:pt x="790575" y="142875"/>
                </a:lnTo>
                <a:lnTo>
                  <a:pt x="809625" y="152400"/>
                </a:lnTo>
                <a:lnTo>
                  <a:pt x="828675" y="142875"/>
                </a:lnTo>
                <a:lnTo>
                  <a:pt x="847725" y="171450"/>
                </a:lnTo>
                <a:lnTo>
                  <a:pt x="847725" y="171450"/>
                </a:lnTo>
                <a:lnTo>
                  <a:pt x="857250" y="209550"/>
                </a:lnTo>
                <a:lnTo>
                  <a:pt x="866775" y="219075"/>
                </a:lnTo>
                <a:lnTo>
                  <a:pt x="866775" y="209550"/>
                </a:lnTo>
                <a:lnTo>
                  <a:pt x="885825" y="228600"/>
                </a:lnTo>
                <a:lnTo>
                  <a:pt x="904875" y="257175"/>
                </a:lnTo>
                <a:lnTo>
                  <a:pt x="914400" y="257175"/>
                </a:lnTo>
                <a:lnTo>
                  <a:pt x="942975" y="276225"/>
                </a:lnTo>
                <a:lnTo>
                  <a:pt x="962025" y="276225"/>
                </a:lnTo>
                <a:lnTo>
                  <a:pt x="952500" y="285750"/>
                </a:lnTo>
                <a:lnTo>
                  <a:pt x="981075" y="295275"/>
                </a:lnTo>
                <a:lnTo>
                  <a:pt x="1000125" y="304800"/>
                </a:lnTo>
                <a:lnTo>
                  <a:pt x="1009650" y="333375"/>
                </a:lnTo>
                <a:lnTo>
                  <a:pt x="1000125" y="342900"/>
                </a:lnTo>
                <a:lnTo>
                  <a:pt x="1038225" y="352425"/>
                </a:lnTo>
                <a:lnTo>
                  <a:pt x="1057275" y="371475"/>
                </a:lnTo>
                <a:lnTo>
                  <a:pt x="1038225" y="381000"/>
                </a:lnTo>
                <a:lnTo>
                  <a:pt x="1066800" y="419100"/>
                </a:lnTo>
                <a:lnTo>
                  <a:pt x="1066800" y="419100"/>
                </a:lnTo>
                <a:lnTo>
                  <a:pt x="1047750" y="438150"/>
                </a:lnTo>
                <a:lnTo>
                  <a:pt x="1057275" y="428625"/>
                </a:lnTo>
                <a:lnTo>
                  <a:pt x="1066800" y="466725"/>
                </a:lnTo>
                <a:lnTo>
                  <a:pt x="1057275" y="466725"/>
                </a:lnTo>
                <a:lnTo>
                  <a:pt x="1047750" y="495300"/>
                </a:lnTo>
                <a:lnTo>
                  <a:pt x="1047750" y="514350"/>
                </a:lnTo>
                <a:lnTo>
                  <a:pt x="1038225" y="514350"/>
                </a:lnTo>
                <a:lnTo>
                  <a:pt x="1047750" y="542925"/>
                </a:lnTo>
                <a:lnTo>
                  <a:pt x="1057275" y="571500"/>
                </a:lnTo>
                <a:lnTo>
                  <a:pt x="1047750" y="571500"/>
                </a:lnTo>
                <a:lnTo>
                  <a:pt x="1038225" y="581025"/>
                </a:lnTo>
                <a:lnTo>
                  <a:pt x="1047750" y="609600"/>
                </a:lnTo>
                <a:lnTo>
                  <a:pt x="1038225" y="609600"/>
                </a:lnTo>
                <a:lnTo>
                  <a:pt x="1066800" y="619125"/>
                </a:lnTo>
                <a:lnTo>
                  <a:pt x="1038225" y="657225"/>
                </a:lnTo>
                <a:lnTo>
                  <a:pt x="1038225" y="666750"/>
                </a:lnTo>
                <a:lnTo>
                  <a:pt x="1038225" y="676275"/>
                </a:lnTo>
                <a:lnTo>
                  <a:pt x="1038225" y="704850"/>
                </a:lnTo>
                <a:lnTo>
                  <a:pt x="1047750" y="733425"/>
                </a:lnTo>
                <a:lnTo>
                  <a:pt x="1038225" y="733425"/>
                </a:lnTo>
                <a:lnTo>
                  <a:pt x="1057275" y="752475"/>
                </a:lnTo>
                <a:lnTo>
                  <a:pt x="1038225" y="771525"/>
                </a:lnTo>
                <a:lnTo>
                  <a:pt x="1038225" y="771525"/>
                </a:lnTo>
                <a:lnTo>
                  <a:pt x="1038225" y="781050"/>
                </a:lnTo>
                <a:lnTo>
                  <a:pt x="1038225" y="819150"/>
                </a:lnTo>
                <a:lnTo>
                  <a:pt x="1057275" y="838200"/>
                </a:lnTo>
                <a:lnTo>
                  <a:pt x="1038225" y="866775"/>
                </a:lnTo>
                <a:lnTo>
                  <a:pt x="1038225" y="866775"/>
                </a:lnTo>
                <a:lnTo>
                  <a:pt x="1047750" y="895350"/>
                </a:lnTo>
                <a:lnTo>
                  <a:pt x="1057275" y="895350"/>
                </a:lnTo>
                <a:lnTo>
                  <a:pt x="1019175" y="904875"/>
                </a:lnTo>
                <a:lnTo>
                  <a:pt x="1019175" y="914400"/>
                </a:lnTo>
                <a:lnTo>
                  <a:pt x="1028700" y="942975"/>
                </a:lnTo>
                <a:lnTo>
                  <a:pt x="1028700" y="942975"/>
                </a:lnTo>
                <a:lnTo>
                  <a:pt x="1028700" y="990600"/>
                </a:lnTo>
                <a:lnTo>
                  <a:pt x="1009650" y="990600"/>
                </a:lnTo>
                <a:lnTo>
                  <a:pt x="1000125" y="1009650"/>
                </a:lnTo>
                <a:lnTo>
                  <a:pt x="1019175" y="1019175"/>
                </a:lnTo>
                <a:lnTo>
                  <a:pt x="990600" y="990600"/>
                </a:lnTo>
                <a:lnTo>
                  <a:pt x="971550" y="1038225"/>
                </a:lnTo>
                <a:lnTo>
                  <a:pt x="971550" y="1028700"/>
                </a:lnTo>
                <a:lnTo>
                  <a:pt x="990600" y="1057275"/>
                </a:lnTo>
                <a:lnTo>
                  <a:pt x="990600" y="1076325"/>
                </a:lnTo>
                <a:lnTo>
                  <a:pt x="1000125" y="1066800"/>
                </a:lnTo>
                <a:lnTo>
                  <a:pt x="981075" y="1076325"/>
                </a:lnTo>
                <a:lnTo>
                  <a:pt x="1000125" y="1104900"/>
                </a:lnTo>
                <a:lnTo>
                  <a:pt x="981075" y="1104900"/>
                </a:lnTo>
                <a:lnTo>
                  <a:pt x="990600" y="1114425"/>
                </a:lnTo>
                <a:lnTo>
                  <a:pt x="971550" y="1133475"/>
                </a:lnTo>
                <a:lnTo>
                  <a:pt x="952500" y="1143000"/>
                </a:lnTo>
                <a:lnTo>
                  <a:pt x="962025" y="1171575"/>
                </a:lnTo>
                <a:lnTo>
                  <a:pt x="952500" y="1171575"/>
                </a:lnTo>
                <a:lnTo>
                  <a:pt x="971550" y="1200150"/>
                </a:lnTo>
                <a:lnTo>
                  <a:pt x="933450" y="1181100"/>
                </a:lnTo>
                <a:lnTo>
                  <a:pt x="942975" y="1209675"/>
                </a:lnTo>
                <a:lnTo>
                  <a:pt x="952500" y="1219200"/>
                </a:lnTo>
                <a:lnTo>
                  <a:pt x="933450" y="1238250"/>
                </a:lnTo>
                <a:lnTo>
                  <a:pt x="923925" y="1247775"/>
                </a:lnTo>
                <a:lnTo>
                  <a:pt x="942975" y="1266825"/>
                </a:lnTo>
                <a:lnTo>
                  <a:pt x="914400" y="1266825"/>
                </a:lnTo>
                <a:lnTo>
                  <a:pt x="933450" y="1276350"/>
                </a:lnTo>
                <a:lnTo>
                  <a:pt x="923925" y="1295400"/>
                </a:lnTo>
                <a:lnTo>
                  <a:pt x="933450" y="1390650"/>
                </a:lnTo>
                <a:lnTo>
                  <a:pt x="838200" y="1333500"/>
                </a:lnTo>
                <a:lnTo>
                  <a:pt x="904875" y="1333500"/>
                </a:lnTo>
                <a:lnTo>
                  <a:pt x="895350" y="1314450"/>
                </a:lnTo>
                <a:lnTo>
                  <a:pt x="885825" y="1390650"/>
                </a:lnTo>
                <a:lnTo>
                  <a:pt x="866775" y="1343025"/>
                </a:lnTo>
                <a:lnTo>
                  <a:pt x="819150" y="1352550"/>
                </a:lnTo>
                <a:lnTo>
                  <a:pt x="847725" y="1419225"/>
                </a:lnTo>
                <a:lnTo>
                  <a:pt x="819150" y="1371600"/>
                </a:lnTo>
                <a:lnTo>
                  <a:pt x="847725" y="1419225"/>
                </a:lnTo>
                <a:lnTo>
                  <a:pt x="857250" y="1428750"/>
                </a:lnTo>
                <a:lnTo>
                  <a:pt x="838200" y="1447800"/>
                </a:lnTo>
                <a:lnTo>
                  <a:pt x="781050" y="1457325"/>
                </a:lnTo>
                <a:lnTo>
                  <a:pt x="800100" y="1504950"/>
                </a:lnTo>
                <a:lnTo>
                  <a:pt x="790575" y="1504950"/>
                </a:lnTo>
                <a:lnTo>
                  <a:pt x="809625" y="1524000"/>
                </a:lnTo>
                <a:lnTo>
                  <a:pt x="809625" y="1571625"/>
                </a:lnTo>
                <a:lnTo>
                  <a:pt x="790575" y="1562100"/>
                </a:lnTo>
                <a:lnTo>
                  <a:pt x="762000" y="1552575"/>
                </a:lnTo>
                <a:lnTo>
                  <a:pt x="790575" y="1571625"/>
                </a:lnTo>
                <a:lnTo>
                  <a:pt x="723900" y="1571625"/>
                </a:lnTo>
                <a:lnTo>
                  <a:pt x="762000" y="1609725"/>
                </a:lnTo>
                <a:lnTo>
                  <a:pt x="742950" y="1600200"/>
                </a:lnTo>
                <a:lnTo>
                  <a:pt x="733425" y="1619250"/>
                </a:lnTo>
                <a:lnTo>
                  <a:pt x="733425" y="1657350"/>
                </a:lnTo>
                <a:lnTo>
                  <a:pt x="733425" y="1676400"/>
                </a:lnTo>
                <a:lnTo>
                  <a:pt x="723900" y="1695450"/>
                </a:lnTo>
                <a:lnTo>
                  <a:pt x="714375" y="1704975"/>
                </a:lnTo>
                <a:lnTo>
                  <a:pt x="695325" y="1724025"/>
                </a:lnTo>
                <a:lnTo>
                  <a:pt x="704850" y="1724025"/>
                </a:lnTo>
                <a:lnTo>
                  <a:pt x="666750" y="173355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20475" y="288607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114300" y="38100"/>
                </a:moveTo>
                <a:lnTo>
                  <a:pt x="95250" y="57150"/>
                </a:lnTo>
                <a:lnTo>
                  <a:pt x="95250" y="76200"/>
                </a:lnTo>
                <a:lnTo>
                  <a:pt x="47625" y="76200"/>
                </a:lnTo>
                <a:lnTo>
                  <a:pt x="0" y="76200"/>
                </a:lnTo>
                <a:lnTo>
                  <a:pt x="19050" y="57150"/>
                </a:lnTo>
                <a:lnTo>
                  <a:pt x="28575" y="19050"/>
                </a:lnTo>
                <a:lnTo>
                  <a:pt x="47625" y="0"/>
                </a:lnTo>
                <a:lnTo>
                  <a:pt x="85725" y="9525"/>
                </a:lnTo>
                <a:lnTo>
                  <a:pt x="104775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820650" y="3962400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152400" y="47625"/>
                </a:moveTo>
                <a:lnTo>
                  <a:pt x="114300" y="66675"/>
                </a:lnTo>
                <a:lnTo>
                  <a:pt x="85725" y="95250"/>
                </a:lnTo>
                <a:lnTo>
                  <a:pt x="38100" y="104775"/>
                </a:lnTo>
                <a:lnTo>
                  <a:pt x="9525" y="95250"/>
                </a:lnTo>
                <a:lnTo>
                  <a:pt x="0" y="47625"/>
                </a:lnTo>
                <a:lnTo>
                  <a:pt x="9525" y="19050"/>
                </a:lnTo>
                <a:lnTo>
                  <a:pt x="57150" y="9525"/>
                </a:lnTo>
                <a:lnTo>
                  <a:pt x="9525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601575" y="130492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66675"/>
                </a:moveTo>
                <a:lnTo>
                  <a:pt x="152400" y="114300"/>
                </a:lnTo>
                <a:lnTo>
                  <a:pt x="114300" y="180975"/>
                </a:lnTo>
                <a:lnTo>
                  <a:pt x="57150" y="142875"/>
                </a:lnTo>
                <a:lnTo>
                  <a:pt x="0" y="104775"/>
                </a:lnTo>
                <a:lnTo>
                  <a:pt x="9525" y="47625"/>
                </a:lnTo>
                <a:lnTo>
                  <a:pt x="28575" y="0"/>
                </a:lnTo>
                <a:lnTo>
                  <a:pt x="66675" y="0"/>
                </a:lnTo>
                <a:lnTo>
                  <a:pt x="104775" y="0"/>
                </a:lnTo>
                <a:lnTo>
                  <a:pt x="1524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601700" y="36099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171450" y="76200"/>
                </a:moveTo>
                <a:lnTo>
                  <a:pt x="123825" y="114300"/>
                </a:lnTo>
                <a:lnTo>
                  <a:pt x="95250" y="133350"/>
                </a:lnTo>
                <a:lnTo>
                  <a:pt x="47625" y="142875"/>
                </a:lnTo>
                <a:lnTo>
                  <a:pt x="0" y="133350"/>
                </a:lnTo>
                <a:lnTo>
                  <a:pt x="9525" y="85725"/>
                </a:lnTo>
                <a:lnTo>
                  <a:pt x="9525" y="19050"/>
                </a:lnTo>
                <a:lnTo>
                  <a:pt x="57150" y="0"/>
                </a:lnTo>
                <a:lnTo>
                  <a:pt x="104775" y="19050"/>
                </a:lnTo>
                <a:lnTo>
                  <a:pt x="13335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668250" y="3914775"/>
            <a:ext cx="228600" cy="209550"/>
          </a:xfrm>
          <a:custGeom>
            <a:avLst/>
            <a:gdLst/>
            <a:ahLst/>
            <a:cxnLst/>
            <a:rect l="l" t="t" r="r" b="b"/>
            <a:pathLst>
              <a:path w="228600" h="209550">
                <a:moveTo>
                  <a:pt x="228600" y="95250"/>
                </a:moveTo>
                <a:lnTo>
                  <a:pt x="190500" y="152400"/>
                </a:lnTo>
                <a:lnTo>
                  <a:pt x="152400" y="209550"/>
                </a:lnTo>
                <a:lnTo>
                  <a:pt x="76200" y="152400"/>
                </a:lnTo>
                <a:lnTo>
                  <a:pt x="19050" y="142875"/>
                </a:lnTo>
                <a:lnTo>
                  <a:pt x="0" y="66675"/>
                </a:lnTo>
                <a:lnTo>
                  <a:pt x="38100" y="38100"/>
                </a:lnTo>
                <a:lnTo>
                  <a:pt x="104775" y="19050"/>
                </a:lnTo>
                <a:lnTo>
                  <a:pt x="161925" y="0"/>
                </a:lnTo>
                <a:lnTo>
                  <a:pt x="209550" y="762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496925" y="143827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14300"/>
                </a:moveTo>
                <a:lnTo>
                  <a:pt x="152400" y="142875"/>
                </a:lnTo>
                <a:lnTo>
                  <a:pt x="123825" y="171450"/>
                </a:lnTo>
                <a:lnTo>
                  <a:pt x="76200" y="171450"/>
                </a:lnTo>
                <a:lnTo>
                  <a:pt x="19050" y="180975"/>
                </a:lnTo>
                <a:lnTo>
                  <a:pt x="9525" y="114300"/>
                </a:lnTo>
                <a:lnTo>
                  <a:pt x="0" y="47625"/>
                </a:lnTo>
                <a:lnTo>
                  <a:pt x="66675" y="47625"/>
                </a:lnTo>
                <a:lnTo>
                  <a:pt x="114300" y="0"/>
                </a:lnTo>
                <a:lnTo>
                  <a:pt x="152400" y="4762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420475" y="1276350"/>
            <a:ext cx="2995613" cy="2784158"/>
          </a:xfrm>
          <a:custGeom>
            <a:avLst/>
            <a:gdLst/>
            <a:ahLst/>
            <a:cxnLst/>
            <a:rect l="l" t="t" r="r" b="b"/>
            <a:pathLst>
              <a:path w="2995613" h="2784158">
                <a:moveTo>
                  <a:pt x="247650" y="1183005"/>
                </a:moveTo>
                <a:lnTo>
                  <a:pt x="264795" y="1200150"/>
                </a:lnTo>
                <a:lnTo>
                  <a:pt x="247650" y="1217295"/>
                </a:lnTo>
                <a:lnTo>
                  <a:pt x="230505" y="1200150"/>
                </a:lnTo>
                <a:close/>
                <a:moveTo>
                  <a:pt x="1771650" y="621983"/>
                </a:moveTo>
                <a:lnTo>
                  <a:pt x="1787843" y="638175"/>
                </a:lnTo>
                <a:lnTo>
                  <a:pt x="1771650" y="654367"/>
                </a:lnTo>
                <a:lnTo>
                  <a:pt x="1755457" y="638175"/>
                </a:lnTo>
                <a:close/>
                <a:moveTo>
                  <a:pt x="323850" y="1398270"/>
                </a:moveTo>
                <a:lnTo>
                  <a:pt x="344805" y="1419225"/>
                </a:lnTo>
                <a:lnTo>
                  <a:pt x="323850" y="1440180"/>
                </a:lnTo>
                <a:lnTo>
                  <a:pt x="302895" y="1419225"/>
                </a:lnTo>
                <a:close/>
                <a:moveTo>
                  <a:pt x="2371725" y="2401253"/>
                </a:moveTo>
                <a:lnTo>
                  <a:pt x="2380298" y="2409825"/>
                </a:lnTo>
                <a:lnTo>
                  <a:pt x="2371725" y="2418398"/>
                </a:lnTo>
                <a:lnTo>
                  <a:pt x="2363152" y="2409825"/>
                </a:lnTo>
                <a:close/>
                <a:moveTo>
                  <a:pt x="19050" y="1962150"/>
                </a:moveTo>
                <a:lnTo>
                  <a:pt x="38100" y="1981200"/>
                </a:lnTo>
                <a:lnTo>
                  <a:pt x="19050" y="2000250"/>
                </a:lnTo>
                <a:lnTo>
                  <a:pt x="0" y="1981200"/>
                </a:lnTo>
                <a:close/>
                <a:moveTo>
                  <a:pt x="542925" y="2284095"/>
                </a:moveTo>
                <a:lnTo>
                  <a:pt x="554355" y="2295525"/>
                </a:lnTo>
                <a:lnTo>
                  <a:pt x="542925" y="2306955"/>
                </a:lnTo>
                <a:lnTo>
                  <a:pt x="531495" y="2295525"/>
                </a:lnTo>
                <a:close/>
                <a:moveTo>
                  <a:pt x="2733675" y="723900"/>
                </a:moveTo>
                <a:lnTo>
                  <a:pt x="2752725" y="742950"/>
                </a:lnTo>
                <a:lnTo>
                  <a:pt x="2733675" y="762000"/>
                </a:lnTo>
                <a:lnTo>
                  <a:pt x="2714625" y="742950"/>
                </a:lnTo>
                <a:close/>
                <a:moveTo>
                  <a:pt x="657225" y="1091565"/>
                </a:moveTo>
                <a:lnTo>
                  <a:pt x="670560" y="1104900"/>
                </a:lnTo>
                <a:lnTo>
                  <a:pt x="657225" y="1118235"/>
                </a:lnTo>
                <a:lnTo>
                  <a:pt x="643890" y="1104900"/>
                </a:lnTo>
                <a:close/>
                <a:moveTo>
                  <a:pt x="866775" y="362902"/>
                </a:moveTo>
                <a:lnTo>
                  <a:pt x="884873" y="381000"/>
                </a:lnTo>
                <a:lnTo>
                  <a:pt x="866775" y="399098"/>
                </a:lnTo>
                <a:lnTo>
                  <a:pt x="848677" y="381000"/>
                </a:lnTo>
                <a:close/>
                <a:moveTo>
                  <a:pt x="1076325" y="624840"/>
                </a:moveTo>
                <a:lnTo>
                  <a:pt x="1099185" y="647700"/>
                </a:lnTo>
                <a:lnTo>
                  <a:pt x="1076325" y="670560"/>
                </a:lnTo>
                <a:lnTo>
                  <a:pt x="1053465" y="647700"/>
                </a:lnTo>
                <a:close/>
                <a:moveTo>
                  <a:pt x="609600" y="1463040"/>
                </a:moveTo>
                <a:lnTo>
                  <a:pt x="622935" y="1476375"/>
                </a:lnTo>
                <a:lnTo>
                  <a:pt x="609600" y="1489710"/>
                </a:lnTo>
                <a:lnTo>
                  <a:pt x="596265" y="1476375"/>
                </a:lnTo>
                <a:close/>
                <a:moveTo>
                  <a:pt x="276225" y="1771650"/>
                </a:moveTo>
                <a:lnTo>
                  <a:pt x="285750" y="1781175"/>
                </a:lnTo>
                <a:lnTo>
                  <a:pt x="276225" y="1790700"/>
                </a:lnTo>
                <a:lnTo>
                  <a:pt x="266700" y="1781175"/>
                </a:lnTo>
                <a:close/>
                <a:moveTo>
                  <a:pt x="1752600" y="431483"/>
                </a:moveTo>
                <a:lnTo>
                  <a:pt x="1768793" y="447675"/>
                </a:lnTo>
                <a:lnTo>
                  <a:pt x="1752600" y="463867"/>
                </a:lnTo>
                <a:lnTo>
                  <a:pt x="1736407" y="447675"/>
                </a:lnTo>
                <a:close/>
                <a:moveTo>
                  <a:pt x="1314450" y="2275523"/>
                </a:moveTo>
                <a:lnTo>
                  <a:pt x="1324927" y="2286000"/>
                </a:lnTo>
                <a:lnTo>
                  <a:pt x="1314450" y="2296478"/>
                </a:lnTo>
                <a:lnTo>
                  <a:pt x="1303973" y="2286000"/>
                </a:lnTo>
                <a:close/>
                <a:moveTo>
                  <a:pt x="2981325" y="1271588"/>
                </a:moveTo>
                <a:lnTo>
                  <a:pt x="2995613" y="1285875"/>
                </a:lnTo>
                <a:lnTo>
                  <a:pt x="2981325" y="1300163"/>
                </a:lnTo>
                <a:lnTo>
                  <a:pt x="2967038" y="1285875"/>
                </a:lnTo>
                <a:close/>
                <a:moveTo>
                  <a:pt x="847725" y="661988"/>
                </a:moveTo>
                <a:lnTo>
                  <a:pt x="862013" y="676275"/>
                </a:lnTo>
                <a:lnTo>
                  <a:pt x="847725" y="690563"/>
                </a:lnTo>
                <a:lnTo>
                  <a:pt x="833438" y="676275"/>
                </a:lnTo>
                <a:close/>
                <a:moveTo>
                  <a:pt x="2305050" y="1055370"/>
                </a:moveTo>
                <a:lnTo>
                  <a:pt x="2326005" y="1076325"/>
                </a:lnTo>
                <a:lnTo>
                  <a:pt x="2305050" y="1097280"/>
                </a:lnTo>
                <a:lnTo>
                  <a:pt x="2284095" y="1076325"/>
                </a:lnTo>
                <a:close/>
                <a:moveTo>
                  <a:pt x="1571625" y="0"/>
                </a:moveTo>
                <a:lnTo>
                  <a:pt x="1590675" y="19050"/>
                </a:lnTo>
                <a:lnTo>
                  <a:pt x="1571625" y="38100"/>
                </a:lnTo>
                <a:lnTo>
                  <a:pt x="1552575" y="19050"/>
                </a:lnTo>
                <a:close/>
                <a:moveTo>
                  <a:pt x="476250" y="1612583"/>
                </a:moveTo>
                <a:lnTo>
                  <a:pt x="482918" y="1619250"/>
                </a:lnTo>
                <a:lnTo>
                  <a:pt x="476250" y="1625918"/>
                </a:lnTo>
                <a:lnTo>
                  <a:pt x="469582" y="1619250"/>
                </a:lnTo>
                <a:close/>
                <a:moveTo>
                  <a:pt x="2505075" y="1349692"/>
                </a:moveTo>
                <a:lnTo>
                  <a:pt x="2517457" y="1362075"/>
                </a:lnTo>
                <a:lnTo>
                  <a:pt x="2505075" y="1374458"/>
                </a:lnTo>
                <a:lnTo>
                  <a:pt x="2492693" y="1362075"/>
                </a:lnTo>
                <a:close/>
                <a:moveTo>
                  <a:pt x="2571750" y="995363"/>
                </a:moveTo>
                <a:lnTo>
                  <a:pt x="2586038" y="1009650"/>
                </a:lnTo>
                <a:lnTo>
                  <a:pt x="2571750" y="1023938"/>
                </a:lnTo>
                <a:lnTo>
                  <a:pt x="2557463" y="1009650"/>
                </a:lnTo>
                <a:close/>
                <a:moveTo>
                  <a:pt x="1504950" y="2736533"/>
                </a:moveTo>
                <a:lnTo>
                  <a:pt x="1521143" y="2752725"/>
                </a:lnTo>
                <a:lnTo>
                  <a:pt x="1504950" y="2768917"/>
                </a:lnTo>
                <a:lnTo>
                  <a:pt x="1488757" y="2752725"/>
                </a:lnTo>
                <a:close/>
                <a:moveTo>
                  <a:pt x="2324100" y="146685"/>
                </a:moveTo>
                <a:lnTo>
                  <a:pt x="2339340" y="161925"/>
                </a:lnTo>
                <a:lnTo>
                  <a:pt x="2324100" y="177165"/>
                </a:lnTo>
                <a:lnTo>
                  <a:pt x="2308860" y="161925"/>
                </a:lnTo>
                <a:close/>
                <a:moveTo>
                  <a:pt x="2228850" y="509587"/>
                </a:moveTo>
                <a:lnTo>
                  <a:pt x="2243138" y="523875"/>
                </a:lnTo>
                <a:lnTo>
                  <a:pt x="2228850" y="538163"/>
                </a:lnTo>
                <a:lnTo>
                  <a:pt x="2214563" y="523875"/>
                </a:lnTo>
                <a:close/>
                <a:moveTo>
                  <a:pt x="2724150" y="980123"/>
                </a:moveTo>
                <a:lnTo>
                  <a:pt x="2734627" y="990600"/>
                </a:lnTo>
                <a:lnTo>
                  <a:pt x="2724150" y="1001078"/>
                </a:lnTo>
                <a:lnTo>
                  <a:pt x="2713673" y="990600"/>
                </a:lnTo>
                <a:close/>
                <a:moveTo>
                  <a:pt x="1409700" y="2308860"/>
                </a:moveTo>
                <a:lnTo>
                  <a:pt x="1424940" y="2324100"/>
                </a:lnTo>
                <a:lnTo>
                  <a:pt x="1409700" y="2339340"/>
                </a:lnTo>
                <a:lnTo>
                  <a:pt x="1394460" y="2324100"/>
                </a:lnTo>
                <a:close/>
                <a:moveTo>
                  <a:pt x="1209675" y="123825"/>
                </a:moveTo>
                <a:lnTo>
                  <a:pt x="1228725" y="142875"/>
                </a:lnTo>
                <a:lnTo>
                  <a:pt x="1209675" y="161925"/>
                </a:lnTo>
                <a:lnTo>
                  <a:pt x="1190625" y="142875"/>
                </a:lnTo>
                <a:close/>
                <a:moveTo>
                  <a:pt x="762000" y="611505"/>
                </a:moveTo>
                <a:lnTo>
                  <a:pt x="779145" y="628650"/>
                </a:lnTo>
                <a:lnTo>
                  <a:pt x="762000" y="645795"/>
                </a:lnTo>
                <a:lnTo>
                  <a:pt x="744855" y="628650"/>
                </a:lnTo>
                <a:close/>
                <a:moveTo>
                  <a:pt x="733425" y="879158"/>
                </a:moveTo>
                <a:lnTo>
                  <a:pt x="749618" y="895350"/>
                </a:lnTo>
                <a:lnTo>
                  <a:pt x="733425" y="911542"/>
                </a:lnTo>
                <a:lnTo>
                  <a:pt x="717232" y="895350"/>
                </a:lnTo>
                <a:close/>
                <a:moveTo>
                  <a:pt x="809625" y="361950"/>
                </a:moveTo>
                <a:lnTo>
                  <a:pt x="828675" y="381000"/>
                </a:lnTo>
                <a:lnTo>
                  <a:pt x="809625" y="400050"/>
                </a:lnTo>
                <a:lnTo>
                  <a:pt x="790575" y="381000"/>
                </a:lnTo>
                <a:close/>
                <a:moveTo>
                  <a:pt x="666750" y="1047750"/>
                </a:moveTo>
                <a:lnTo>
                  <a:pt x="685800" y="1066800"/>
                </a:lnTo>
                <a:lnTo>
                  <a:pt x="666750" y="1085850"/>
                </a:lnTo>
                <a:lnTo>
                  <a:pt x="647700" y="1066800"/>
                </a:lnTo>
                <a:close/>
                <a:moveTo>
                  <a:pt x="2743200" y="1903095"/>
                </a:moveTo>
                <a:lnTo>
                  <a:pt x="2764155" y="1924050"/>
                </a:lnTo>
                <a:lnTo>
                  <a:pt x="2743200" y="1945005"/>
                </a:lnTo>
                <a:lnTo>
                  <a:pt x="2722245" y="1924050"/>
                </a:lnTo>
                <a:close/>
                <a:moveTo>
                  <a:pt x="2466975" y="1022985"/>
                </a:moveTo>
                <a:lnTo>
                  <a:pt x="2482215" y="1038225"/>
                </a:lnTo>
                <a:lnTo>
                  <a:pt x="2466975" y="1053465"/>
                </a:lnTo>
                <a:lnTo>
                  <a:pt x="2451735" y="1038225"/>
                </a:lnTo>
                <a:close/>
                <a:moveTo>
                  <a:pt x="1876425" y="2185035"/>
                </a:moveTo>
                <a:lnTo>
                  <a:pt x="1891665" y="2200275"/>
                </a:lnTo>
                <a:lnTo>
                  <a:pt x="1876425" y="2215515"/>
                </a:lnTo>
                <a:lnTo>
                  <a:pt x="1861185" y="2200275"/>
                </a:lnTo>
                <a:close/>
                <a:moveTo>
                  <a:pt x="2657475" y="1857375"/>
                </a:moveTo>
                <a:lnTo>
                  <a:pt x="2676525" y="1876425"/>
                </a:lnTo>
                <a:lnTo>
                  <a:pt x="2657475" y="1895475"/>
                </a:lnTo>
                <a:lnTo>
                  <a:pt x="2638425" y="1876425"/>
                </a:lnTo>
                <a:close/>
                <a:moveTo>
                  <a:pt x="1866900" y="542925"/>
                </a:moveTo>
                <a:lnTo>
                  <a:pt x="1876425" y="552450"/>
                </a:lnTo>
                <a:lnTo>
                  <a:pt x="1866900" y="561975"/>
                </a:lnTo>
                <a:lnTo>
                  <a:pt x="1857375" y="552450"/>
                </a:lnTo>
                <a:close/>
                <a:moveTo>
                  <a:pt x="1504950" y="350520"/>
                </a:moveTo>
                <a:lnTo>
                  <a:pt x="1525905" y="371475"/>
                </a:lnTo>
                <a:lnTo>
                  <a:pt x="1504950" y="392430"/>
                </a:lnTo>
                <a:lnTo>
                  <a:pt x="1483995" y="371475"/>
                </a:lnTo>
                <a:close/>
                <a:moveTo>
                  <a:pt x="2305050" y="1562100"/>
                </a:moveTo>
                <a:lnTo>
                  <a:pt x="2314575" y="1571625"/>
                </a:lnTo>
                <a:lnTo>
                  <a:pt x="2305050" y="1581150"/>
                </a:lnTo>
                <a:lnTo>
                  <a:pt x="2295525" y="1571625"/>
                </a:lnTo>
                <a:close/>
                <a:moveTo>
                  <a:pt x="2571750" y="1466850"/>
                </a:moveTo>
                <a:lnTo>
                  <a:pt x="2590800" y="1485900"/>
                </a:lnTo>
                <a:lnTo>
                  <a:pt x="2571750" y="1504950"/>
                </a:lnTo>
                <a:lnTo>
                  <a:pt x="2552700" y="1485900"/>
                </a:lnTo>
                <a:close/>
                <a:moveTo>
                  <a:pt x="1609725" y="427673"/>
                </a:moveTo>
                <a:lnTo>
                  <a:pt x="1629727" y="447675"/>
                </a:lnTo>
                <a:lnTo>
                  <a:pt x="1609725" y="467677"/>
                </a:lnTo>
                <a:lnTo>
                  <a:pt x="1589723" y="447675"/>
                </a:lnTo>
                <a:close/>
                <a:moveTo>
                  <a:pt x="2133600" y="2045018"/>
                </a:moveTo>
                <a:lnTo>
                  <a:pt x="2155507" y="2066925"/>
                </a:lnTo>
                <a:lnTo>
                  <a:pt x="2133600" y="2088833"/>
                </a:lnTo>
                <a:lnTo>
                  <a:pt x="2111693" y="2066925"/>
                </a:lnTo>
                <a:close/>
                <a:moveTo>
                  <a:pt x="552450" y="2164080"/>
                </a:moveTo>
                <a:lnTo>
                  <a:pt x="569595" y="2181225"/>
                </a:lnTo>
                <a:lnTo>
                  <a:pt x="552450" y="2198370"/>
                </a:lnTo>
                <a:lnTo>
                  <a:pt x="535305" y="2181225"/>
                </a:lnTo>
                <a:close/>
                <a:moveTo>
                  <a:pt x="552450" y="2311717"/>
                </a:moveTo>
                <a:lnTo>
                  <a:pt x="564832" y="2324100"/>
                </a:lnTo>
                <a:lnTo>
                  <a:pt x="552450" y="2336483"/>
                </a:lnTo>
                <a:lnTo>
                  <a:pt x="540068" y="2324100"/>
                </a:lnTo>
                <a:close/>
                <a:moveTo>
                  <a:pt x="1543050" y="2257425"/>
                </a:moveTo>
                <a:lnTo>
                  <a:pt x="1562100" y="2276475"/>
                </a:lnTo>
                <a:lnTo>
                  <a:pt x="1543050" y="2295525"/>
                </a:lnTo>
                <a:lnTo>
                  <a:pt x="1524000" y="2276475"/>
                </a:lnTo>
                <a:close/>
                <a:moveTo>
                  <a:pt x="2381250" y="220980"/>
                </a:moveTo>
                <a:lnTo>
                  <a:pt x="2398395" y="238125"/>
                </a:lnTo>
                <a:lnTo>
                  <a:pt x="2381250" y="255270"/>
                </a:lnTo>
                <a:lnTo>
                  <a:pt x="2364105" y="238125"/>
                </a:lnTo>
                <a:close/>
                <a:moveTo>
                  <a:pt x="714375" y="511492"/>
                </a:moveTo>
                <a:lnTo>
                  <a:pt x="736282" y="533400"/>
                </a:lnTo>
                <a:lnTo>
                  <a:pt x="714375" y="555308"/>
                </a:lnTo>
                <a:lnTo>
                  <a:pt x="692468" y="533400"/>
                </a:lnTo>
                <a:close/>
                <a:moveTo>
                  <a:pt x="800100" y="569595"/>
                </a:moveTo>
                <a:lnTo>
                  <a:pt x="821055" y="590550"/>
                </a:lnTo>
                <a:lnTo>
                  <a:pt x="800100" y="611505"/>
                </a:lnTo>
                <a:lnTo>
                  <a:pt x="779145" y="590550"/>
                </a:lnTo>
                <a:close/>
                <a:moveTo>
                  <a:pt x="952500" y="2740342"/>
                </a:moveTo>
                <a:lnTo>
                  <a:pt x="974407" y="2762250"/>
                </a:lnTo>
                <a:lnTo>
                  <a:pt x="952500" y="2784158"/>
                </a:lnTo>
                <a:lnTo>
                  <a:pt x="930593" y="2762250"/>
                </a:lnTo>
                <a:close/>
                <a:moveTo>
                  <a:pt x="1238250" y="2505075"/>
                </a:moveTo>
                <a:lnTo>
                  <a:pt x="1257300" y="2524125"/>
                </a:lnTo>
                <a:lnTo>
                  <a:pt x="1238250" y="2543175"/>
                </a:lnTo>
                <a:lnTo>
                  <a:pt x="1219200" y="2524125"/>
                </a:lnTo>
                <a:close/>
                <a:moveTo>
                  <a:pt x="647700" y="809625"/>
                </a:moveTo>
                <a:lnTo>
                  <a:pt x="666750" y="828675"/>
                </a:lnTo>
                <a:lnTo>
                  <a:pt x="647700" y="847725"/>
                </a:lnTo>
                <a:lnTo>
                  <a:pt x="628650" y="828675"/>
                </a:lnTo>
                <a:close/>
                <a:moveTo>
                  <a:pt x="628650" y="247650"/>
                </a:moveTo>
                <a:lnTo>
                  <a:pt x="638175" y="257175"/>
                </a:lnTo>
                <a:lnTo>
                  <a:pt x="628650" y="266700"/>
                </a:lnTo>
                <a:lnTo>
                  <a:pt x="619125" y="257175"/>
                </a:lnTo>
                <a:close/>
                <a:moveTo>
                  <a:pt x="2686050" y="1990725"/>
                </a:moveTo>
                <a:lnTo>
                  <a:pt x="2705100" y="2009775"/>
                </a:lnTo>
                <a:lnTo>
                  <a:pt x="2686050" y="2028825"/>
                </a:lnTo>
                <a:lnTo>
                  <a:pt x="2667000" y="2009775"/>
                </a:lnTo>
                <a:close/>
                <a:moveTo>
                  <a:pt x="1571625" y="2511742"/>
                </a:moveTo>
                <a:lnTo>
                  <a:pt x="1593532" y="2533650"/>
                </a:lnTo>
                <a:lnTo>
                  <a:pt x="1571625" y="2555558"/>
                </a:lnTo>
                <a:lnTo>
                  <a:pt x="1549718" y="2533650"/>
                </a:lnTo>
                <a:close/>
                <a:moveTo>
                  <a:pt x="2628900" y="2233613"/>
                </a:moveTo>
                <a:lnTo>
                  <a:pt x="2643188" y="2247900"/>
                </a:lnTo>
                <a:lnTo>
                  <a:pt x="2628900" y="2262188"/>
                </a:lnTo>
                <a:lnTo>
                  <a:pt x="2614613" y="2247900"/>
                </a:lnTo>
                <a:close/>
                <a:moveTo>
                  <a:pt x="2409825" y="1899285"/>
                </a:moveTo>
                <a:lnTo>
                  <a:pt x="2425065" y="1914525"/>
                </a:lnTo>
                <a:lnTo>
                  <a:pt x="2409825" y="1929765"/>
                </a:lnTo>
                <a:lnTo>
                  <a:pt x="2394585" y="1914525"/>
                </a:lnTo>
                <a:close/>
                <a:moveTo>
                  <a:pt x="628650" y="466725"/>
                </a:moveTo>
                <a:lnTo>
                  <a:pt x="638175" y="476250"/>
                </a:lnTo>
                <a:lnTo>
                  <a:pt x="628650" y="485775"/>
                </a:lnTo>
                <a:lnTo>
                  <a:pt x="619125" y="476250"/>
                </a:lnTo>
                <a:close/>
                <a:moveTo>
                  <a:pt x="1695450" y="406717"/>
                </a:moveTo>
                <a:lnTo>
                  <a:pt x="1707832" y="419100"/>
                </a:lnTo>
                <a:lnTo>
                  <a:pt x="1695450" y="431483"/>
                </a:lnTo>
                <a:lnTo>
                  <a:pt x="1683068" y="41910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261532" y="1883092"/>
            <a:ext cx="1319213" cy="1395413"/>
          </a:xfrm>
          <a:custGeom>
            <a:avLst/>
            <a:gdLst/>
            <a:ahLst/>
            <a:cxnLst/>
            <a:rect l="l" t="t" r="r" b="b"/>
            <a:pathLst>
              <a:path w="1319213" h="1395413">
                <a:moveTo>
                  <a:pt x="568643" y="1143953"/>
                </a:moveTo>
                <a:lnTo>
                  <a:pt x="580073" y="1155383"/>
                </a:lnTo>
                <a:lnTo>
                  <a:pt x="568643" y="1166813"/>
                </a:lnTo>
                <a:lnTo>
                  <a:pt x="557213" y="1155383"/>
                </a:lnTo>
                <a:close/>
                <a:moveTo>
                  <a:pt x="606743" y="0"/>
                </a:moveTo>
                <a:lnTo>
                  <a:pt x="619125" y="12383"/>
                </a:lnTo>
                <a:lnTo>
                  <a:pt x="606743" y="24765"/>
                </a:lnTo>
                <a:lnTo>
                  <a:pt x="594360" y="12383"/>
                </a:lnTo>
                <a:close/>
                <a:moveTo>
                  <a:pt x="311468" y="1115378"/>
                </a:moveTo>
                <a:lnTo>
                  <a:pt x="322898" y="1126808"/>
                </a:lnTo>
                <a:lnTo>
                  <a:pt x="311468" y="1138238"/>
                </a:lnTo>
                <a:lnTo>
                  <a:pt x="300038" y="1126808"/>
                </a:lnTo>
                <a:close/>
                <a:moveTo>
                  <a:pt x="206693" y="1201103"/>
                </a:moveTo>
                <a:lnTo>
                  <a:pt x="227648" y="1222058"/>
                </a:lnTo>
                <a:lnTo>
                  <a:pt x="206693" y="1243013"/>
                </a:lnTo>
                <a:lnTo>
                  <a:pt x="185738" y="1222058"/>
                </a:lnTo>
                <a:close/>
                <a:moveTo>
                  <a:pt x="1225868" y="707708"/>
                </a:moveTo>
                <a:lnTo>
                  <a:pt x="1244918" y="726758"/>
                </a:lnTo>
                <a:lnTo>
                  <a:pt x="1225868" y="745808"/>
                </a:lnTo>
                <a:lnTo>
                  <a:pt x="1206818" y="726758"/>
                </a:lnTo>
                <a:close/>
                <a:moveTo>
                  <a:pt x="882968" y="495300"/>
                </a:moveTo>
                <a:lnTo>
                  <a:pt x="895350" y="507683"/>
                </a:lnTo>
                <a:lnTo>
                  <a:pt x="882968" y="520065"/>
                </a:lnTo>
                <a:lnTo>
                  <a:pt x="870585" y="507683"/>
                </a:lnTo>
                <a:close/>
                <a:moveTo>
                  <a:pt x="25718" y="850583"/>
                </a:moveTo>
                <a:lnTo>
                  <a:pt x="44768" y="869633"/>
                </a:lnTo>
                <a:lnTo>
                  <a:pt x="25718" y="888683"/>
                </a:lnTo>
                <a:lnTo>
                  <a:pt x="6668" y="869633"/>
                </a:lnTo>
                <a:close/>
                <a:moveTo>
                  <a:pt x="140018" y="1230630"/>
                </a:moveTo>
                <a:lnTo>
                  <a:pt x="160020" y="1250633"/>
                </a:lnTo>
                <a:lnTo>
                  <a:pt x="140018" y="1270635"/>
                </a:lnTo>
                <a:lnTo>
                  <a:pt x="120015" y="1250633"/>
                </a:lnTo>
                <a:close/>
                <a:moveTo>
                  <a:pt x="1216343" y="720090"/>
                </a:moveTo>
                <a:lnTo>
                  <a:pt x="1232535" y="736283"/>
                </a:lnTo>
                <a:lnTo>
                  <a:pt x="1216343" y="752475"/>
                </a:lnTo>
                <a:lnTo>
                  <a:pt x="1200150" y="736283"/>
                </a:lnTo>
                <a:close/>
                <a:moveTo>
                  <a:pt x="225743" y="326708"/>
                </a:moveTo>
                <a:lnTo>
                  <a:pt x="235268" y="336233"/>
                </a:lnTo>
                <a:lnTo>
                  <a:pt x="225743" y="345758"/>
                </a:lnTo>
                <a:lnTo>
                  <a:pt x="216218" y="336233"/>
                </a:lnTo>
                <a:close/>
                <a:moveTo>
                  <a:pt x="1168718" y="1049655"/>
                </a:moveTo>
                <a:lnTo>
                  <a:pt x="1188720" y="1069658"/>
                </a:lnTo>
                <a:lnTo>
                  <a:pt x="1168718" y="1089660"/>
                </a:lnTo>
                <a:lnTo>
                  <a:pt x="1148715" y="1069658"/>
                </a:lnTo>
                <a:close/>
                <a:moveTo>
                  <a:pt x="1311593" y="890588"/>
                </a:moveTo>
                <a:lnTo>
                  <a:pt x="1319213" y="898208"/>
                </a:lnTo>
                <a:lnTo>
                  <a:pt x="1311593" y="905828"/>
                </a:lnTo>
                <a:lnTo>
                  <a:pt x="1303973" y="898208"/>
                </a:lnTo>
                <a:close/>
                <a:moveTo>
                  <a:pt x="16193" y="205740"/>
                </a:moveTo>
                <a:lnTo>
                  <a:pt x="32385" y="221933"/>
                </a:lnTo>
                <a:lnTo>
                  <a:pt x="16193" y="238125"/>
                </a:lnTo>
                <a:lnTo>
                  <a:pt x="0" y="221933"/>
                </a:lnTo>
                <a:close/>
                <a:moveTo>
                  <a:pt x="578168" y="429578"/>
                </a:moveTo>
                <a:lnTo>
                  <a:pt x="589598" y="441008"/>
                </a:lnTo>
                <a:lnTo>
                  <a:pt x="578168" y="452438"/>
                </a:lnTo>
                <a:lnTo>
                  <a:pt x="566738" y="441008"/>
                </a:lnTo>
                <a:close/>
                <a:moveTo>
                  <a:pt x="616268" y="1353503"/>
                </a:moveTo>
                <a:lnTo>
                  <a:pt x="637223" y="1374458"/>
                </a:lnTo>
                <a:lnTo>
                  <a:pt x="616268" y="1395413"/>
                </a:lnTo>
                <a:lnTo>
                  <a:pt x="595313" y="1374458"/>
                </a:lnTo>
                <a:close/>
                <a:moveTo>
                  <a:pt x="82868" y="280988"/>
                </a:moveTo>
                <a:lnTo>
                  <a:pt x="90488" y="288608"/>
                </a:lnTo>
                <a:lnTo>
                  <a:pt x="82868" y="296228"/>
                </a:lnTo>
                <a:lnTo>
                  <a:pt x="75248" y="288608"/>
                </a:lnTo>
                <a:close/>
                <a:moveTo>
                  <a:pt x="63818" y="839153"/>
                </a:moveTo>
                <a:lnTo>
                  <a:pt x="84773" y="860108"/>
                </a:lnTo>
                <a:lnTo>
                  <a:pt x="63818" y="881063"/>
                </a:lnTo>
                <a:lnTo>
                  <a:pt x="42863" y="860108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330940" y="1511618"/>
            <a:ext cx="2558415" cy="2566988"/>
          </a:xfrm>
          <a:custGeom>
            <a:avLst/>
            <a:gdLst/>
            <a:ahLst/>
            <a:cxnLst/>
            <a:rect l="l" t="t" r="r" b="b"/>
            <a:pathLst>
              <a:path w="2558415" h="2566988">
                <a:moveTo>
                  <a:pt x="127635" y="1066800"/>
                </a:moveTo>
                <a:lnTo>
                  <a:pt x="140018" y="1079183"/>
                </a:lnTo>
                <a:lnTo>
                  <a:pt x="127635" y="1091565"/>
                </a:lnTo>
                <a:lnTo>
                  <a:pt x="115253" y="1079183"/>
                </a:lnTo>
                <a:close/>
                <a:moveTo>
                  <a:pt x="194310" y="1430655"/>
                </a:moveTo>
                <a:lnTo>
                  <a:pt x="214313" y="1450658"/>
                </a:lnTo>
                <a:lnTo>
                  <a:pt x="194310" y="1470660"/>
                </a:lnTo>
                <a:lnTo>
                  <a:pt x="174308" y="1450658"/>
                </a:lnTo>
                <a:close/>
                <a:moveTo>
                  <a:pt x="2042160" y="2458403"/>
                </a:moveTo>
                <a:lnTo>
                  <a:pt x="2063115" y="2479358"/>
                </a:lnTo>
                <a:lnTo>
                  <a:pt x="2042160" y="2500313"/>
                </a:lnTo>
                <a:lnTo>
                  <a:pt x="2021205" y="2479358"/>
                </a:lnTo>
                <a:close/>
                <a:moveTo>
                  <a:pt x="1594485" y="2544128"/>
                </a:moveTo>
                <a:lnTo>
                  <a:pt x="1605915" y="2555558"/>
                </a:lnTo>
                <a:lnTo>
                  <a:pt x="1594485" y="2566988"/>
                </a:lnTo>
                <a:lnTo>
                  <a:pt x="1583055" y="2555558"/>
                </a:lnTo>
                <a:close/>
                <a:moveTo>
                  <a:pt x="622935" y="1981200"/>
                </a:moveTo>
                <a:lnTo>
                  <a:pt x="635318" y="1993583"/>
                </a:lnTo>
                <a:lnTo>
                  <a:pt x="622935" y="2005965"/>
                </a:lnTo>
                <a:lnTo>
                  <a:pt x="610553" y="1993583"/>
                </a:lnTo>
                <a:close/>
                <a:moveTo>
                  <a:pt x="2146935" y="124778"/>
                </a:moveTo>
                <a:lnTo>
                  <a:pt x="2158365" y="136208"/>
                </a:lnTo>
                <a:lnTo>
                  <a:pt x="2146935" y="147638"/>
                </a:lnTo>
                <a:lnTo>
                  <a:pt x="2135505" y="136208"/>
                </a:lnTo>
                <a:close/>
                <a:moveTo>
                  <a:pt x="508635" y="186690"/>
                </a:moveTo>
                <a:lnTo>
                  <a:pt x="524828" y="202883"/>
                </a:lnTo>
                <a:lnTo>
                  <a:pt x="508635" y="219075"/>
                </a:lnTo>
                <a:lnTo>
                  <a:pt x="492443" y="202883"/>
                </a:lnTo>
                <a:close/>
                <a:moveTo>
                  <a:pt x="13335" y="1342073"/>
                </a:moveTo>
                <a:lnTo>
                  <a:pt x="26670" y="1355408"/>
                </a:lnTo>
                <a:lnTo>
                  <a:pt x="13335" y="1368743"/>
                </a:lnTo>
                <a:lnTo>
                  <a:pt x="0" y="1355408"/>
                </a:lnTo>
                <a:close/>
                <a:moveTo>
                  <a:pt x="2546985" y="1372553"/>
                </a:moveTo>
                <a:lnTo>
                  <a:pt x="2558415" y="1383983"/>
                </a:lnTo>
                <a:lnTo>
                  <a:pt x="2546985" y="1395413"/>
                </a:lnTo>
                <a:lnTo>
                  <a:pt x="2535555" y="1383983"/>
                </a:lnTo>
                <a:close/>
                <a:moveTo>
                  <a:pt x="403860" y="1494473"/>
                </a:moveTo>
                <a:lnTo>
                  <a:pt x="417195" y="1507808"/>
                </a:lnTo>
                <a:lnTo>
                  <a:pt x="403860" y="1521142"/>
                </a:lnTo>
                <a:lnTo>
                  <a:pt x="390525" y="1507808"/>
                </a:lnTo>
                <a:close/>
                <a:moveTo>
                  <a:pt x="1156335" y="2306955"/>
                </a:moveTo>
                <a:lnTo>
                  <a:pt x="1176338" y="2326958"/>
                </a:lnTo>
                <a:lnTo>
                  <a:pt x="1156335" y="2346960"/>
                </a:lnTo>
                <a:lnTo>
                  <a:pt x="1136333" y="2326958"/>
                </a:lnTo>
                <a:close/>
                <a:moveTo>
                  <a:pt x="337185" y="385763"/>
                </a:moveTo>
                <a:lnTo>
                  <a:pt x="354330" y="402908"/>
                </a:lnTo>
                <a:lnTo>
                  <a:pt x="337185" y="420053"/>
                </a:lnTo>
                <a:lnTo>
                  <a:pt x="320040" y="402908"/>
                </a:lnTo>
                <a:close/>
                <a:moveTo>
                  <a:pt x="2242185" y="1872615"/>
                </a:moveTo>
                <a:lnTo>
                  <a:pt x="2248853" y="1879283"/>
                </a:lnTo>
                <a:lnTo>
                  <a:pt x="2242185" y="1885950"/>
                </a:lnTo>
                <a:lnTo>
                  <a:pt x="2235518" y="1879283"/>
                </a:lnTo>
                <a:close/>
                <a:moveTo>
                  <a:pt x="2185035" y="0"/>
                </a:moveTo>
                <a:lnTo>
                  <a:pt x="2206943" y="21908"/>
                </a:lnTo>
                <a:lnTo>
                  <a:pt x="2185035" y="43815"/>
                </a:lnTo>
                <a:lnTo>
                  <a:pt x="2163128" y="21908"/>
                </a:lnTo>
                <a:close/>
                <a:moveTo>
                  <a:pt x="1546860" y="1050608"/>
                </a:moveTo>
                <a:lnTo>
                  <a:pt x="1556385" y="1060133"/>
                </a:lnTo>
                <a:lnTo>
                  <a:pt x="1546860" y="1069658"/>
                </a:lnTo>
                <a:lnTo>
                  <a:pt x="1537335" y="1060133"/>
                </a:lnTo>
                <a:close/>
                <a:moveTo>
                  <a:pt x="908685" y="1188720"/>
                </a:moveTo>
                <a:lnTo>
                  <a:pt x="922973" y="1203008"/>
                </a:lnTo>
                <a:lnTo>
                  <a:pt x="908685" y="1217295"/>
                </a:lnTo>
                <a:lnTo>
                  <a:pt x="894398" y="1203008"/>
                </a:lnTo>
                <a:close/>
                <a:moveTo>
                  <a:pt x="1308735" y="1363980"/>
                </a:moveTo>
                <a:lnTo>
                  <a:pt x="1319213" y="1374458"/>
                </a:lnTo>
                <a:lnTo>
                  <a:pt x="1308735" y="1384935"/>
                </a:lnTo>
                <a:lnTo>
                  <a:pt x="1298258" y="1374458"/>
                </a:lnTo>
                <a:close/>
                <a:moveTo>
                  <a:pt x="1384935" y="785813"/>
                </a:moveTo>
                <a:lnTo>
                  <a:pt x="1392555" y="793433"/>
                </a:lnTo>
                <a:lnTo>
                  <a:pt x="1384935" y="801053"/>
                </a:lnTo>
                <a:lnTo>
                  <a:pt x="1377315" y="793433"/>
                </a:lnTo>
                <a:close/>
                <a:moveTo>
                  <a:pt x="2127885" y="1428750"/>
                </a:moveTo>
                <a:lnTo>
                  <a:pt x="2140268" y="1441133"/>
                </a:lnTo>
                <a:lnTo>
                  <a:pt x="2127885" y="1453515"/>
                </a:lnTo>
                <a:lnTo>
                  <a:pt x="2115503" y="1441133"/>
                </a:lnTo>
                <a:close/>
                <a:moveTo>
                  <a:pt x="1165860" y="869633"/>
                </a:moveTo>
                <a:lnTo>
                  <a:pt x="1175385" y="879158"/>
                </a:lnTo>
                <a:lnTo>
                  <a:pt x="1165860" y="888683"/>
                </a:lnTo>
                <a:lnTo>
                  <a:pt x="1156335" y="87915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10950" y="1466850"/>
            <a:ext cx="2714625" cy="2543175"/>
          </a:xfrm>
          <a:custGeom>
            <a:avLst/>
            <a:gdLst/>
            <a:ahLst/>
            <a:cxnLst/>
            <a:rect l="l" t="t" r="r" b="b"/>
            <a:pathLst>
              <a:path w="2714625" h="2543175">
                <a:moveTo>
                  <a:pt x="1095375" y="2543175"/>
                </a:moveTo>
                <a:quadBezTo>
                  <a:pt x="1000125" y="2524125"/>
                  <a:pt x="895350" y="2543175"/>
                </a:quadBezTo>
                <a:moveTo>
                  <a:pt x="2352675" y="171450"/>
                </a:moveTo>
                <a:quadBezTo>
                  <a:pt x="2447925" y="209550"/>
                  <a:pt x="2552700" y="285750"/>
                </a:quadBezTo>
                <a:moveTo>
                  <a:pt x="504825" y="1819275"/>
                </a:moveTo>
                <a:quadBezTo>
                  <a:pt x="428625" y="1676400"/>
                  <a:pt x="352425" y="1571625"/>
                </a:quadBezTo>
                <a:moveTo>
                  <a:pt x="1962150" y="2085975"/>
                </a:moveTo>
                <a:quadBezTo>
                  <a:pt x="1885950" y="2114550"/>
                  <a:pt x="1819275" y="2181225"/>
                </a:quadBezTo>
                <a:moveTo>
                  <a:pt x="2428875" y="895350"/>
                </a:moveTo>
                <a:quadBezTo>
                  <a:pt x="2438400" y="952500"/>
                  <a:pt x="2457450" y="1038225"/>
                </a:quadBezTo>
                <a:moveTo>
                  <a:pt x="2124075" y="1905000"/>
                </a:moveTo>
                <a:quadBezTo>
                  <a:pt x="2066925" y="1943100"/>
                  <a:pt x="2019300" y="2028825"/>
                </a:quadBezTo>
                <a:moveTo>
                  <a:pt x="2628900" y="266700"/>
                </a:moveTo>
                <a:quadBezTo>
                  <a:pt x="2676525" y="276225"/>
                  <a:pt x="2714625" y="323850"/>
                </a:quadBezTo>
                <a:moveTo>
                  <a:pt x="2495550" y="790575"/>
                </a:moveTo>
                <a:quadBezTo>
                  <a:pt x="2505075" y="885825"/>
                  <a:pt x="2524125" y="1019175"/>
                </a:quadBezTo>
                <a:moveTo>
                  <a:pt x="1885950" y="0"/>
                </a:moveTo>
                <a:quadBezTo>
                  <a:pt x="1943100" y="19050"/>
                  <a:pt x="1990725" y="76200"/>
                </a:quadBezTo>
                <a:moveTo>
                  <a:pt x="9525" y="1076325"/>
                </a:moveTo>
                <a:quadBezTo>
                  <a:pt x="9525" y="990600"/>
                  <a:pt x="0" y="942975"/>
                </a:quadBezTo>
                <a:moveTo>
                  <a:pt x="1019175" y="2381250"/>
                </a:moveTo>
                <a:quadBezTo>
                  <a:pt x="895350" y="2333625"/>
                  <a:pt x="771525" y="2314575"/>
                </a:quadBezTo>
                <a:moveTo>
                  <a:pt x="152400" y="581025"/>
                </a:moveTo>
                <a:quadBezTo>
                  <a:pt x="171450" y="495300"/>
                  <a:pt x="200025" y="438150"/>
                </a:quadBezTo>
                <a:moveTo>
                  <a:pt x="1190625" y="2295525"/>
                </a:moveTo>
                <a:quadBezTo>
                  <a:pt x="1104900" y="2247900"/>
                  <a:pt x="1019175" y="2238375"/>
                </a:quadBezTo>
                <a:moveTo>
                  <a:pt x="314325" y="885825"/>
                </a:moveTo>
                <a:quadBezTo>
                  <a:pt x="361950" y="742950"/>
                  <a:pt x="409575" y="6381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53925" y="1647825"/>
            <a:ext cx="2114550" cy="1685925"/>
          </a:xfrm>
          <a:custGeom>
            <a:avLst/>
            <a:gdLst/>
            <a:ahLst/>
            <a:cxnLst/>
            <a:rect l="l" t="t" r="r" b="b"/>
            <a:pathLst>
              <a:path w="2114550" h="1685925">
                <a:moveTo>
                  <a:pt x="1771650" y="752475"/>
                </a:moveTo>
                <a:lnTo>
                  <a:pt x="2114550" y="1171575"/>
                </a:lnTo>
                <a:moveTo>
                  <a:pt x="1733550" y="781050"/>
                </a:moveTo>
                <a:lnTo>
                  <a:pt x="2057400" y="1190625"/>
                </a:lnTo>
                <a:moveTo>
                  <a:pt x="1714500" y="800100"/>
                </a:moveTo>
                <a:lnTo>
                  <a:pt x="2038350" y="1200150"/>
                </a:lnTo>
                <a:moveTo>
                  <a:pt x="1685925" y="819150"/>
                </a:moveTo>
                <a:lnTo>
                  <a:pt x="1971675" y="1181100"/>
                </a:lnTo>
                <a:moveTo>
                  <a:pt x="76200" y="0"/>
                </a:moveTo>
                <a:lnTo>
                  <a:pt x="381000" y="266700"/>
                </a:lnTo>
                <a:moveTo>
                  <a:pt x="47625" y="38100"/>
                </a:moveTo>
                <a:lnTo>
                  <a:pt x="419100" y="361950"/>
                </a:lnTo>
                <a:moveTo>
                  <a:pt x="19050" y="57150"/>
                </a:moveTo>
                <a:lnTo>
                  <a:pt x="438150" y="428625"/>
                </a:lnTo>
                <a:moveTo>
                  <a:pt x="0" y="85725"/>
                </a:moveTo>
                <a:lnTo>
                  <a:pt x="419100" y="457200"/>
                </a:lnTo>
                <a:moveTo>
                  <a:pt x="1514475" y="1438275"/>
                </a:moveTo>
                <a:lnTo>
                  <a:pt x="1362075" y="1619250"/>
                </a:lnTo>
                <a:moveTo>
                  <a:pt x="1476375" y="1409700"/>
                </a:moveTo>
                <a:lnTo>
                  <a:pt x="1323975" y="1600200"/>
                </a:lnTo>
                <a:moveTo>
                  <a:pt x="1457325" y="1390650"/>
                </a:moveTo>
                <a:lnTo>
                  <a:pt x="1219200" y="1685925"/>
                </a:lnTo>
                <a:moveTo>
                  <a:pt x="1428750" y="1362075"/>
                </a:moveTo>
                <a:lnTo>
                  <a:pt x="1181100" y="16764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2514600" y="4000500"/>
            <a:ext cx="3076575" cy="4467225"/>
          </a:xfrm>
          <a:custGeom>
            <a:avLst/>
            <a:gdLst/>
            <a:ahLst/>
            <a:cxnLst/>
            <a:rect l="l" t="t" r="r" b="b"/>
            <a:pathLst>
              <a:path w="3076575" h="4467225">
                <a:moveTo>
                  <a:pt x="1971675" y="4467225"/>
                </a:moveTo>
                <a:lnTo>
                  <a:pt x="1771650" y="4429125"/>
                </a:lnTo>
                <a:lnTo>
                  <a:pt x="1895475" y="4191000"/>
                </a:lnTo>
                <a:lnTo>
                  <a:pt x="1743075" y="4181475"/>
                </a:lnTo>
                <a:lnTo>
                  <a:pt x="1800225" y="4210050"/>
                </a:lnTo>
                <a:lnTo>
                  <a:pt x="1724025" y="4257675"/>
                </a:lnTo>
                <a:lnTo>
                  <a:pt x="1657350" y="4238625"/>
                </a:lnTo>
                <a:lnTo>
                  <a:pt x="1600200" y="4219575"/>
                </a:lnTo>
                <a:lnTo>
                  <a:pt x="1590675" y="4181475"/>
                </a:lnTo>
                <a:lnTo>
                  <a:pt x="1619250" y="4171950"/>
                </a:lnTo>
                <a:lnTo>
                  <a:pt x="1524000" y="4038600"/>
                </a:lnTo>
                <a:lnTo>
                  <a:pt x="1504950" y="4114800"/>
                </a:lnTo>
                <a:lnTo>
                  <a:pt x="1571625" y="4019550"/>
                </a:lnTo>
                <a:lnTo>
                  <a:pt x="1524000" y="3933825"/>
                </a:lnTo>
                <a:lnTo>
                  <a:pt x="1524000" y="3933825"/>
                </a:lnTo>
                <a:lnTo>
                  <a:pt x="1504950" y="3876675"/>
                </a:lnTo>
                <a:lnTo>
                  <a:pt x="1485900" y="3810000"/>
                </a:lnTo>
                <a:lnTo>
                  <a:pt x="1428750" y="3676650"/>
                </a:lnTo>
                <a:lnTo>
                  <a:pt x="1457325" y="3686175"/>
                </a:lnTo>
                <a:lnTo>
                  <a:pt x="1409700" y="3686175"/>
                </a:lnTo>
                <a:lnTo>
                  <a:pt x="1381125" y="3676650"/>
                </a:lnTo>
                <a:lnTo>
                  <a:pt x="1323975" y="3724275"/>
                </a:lnTo>
                <a:lnTo>
                  <a:pt x="1323975" y="3648075"/>
                </a:lnTo>
                <a:lnTo>
                  <a:pt x="1285875" y="3590925"/>
                </a:lnTo>
                <a:lnTo>
                  <a:pt x="1314450" y="3581400"/>
                </a:lnTo>
                <a:lnTo>
                  <a:pt x="1362075" y="3552825"/>
                </a:lnTo>
                <a:lnTo>
                  <a:pt x="1228725" y="3533775"/>
                </a:lnTo>
                <a:lnTo>
                  <a:pt x="1238250" y="3448050"/>
                </a:lnTo>
                <a:lnTo>
                  <a:pt x="1123950" y="3448050"/>
                </a:lnTo>
                <a:lnTo>
                  <a:pt x="1085850" y="3448050"/>
                </a:lnTo>
                <a:lnTo>
                  <a:pt x="1076325" y="3390900"/>
                </a:lnTo>
                <a:lnTo>
                  <a:pt x="1038225" y="3362325"/>
                </a:lnTo>
                <a:lnTo>
                  <a:pt x="1009650" y="3267075"/>
                </a:lnTo>
                <a:lnTo>
                  <a:pt x="952500" y="3209925"/>
                </a:lnTo>
                <a:lnTo>
                  <a:pt x="981075" y="3162300"/>
                </a:lnTo>
                <a:lnTo>
                  <a:pt x="914400" y="3162300"/>
                </a:lnTo>
                <a:lnTo>
                  <a:pt x="866775" y="3105150"/>
                </a:lnTo>
                <a:lnTo>
                  <a:pt x="819150" y="3048000"/>
                </a:lnTo>
                <a:lnTo>
                  <a:pt x="809625" y="2981325"/>
                </a:lnTo>
                <a:lnTo>
                  <a:pt x="762000" y="2886075"/>
                </a:lnTo>
                <a:lnTo>
                  <a:pt x="752475" y="2847975"/>
                </a:lnTo>
                <a:lnTo>
                  <a:pt x="685800" y="2790825"/>
                </a:lnTo>
                <a:lnTo>
                  <a:pt x="685800" y="2790825"/>
                </a:lnTo>
                <a:lnTo>
                  <a:pt x="685800" y="2733675"/>
                </a:lnTo>
                <a:lnTo>
                  <a:pt x="628650" y="2638425"/>
                </a:lnTo>
                <a:lnTo>
                  <a:pt x="581025" y="2609850"/>
                </a:lnTo>
                <a:lnTo>
                  <a:pt x="561975" y="2562225"/>
                </a:lnTo>
                <a:lnTo>
                  <a:pt x="561975" y="2505075"/>
                </a:lnTo>
                <a:lnTo>
                  <a:pt x="523875" y="2428875"/>
                </a:lnTo>
                <a:lnTo>
                  <a:pt x="504825" y="2438400"/>
                </a:lnTo>
                <a:lnTo>
                  <a:pt x="476250" y="2371725"/>
                </a:lnTo>
                <a:lnTo>
                  <a:pt x="428625" y="2324100"/>
                </a:lnTo>
                <a:lnTo>
                  <a:pt x="409575" y="2219325"/>
                </a:lnTo>
                <a:lnTo>
                  <a:pt x="381000" y="2209800"/>
                </a:lnTo>
                <a:lnTo>
                  <a:pt x="304800" y="2114550"/>
                </a:lnTo>
                <a:lnTo>
                  <a:pt x="304800" y="2076450"/>
                </a:lnTo>
                <a:lnTo>
                  <a:pt x="266700" y="2038350"/>
                </a:lnTo>
                <a:lnTo>
                  <a:pt x="228600" y="1981200"/>
                </a:lnTo>
                <a:lnTo>
                  <a:pt x="200025" y="1924050"/>
                </a:lnTo>
                <a:lnTo>
                  <a:pt x="190500" y="1847850"/>
                </a:lnTo>
                <a:lnTo>
                  <a:pt x="171450" y="1847850"/>
                </a:lnTo>
                <a:lnTo>
                  <a:pt x="104775" y="1809750"/>
                </a:lnTo>
                <a:lnTo>
                  <a:pt x="104775" y="1704975"/>
                </a:lnTo>
                <a:lnTo>
                  <a:pt x="28575" y="1714500"/>
                </a:lnTo>
                <a:lnTo>
                  <a:pt x="0" y="1619250"/>
                </a:lnTo>
                <a:lnTo>
                  <a:pt x="19050" y="1581150"/>
                </a:lnTo>
                <a:lnTo>
                  <a:pt x="47625" y="1552575"/>
                </a:lnTo>
                <a:lnTo>
                  <a:pt x="19050" y="1581150"/>
                </a:lnTo>
                <a:lnTo>
                  <a:pt x="66675" y="1524000"/>
                </a:lnTo>
                <a:lnTo>
                  <a:pt x="47625" y="1419225"/>
                </a:lnTo>
                <a:lnTo>
                  <a:pt x="123825" y="1419225"/>
                </a:lnTo>
                <a:lnTo>
                  <a:pt x="104775" y="1381125"/>
                </a:lnTo>
                <a:lnTo>
                  <a:pt x="104775" y="1333500"/>
                </a:lnTo>
                <a:lnTo>
                  <a:pt x="171450" y="1285875"/>
                </a:lnTo>
                <a:lnTo>
                  <a:pt x="123825" y="1276350"/>
                </a:lnTo>
                <a:lnTo>
                  <a:pt x="152400" y="1219200"/>
                </a:lnTo>
                <a:lnTo>
                  <a:pt x="142875" y="1162050"/>
                </a:lnTo>
                <a:lnTo>
                  <a:pt x="161925" y="1123950"/>
                </a:lnTo>
                <a:lnTo>
                  <a:pt x="180975" y="1114425"/>
                </a:lnTo>
                <a:lnTo>
                  <a:pt x="180975" y="1076325"/>
                </a:lnTo>
                <a:lnTo>
                  <a:pt x="238125" y="990600"/>
                </a:lnTo>
                <a:lnTo>
                  <a:pt x="247650" y="914400"/>
                </a:lnTo>
                <a:lnTo>
                  <a:pt x="247650" y="923925"/>
                </a:lnTo>
                <a:lnTo>
                  <a:pt x="266700" y="847725"/>
                </a:lnTo>
                <a:lnTo>
                  <a:pt x="276225" y="809625"/>
                </a:lnTo>
                <a:lnTo>
                  <a:pt x="295275" y="781050"/>
                </a:lnTo>
                <a:lnTo>
                  <a:pt x="304800" y="752475"/>
                </a:lnTo>
                <a:lnTo>
                  <a:pt x="295275" y="657225"/>
                </a:lnTo>
                <a:lnTo>
                  <a:pt x="304800" y="628650"/>
                </a:lnTo>
                <a:lnTo>
                  <a:pt x="361950" y="609600"/>
                </a:lnTo>
                <a:lnTo>
                  <a:pt x="361950" y="561975"/>
                </a:lnTo>
                <a:lnTo>
                  <a:pt x="381000" y="542925"/>
                </a:lnTo>
                <a:lnTo>
                  <a:pt x="342900" y="485775"/>
                </a:lnTo>
                <a:lnTo>
                  <a:pt x="409575" y="485775"/>
                </a:lnTo>
                <a:lnTo>
                  <a:pt x="419100" y="400050"/>
                </a:lnTo>
                <a:lnTo>
                  <a:pt x="428625" y="371475"/>
                </a:lnTo>
                <a:lnTo>
                  <a:pt x="419100" y="304800"/>
                </a:lnTo>
                <a:lnTo>
                  <a:pt x="523875" y="438150"/>
                </a:lnTo>
                <a:lnTo>
                  <a:pt x="571500" y="314325"/>
                </a:lnTo>
                <a:lnTo>
                  <a:pt x="695325" y="457200"/>
                </a:lnTo>
                <a:lnTo>
                  <a:pt x="685800" y="409575"/>
                </a:lnTo>
                <a:lnTo>
                  <a:pt x="781050" y="352425"/>
                </a:lnTo>
                <a:lnTo>
                  <a:pt x="800100" y="361950"/>
                </a:lnTo>
                <a:lnTo>
                  <a:pt x="914400" y="333375"/>
                </a:lnTo>
                <a:lnTo>
                  <a:pt x="1000125" y="257175"/>
                </a:lnTo>
                <a:lnTo>
                  <a:pt x="971550" y="371475"/>
                </a:lnTo>
                <a:lnTo>
                  <a:pt x="1038225" y="342900"/>
                </a:lnTo>
                <a:lnTo>
                  <a:pt x="1066800" y="285750"/>
                </a:lnTo>
                <a:lnTo>
                  <a:pt x="1181100" y="190500"/>
                </a:lnTo>
                <a:lnTo>
                  <a:pt x="1266825" y="209550"/>
                </a:lnTo>
                <a:lnTo>
                  <a:pt x="1247775" y="123825"/>
                </a:lnTo>
                <a:lnTo>
                  <a:pt x="1162050" y="123825"/>
                </a:lnTo>
                <a:lnTo>
                  <a:pt x="1181100" y="114300"/>
                </a:lnTo>
                <a:lnTo>
                  <a:pt x="1276350" y="142875"/>
                </a:lnTo>
                <a:lnTo>
                  <a:pt x="1295400" y="95250"/>
                </a:lnTo>
                <a:lnTo>
                  <a:pt x="1304925" y="114300"/>
                </a:lnTo>
                <a:lnTo>
                  <a:pt x="1371600" y="47625"/>
                </a:lnTo>
                <a:lnTo>
                  <a:pt x="1381125" y="76200"/>
                </a:lnTo>
                <a:lnTo>
                  <a:pt x="1419225" y="0"/>
                </a:lnTo>
                <a:lnTo>
                  <a:pt x="1428750" y="0"/>
                </a:lnTo>
                <a:lnTo>
                  <a:pt x="1428750" y="0"/>
                </a:lnTo>
                <a:lnTo>
                  <a:pt x="1466850" y="114300"/>
                </a:lnTo>
                <a:lnTo>
                  <a:pt x="1571625" y="76200"/>
                </a:lnTo>
                <a:lnTo>
                  <a:pt x="1581150" y="66675"/>
                </a:lnTo>
                <a:lnTo>
                  <a:pt x="1619250" y="76200"/>
                </a:lnTo>
                <a:lnTo>
                  <a:pt x="1571625" y="28575"/>
                </a:lnTo>
                <a:lnTo>
                  <a:pt x="1647825" y="57150"/>
                </a:lnTo>
                <a:lnTo>
                  <a:pt x="1724025" y="76200"/>
                </a:lnTo>
                <a:lnTo>
                  <a:pt x="1809750" y="66675"/>
                </a:lnTo>
                <a:lnTo>
                  <a:pt x="1809750" y="95250"/>
                </a:lnTo>
                <a:lnTo>
                  <a:pt x="1838325" y="104775"/>
                </a:lnTo>
                <a:lnTo>
                  <a:pt x="1866900" y="66675"/>
                </a:lnTo>
                <a:lnTo>
                  <a:pt x="1905000" y="104775"/>
                </a:lnTo>
                <a:lnTo>
                  <a:pt x="1981200" y="142875"/>
                </a:lnTo>
                <a:lnTo>
                  <a:pt x="2000250" y="152400"/>
                </a:lnTo>
                <a:lnTo>
                  <a:pt x="2028825" y="152400"/>
                </a:lnTo>
                <a:lnTo>
                  <a:pt x="2085975" y="152400"/>
                </a:lnTo>
                <a:lnTo>
                  <a:pt x="2152650" y="190500"/>
                </a:lnTo>
                <a:lnTo>
                  <a:pt x="2190750" y="161925"/>
                </a:lnTo>
                <a:lnTo>
                  <a:pt x="2219325" y="180975"/>
                </a:lnTo>
                <a:lnTo>
                  <a:pt x="2276475" y="180975"/>
                </a:lnTo>
                <a:lnTo>
                  <a:pt x="2314575" y="247650"/>
                </a:lnTo>
                <a:lnTo>
                  <a:pt x="2343150" y="219075"/>
                </a:lnTo>
                <a:lnTo>
                  <a:pt x="2343150" y="228600"/>
                </a:lnTo>
                <a:lnTo>
                  <a:pt x="2371725" y="228600"/>
                </a:lnTo>
                <a:lnTo>
                  <a:pt x="2466975" y="247650"/>
                </a:lnTo>
                <a:lnTo>
                  <a:pt x="2447925" y="247650"/>
                </a:lnTo>
                <a:lnTo>
                  <a:pt x="2476500" y="295275"/>
                </a:lnTo>
                <a:lnTo>
                  <a:pt x="2552700" y="266700"/>
                </a:lnTo>
                <a:lnTo>
                  <a:pt x="2552700" y="257175"/>
                </a:lnTo>
                <a:lnTo>
                  <a:pt x="2581275" y="314325"/>
                </a:lnTo>
                <a:lnTo>
                  <a:pt x="2667000" y="314325"/>
                </a:lnTo>
                <a:lnTo>
                  <a:pt x="2686050" y="333375"/>
                </a:lnTo>
                <a:lnTo>
                  <a:pt x="2714625" y="352425"/>
                </a:lnTo>
                <a:lnTo>
                  <a:pt x="2771775" y="352425"/>
                </a:lnTo>
                <a:lnTo>
                  <a:pt x="2790825" y="361950"/>
                </a:lnTo>
                <a:lnTo>
                  <a:pt x="2847975" y="390525"/>
                </a:lnTo>
                <a:lnTo>
                  <a:pt x="2876550" y="361950"/>
                </a:lnTo>
                <a:lnTo>
                  <a:pt x="2886075" y="390525"/>
                </a:lnTo>
                <a:lnTo>
                  <a:pt x="2933700" y="419100"/>
                </a:lnTo>
                <a:lnTo>
                  <a:pt x="2971800" y="371475"/>
                </a:lnTo>
                <a:lnTo>
                  <a:pt x="2886075" y="542925"/>
                </a:lnTo>
                <a:lnTo>
                  <a:pt x="3000375" y="609600"/>
                </a:lnTo>
                <a:lnTo>
                  <a:pt x="2895600" y="514350"/>
                </a:lnTo>
                <a:lnTo>
                  <a:pt x="2857500" y="676275"/>
                </a:lnTo>
                <a:lnTo>
                  <a:pt x="2828925" y="752475"/>
                </a:lnTo>
                <a:lnTo>
                  <a:pt x="2876550" y="733425"/>
                </a:lnTo>
                <a:lnTo>
                  <a:pt x="2857500" y="771525"/>
                </a:lnTo>
                <a:lnTo>
                  <a:pt x="2876550" y="781050"/>
                </a:lnTo>
                <a:lnTo>
                  <a:pt x="2943225" y="838200"/>
                </a:lnTo>
                <a:lnTo>
                  <a:pt x="2971800" y="933450"/>
                </a:lnTo>
                <a:lnTo>
                  <a:pt x="2962275" y="1019175"/>
                </a:lnTo>
                <a:lnTo>
                  <a:pt x="3038475" y="1047750"/>
                </a:lnTo>
                <a:lnTo>
                  <a:pt x="2990850" y="1095375"/>
                </a:lnTo>
                <a:lnTo>
                  <a:pt x="3057525" y="1085850"/>
                </a:lnTo>
                <a:lnTo>
                  <a:pt x="3057525" y="1076325"/>
                </a:lnTo>
                <a:lnTo>
                  <a:pt x="3028950" y="1085850"/>
                </a:lnTo>
                <a:lnTo>
                  <a:pt x="3028950" y="1076325"/>
                </a:lnTo>
                <a:lnTo>
                  <a:pt x="3000375" y="1209675"/>
                </a:lnTo>
                <a:lnTo>
                  <a:pt x="3000375" y="1285875"/>
                </a:lnTo>
                <a:lnTo>
                  <a:pt x="3000375" y="1200150"/>
                </a:lnTo>
                <a:lnTo>
                  <a:pt x="3009900" y="1314450"/>
                </a:lnTo>
                <a:lnTo>
                  <a:pt x="2990850" y="1333500"/>
                </a:lnTo>
                <a:lnTo>
                  <a:pt x="3028950" y="1381125"/>
                </a:lnTo>
                <a:lnTo>
                  <a:pt x="3019425" y="1409700"/>
                </a:lnTo>
                <a:lnTo>
                  <a:pt x="3076575" y="1428750"/>
                </a:lnTo>
                <a:lnTo>
                  <a:pt x="3000375" y="1495425"/>
                </a:lnTo>
                <a:lnTo>
                  <a:pt x="3028950" y="1562100"/>
                </a:lnTo>
                <a:lnTo>
                  <a:pt x="3019425" y="1685925"/>
                </a:lnTo>
                <a:lnTo>
                  <a:pt x="2990850" y="1733550"/>
                </a:lnTo>
                <a:lnTo>
                  <a:pt x="3009900" y="1781175"/>
                </a:lnTo>
                <a:lnTo>
                  <a:pt x="3028950" y="1819275"/>
                </a:lnTo>
                <a:lnTo>
                  <a:pt x="3038475" y="1885950"/>
                </a:lnTo>
                <a:lnTo>
                  <a:pt x="2971800" y="1866900"/>
                </a:lnTo>
                <a:lnTo>
                  <a:pt x="2895600" y="2028825"/>
                </a:lnTo>
                <a:lnTo>
                  <a:pt x="2876550" y="1981200"/>
                </a:lnTo>
                <a:lnTo>
                  <a:pt x="2867025" y="1971675"/>
                </a:lnTo>
                <a:lnTo>
                  <a:pt x="2981325" y="2114550"/>
                </a:lnTo>
                <a:lnTo>
                  <a:pt x="2828925" y="2200275"/>
                </a:lnTo>
                <a:lnTo>
                  <a:pt x="2847975" y="2219325"/>
                </a:lnTo>
                <a:lnTo>
                  <a:pt x="2762250" y="2219325"/>
                </a:lnTo>
                <a:lnTo>
                  <a:pt x="2762250" y="2152650"/>
                </a:lnTo>
                <a:lnTo>
                  <a:pt x="2876550" y="2152650"/>
                </a:lnTo>
                <a:lnTo>
                  <a:pt x="2876550" y="2219325"/>
                </a:lnTo>
                <a:lnTo>
                  <a:pt x="2886075" y="2314575"/>
                </a:lnTo>
                <a:lnTo>
                  <a:pt x="2952750" y="2295525"/>
                </a:lnTo>
                <a:lnTo>
                  <a:pt x="2990850" y="2371725"/>
                </a:lnTo>
                <a:lnTo>
                  <a:pt x="2962275" y="2447925"/>
                </a:lnTo>
                <a:lnTo>
                  <a:pt x="3019425" y="2552700"/>
                </a:lnTo>
                <a:lnTo>
                  <a:pt x="3028950" y="2676525"/>
                </a:lnTo>
                <a:lnTo>
                  <a:pt x="2971800" y="2590800"/>
                </a:lnTo>
                <a:lnTo>
                  <a:pt x="2905125" y="2657475"/>
                </a:lnTo>
                <a:lnTo>
                  <a:pt x="2933700" y="2686050"/>
                </a:lnTo>
                <a:lnTo>
                  <a:pt x="2962275" y="2743200"/>
                </a:lnTo>
                <a:lnTo>
                  <a:pt x="2943225" y="2790825"/>
                </a:lnTo>
                <a:lnTo>
                  <a:pt x="2962275" y="2828925"/>
                </a:lnTo>
                <a:lnTo>
                  <a:pt x="2981325" y="2838450"/>
                </a:lnTo>
                <a:lnTo>
                  <a:pt x="2886075" y="2800350"/>
                </a:lnTo>
                <a:lnTo>
                  <a:pt x="2886075" y="2895600"/>
                </a:lnTo>
                <a:lnTo>
                  <a:pt x="2838450" y="2914650"/>
                </a:lnTo>
                <a:lnTo>
                  <a:pt x="2819400" y="3009900"/>
                </a:lnTo>
                <a:lnTo>
                  <a:pt x="2800350" y="3057525"/>
                </a:lnTo>
                <a:lnTo>
                  <a:pt x="2762250" y="3067050"/>
                </a:lnTo>
                <a:lnTo>
                  <a:pt x="2752725" y="3095625"/>
                </a:lnTo>
                <a:lnTo>
                  <a:pt x="2800350" y="3124200"/>
                </a:lnTo>
                <a:lnTo>
                  <a:pt x="2819400" y="3209925"/>
                </a:lnTo>
                <a:lnTo>
                  <a:pt x="2809875" y="3209925"/>
                </a:lnTo>
                <a:lnTo>
                  <a:pt x="2695575" y="3333750"/>
                </a:lnTo>
                <a:lnTo>
                  <a:pt x="2676525" y="3352800"/>
                </a:lnTo>
                <a:lnTo>
                  <a:pt x="2705100" y="3438525"/>
                </a:lnTo>
                <a:lnTo>
                  <a:pt x="2600325" y="3495675"/>
                </a:lnTo>
                <a:lnTo>
                  <a:pt x="2647950" y="3457575"/>
                </a:lnTo>
                <a:lnTo>
                  <a:pt x="2657475" y="3429000"/>
                </a:lnTo>
                <a:lnTo>
                  <a:pt x="2543175" y="3514725"/>
                </a:lnTo>
                <a:lnTo>
                  <a:pt x="2543175" y="3533775"/>
                </a:lnTo>
                <a:lnTo>
                  <a:pt x="2457450" y="3619500"/>
                </a:lnTo>
                <a:lnTo>
                  <a:pt x="2419350" y="3705225"/>
                </a:lnTo>
                <a:lnTo>
                  <a:pt x="2390775" y="3714750"/>
                </a:lnTo>
                <a:lnTo>
                  <a:pt x="2390775" y="3733800"/>
                </a:lnTo>
                <a:lnTo>
                  <a:pt x="2362200" y="3752850"/>
                </a:lnTo>
                <a:lnTo>
                  <a:pt x="2333625" y="3838575"/>
                </a:lnTo>
                <a:lnTo>
                  <a:pt x="2324100" y="3895725"/>
                </a:lnTo>
                <a:lnTo>
                  <a:pt x="2305050" y="3838575"/>
                </a:lnTo>
                <a:lnTo>
                  <a:pt x="2352675" y="3914775"/>
                </a:lnTo>
                <a:lnTo>
                  <a:pt x="2371725" y="3914775"/>
                </a:lnTo>
                <a:lnTo>
                  <a:pt x="2333625" y="3962400"/>
                </a:lnTo>
                <a:lnTo>
                  <a:pt x="2266950" y="4067175"/>
                </a:lnTo>
                <a:lnTo>
                  <a:pt x="2276475" y="4095750"/>
                </a:lnTo>
                <a:lnTo>
                  <a:pt x="2190750" y="4124325"/>
                </a:lnTo>
                <a:lnTo>
                  <a:pt x="2238375" y="4152900"/>
                </a:lnTo>
                <a:lnTo>
                  <a:pt x="2190750" y="4229100"/>
                </a:lnTo>
                <a:lnTo>
                  <a:pt x="2200275" y="4267200"/>
                </a:lnTo>
                <a:lnTo>
                  <a:pt x="2143125" y="4286250"/>
                </a:lnTo>
                <a:lnTo>
                  <a:pt x="2124075" y="4295775"/>
                </a:lnTo>
                <a:lnTo>
                  <a:pt x="2114550" y="4381500"/>
                </a:lnTo>
                <a:lnTo>
                  <a:pt x="2057400" y="4429125"/>
                </a:lnTo>
                <a:close/>
              </a:path>
            </a:pathLst>
          </a:custGeom>
          <a:solidFill>
            <a:srgbClr val="14729E">
              <a:alpha val="1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2819400" y="3695700"/>
            <a:ext cx="3581400" cy="5153025"/>
          </a:xfrm>
          <a:custGeom>
            <a:avLst/>
            <a:gdLst/>
            <a:ahLst/>
            <a:cxnLst/>
            <a:rect l="l" t="t" r="r" b="b"/>
            <a:pathLst>
              <a:path w="3581400" h="5153025">
                <a:moveTo>
                  <a:pt x="2324100" y="5153025"/>
                </a:moveTo>
                <a:lnTo>
                  <a:pt x="2295525" y="4953000"/>
                </a:lnTo>
                <a:lnTo>
                  <a:pt x="2209800" y="5086350"/>
                </a:lnTo>
                <a:lnTo>
                  <a:pt x="2181225" y="4962525"/>
                </a:lnTo>
                <a:lnTo>
                  <a:pt x="2114550" y="4914900"/>
                </a:lnTo>
                <a:lnTo>
                  <a:pt x="2038350" y="4867275"/>
                </a:lnTo>
                <a:lnTo>
                  <a:pt x="1885950" y="4962525"/>
                </a:lnTo>
                <a:lnTo>
                  <a:pt x="1885950" y="4857750"/>
                </a:lnTo>
                <a:lnTo>
                  <a:pt x="1857375" y="4886325"/>
                </a:lnTo>
                <a:lnTo>
                  <a:pt x="1771650" y="4829175"/>
                </a:lnTo>
                <a:lnTo>
                  <a:pt x="1819275" y="4743450"/>
                </a:lnTo>
                <a:lnTo>
                  <a:pt x="1809750" y="4676775"/>
                </a:lnTo>
                <a:lnTo>
                  <a:pt x="1790700" y="4648200"/>
                </a:lnTo>
                <a:lnTo>
                  <a:pt x="1733550" y="4562475"/>
                </a:lnTo>
                <a:lnTo>
                  <a:pt x="1790700" y="4486275"/>
                </a:lnTo>
                <a:lnTo>
                  <a:pt x="1781175" y="4467225"/>
                </a:lnTo>
                <a:lnTo>
                  <a:pt x="1714500" y="4410075"/>
                </a:lnTo>
                <a:lnTo>
                  <a:pt x="1647825" y="4371975"/>
                </a:lnTo>
                <a:lnTo>
                  <a:pt x="1628775" y="4391025"/>
                </a:lnTo>
                <a:lnTo>
                  <a:pt x="1609725" y="4343400"/>
                </a:lnTo>
                <a:lnTo>
                  <a:pt x="1628775" y="4257675"/>
                </a:lnTo>
                <a:lnTo>
                  <a:pt x="1590675" y="4210050"/>
                </a:lnTo>
                <a:lnTo>
                  <a:pt x="1543050" y="4133850"/>
                </a:lnTo>
                <a:lnTo>
                  <a:pt x="1504950" y="4162425"/>
                </a:lnTo>
                <a:lnTo>
                  <a:pt x="1562100" y="4181475"/>
                </a:lnTo>
                <a:lnTo>
                  <a:pt x="1533525" y="4095750"/>
                </a:lnTo>
                <a:lnTo>
                  <a:pt x="1485900" y="4048125"/>
                </a:lnTo>
                <a:lnTo>
                  <a:pt x="1409700" y="4067175"/>
                </a:lnTo>
                <a:lnTo>
                  <a:pt x="1323975" y="3990975"/>
                </a:lnTo>
                <a:lnTo>
                  <a:pt x="1228725" y="3981450"/>
                </a:lnTo>
                <a:lnTo>
                  <a:pt x="1257300" y="3952875"/>
                </a:lnTo>
                <a:lnTo>
                  <a:pt x="1228725" y="3838575"/>
                </a:lnTo>
                <a:lnTo>
                  <a:pt x="1209675" y="3800475"/>
                </a:lnTo>
                <a:lnTo>
                  <a:pt x="1133475" y="3714750"/>
                </a:lnTo>
                <a:lnTo>
                  <a:pt x="1085850" y="3657600"/>
                </a:lnTo>
                <a:lnTo>
                  <a:pt x="1038225" y="3648075"/>
                </a:lnTo>
                <a:lnTo>
                  <a:pt x="990600" y="3600450"/>
                </a:lnTo>
                <a:lnTo>
                  <a:pt x="1000125" y="3533775"/>
                </a:lnTo>
                <a:lnTo>
                  <a:pt x="933450" y="3486150"/>
                </a:lnTo>
                <a:lnTo>
                  <a:pt x="923925" y="3381375"/>
                </a:lnTo>
                <a:lnTo>
                  <a:pt x="885825" y="3333750"/>
                </a:lnTo>
                <a:lnTo>
                  <a:pt x="838200" y="3219450"/>
                </a:lnTo>
                <a:lnTo>
                  <a:pt x="857250" y="3181350"/>
                </a:lnTo>
                <a:lnTo>
                  <a:pt x="800100" y="3124200"/>
                </a:lnTo>
                <a:lnTo>
                  <a:pt x="771525" y="3095625"/>
                </a:lnTo>
                <a:lnTo>
                  <a:pt x="704850" y="3028950"/>
                </a:lnTo>
                <a:lnTo>
                  <a:pt x="666750" y="2952750"/>
                </a:lnTo>
                <a:lnTo>
                  <a:pt x="647700" y="2876550"/>
                </a:lnTo>
                <a:lnTo>
                  <a:pt x="600075" y="2828925"/>
                </a:lnTo>
                <a:lnTo>
                  <a:pt x="571500" y="2828925"/>
                </a:lnTo>
                <a:lnTo>
                  <a:pt x="552450" y="2724150"/>
                </a:lnTo>
                <a:lnTo>
                  <a:pt x="542925" y="2695575"/>
                </a:lnTo>
                <a:lnTo>
                  <a:pt x="476250" y="2628900"/>
                </a:lnTo>
                <a:lnTo>
                  <a:pt x="400050" y="2524125"/>
                </a:lnTo>
                <a:lnTo>
                  <a:pt x="371475" y="2476500"/>
                </a:lnTo>
                <a:lnTo>
                  <a:pt x="390525" y="2419350"/>
                </a:lnTo>
                <a:lnTo>
                  <a:pt x="304800" y="2371725"/>
                </a:lnTo>
                <a:lnTo>
                  <a:pt x="276225" y="2333625"/>
                </a:lnTo>
                <a:lnTo>
                  <a:pt x="285750" y="2257425"/>
                </a:lnTo>
                <a:lnTo>
                  <a:pt x="200025" y="2200275"/>
                </a:lnTo>
                <a:lnTo>
                  <a:pt x="161925" y="2143125"/>
                </a:lnTo>
                <a:lnTo>
                  <a:pt x="171450" y="2105025"/>
                </a:lnTo>
                <a:lnTo>
                  <a:pt x="133350" y="2009775"/>
                </a:lnTo>
                <a:lnTo>
                  <a:pt x="57150" y="1943100"/>
                </a:lnTo>
                <a:lnTo>
                  <a:pt x="0" y="1905000"/>
                </a:lnTo>
                <a:lnTo>
                  <a:pt x="47625" y="1857375"/>
                </a:lnTo>
                <a:lnTo>
                  <a:pt x="66675" y="1828800"/>
                </a:lnTo>
                <a:lnTo>
                  <a:pt x="19050" y="1790700"/>
                </a:lnTo>
                <a:lnTo>
                  <a:pt x="95250" y="1714500"/>
                </a:lnTo>
                <a:lnTo>
                  <a:pt x="85725" y="1695450"/>
                </a:lnTo>
                <a:lnTo>
                  <a:pt x="123825" y="1647825"/>
                </a:lnTo>
                <a:lnTo>
                  <a:pt x="161925" y="1647825"/>
                </a:lnTo>
                <a:lnTo>
                  <a:pt x="171450" y="1581150"/>
                </a:lnTo>
                <a:lnTo>
                  <a:pt x="190500" y="1495425"/>
                </a:lnTo>
                <a:lnTo>
                  <a:pt x="171450" y="1476375"/>
                </a:lnTo>
                <a:lnTo>
                  <a:pt x="180975" y="1390650"/>
                </a:lnTo>
                <a:lnTo>
                  <a:pt x="209550" y="1362075"/>
                </a:lnTo>
                <a:lnTo>
                  <a:pt x="238125" y="1333500"/>
                </a:lnTo>
                <a:lnTo>
                  <a:pt x="228600" y="1266825"/>
                </a:lnTo>
                <a:lnTo>
                  <a:pt x="266700" y="1219200"/>
                </a:lnTo>
                <a:lnTo>
                  <a:pt x="276225" y="1143000"/>
                </a:lnTo>
                <a:lnTo>
                  <a:pt x="304800" y="1085850"/>
                </a:lnTo>
                <a:lnTo>
                  <a:pt x="285750" y="1095375"/>
                </a:lnTo>
                <a:lnTo>
                  <a:pt x="333375" y="1057275"/>
                </a:lnTo>
                <a:lnTo>
                  <a:pt x="342900" y="981075"/>
                </a:lnTo>
                <a:lnTo>
                  <a:pt x="342900" y="904875"/>
                </a:lnTo>
                <a:lnTo>
                  <a:pt x="361950" y="828675"/>
                </a:lnTo>
                <a:lnTo>
                  <a:pt x="409575" y="790575"/>
                </a:lnTo>
                <a:lnTo>
                  <a:pt x="371475" y="781050"/>
                </a:lnTo>
                <a:lnTo>
                  <a:pt x="409575" y="704850"/>
                </a:lnTo>
                <a:lnTo>
                  <a:pt x="428625" y="628650"/>
                </a:lnTo>
                <a:lnTo>
                  <a:pt x="419100" y="581025"/>
                </a:lnTo>
                <a:lnTo>
                  <a:pt x="457200" y="600075"/>
                </a:lnTo>
                <a:lnTo>
                  <a:pt x="495300" y="514350"/>
                </a:lnTo>
                <a:lnTo>
                  <a:pt x="495300" y="485775"/>
                </a:lnTo>
                <a:lnTo>
                  <a:pt x="533400" y="409575"/>
                </a:lnTo>
                <a:lnTo>
                  <a:pt x="533400" y="352425"/>
                </a:lnTo>
                <a:lnTo>
                  <a:pt x="447675" y="466725"/>
                </a:lnTo>
                <a:lnTo>
                  <a:pt x="504825" y="457200"/>
                </a:lnTo>
                <a:lnTo>
                  <a:pt x="638175" y="428625"/>
                </a:lnTo>
                <a:lnTo>
                  <a:pt x="838200" y="476250"/>
                </a:lnTo>
                <a:lnTo>
                  <a:pt x="847725" y="457200"/>
                </a:lnTo>
                <a:lnTo>
                  <a:pt x="914400" y="371475"/>
                </a:lnTo>
                <a:lnTo>
                  <a:pt x="1038225" y="352425"/>
                </a:lnTo>
                <a:lnTo>
                  <a:pt x="1162050" y="295275"/>
                </a:lnTo>
                <a:lnTo>
                  <a:pt x="1162050" y="257175"/>
                </a:lnTo>
                <a:lnTo>
                  <a:pt x="1181100" y="276225"/>
                </a:lnTo>
                <a:lnTo>
                  <a:pt x="1228725" y="247650"/>
                </a:lnTo>
                <a:lnTo>
                  <a:pt x="1362075" y="228600"/>
                </a:lnTo>
                <a:lnTo>
                  <a:pt x="1400175" y="200025"/>
                </a:lnTo>
                <a:lnTo>
                  <a:pt x="1466850" y="180975"/>
                </a:lnTo>
                <a:lnTo>
                  <a:pt x="1428750" y="142875"/>
                </a:lnTo>
                <a:lnTo>
                  <a:pt x="1352550" y="161925"/>
                </a:lnTo>
                <a:lnTo>
                  <a:pt x="1447800" y="28575"/>
                </a:lnTo>
                <a:lnTo>
                  <a:pt x="1466850" y="47625"/>
                </a:lnTo>
                <a:lnTo>
                  <a:pt x="1571625" y="95250"/>
                </a:lnTo>
                <a:lnTo>
                  <a:pt x="1609725" y="47625"/>
                </a:lnTo>
                <a:lnTo>
                  <a:pt x="1590675" y="28575"/>
                </a:lnTo>
                <a:lnTo>
                  <a:pt x="1619250" y="47625"/>
                </a:lnTo>
                <a:lnTo>
                  <a:pt x="1628775" y="57150"/>
                </a:lnTo>
                <a:lnTo>
                  <a:pt x="1685925" y="28575"/>
                </a:lnTo>
                <a:lnTo>
                  <a:pt x="1800225" y="0"/>
                </a:lnTo>
                <a:lnTo>
                  <a:pt x="1752600" y="47625"/>
                </a:lnTo>
                <a:lnTo>
                  <a:pt x="1771650" y="76200"/>
                </a:lnTo>
                <a:lnTo>
                  <a:pt x="1838325" y="85725"/>
                </a:lnTo>
                <a:lnTo>
                  <a:pt x="1943100" y="104775"/>
                </a:lnTo>
                <a:lnTo>
                  <a:pt x="1981200" y="123825"/>
                </a:lnTo>
                <a:lnTo>
                  <a:pt x="2009775" y="76200"/>
                </a:lnTo>
                <a:lnTo>
                  <a:pt x="2095500" y="123825"/>
                </a:lnTo>
                <a:lnTo>
                  <a:pt x="2133600" y="104775"/>
                </a:lnTo>
                <a:lnTo>
                  <a:pt x="2152650" y="95250"/>
                </a:lnTo>
                <a:lnTo>
                  <a:pt x="2209800" y="104775"/>
                </a:lnTo>
                <a:lnTo>
                  <a:pt x="2209800" y="114300"/>
                </a:lnTo>
                <a:lnTo>
                  <a:pt x="2286000" y="190500"/>
                </a:lnTo>
                <a:lnTo>
                  <a:pt x="2333625" y="152400"/>
                </a:lnTo>
                <a:lnTo>
                  <a:pt x="2390775" y="190500"/>
                </a:lnTo>
                <a:lnTo>
                  <a:pt x="2409825" y="190500"/>
                </a:lnTo>
                <a:lnTo>
                  <a:pt x="2486025" y="190500"/>
                </a:lnTo>
                <a:lnTo>
                  <a:pt x="2552700" y="209550"/>
                </a:lnTo>
                <a:lnTo>
                  <a:pt x="2609850" y="219075"/>
                </a:lnTo>
                <a:lnTo>
                  <a:pt x="2609850" y="219075"/>
                </a:lnTo>
                <a:lnTo>
                  <a:pt x="2647950" y="228600"/>
                </a:lnTo>
                <a:lnTo>
                  <a:pt x="2686050" y="238125"/>
                </a:lnTo>
                <a:lnTo>
                  <a:pt x="2771775" y="285750"/>
                </a:lnTo>
                <a:lnTo>
                  <a:pt x="2771775" y="266700"/>
                </a:lnTo>
                <a:lnTo>
                  <a:pt x="2838450" y="285750"/>
                </a:lnTo>
                <a:lnTo>
                  <a:pt x="2838450" y="266700"/>
                </a:lnTo>
                <a:lnTo>
                  <a:pt x="2886075" y="285750"/>
                </a:lnTo>
                <a:lnTo>
                  <a:pt x="2990850" y="285750"/>
                </a:lnTo>
                <a:lnTo>
                  <a:pt x="3038475" y="323850"/>
                </a:lnTo>
                <a:lnTo>
                  <a:pt x="3057525" y="323850"/>
                </a:lnTo>
                <a:lnTo>
                  <a:pt x="3095625" y="352425"/>
                </a:lnTo>
                <a:lnTo>
                  <a:pt x="3124200" y="400050"/>
                </a:lnTo>
                <a:lnTo>
                  <a:pt x="3190875" y="381000"/>
                </a:lnTo>
                <a:lnTo>
                  <a:pt x="3248025" y="390525"/>
                </a:lnTo>
                <a:lnTo>
                  <a:pt x="3238500" y="419100"/>
                </a:lnTo>
                <a:lnTo>
                  <a:pt x="3295650" y="447675"/>
                </a:lnTo>
                <a:lnTo>
                  <a:pt x="3362325" y="447675"/>
                </a:lnTo>
                <a:lnTo>
                  <a:pt x="3371850" y="457200"/>
                </a:lnTo>
                <a:lnTo>
                  <a:pt x="3438525" y="447675"/>
                </a:lnTo>
                <a:lnTo>
                  <a:pt x="3457575" y="438150"/>
                </a:lnTo>
                <a:lnTo>
                  <a:pt x="3400425" y="495300"/>
                </a:lnTo>
                <a:lnTo>
                  <a:pt x="3276600" y="590550"/>
                </a:lnTo>
                <a:lnTo>
                  <a:pt x="3286125" y="666750"/>
                </a:lnTo>
                <a:lnTo>
                  <a:pt x="3343275" y="781050"/>
                </a:lnTo>
                <a:lnTo>
                  <a:pt x="3419475" y="800100"/>
                </a:lnTo>
                <a:lnTo>
                  <a:pt x="3438525" y="866775"/>
                </a:lnTo>
                <a:lnTo>
                  <a:pt x="3438525" y="847725"/>
                </a:lnTo>
                <a:lnTo>
                  <a:pt x="3333750" y="914400"/>
                </a:lnTo>
                <a:lnTo>
                  <a:pt x="3371850" y="933450"/>
                </a:lnTo>
                <a:lnTo>
                  <a:pt x="3486150" y="1114425"/>
                </a:lnTo>
                <a:lnTo>
                  <a:pt x="3524250" y="1181100"/>
                </a:lnTo>
                <a:lnTo>
                  <a:pt x="3514725" y="1200150"/>
                </a:lnTo>
                <a:lnTo>
                  <a:pt x="3448050" y="1295400"/>
                </a:lnTo>
                <a:lnTo>
                  <a:pt x="3524250" y="1285875"/>
                </a:lnTo>
                <a:lnTo>
                  <a:pt x="3543300" y="1295400"/>
                </a:lnTo>
                <a:lnTo>
                  <a:pt x="3552825" y="1304925"/>
                </a:lnTo>
                <a:lnTo>
                  <a:pt x="3486150" y="1390650"/>
                </a:lnTo>
                <a:lnTo>
                  <a:pt x="3524250" y="1371600"/>
                </a:lnTo>
                <a:lnTo>
                  <a:pt x="3533775" y="1381125"/>
                </a:lnTo>
                <a:lnTo>
                  <a:pt x="3533775" y="1419225"/>
                </a:lnTo>
                <a:lnTo>
                  <a:pt x="3505200" y="1466850"/>
                </a:lnTo>
                <a:lnTo>
                  <a:pt x="3571875" y="1533525"/>
                </a:lnTo>
                <a:lnTo>
                  <a:pt x="3543300" y="1552575"/>
                </a:lnTo>
                <a:lnTo>
                  <a:pt x="3514725" y="1619250"/>
                </a:lnTo>
                <a:lnTo>
                  <a:pt x="3524250" y="1714500"/>
                </a:lnTo>
                <a:lnTo>
                  <a:pt x="3543300" y="1828800"/>
                </a:lnTo>
                <a:lnTo>
                  <a:pt x="3562350" y="1895475"/>
                </a:lnTo>
                <a:lnTo>
                  <a:pt x="3495675" y="1924050"/>
                </a:lnTo>
                <a:lnTo>
                  <a:pt x="3505200" y="1990725"/>
                </a:lnTo>
                <a:lnTo>
                  <a:pt x="3486150" y="2047875"/>
                </a:lnTo>
                <a:lnTo>
                  <a:pt x="3524250" y="2133600"/>
                </a:lnTo>
                <a:lnTo>
                  <a:pt x="3543300" y="2152650"/>
                </a:lnTo>
                <a:lnTo>
                  <a:pt x="3314700" y="2105025"/>
                </a:lnTo>
                <a:lnTo>
                  <a:pt x="3209925" y="2362200"/>
                </a:lnTo>
                <a:lnTo>
                  <a:pt x="3114675" y="2305050"/>
                </a:lnTo>
                <a:lnTo>
                  <a:pt x="3333750" y="2276475"/>
                </a:lnTo>
                <a:lnTo>
                  <a:pt x="3267075" y="2362200"/>
                </a:lnTo>
                <a:lnTo>
                  <a:pt x="3181350" y="2400300"/>
                </a:lnTo>
                <a:lnTo>
                  <a:pt x="3200400" y="2457450"/>
                </a:lnTo>
                <a:lnTo>
                  <a:pt x="3248025" y="2590800"/>
                </a:lnTo>
                <a:lnTo>
                  <a:pt x="3352800" y="2533650"/>
                </a:lnTo>
                <a:lnTo>
                  <a:pt x="3333750" y="2647950"/>
                </a:lnTo>
                <a:lnTo>
                  <a:pt x="3409950" y="2686050"/>
                </a:lnTo>
                <a:lnTo>
                  <a:pt x="3371850" y="2638425"/>
                </a:lnTo>
                <a:lnTo>
                  <a:pt x="3429000" y="2733675"/>
                </a:lnTo>
                <a:lnTo>
                  <a:pt x="3400425" y="2914650"/>
                </a:lnTo>
                <a:lnTo>
                  <a:pt x="3467100" y="2933700"/>
                </a:lnTo>
                <a:lnTo>
                  <a:pt x="3524250" y="2952750"/>
                </a:lnTo>
                <a:lnTo>
                  <a:pt x="3581400" y="2933700"/>
                </a:lnTo>
                <a:lnTo>
                  <a:pt x="3495675" y="3000375"/>
                </a:lnTo>
                <a:lnTo>
                  <a:pt x="3495675" y="3038475"/>
                </a:lnTo>
                <a:lnTo>
                  <a:pt x="3429000" y="3133725"/>
                </a:lnTo>
                <a:lnTo>
                  <a:pt x="3476625" y="3190875"/>
                </a:lnTo>
                <a:lnTo>
                  <a:pt x="3429000" y="3171825"/>
                </a:lnTo>
                <a:lnTo>
                  <a:pt x="3457575" y="3238500"/>
                </a:lnTo>
                <a:lnTo>
                  <a:pt x="3467100" y="3295650"/>
                </a:lnTo>
                <a:lnTo>
                  <a:pt x="3419475" y="3314700"/>
                </a:lnTo>
                <a:lnTo>
                  <a:pt x="3371850" y="3438525"/>
                </a:lnTo>
                <a:lnTo>
                  <a:pt x="3295650" y="3467100"/>
                </a:lnTo>
                <a:lnTo>
                  <a:pt x="3276600" y="3448050"/>
                </a:lnTo>
                <a:lnTo>
                  <a:pt x="3295650" y="3533775"/>
                </a:lnTo>
                <a:lnTo>
                  <a:pt x="3305175" y="3581400"/>
                </a:lnTo>
                <a:lnTo>
                  <a:pt x="3267075" y="3562350"/>
                </a:lnTo>
                <a:lnTo>
                  <a:pt x="3248025" y="3609975"/>
                </a:lnTo>
                <a:lnTo>
                  <a:pt x="3152775" y="3752850"/>
                </a:lnTo>
                <a:lnTo>
                  <a:pt x="3209925" y="3810000"/>
                </a:lnTo>
                <a:lnTo>
                  <a:pt x="3152775" y="3819525"/>
                </a:lnTo>
                <a:lnTo>
                  <a:pt x="3143250" y="3905250"/>
                </a:lnTo>
                <a:lnTo>
                  <a:pt x="3095625" y="3848100"/>
                </a:lnTo>
                <a:lnTo>
                  <a:pt x="3152775" y="4048125"/>
                </a:lnTo>
                <a:lnTo>
                  <a:pt x="3124200" y="4010025"/>
                </a:lnTo>
                <a:lnTo>
                  <a:pt x="3105150" y="3971925"/>
                </a:lnTo>
                <a:lnTo>
                  <a:pt x="3086100" y="4057650"/>
                </a:lnTo>
                <a:lnTo>
                  <a:pt x="3009900" y="4067175"/>
                </a:lnTo>
                <a:lnTo>
                  <a:pt x="2914650" y="4152900"/>
                </a:lnTo>
                <a:lnTo>
                  <a:pt x="2857500" y="4286250"/>
                </a:lnTo>
                <a:lnTo>
                  <a:pt x="2762250" y="4295775"/>
                </a:lnTo>
                <a:lnTo>
                  <a:pt x="2752725" y="4362450"/>
                </a:lnTo>
                <a:lnTo>
                  <a:pt x="2686050" y="4400550"/>
                </a:lnTo>
                <a:lnTo>
                  <a:pt x="2724150" y="4438650"/>
                </a:lnTo>
                <a:lnTo>
                  <a:pt x="2762250" y="4448175"/>
                </a:lnTo>
                <a:lnTo>
                  <a:pt x="2724150" y="4495800"/>
                </a:lnTo>
                <a:lnTo>
                  <a:pt x="2809875" y="4572000"/>
                </a:lnTo>
                <a:lnTo>
                  <a:pt x="2752725" y="4581525"/>
                </a:lnTo>
                <a:lnTo>
                  <a:pt x="2695575" y="4619625"/>
                </a:lnTo>
                <a:lnTo>
                  <a:pt x="2724150" y="4657725"/>
                </a:lnTo>
                <a:lnTo>
                  <a:pt x="2657475" y="4733925"/>
                </a:lnTo>
                <a:lnTo>
                  <a:pt x="2619375" y="4800600"/>
                </a:lnTo>
                <a:lnTo>
                  <a:pt x="2609850" y="4905375"/>
                </a:lnTo>
                <a:lnTo>
                  <a:pt x="2581275" y="4867275"/>
                </a:lnTo>
                <a:lnTo>
                  <a:pt x="2514600" y="4943475"/>
                </a:lnTo>
                <a:lnTo>
                  <a:pt x="2514600" y="4962525"/>
                </a:lnTo>
                <a:lnTo>
                  <a:pt x="2486025" y="5019675"/>
                </a:lnTo>
                <a:lnTo>
                  <a:pt x="2428875" y="5095875"/>
                </a:lnTo>
                <a:lnTo>
                  <a:pt x="2314575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-2800350" y="3667125"/>
            <a:ext cx="3600450" cy="5191125"/>
          </a:xfrm>
          <a:custGeom>
            <a:avLst/>
            <a:gdLst/>
            <a:ahLst/>
            <a:cxnLst/>
            <a:rect l="l" t="t" r="r" b="b"/>
            <a:pathLst>
              <a:path w="3600450" h="5191125">
                <a:moveTo>
                  <a:pt x="2286000" y="5191125"/>
                </a:moveTo>
                <a:lnTo>
                  <a:pt x="2152650" y="5153025"/>
                </a:lnTo>
                <a:lnTo>
                  <a:pt x="2143125" y="5000625"/>
                </a:lnTo>
                <a:lnTo>
                  <a:pt x="2152650" y="5038725"/>
                </a:lnTo>
                <a:lnTo>
                  <a:pt x="2085975" y="4905375"/>
                </a:lnTo>
                <a:lnTo>
                  <a:pt x="2000250" y="4810125"/>
                </a:lnTo>
                <a:lnTo>
                  <a:pt x="1924050" y="4876800"/>
                </a:lnTo>
                <a:lnTo>
                  <a:pt x="1838325" y="4905375"/>
                </a:lnTo>
                <a:lnTo>
                  <a:pt x="1819275" y="4914900"/>
                </a:lnTo>
                <a:lnTo>
                  <a:pt x="1924050" y="4876800"/>
                </a:lnTo>
                <a:lnTo>
                  <a:pt x="1885950" y="4791075"/>
                </a:lnTo>
                <a:lnTo>
                  <a:pt x="1857375" y="4733925"/>
                </a:lnTo>
                <a:lnTo>
                  <a:pt x="1790700" y="4667250"/>
                </a:lnTo>
                <a:lnTo>
                  <a:pt x="1828800" y="4629150"/>
                </a:lnTo>
                <a:lnTo>
                  <a:pt x="1790700" y="4543425"/>
                </a:lnTo>
                <a:lnTo>
                  <a:pt x="1724025" y="4476750"/>
                </a:lnTo>
                <a:lnTo>
                  <a:pt x="1704975" y="4467225"/>
                </a:lnTo>
                <a:lnTo>
                  <a:pt x="1714500" y="4343400"/>
                </a:lnTo>
                <a:lnTo>
                  <a:pt x="1638300" y="4314825"/>
                </a:lnTo>
                <a:lnTo>
                  <a:pt x="1638300" y="4400550"/>
                </a:lnTo>
                <a:lnTo>
                  <a:pt x="1581150" y="4305300"/>
                </a:lnTo>
                <a:lnTo>
                  <a:pt x="1562100" y="4238625"/>
                </a:lnTo>
                <a:lnTo>
                  <a:pt x="1514475" y="4238625"/>
                </a:lnTo>
                <a:lnTo>
                  <a:pt x="1552575" y="4238625"/>
                </a:lnTo>
                <a:lnTo>
                  <a:pt x="1524000" y="4219575"/>
                </a:lnTo>
                <a:lnTo>
                  <a:pt x="1438275" y="4152900"/>
                </a:lnTo>
                <a:lnTo>
                  <a:pt x="1409700" y="4114800"/>
                </a:lnTo>
                <a:lnTo>
                  <a:pt x="1343025" y="4086225"/>
                </a:lnTo>
                <a:lnTo>
                  <a:pt x="1266825" y="4019550"/>
                </a:lnTo>
                <a:lnTo>
                  <a:pt x="1257300" y="4000500"/>
                </a:lnTo>
                <a:lnTo>
                  <a:pt x="1266825" y="3971925"/>
                </a:lnTo>
                <a:lnTo>
                  <a:pt x="1190625" y="3914775"/>
                </a:lnTo>
                <a:lnTo>
                  <a:pt x="1152525" y="3857625"/>
                </a:lnTo>
                <a:lnTo>
                  <a:pt x="1171575" y="3810000"/>
                </a:lnTo>
                <a:lnTo>
                  <a:pt x="1114425" y="3762375"/>
                </a:lnTo>
                <a:lnTo>
                  <a:pt x="1047750" y="3695700"/>
                </a:lnTo>
                <a:lnTo>
                  <a:pt x="1019175" y="3619500"/>
                </a:lnTo>
                <a:lnTo>
                  <a:pt x="981075" y="3571875"/>
                </a:lnTo>
                <a:lnTo>
                  <a:pt x="962025" y="3495675"/>
                </a:lnTo>
                <a:lnTo>
                  <a:pt x="914400" y="3409950"/>
                </a:lnTo>
                <a:lnTo>
                  <a:pt x="895350" y="3343275"/>
                </a:lnTo>
                <a:lnTo>
                  <a:pt x="857250" y="3295650"/>
                </a:lnTo>
                <a:lnTo>
                  <a:pt x="828675" y="3200400"/>
                </a:lnTo>
                <a:lnTo>
                  <a:pt x="771525" y="3152775"/>
                </a:lnTo>
                <a:lnTo>
                  <a:pt x="723900" y="3105150"/>
                </a:lnTo>
                <a:lnTo>
                  <a:pt x="723900" y="3067050"/>
                </a:lnTo>
                <a:lnTo>
                  <a:pt x="647700" y="3009900"/>
                </a:lnTo>
                <a:lnTo>
                  <a:pt x="628650" y="2943225"/>
                </a:lnTo>
                <a:lnTo>
                  <a:pt x="581025" y="2895600"/>
                </a:lnTo>
                <a:lnTo>
                  <a:pt x="571500" y="2838450"/>
                </a:lnTo>
                <a:lnTo>
                  <a:pt x="533400" y="2743200"/>
                </a:lnTo>
                <a:lnTo>
                  <a:pt x="495300" y="2676525"/>
                </a:lnTo>
                <a:lnTo>
                  <a:pt x="485775" y="2647950"/>
                </a:lnTo>
                <a:lnTo>
                  <a:pt x="447675" y="2571750"/>
                </a:lnTo>
                <a:lnTo>
                  <a:pt x="390525" y="2505075"/>
                </a:lnTo>
                <a:lnTo>
                  <a:pt x="371475" y="2438400"/>
                </a:lnTo>
                <a:lnTo>
                  <a:pt x="323850" y="2390775"/>
                </a:lnTo>
                <a:lnTo>
                  <a:pt x="285750" y="2305050"/>
                </a:lnTo>
                <a:lnTo>
                  <a:pt x="219075" y="2238375"/>
                </a:lnTo>
                <a:lnTo>
                  <a:pt x="171450" y="2219325"/>
                </a:lnTo>
                <a:lnTo>
                  <a:pt x="152400" y="2171700"/>
                </a:lnTo>
                <a:lnTo>
                  <a:pt x="133350" y="2066925"/>
                </a:lnTo>
                <a:lnTo>
                  <a:pt x="114300" y="2047875"/>
                </a:lnTo>
                <a:lnTo>
                  <a:pt x="76200" y="1952625"/>
                </a:lnTo>
                <a:lnTo>
                  <a:pt x="0" y="1924050"/>
                </a:lnTo>
                <a:lnTo>
                  <a:pt x="38100" y="1905000"/>
                </a:lnTo>
                <a:lnTo>
                  <a:pt x="66675" y="1819275"/>
                </a:lnTo>
                <a:lnTo>
                  <a:pt x="28575" y="1790700"/>
                </a:lnTo>
                <a:lnTo>
                  <a:pt x="38100" y="1800225"/>
                </a:lnTo>
                <a:lnTo>
                  <a:pt x="142875" y="1752600"/>
                </a:lnTo>
                <a:lnTo>
                  <a:pt x="152400" y="1685925"/>
                </a:lnTo>
                <a:lnTo>
                  <a:pt x="161925" y="1647825"/>
                </a:lnTo>
                <a:lnTo>
                  <a:pt x="152400" y="1590675"/>
                </a:lnTo>
                <a:lnTo>
                  <a:pt x="123825" y="1533525"/>
                </a:lnTo>
                <a:lnTo>
                  <a:pt x="161925" y="1466850"/>
                </a:lnTo>
                <a:lnTo>
                  <a:pt x="152400" y="1428750"/>
                </a:lnTo>
                <a:lnTo>
                  <a:pt x="171450" y="1419225"/>
                </a:lnTo>
                <a:lnTo>
                  <a:pt x="171450" y="1304925"/>
                </a:lnTo>
                <a:lnTo>
                  <a:pt x="200025" y="1257300"/>
                </a:lnTo>
                <a:lnTo>
                  <a:pt x="209550" y="1209675"/>
                </a:lnTo>
                <a:lnTo>
                  <a:pt x="238125" y="1200150"/>
                </a:lnTo>
                <a:lnTo>
                  <a:pt x="247650" y="1152525"/>
                </a:lnTo>
                <a:lnTo>
                  <a:pt x="276225" y="1066800"/>
                </a:lnTo>
                <a:lnTo>
                  <a:pt x="304800" y="1066800"/>
                </a:lnTo>
                <a:lnTo>
                  <a:pt x="333375" y="1000125"/>
                </a:lnTo>
                <a:lnTo>
                  <a:pt x="352425" y="971550"/>
                </a:lnTo>
                <a:lnTo>
                  <a:pt x="323850" y="876300"/>
                </a:lnTo>
                <a:lnTo>
                  <a:pt x="371475" y="847725"/>
                </a:lnTo>
                <a:lnTo>
                  <a:pt x="381000" y="781050"/>
                </a:lnTo>
                <a:lnTo>
                  <a:pt x="352425" y="742950"/>
                </a:lnTo>
                <a:lnTo>
                  <a:pt x="409575" y="704850"/>
                </a:lnTo>
                <a:lnTo>
                  <a:pt x="438150" y="628650"/>
                </a:lnTo>
                <a:lnTo>
                  <a:pt x="400050" y="609600"/>
                </a:lnTo>
                <a:lnTo>
                  <a:pt x="447675" y="581025"/>
                </a:lnTo>
                <a:lnTo>
                  <a:pt x="495300" y="495300"/>
                </a:lnTo>
                <a:lnTo>
                  <a:pt x="466725" y="438150"/>
                </a:lnTo>
                <a:lnTo>
                  <a:pt x="504825" y="409575"/>
                </a:lnTo>
                <a:lnTo>
                  <a:pt x="685800" y="457200"/>
                </a:lnTo>
                <a:lnTo>
                  <a:pt x="781050" y="371475"/>
                </a:lnTo>
                <a:lnTo>
                  <a:pt x="752475" y="476250"/>
                </a:lnTo>
                <a:lnTo>
                  <a:pt x="809625" y="504825"/>
                </a:lnTo>
                <a:lnTo>
                  <a:pt x="895350" y="438150"/>
                </a:lnTo>
                <a:lnTo>
                  <a:pt x="990600" y="438150"/>
                </a:lnTo>
                <a:lnTo>
                  <a:pt x="1085850" y="371475"/>
                </a:lnTo>
                <a:lnTo>
                  <a:pt x="1133475" y="352425"/>
                </a:lnTo>
                <a:lnTo>
                  <a:pt x="1085850" y="247650"/>
                </a:lnTo>
                <a:lnTo>
                  <a:pt x="1143000" y="238125"/>
                </a:lnTo>
                <a:lnTo>
                  <a:pt x="1295400" y="209550"/>
                </a:lnTo>
                <a:lnTo>
                  <a:pt x="1362075" y="285750"/>
                </a:lnTo>
                <a:lnTo>
                  <a:pt x="1400175" y="285750"/>
                </a:lnTo>
                <a:lnTo>
                  <a:pt x="1381125" y="314325"/>
                </a:lnTo>
                <a:lnTo>
                  <a:pt x="1352550" y="209550"/>
                </a:lnTo>
                <a:lnTo>
                  <a:pt x="1333500" y="200025"/>
                </a:lnTo>
                <a:lnTo>
                  <a:pt x="1457325" y="171450"/>
                </a:lnTo>
                <a:lnTo>
                  <a:pt x="1524000" y="152400"/>
                </a:lnTo>
                <a:lnTo>
                  <a:pt x="1514475" y="161925"/>
                </a:lnTo>
                <a:lnTo>
                  <a:pt x="1590675" y="95250"/>
                </a:lnTo>
                <a:lnTo>
                  <a:pt x="1581150" y="47625"/>
                </a:lnTo>
                <a:lnTo>
                  <a:pt x="1581150" y="57150"/>
                </a:lnTo>
                <a:lnTo>
                  <a:pt x="1619250" y="57150"/>
                </a:lnTo>
                <a:lnTo>
                  <a:pt x="1647825" y="28575"/>
                </a:lnTo>
                <a:lnTo>
                  <a:pt x="1724025" y="0"/>
                </a:lnTo>
                <a:lnTo>
                  <a:pt x="1781175" y="85725"/>
                </a:lnTo>
                <a:lnTo>
                  <a:pt x="1809750" y="85725"/>
                </a:lnTo>
                <a:lnTo>
                  <a:pt x="1828800" y="133350"/>
                </a:lnTo>
                <a:lnTo>
                  <a:pt x="1952625" y="66675"/>
                </a:lnTo>
                <a:lnTo>
                  <a:pt x="1962150" y="95250"/>
                </a:lnTo>
                <a:lnTo>
                  <a:pt x="2019300" y="104775"/>
                </a:lnTo>
                <a:lnTo>
                  <a:pt x="2038350" y="142875"/>
                </a:lnTo>
                <a:lnTo>
                  <a:pt x="2114550" y="171450"/>
                </a:lnTo>
                <a:lnTo>
                  <a:pt x="2124075" y="123825"/>
                </a:lnTo>
                <a:lnTo>
                  <a:pt x="2143125" y="104775"/>
                </a:lnTo>
                <a:lnTo>
                  <a:pt x="2219325" y="161925"/>
                </a:lnTo>
                <a:lnTo>
                  <a:pt x="2247900" y="171450"/>
                </a:lnTo>
                <a:lnTo>
                  <a:pt x="2314575" y="180975"/>
                </a:lnTo>
                <a:lnTo>
                  <a:pt x="2333625" y="200025"/>
                </a:lnTo>
                <a:lnTo>
                  <a:pt x="2390775" y="219075"/>
                </a:lnTo>
                <a:lnTo>
                  <a:pt x="2466975" y="228600"/>
                </a:lnTo>
                <a:lnTo>
                  <a:pt x="2543175" y="257175"/>
                </a:lnTo>
                <a:lnTo>
                  <a:pt x="2581275" y="238125"/>
                </a:lnTo>
                <a:lnTo>
                  <a:pt x="2571750" y="247650"/>
                </a:lnTo>
                <a:lnTo>
                  <a:pt x="2676525" y="295275"/>
                </a:lnTo>
                <a:lnTo>
                  <a:pt x="2667000" y="285750"/>
                </a:lnTo>
                <a:lnTo>
                  <a:pt x="2705100" y="323850"/>
                </a:lnTo>
                <a:lnTo>
                  <a:pt x="2762250" y="304800"/>
                </a:lnTo>
                <a:lnTo>
                  <a:pt x="2819400" y="285750"/>
                </a:lnTo>
                <a:lnTo>
                  <a:pt x="2838450" y="304800"/>
                </a:lnTo>
                <a:lnTo>
                  <a:pt x="2924175" y="295275"/>
                </a:lnTo>
                <a:lnTo>
                  <a:pt x="2971800" y="304800"/>
                </a:lnTo>
                <a:lnTo>
                  <a:pt x="2971800" y="323850"/>
                </a:lnTo>
                <a:lnTo>
                  <a:pt x="3028950" y="352425"/>
                </a:lnTo>
                <a:lnTo>
                  <a:pt x="3067050" y="361950"/>
                </a:lnTo>
                <a:lnTo>
                  <a:pt x="3133725" y="428625"/>
                </a:lnTo>
                <a:lnTo>
                  <a:pt x="3133725" y="409575"/>
                </a:lnTo>
                <a:lnTo>
                  <a:pt x="3219450" y="400050"/>
                </a:lnTo>
                <a:lnTo>
                  <a:pt x="3238500" y="419100"/>
                </a:lnTo>
                <a:lnTo>
                  <a:pt x="3257550" y="428625"/>
                </a:lnTo>
                <a:lnTo>
                  <a:pt x="3305175" y="428625"/>
                </a:lnTo>
                <a:lnTo>
                  <a:pt x="3343275" y="466725"/>
                </a:lnTo>
                <a:lnTo>
                  <a:pt x="3390900" y="495300"/>
                </a:lnTo>
                <a:lnTo>
                  <a:pt x="3448050" y="457200"/>
                </a:lnTo>
                <a:lnTo>
                  <a:pt x="3429000" y="704850"/>
                </a:lnTo>
                <a:lnTo>
                  <a:pt x="3324225" y="666750"/>
                </a:lnTo>
                <a:lnTo>
                  <a:pt x="3228975" y="685800"/>
                </a:lnTo>
                <a:lnTo>
                  <a:pt x="3295650" y="752475"/>
                </a:lnTo>
                <a:lnTo>
                  <a:pt x="3238500" y="895350"/>
                </a:lnTo>
                <a:lnTo>
                  <a:pt x="3248025" y="904875"/>
                </a:lnTo>
                <a:lnTo>
                  <a:pt x="3267075" y="942975"/>
                </a:lnTo>
                <a:lnTo>
                  <a:pt x="3305175" y="923925"/>
                </a:lnTo>
                <a:lnTo>
                  <a:pt x="3362325" y="1066800"/>
                </a:lnTo>
                <a:lnTo>
                  <a:pt x="3409950" y="1076325"/>
                </a:lnTo>
                <a:lnTo>
                  <a:pt x="3419475" y="1152525"/>
                </a:lnTo>
                <a:lnTo>
                  <a:pt x="3495675" y="1247775"/>
                </a:lnTo>
                <a:lnTo>
                  <a:pt x="3543300" y="1247775"/>
                </a:lnTo>
                <a:lnTo>
                  <a:pt x="3533775" y="1295400"/>
                </a:lnTo>
                <a:lnTo>
                  <a:pt x="3467100" y="1314450"/>
                </a:lnTo>
                <a:lnTo>
                  <a:pt x="3514725" y="1314450"/>
                </a:lnTo>
                <a:lnTo>
                  <a:pt x="3543300" y="1314450"/>
                </a:lnTo>
                <a:lnTo>
                  <a:pt x="3524250" y="1381125"/>
                </a:lnTo>
                <a:lnTo>
                  <a:pt x="3495675" y="1428750"/>
                </a:lnTo>
                <a:lnTo>
                  <a:pt x="3486150" y="1466850"/>
                </a:lnTo>
                <a:lnTo>
                  <a:pt x="3486150" y="1495425"/>
                </a:lnTo>
                <a:lnTo>
                  <a:pt x="3457575" y="1543050"/>
                </a:lnTo>
                <a:lnTo>
                  <a:pt x="3429000" y="1619250"/>
                </a:lnTo>
                <a:lnTo>
                  <a:pt x="3495675" y="1666875"/>
                </a:lnTo>
                <a:lnTo>
                  <a:pt x="3476625" y="1695450"/>
                </a:lnTo>
                <a:lnTo>
                  <a:pt x="3486150" y="1752600"/>
                </a:lnTo>
                <a:lnTo>
                  <a:pt x="3457575" y="1857375"/>
                </a:lnTo>
                <a:lnTo>
                  <a:pt x="3495675" y="1981200"/>
                </a:lnTo>
                <a:lnTo>
                  <a:pt x="3457575" y="2009775"/>
                </a:lnTo>
                <a:lnTo>
                  <a:pt x="3448050" y="2066925"/>
                </a:lnTo>
                <a:lnTo>
                  <a:pt x="3486150" y="2143125"/>
                </a:lnTo>
                <a:lnTo>
                  <a:pt x="3467100" y="2181225"/>
                </a:lnTo>
                <a:lnTo>
                  <a:pt x="3362325" y="2305050"/>
                </a:lnTo>
                <a:lnTo>
                  <a:pt x="3381375" y="2276475"/>
                </a:lnTo>
                <a:lnTo>
                  <a:pt x="3305175" y="2305050"/>
                </a:lnTo>
                <a:lnTo>
                  <a:pt x="3314700" y="2286000"/>
                </a:lnTo>
                <a:lnTo>
                  <a:pt x="3343275" y="2276475"/>
                </a:lnTo>
                <a:lnTo>
                  <a:pt x="3429000" y="2314575"/>
                </a:lnTo>
                <a:lnTo>
                  <a:pt x="3352800" y="2495550"/>
                </a:lnTo>
                <a:lnTo>
                  <a:pt x="3209925" y="2619375"/>
                </a:lnTo>
                <a:lnTo>
                  <a:pt x="3362325" y="2714625"/>
                </a:lnTo>
                <a:lnTo>
                  <a:pt x="3276600" y="2714625"/>
                </a:lnTo>
                <a:lnTo>
                  <a:pt x="3371850" y="2686050"/>
                </a:lnTo>
                <a:lnTo>
                  <a:pt x="3390900" y="2657475"/>
                </a:lnTo>
                <a:lnTo>
                  <a:pt x="3438525" y="2762250"/>
                </a:lnTo>
                <a:lnTo>
                  <a:pt x="3467100" y="2847975"/>
                </a:lnTo>
                <a:lnTo>
                  <a:pt x="3514725" y="2905125"/>
                </a:lnTo>
                <a:lnTo>
                  <a:pt x="3486150" y="3028950"/>
                </a:lnTo>
                <a:lnTo>
                  <a:pt x="3543300" y="2981325"/>
                </a:lnTo>
                <a:lnTo>
                  <a:pt x="3600450" y="3000375"/>
                </a:lnTo>
                <a:lnTo>
                  <a:pt x="3571875" y="3057525"/>
                </a:lnTo>
                <a:lnTo>
                  <a:pt x="3400425" y="3124200"/>
                </a:lnTo>
                <a:lnTo>
                  <a:pt x="3371850" y="3228975"/>
                </a:lnTo>
                <a:lnTo>
                  <a:pt x="3409950" y="3286125"/>
                </a:lnTo>
                <a:lnTo>
                  <a:pt x="3457575" y="3343275"/>
                </a:lnTo>
                <a:lnTo>
                  <a:pt x="3486150" y="3362325"/>
                </a:lnTo>
                <a:lnTo>
                  <a:pt x="3362325" y="3352800"/>
                </a:lnTo>
                <a:lnTo>
                  <a:pt x="3314700" y="3343275"/>
                </a:lnTo>
                <a:lnTo>
                  <a:pt x="3333750" y="3400425"/>
                </a:lnTo>
                <a:lnTo>
                  <a:pt x="3276600" y="3505200"/>
                </a:lnTo>
                <a:lnTo>
                  <a:pt x="3286125" y="3552825"/>
                </a:lnTo>
                <a:lnTo>
                  <a:pt x="3276600" y="3571875"/>
                </a:lnTo>
                <a:lnTo>
                  <a:pt x="3286125" y="3619500"/>
                </a:lnTo>
                <a:lnTo>
                  <a:pt x="3267075" y="3667125"/>
                </a:lnTo>
                <a:lnTo>
                  <a:pt x="3267075" y="3762375"/>
                </a:lnTo>
                <a:lnTo>
                  <a:pt x="3314700" y="3819525"/>
                </a:lnTo>
                <a:lnTo>
                  <a:pt x="3295650" y="3886200"/>
                </a:lnTo>
                <a:lnTo>
                  <a:pt x="3095625" y="3943350"/>
                </a:lnTo>
                <a:lnTo>
                  <a:pt x="3105150" y="3990975"/>
                </a:lnTo>
                <a:lnTo>
                  <a:pt x="3086100" y="4010025"/>
                </a:lnTo>
                <a:lnTo>
                  <a:pt x="3067050" y="3990975"/>
                </a:lnTo>
                <a:lnTo>
                  <a:pt x="3057525" y="4048125"/>
                </a:lnTo>
                <a:lnTo>
                  <a:pt x="3086100" y="4086225"/>
                </a:lnTo>
                <a:lnTo>
                  <a:pt x="2990850" y="4143375"/>
                </a:lnTo>
                <a:lnTo>
                  <a:pt x="2914650" y="4257675"/>
                </a:lnTo>
                <a:lnTo>
                  <a:pt x="2809875" y="4286250"/>
                </a:lnTo>
                <a:lnTo>
                  <a:pt x="2819400" y="4352925"/>
                </a:lnTo>
                <a:lnTo>
                  <a:pt x="2771775" y="4391025"/>
                </a:lnTo>
                <a:lnTo>
                  <a:pt x="2714625" y="4429125"/>
                </a:lnTo>
                <a:lnTo>
                  <a:pt x="2667000" y="4467225"/>
                </a:lnTo>
                <a:lnTo>
                  <a:pt x="2657475" y="4448175"/>
                </a:lnTo>
                <a:lnTo>
                  <a:pt x="2667000" y="4476750"/>
                </a:lnTo>
                <a:lnTo>
                  <a:pt x="2733675" y="4495800"/>
                </a:lnTo>
                <a:lnTo>
                  <a:pt x="2733675" y="4600575"/>
                </a:lnTo>
                <a:lnTo>
                  <a:pt x="2667000" y="4695825"/>
                </a:lnTo>
                <a:lnTo>
                  <a:pt x="2667000" y="4714875"/>
                </a:lnTo>
                <a:lnTo>
                  <a:pt x="2619375" y="4791075"/>
                </a:lnTo>
                <a:lnTo>
                  <a:pt x="2562225" y="4838700"/>
                </a:lnTo>
                <a:lnTo>
                  <a:pt x="2524125" y="4914900"/>
                </a:lnTo>
                <a:lnTo>
                  <a:pt x="2524125" y="4924425"/>
                </a:lnTo>
                <a:lnTo>
                  <a:pt x="2514600" y="4924425"/>
                </a:lnTo>
                <a:lnTo>
                  <a:pt x="2486025" y="5010150"/>
                </a:lnTo>
                <a:lnTo>
                  <a:pt x="2419350" y="5000625"/>
                </a:lnTo>
                <a:lnTo>
                  <a:pt x="2390775" y="5133975"/>
                </a:lnTo>
                <a:lnTo>
                  <a:pt x="2362200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-2276475" y="4857750"/>
            <a:ext cx="1790700" cy="2619375"/>
          </a:xfrm>
          <a:custGeom>
            <a:avLst/>
            <a:gdLst/>
            <a:ahLst/>
            <a:cxnLst/>
            <a:rect l="l" t="t" r="r" b="b"/>
            <a:pathLst>
              <a:path w="1790700" h="2619375">
                <a:moveTo>
                  <a:pt x="1123950" y="2619375"/>
                </a:moveTo>
                <a:lnTo>
                  <a:pt x="1123950" y="2533650"/>
                </a:lnTo>
                <a:lnTo>
                  <a:pt x="1047750" y="2571750"/>
                </a:lnTo>
                <a:lnTo>
                  <a:pt x="1066800" y="2571750"/>
                </a:lnTo>
                <a:lnTo>
                  <a:pt x="1028700" y="2476500"/>
                </a:lnTo>
                <a:lnTo>
                  <a:pt x="952500" y="2409825"/>
                </a:lnTo>
                <a:lnTo>
                  <a:pt x="952500" y="2505075"/>
                </a:lnTo>
                <a:lnTo>
                  <a:pt x="962025" y="2495550"/>
                </a:lnTo>
                <a:lnTo>
                  <a:pt x="885825" y="2457450"/>
                </a:lnTo>
                <a:lnTo>
                  <a:pt x="876300" y="2419350"/>
                </a:lnTo>
                <a:lnTo>
                  <a:pt x="923925" y="2438400"/>
                </a:lnTo>
                <a:lnTo>
                  <a:pt x="857250" y="2438400"/>
                </a:lnTo>
                <a:lnTo>
                  <a:pt x="876300" y="2333625"/>
                </a:lnTo>
                <a:lnTo>
                  <a:pt x="895350" y="2343150"/>
                </a:lnTo>
                <a:lnTo>
                  <a:pt x="876300" y="2343150"/>
                </a:lnTo>
                <a:lnTo>
                  <a:pt x="885825" y="2257425"/>
                </a:lnTo>
                <a:lnTo>
                  <a:pt x="838200" y="2219325"/>
                </a:lnTo>
                <a:lnTo>
                  <a:pt x="847725" y="2171700"/>
                </a:lnTo>
                <a:lnTo>
                  <a:pt x="866775" y="2181225"/>
                </a:lnTo>
                <a:lnTo>
                  <a:pt x="838200" y="2133600"/>
                </a:lnTo>
                <a:lnTo>
                  <a:pt x="790575" y="2143125"/>
                </a:lnTo>
                <a:lnTo>
                  <a:pt x="723900" y="2181225"/>
                </a:lnTo>
                <a:lnTo>
                  <a:pt x="762000" y="2124075"/>
                </a:lnTo>
                <a:lnTo>
                  <a:pt x="762000" y="2105025"/>
                </a:lnTo>
                <a:lnTo>
                  <a:pt x="771525" y="2085975"/>
                </a:lnTo>
                <a:lnTo>
                  <a:pt x="771525" y="2095500"/>
                </a:lnTo>
                <a:lnTo>
                  <a:pt x="742950" y="2066925"/>
                </a:lnTo>
                <a:lnTo>
                  <a:pt x="676275" y="2066925"/>
                </a:lnTo>
                <a:lnTo>
                  <a:pt x="647700" y="2047875"/>
                </a:lnTo>
                <a:lnTo>
                  <a:pt x="600075" y="1962150"/>
                </a:lnTo>
                <a:lnTo>
                  <a:pt x="628650" y="1952625"/>
                </a:lnTo>
                <a:lnTo>
                  <a:pt x="609600" y="1933575"/>
                </a:lnTo>
                <a:lnTo>
                  <a:pt x="581025" y="1952625"/>
                </a:lnTo>
                <a:lnTo>
                  <a:pt x="561975" y="1924050"/>
                </a:lnTo>
                <a:lnTo>
                  <a:pt x="561975" y="1895475"/>
                </a:lnTo>
                <a:lnTo>
                  <a:pt x="542925" y="1838325"/>
                </a:lnTo>
                <a:lnTo>
                  <a:pt x="514350" y="1847850"/>
                </a:lnTo>
                <a:lnTo>
                  <a:pt x="504825" y="1800225"/>
                </a:lnTo>
                <a:lnTo>
                  <a:pt x="466725" y="1733550"/>
                </a:lnTo>
                <a:lnTo>
                  <a:pt x="457200" y="1714500"/>
                </a:lnTo>
                <a:lnTo>
                  <a:pt x="428625" y="1685925"/>
                </a:lnTo>
                <a:lnTo>
                  <a:pt x="400050" y="1647825"/>
                </a:lnTo>
                <a:lnTo>
                  <a:pt x="409575" y="1638300"/>
                </a:lnTo>
                <a:lnTo>
                  <a:pt x="371475" y="1600200"/>
                </a:lnTo>
                <a:lnTo>
                  <a:pt x="390525" y="1590675"/>
                </a:lnTo>
                <a:lnTo>
                  <a:pt x="342900" y="1562100"/>
                </a:lnTo>
                <a:lnTo>
                  <a:pt x="352425" y="1504950"/>
                </a:lnTo>
                <a:lnTo>
                  <a:pt x="323850" y="1476375"/>
                </a:lnTo>
                <a:lnTo>
                  <a:pt x="285750" y="1447800"/>
                </a:lnTo>
                <a:lnTo>
                  <a:pt x="323850" y="1409700"/>
                </a:lnTo>
                <a:lnTo>
                  <a:pt x="257175" y="1371600"/>
                </a:lnTo>
                <a:lnTo>
                  <a:pt x="257175" y="1352550"/>
                </a:lnTo>
                <a:lnTo>
                  <a:pt x="247650" y="1343025"/>
                </a:lnTo>
                <a:lnTo>
                  <a:pt x="219075" y="1276350"/>
                </a:lnTo>
                <a:lnTo>
                  <a:pt x="200025" y="1266825"/>
                </a:lnTo>
                <a:lnTo>
                  <a:pt x="161925" y="1247775"/>
                </a:lnTo>
                <a:lnTo>
                  <a:pt x="152400" y="1228725"/>
                </a:lnTo>
                <a:lnTo>
                  <a:pt x="142875" y="1181100"/>
                </a:lnTo>
                <a:lnTo>
                  <a:pt x="142875" y="1133475"/>
                </a:lnTo>
                <a:lnTo>
                  <a:pt x="95250" y="1133475"/>
                </a:lnTo>
                <a:lnTo>
                  <a:pt x="95250" y="1085850"/>
                </a:lnTo>
                <a:lnTo>
                  <a:pt x="57150" y="1076325"/>
                </a:lnTo>
                <a:lnTo>
                  <a:pt x="38100" y="1047750"/>
                </a:lnTo>
                <a:lnTo>
                  <a:pt x="19050" y="990600"/>
                </a:lnTo>
                <a:lnTo>
                  <a:pt x="0" y="971550"/>
                </a:lnTo>
                <a:lnTo>
                  <a:pt x="38100" y="981075"/>
                </a:lnTo>
                <a:lnTo>
                  <a:pt x="19050" y="962025"/>
                </a:lnTo>
                <a:lnTo>
                  <a:pt x="38100" y="914400"/>
                </a:lnTo>
                <a:lnTo>
                  <a:pt x="28575" y="914400"/>
                </a:lnTo>
                <a:lnTo>
                  <a:pt x="57150" y="904875"/>
                </a:lnTo>
                <a:lnTo>
                  <a:pt x="85725" y="866775"/>
                </a:lnTo>
                <a:lnTo>
                  <a:pt x="57150" y="838200"/>
                </a:lnTo>
                <a:lnTo>
                  <a:pt x="57150" y="838200"/>
                </a:lnTo>
                <a:lnTo>
                  <a:pt x="76200" y="819150"/>
                </a:lnTo>
                <a:lnTo>
                  <a:pt x="95250" y="781050"/>
                </a:lnTo>
                <a:lnTo>
                  <a:pt x="95250" y="762000"/>
                </a:lnTo>
                <a:lnTo>
                  <a:pt x="104775" y="723900"/>
                </a:lnTo>
                <a:lnTo>
                  <a:pt x="95250" y="704850"/>
                </a:lnTo>
                <a:lnTo>
                  <a:pt x="123825" y="657225"/>
                </a:lnTo>
                <a:lnTo>
                  <a:pt x="142875" y="647700"/>
                </a:lnTo>
                <a:lnTo>
                  <a:pt x="114300" y="628650"/>
                </a:lnTo>
                <a:lnTo>
                  <a:pt x="161925" y="600075"/>
                </a:lnTo>
                <a:lnTo>
                  <a:pt x="161925" y="561975"/>
                </a:lnTo>
                <a:lnTo>
                  <a:pt x="152400" y="571500"/>
                </a:lnTo>
                <a:lnTo>
                  <a:pt x="171450" y="542925"/>
                </a:lnTo>
                <a:lnTo>
                  <a:pt x="190500" y="514350"/>
                </a:lnTo>
                <a:lnTo>
                  <a:pt x="180975" y="466725"/>
                </a:lnTo>
                <a:lnTo>
                  <a:pt x="171450" y="438150"/>
                </a:lnTo>
                <a:lnTo>
                  <a:pt x="180975" y="409575"/>
                </a:lnTo>
                <a:lnTo>
                  <a:pt x="190500" y="390525"/>
                </a:lnTo>
                <a:lnTo>
                  <a:pt x="219075" y="361950"/>
                </a:lnTo>
                <a:lnTo>
                  <a:pt x="228600" y="371475"/>
                </a:lnTo>
                <a:lnTo>
                  <a:pt x="228600" y="333375"/>
                </a:lnTo>
                <a:lnTo>
                  <a:pt x="228600" y="323850"/>
                </a:lnTo>
                <a:lnTo>
                  <a:pt x="219075" y="304800"/>
                </a:lnTo>
                <a:lnTo>
                  <a:pt x="247650" y="266700"/>
                </a:lnTo>
                <a:lnTo>
                  <a:pt x="257175" y="266700"/>
                </a:lnTo>
                <a:lnTo>
                  <a:pt x="314325" y="219075"/>
                </a:lnTo>
                <a:lnTo>
                  <a:pt x="276225" y="304800"/>
                </a:lnTo>
                <a:lnTo>
                  <a:pt x="361950" y="247650"/>
                </a:lnTo>
                <a:lnTo>
                  <a:pt x="409575" y="266700"/>
                </a:lnTo>
                <a:lnTo>
                  <a:pt x="400050" y="257175"/>
                </a:lnTo>
                <a:lnTo>
                  <a:pt x="438150" y="266700"/>
                </a:lnTo>
                <a:lnTo>
                  <a:pt x="514350" y="238125"/>
                </a:lnTo>
                <a:lnTo>
                  <a:pt x="571500" y="219075"/>
                </a:lnTo>
                <a:lnTo>
                  <a:pt x="485775" y="238125"/>
                </a:lnTo>
                <a:lnTo>
                  <a:pt x="523875" y="247650"/>
                </a:lnTo>
                <a:lnTo>
                  <a:pt x="647700" y="266700"/>
                </a:lnTo>
                <a:lnTo>
                  <a:pt x="666750" y="171450"/>
                </a:lnTo>
                <a:lnTo>
                  <a:pt x="723900" y="152400"/>
                </a:lnTo>
                <a:lnTo>
                  <a:pt x="704850" y="152400"/>
                </a:lnTo>
                <a:lnTo>
                  <a:pt x="676275" y="114300"/>
                </a:lnTo>
                <a:lnTo>
                  <a:pt x="657225" y="123825"/>
                </a:lnTo>
                <a:lnTo>
                  <a:pt x="695325" y="114300"/>
                </a:lnTo>
                <a:lnTo>
                  <a:pt x="704850" y="66675"/>
                </a:lnTo>
                <a:lnTo>
                  <a:pt x="809625" y="0"/>
                </a:lnTo>
                <a:lnTo>
                  <a:pt x="762000" y="66675"/>
                </a:lnTo>
                <a:lnTo>
                  <a:pt x="828675" y="66675"/>
                </a:lnTo>
                <a:lnTo>
                  <a:pt x="838200" y="38100"/>
                </a:lnTo>
                <a:lnTo>
                  <a:pt x="838200" y="76200"/>
                </a:lnTo>
                <a:lnTo>
                  <a:pt x="819150" y="85725"/>
                </a:lnTo>
                <a:lnTo>
                  <a:pt x="828675" y="85725"/>
                </a:lnTo>
                <a:lnTo>
                  <a:pt x="800100" y="85725"/>
                </a:lnTo>
                <a:lnTo>
                  <a:pt x="838200" y="66675"/>
                </a:lnTo>
                <a:lnTo>
                  <a:pt x="895350" y="95250"/>
                </a:lnTo>
                <a:lnTo>
                  <a:pt x="904875" y="66675"/>
                </a:lnTo>
                <a:lnTo>
                  <a:pt x="933450" y="133350"/>
                </a:lnTo>
                <a:lnTo>
                  <a:pt x="971550" y="142875"/>
                </a:lnTo>
                <a:lnTo>
                  <a:pt x="1019175" y="114300"/>
                </a:lnTo>
                <a:lnTo>
                  <a:pt x="1009650" y="95250"/>
                </a:lnTo>
                <a:lnTo>
                  <a:pt x="1038225" y="114300"/>
                </a:lnTo>
                <a:lnTo>
                  <a:pt x="1057275" y="104775"/>
                </a:lnTo>
                <a:lnTo>
                  <a:pt x="1095375" y="142875"/>
                </a:lnTo>
                <a:lnTo>
                  <a:pt x="1114425" y="142875"/>
                </a:lnTo>
                <a:lnTo>
                  <a:pt x="1152525" y="123825"/>
                </a:lnTo>
                <a:lnTo>
                  <a:pt x="1171575" y="114300"/>
                </a:lnTo>
                <a:lnTo>
                  <a:pt x="1181100" y="152400"/>
                </a:lnTo>
                <a:lnTo>
                  <a:pt x="1228725" y="171450"/>
                </a:lnTo>
                <a:lnTo>
                  <a:pt x="1257300" y="142875"/>
                </a:lnTo>
                <a:lnTo>
                  <a:pt x="1276350" y="152400"/>
                </a:lnTo>
                <a:lnTo>
                  <a:pt x="1285875" y="171450"/>
                </a:lnTo>
                <a:lnTo>
                  <a:pt x="1314450" y="161925"/>
                </a:lnTo>
                <a:lnTo>
                  <a:pt x="1323975" y="200025"/>
                </a:lnTo>
                <a:lnTo>
                  <a:pt x="1362075" y="190500"/>
                </a:lnTo>
                <a:lnTo>
                  <a:pt x="1381125" y="180975"/>
                </a:lnTo>
                <a:lnTo>
                  <a:pt x="1371600" y="190500"/>
                </a:lnTo>
                <a:lnTo>
                  <a:pt x="1409700" y="171450"/>
                </a:lnTo>
                <a:lnTo>
                  <a:pt x="1419225" y="190500"/>
                </a:lnTo>
                <a:lnTo>
                  <a:pt x="1447800" y="209550"/>
                </a:lnTo>
                <a:lnTo>
                  <a:pt x="1447800" y="209550"/>
                </a:lnTo>
                <a:lnTo>
                  <a:pt x="1485900" y="228600"/>
                </a:lnTo>
                <a:lnTo>
                  <a:pt x="1533525" y="238125"/>
                </a:lnTo>
                <a:lnTo>
                  <a:pt x="1533525" y="228600"/>
                </a:lnTo>
                <a:lnTo>
                  <a:pt x="1571625" y="238125"/>
                </a:lnTo>
                <a:lnTo>
                  <a:pt x="1600200" y="266700"/>
                </a:lnTo>
                <a:lnTo>
                  <a:pt x="1609725" y="285750"/>
                </a:lnTo>
                <a:lnTo>
                  <a:pt x="1619250" y="276225"/>
                </a:lnTo>
                <a:lnTo>
                  <a:pt x="1628775" y="257175"/>
                </a:lnTo>
                <a:lnTo>
                  <a:pt x="1657350" y="257175"/>
                </a:lnTo>
                <a:lnTo>
                  <a:pt x="1695450" y="285750"/>
                </a:lnTo>
                <a:lnTo>
                  <a:pt x="1714500" y="266700"/>
                </a:lnTo>
                <a:lnTo>
                  <a:pt x="1600200" y="400050"/>
                </a:lnTo>
                <a:lnTo>
                  <a:pt x="1590675" y="533400"/>
                </a:lnTo>
                <a:lnTo>
                  <a:pt x="1647825" y="504825"/>
                </a:lnTo>
                <a:lnTo>
                  <a:pt x="1619250" y="419100"/>
                </a:lnTo>
                <a:lnTo>
                  <a:pt x="1552575" y="485775"/>
                </a:lnTo>
                <a:lnTo>
                  <a:pt x="1562100" y="504825"/>
                </a:lnTo>
                <a:lnTo>
                  <a:pt x="1619250" y="542925"/>
                </a:lnTo>
                <a:lnTo>
                  <a:pt x="1657350" y="485775"/>
                </a:lnTo>
                <a:lnTo>
                  <a:pt x="1704975" y="571500"/>
                </a:lnTo>
                <a:lnTo>
                  <a:pt x="1752600" y="619125"/>
                </a:lnTo>
                <a:lnTo>
                  <a:pt x="1724025" y="657225"/>
                </a:lnTo>
                <a:lnTo>
                  <a:pt x="1733550" y="666750"/>
                </a:lnTo>
                <a:lnTo>
                  <a:pt x="1781175" y="638175"/>
                </a:lnTo>
                <a:lnTo>
                  <a:pt x="1724025" y="666750"/>
                </a:lnTo>
                <a:lnTo>
                  <a:pt x="1714500" y="666750"/>
                </a:lnTo>
                <a:lnTo>
                  <a:pt x="1733550" y="695325"/>
                </a:lnTo>
                <a:lnTo>
                  <a:pt x="1724025" y="666750"/>
                </a:lnTo>
                <a:lnTo>
                  <a:pt x="1724025" y="733425"/>
                </a:lnTo>
                <a:lnTo>
                  <a:pt x="1724025" y="752475"/>
                </a:lnTo>
                <a:lnTo>
                  <a:pt x="1714500" y="762000"/>
                </a:lnTo>
                <a:lnTo>
                  <a:pt x="1695450" y="762000"/>
                </a:lnTo>
                <a:lnTo>
                  <a:pt x="1704975" y="742950"/>
                </a:lnTo>
                <a:lnTo>
                  <a:pt x="1743075" y="781050"/>
                </a:lnTo>
                <a:lnTo>
                  <a:pt x="1704975" y="857250"/>
                </a:lnTo>
                <a:lnTo>
                  <a:pt x="1724025" y="866775"/>
                </a:lnTo>
                <a:lnTo>
                  <a:pt x="1714500" y="914400"/>
                </a:lnTo>
                <a:lnTo>
                  <a:pt x="1714500" y="962025"/>
                </a:lnTo>
                <a:lnTo>
                  <a:pt x="1714500" y="1000125"/>
                </a:lnTo>
                <a:lnTo>
                  <a:pt x="1733550" y="1000125"/>
                </a:lnTo>
                <a:lnTo>
                  <a:pt x="1724025" y="1076325"/>
                </a:lnTo>
                <a:lnTo>
                  <a:pt x="1733550" y="1095375"/>
                </a:lnTo>
                <a:lnTo>
                  <a:pt x="1733550" y="1104900"/>
                </a:lnTo>
                <a:lnTo>
                  <a:pt x="1724025" y="1209675"/>
                </a:lnTo>
                <a:lnTo>
                  <a:pt x="1790700" y="1209675"/>
                </a:lnTo>
                <a:lnTo>
                  <a:pt x="1638300" y="1143000"/>
                </a:lnTo>
                <a:lnTo>
                  <a:pt x="1657350" y="1162050"/>
                </a:lnTo>
                <a:lnTo>
                  <a:pt x="1695450" y="1219200"/>
                </a:lnTo>
                <a:lnTo>
                  <a:pt x="1638300" y="1162050"/>
                </a:lnTo>
                <a:lnTo>
                  <a:pt x="1600200" y="1219200"/>
                </a:lnTo>
                <a:lnTo>
                  <a:pt x="1609725" y="1304925"/>
                </a:lnTo>
                <a:lnTo>
                  <a:pt x="1590675" y="1228725"/>
                </a:lnTo>
                <a:lnTo>
                  <a:pt x="1590675" y="1285875"/>
                </a:lnTo>
                <a:lnTo>
                  <a:pt x="1724025" y="1295400"/>
                </a:lnTo>
                <a:lnTo>
                  <a:pt x="1666875" y="1352550"/>
                </a:lnTo>
                <a:lnTo>
                  <a:pt x="1724025" y="1428750"/>
                </a:lnTo>
                <a:lnTo>
                  <a:pt x="1714500" y="1485900"/>
                </a:lnTo>
                <a:lnTo>
                  <a:pt x="1733550" y="1533525"/>
                </a:lnTo>
                <a:lnTo>
                  <a:pt x="1714500" y="1504950"/>
                </a:lnTo>
                <a:lnTo>
                  <a:pt x="1647825" y="1524000"/>
                </a:lnTo>
                <a:lnTo>
                  <a:pt x="1666875" y="1514475"/>
                </a:lnTo>
                <a:lnTo>
                  <a:pt x="1676400" y="1552575"/>
                </a:lnTo>
                <a:lnTo>
                  <a:pt x="1695450" y="1571625"/>
                </a:lnTo>
                <a:lnTo>
                  <a:pt x="1676400" y="1590675"/>
                </a:lnTo>
                <a:lnTo>
                  <a:pt x="1666875" y="1638300"/>
                </a:lnTo>
                <a:lnTo>
                  <a:pt x="1695450" y="1647825"/>
                </a:lnTo>
                <a:lnTo>
                  <a:pt x="1714500" y="1685925"/>
                </a:lnTo>
                <a:lnTo>
                  <a:pt x="1695450" y="1666875"/>
                </a:lnTo>
                <a:lnTo>
                  <a:pt x="1714500" y="1685925"/>
                </a:lnTo>
                <a:lnTo>
                  <a:pt x="1657350" y="1762125"/>
                </a:lnTo>
                <a:lnTo>
                  <a:pt x="1619250" y="1771650"/>
                </a:lnTo>
                <a:lnTo>
                  <a:pt x="1647825" y="1771650"/>
                </a:lnTo>
                <a:lnTo>
                  <a:pt x="1628775" y="1838325"/>
                </a:lnTo>
                <a:lnTo>
                  <a:pt x="1619250" y="1828800"/>
                </a:lnTo>
                <a:lnTo>
                  <a:pt x="1619250" y="1857375"/>
                </a:lnTo>
                <a:lnTo>
                  <a:pt x="1571625" y="1885950"/>
                </a:lnTo>
                <a:lnTo>
                  <a:pt x="1600200" y="1924050"/>
                </a:lnTo>
                <a:lnTo>
                  <a:pt x="1609725" y="1962150"/>
                </a:lnTo>
                <a:lnTo>
                  <a:pt x="1524000" y="1971675"/>
                </a:lnTo>
                <a:lnTo>
                  <a:pt x="1581150" y="1990725"/>
                </a:lnTo>
                <a:lnTo>
                  <a:pt x="1552575" y="1990725"/>
                </a:lnTo>
                <a:lnTo>
                  <a:pt x="1543050" y="1962150"/>
                </a:lnTo>
                <a:lnTo>
                  <a:pt x="1533525" y="2028825"/>
                </a:lnTo>
                <a:lnTo>
                  <a:pt x="1543050" y="2047875"/>
                </a:lnTo>
                <a:lnTo>
                  <a:pt x="1457325" y="2124075"/>
                </a:lnTo>
                <a:lnTo>
                  <a:pt x="1447800" y="2114550"/>
                </a:lnTo>
                <a:lnTo>
                  <a:pt x="1390650" y="2143125"/>
                </a:lnTo>
                <a:lnTo>
                  <a:pt x="1381125" y="2181225"/>
                </a:lnTo>
                <a:lnTo>
                  <a:pt x="1343025" y="2190750"/>
                </a:lnTo>
                <a:lnTo>
                  <a:pt x="1352550" y="2228850"/>
                </a:lnTo>
                <a:lnTo>
                  <a:pt x="1323975" y="2247900"/>
                </a:lnTo>
                <a:lnTo>
                  <a:pt x="1381125" y="2305050"/>
                </a:lnTo>
                <a:lnTo>
                  <a:pt x="1419225" y="2333625"/>
                </a:lnTo>
                <a:lnTo>
                  <a:pt x="1371600" y="2305050"/>
                </a:lnTo>
                <a:lnTo>
                  <a:pt x="1343025" y="2305050"/>
                </a:lnTo>
                <a:lnTo>
                  <a:pt x="1333500" y="2333625"/>
                </a:lnTo>
                <a:lnTo>
                  <a:pt x="1295400" y="2314575"/>
                </a:lnTo>
                <a:lnTo>
                  <a:pt x="1295400" y="2371725"/>
                </a:lnTo>
                <a:lnTo>
                  <a:pt x="1285875" y="2438400"/>
                </a:lnTo>
                <a:lnTo>
                  <a:pt x="1314450" y="2476500"/>
                </a:lnTo>
                <a:lnTo>
                  <a:pt x="1257300" y="2476500"/>
                </a:lnTo>
                <a:lnTo>
                  <a:pt x="1276350" y="2476500"/>
                </a:lnTo>
                <a:lnTo>
                  <a:pt x="1247775" y="2486025"/>
                </a:lnTo>
                <a:lnTo>
                  <a:pt x="1247775" y="2495550"/>
                </a:lnTo>
                <a:lnTo>
                  <a:pt x="1219200" y="2552700"/>
                </a:lnTo>
                <a:lnTo>
                  <a:pt x="1200150" y="25812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-2181225" y="4762500"/>
            <a:ext cx="1762125" cy="2524125"/>
          </a:xfrm>
          <a:custGeom>
            <a:avLst/>
            <a:gdLst/>
            <a:ahLst/>
            <a:cxnLst/>
            <a:rect l="l" t="t" r="r" b="b"/>
            <a:pathLst>
              <a:path w="1762125" h="2524125">
                <a:moveTo>
                  <a:pt x="1123950" y="2524125"/>
                </a:moveTo>
                <a:lnTo>
                  <a:pt x="1171575" y="2447925"/>
                </a:lnTo>
                <a:lnTo>
                  <a:pt x="1162050" y="2428875"/>
                </a:lnTo>
                <a:lnTo>
                  <a:pt x="1028700" y="2390775"/>
                </a:lnTo>
                <a:lnTo>
                  <a:pt x="1000125" y="2381250"/>
                </a:lnTo>
                <a:lnTo>
                  <a:pt x="952500" y="2447925"/>
                </a:lnTo>
                <a:lnTo>
                  <a:pt x="1057275" y="2457450"/>
                </a:lnTo>
                <a:lnTo>
                  <a:pt x="1009650" y="2352675"/>
                </a:lnTo>
                <a:lnTo>
                  <a:pt x="857250" y="2352675"/>
                </a:lnTo>
                <a:lnTo>
                  <a:pt x="933450" y="2314575"/>
                </a:lnTo>
                <a:lnTo>
                  <a:pt x="904875" y="2276475"/>
                </a:lnTo>
                <a:lnTo>
                  <a:pt x="857250" y="2266950"/>
                </a:lnTo>
                <a:lnTo>
                  <a:pt x="857250" y="2257425"/>
                </a:lnTo>
                <a:lnTo>
                  <a:pt x="866775" y="2238375"/>
                </a:lnTo>
                <a:lnTo>
                  <a:pt x="828675" y="2200275"/>
                </a:lnTo>
                <a:lnTo>
                  <a:pt x="828675" y="2181225"/>
                </a:lnTo>
                <a:lnTo>
                  <a:pt x="819150" y="2152650"/>
                </a:lnTo>
                <a:lnTo>
                  <a:pt x="752475" y="2152650"/>
                </a:lnTo>
                <a:lnTo>
                  <a:pt x="809625" y="2133600"/>
                </a:lnTo>
                <a:lnTo>
                  <a:pt x="781050" y="2105025"/>
                </a:lnTo>
                <a:lnTo>
                  <a:pt x="762000" y="2057400"/>
                </a:lnTo>
                <a:lnTo>
                  <a:pt x="800100" y="2057400"/>
                </a:lnTo>
                <a:lnTo>
                  <a:pt x="771525" y="2047875"/>
                </a:lnTo>
                <a:lnTo>
                  <a:pt x="742950" y="2009775"/>
                </a:lnTo>
                <a:lnTo>
                  <a:pt x="714375" y="2000250"/>
                </a:lnTo>
                <a:lnTo>
                  <a:pt x="714375" y="1981200"/>
                </a:lnTo>
                <a:lnTo>
                  <a:pt x="676275" y="1971675"/>
                </a:lnTo>
                <a:lnTo>
                  <a:pt x="638175" y="1971675"/>
                </a:lnTo>
                <a:lnTo>
                  <a:pt x="638175" y="1943100"/>
                </a:lnTo>
                <a:lnTo>
                  <a:pt x="609600" y="1924050"/>
                </a:lnTo>
                <a:lnTo>
                  <a:pt x="581025" y="1924050"/>
                </a:lnTo>
                <a:lnTo>
                  <a:pt x="552450" y="1866900"/>
                </a:lnTo>
                <a:lnTo>
                  <a:pt x="552450" y="1857375"/>
                </a:lnTo>
                <a:lnTo>
                  <a:pt x="514350" y="1800225"/>
                </a:lnTo>
                <a:lnTo>
                  <a:pt x="504825" y="1781175"/>
                </a:lnTo>
                <a:lnTo>
                  <a:pt x="495300" y="1781175"/>
                </a:lnTo>
                <a:lnTo>
                  <a:pt x="495300" y="1752600"/>
                </a:lnTo>
                <a:lnTo>
                  <a:pt x="447675" y="1733550"/>
                </a:lnTo>
                <a:lnTo>
                  <a:pt x="438150" y="1695450"/>
                </a:lnTo>
                <a:lnTo>
                  <a:pt x="428625" y="1628775"/>
                </a:lnTo>
                <a:lnTo>
                  <a:pt x="428625" y="1609725"/>
                </a:lnTo>
                <a:lnTo>
                  <a:pt x="400050" y="1571625"/>
                </a:lnTo>
                <a:lnTo>
                  <a:pt x="390525" y="1533525"/>
                </a:lnTo>
                <a:lnTo>
                  <a:pt x="390525" y="1514475"/>
                </a:lnTo>
                <a:lnTo>
                  <a:pt x="352425" y="1476375"/>
                </a:lnTo>
                <a:lnTo>
                  <a:pt x="304800" y="1476375"/>
                </a:lnTo>
                <a:lnTo>
                  <a:pt x="285750" y="1438275"/>
                </a:lnTo>
                <a:lnTo>
                  <a:pt x="304800" y="1409700"/>
                </a:lnTo>
                <a:lnTo>
                  <a:pt x="276225" y="1371600"/>
                </a:lnTo>
                <a:lnTo>
                  <a:pt x="266700" y="1343025"/>
                </a:lnTo>
                <a:lnTo>
                  <a:pt x="228600" y="1314450"/>
                </a:lnTo>
                <a:lnTo>
                  <a:pt x="209550" y="1276350"/>
                </a:lnTo>
                <a:lnTo>
                  <a:pt x="228600" y="1266825"/>
                </a:lnTo>
                <a:lnTo>
                  <a:pt x="209550" y="1209675"/>
                </a:lnTo>
                <a:lnTo>
                  <a:pt x="171450" y="1190625"/>
                </a:lnTo>
                <a:lnTo>
                  <a:pt x="161925" y="1143000"/>
                </a:lnTo>
                <a:lnTo>
                  <a:pt x="152400" y="1162050"/>
                </a:lnTo>
                <a:lnTo>
                  <a:pt x="142875" y="1114425"/>
                </a:lnTo>
                <a:lnTo>
                  <a:pt x="114300" y="1104900"/>
                </a:lnTo>
                <a:lnTo>
                  <a:pt x="114300" y="1057275"/>
                </a:lnTo>
                <a:lnTo>
                  <a:pt x="85725" y="1047750"/>
                </a:lnTo>
                <a:lnTo>
                  <a:pt x="47625" y="1000125"/>
                </a:lnTo>
                <a:lnTo>
                  <a:pt x="57150" y="981075"/>
                </a:lnTo>
                <a:lnTo>
                  <a:pt x="28575" y="952500"/>
                </a:lnTo>
                <a:lnTo>
                  <a:pt x="19050" y="933450"/>
                </a:lnTo>
                <a:lnTo>
                  <a:pt x="47625" y="914400"/>
                </a:lnTo>
                <a:lnTo>
                  <a:pt x="38100" y="904875"/>
                </a:lnTo>
                <a:lnTo>
                  <a:pt x="19050" y="857250"/>
                </a:lnTo>
                <a:lnTo>
                  <a:pt x="0" y="857250"/>
                </a:lnTo>
                <a:lnTo>
                  <a:pt x="19050" y="819150"/>
                </a:lnTo>
                <a:lnTo>
                  <a:pt x="28575" y="819150"/>
                </a:lnTo>
                <a:lnTo>
                  <a:pt x="38100" y="771525"/>
                </a:lnTo>
                <a:lnTo>
                  <a:pt x="57150" y="781050"/>
                </a:lnTo>
                <a:lnTo>
                  <a:pt x="47625" y="742950"/>
                </a:lnTo>
                <a:lnTo>
                  <a:pt x="57150" y="714375"/>
                </a:lnTo>
                <a:lnTo>
                  <a:pt x="76200" y="685800"/>
                </a:lnTo>
                <a:lnTo>
                  <a:pt x="76200" y="676275"/>
                </a:lnTo>
                <a:lnTo>
                  <a:pt x="85725" y="666750"/>
                </a:lnTo>
                <a:lnTo>
                  <a:pt x="114300" y="600075"/>
                </a:lnTo>
                <a:lnTo>
                  <a:pt x="95250" y="571500"/>
                </a:lnTo>
                <a:lnTo>
                  <a:pt x="123825" y="552450"/>
                </a:lnTo>
                <a:lnTo>
                  <a:pt x="104775" y="533400"/>
                </a:lnTo>
                <a:lnTo>
                  <a:pt x="123825" y="533400"/>
                </a:lnTo>
                <a:lnTo>
                  <a:pt x="142875" y="514350"/>
                </a:lnTo>
                <a:lnTo>
                  <a:pt x="171450" y="466725"/>
                </a:lnTo>
                <a:lnTo>
                  <a:pt x="142875" y="438150"/>
                </a:lnTo>
                <a:lnTo>
                  <a:pt x="161925" y="419100"/>
                </a:lnTo>
                <a:lnTo>
                  <a:pt x="161925" y="371475"/>
                </a:lnTo>
                <a:lnTo>
                  <a:pt x="190500" y="352425"/>
                </a:lnTo>
                <a:lnTo>
                  <a:pt x="200025" y="352425"/>
                </a:lnTo>
                <a:lnTo>
                  <a:pt x="209550" y="323850"/>
                </a:lnTo>
                <a:lnTo>
                  <a:pt x="171450" y="304800"/>
                </a:lnTo>
                <a:lnTo>
                  <a:pt x="190500" y="276225"/>
                </a:lnTo>
                <a:lnTo>
                  <a:pt x="209550" y="257175"/>
                </a:lnTo>
                <a:lnTo>
                  <a:pt x="209550" y="228600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333375" y="200025"/>
                </a:lnTo>
                <a:lnTo>
                  <a:pt x="390525" y="209550"/>
                </a:lnTo>
                <a:lnTo>
                  <a:pt x="457200" y="200025"/>
                </a:lnTo>
                <a:lnTo>
                  <a:pt x="381000" y="219075"/>
                </a:lnTo>
                <a:lnTo>
                  <a:pt x="371475" y="219075"/>
                </a:lnTo>
                <a:lnTo>
                  <a:pt x="447675" y="238125"/>
                </a:lnTo>
                <a:lnTo>
                  <a:pt x="495300" y="190500"/>
                </a:lnTo>
                <a:lnTo>
                  <a:pt x="552450" y="171450"/>
                </a:lnTo>
                <a:lnTo>
                  <a:pt x="571500" y="38100"/>
                </a:lnTo>
                <a:lnTo>
                  <a:pt x="638175" y="142875"/>
                </a:lnTo>
                <a:lnTo>
                  <a:pt x="609600" y="104775"/>
                </a:lnTo>
                <a:lnTo>
                  <a:pt x="638175" y="104775"/>
                </a:lnTo>
                <a:lnTo>
                  <a:pt x="619125" y="123825"/>
                </a:lnTo>
                <a:lnTo>
                  <a:pt x="581025" y="85725"/>
                </a:lnTo>
                <a:lnTo>
                  <a:pt x="619125" y="38100"/>
                </a:lnTo>
                <a:lnTo>
                  <a:pt x="628650" y="57150"/>
                </a:lnTo>
                <a:lnTo>
                  <a:pt x="657225" y="114300"/>
                </a:lnTo>
                <a:lnTo>
                  <a:pt x="666750" y="104775"/>
                </a:lnTo>
                <a:lnTo>
                  <a:pt x="714375" y="95250"/>
                </a:lnTo>
                <a:lnTo>
                  <a:pt x="752475" y="19050"/>
                </a:lnTo>
                <a:lnTo>
                  <a:pt x="771525" y="9525"/>
                </a:lnTo>
                <a:lnTo>
                  <a:pt x="733425" y="66675"/>
                </a:lnTo>
                <a:lnTo>
                  <a:pt x="762000" y="38100"/>
                </a:lnTo>
                <a:lnTo>
                  <a:pt x="800100" y="9525"/>
                </a:lnTo>
                <a:lnTo>
                  <a:pt x="847725" y="38100"/>
                </a:lnTo>
                <a:lnTo>
                  <a:pt x="857250" y="47625"/>
                </a:lnTo>
                <a:lnTo>
                  <a:pt x="885825" y="38100"/>
                </a:lnTo>
                <a:lnTo>
                  <a:pt x="885825" y="47625"/>
                </a:lnTo>
                <a:lnTo>
                  <a:pt x="904875" y="28575"/>
                </a:lnTo>
                <a:lnTo>
                  <a:pt x="933450" y="0"/>
                </a:lnTo>
                <a:lnTo>
                  <a:pt x="942975" y="19050"/>
                </a:lnTo>
                <a:lnTo>
                  <a:pt x="1000125" y="66675"/>
                </a:lnTo>
                <a:lnTo>
                  <a:pt x="971550" y="76200"/>
                </a:lnTo>
                <a:lnTo>
                  <a:pt x="1047750" y="57150"/>
                </a:lnTo>
                <a:lnTo>
                  <a:pt x="1019175" y="66675"/>
                </a:lnTo>
                <a:lnTo>
                  <a:pt x="1066800" y="66675"/>
                </a:lnTo>
                <a:lnTo>
                  <a:pt x="1104900" y="57150"/>
                </a:lnTo>
                <a:lnTo>
                  <a:pt x="1133475" y="76200"/>
                </a:lnTo>
                <a:lnTo>
                  <a:pt x="1152525" y="95250"/>
                </a:lnTo>
                <a:lnTo>
                  <a:pt x="1171575" y="76200"/>
                </a:lnTo>
                <a:lnTo>
                  <a:pt x="1152525" y="85725"/>
                </a:lnTo>
                <a:lnTo>
                  <a:pt x="1209675" y="104775"/>
                </a:lnTo>
                <a:lnTo>
                  <a:pt x="1219200" y="133350"/>
                </a:lnTo>
                <a:lnTo>
                  <a:pt x="1247775" y="114300"/>
                </a:lnTo>
                <a:lnTo>
                  <a:pt x="1266825" y="114300"/>
                </a:lnTo>
                <a:lnTo>
                  <a:pt x="1304925" y="142875"/>
                </a:lnTo>
                <a:lnTo>
                  <a:pt x="1314450" y="152400"/>
                </a:lnTo>
                <a:lnTo>
                  <a:pt x="1333500" y="133350"/>
                </a:lnTo>
                <a:lnTo>
                  <a:pt x="1381125" y="142875"/>
                </a:lnTo>
                <a:lnTo>
                  <a:pt x="1343025" y="133350"/>
                </a:lnTo>
                <a:lnTo>
                  <a:pt x="1390650" y="161925"/>
                </a:lnTo>
                <a:lnTo>
                  <a:pt x="1419225" y="152400"/>
                </a:lnTo>
                <a:lnTo>
                  <a:pt x="1428750" y="152400"/>
                </a:lnTo>
                <a:lnTo>
                  <a:pt x="1428750" y="152400"/>
                </a:lnTo>
                <a:lnTo>
                  <a:pt x="1457325" y="161925"/>
                </a:lnTo>
                <a:lnTo>
                  <a:pt x="1504950" y="161925"/>
                </a:lnTo>
                <a:lnTo>
                  <a:pt x="1504950" y="209550"/>
                </a:lnTo>
                <a:lnTo>
                  <a:pt x="1524000" y="209550"/>
                </a:lnTo>
                <a:lnTo>
                  <a:pt x="1571625" y="209550"/>
                </a:lnTo>
                <a:lnTo>
                  <a:pt x="1581150" y="20002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628775" y="228600"/>
                </a:lnTo>
                <a:lnTo>
                  <a:pt x="1647825" y="209550"/>
                </a:lnTo>
                <a:lnTo>
                  <a:pt x="1600200" y="295275"/>
                </a:lnTo>
                <a:lnTo>
                  <a:pt x="1609725" y="314325"/>
                </a:lnTo>
                <a:lnTo>
                  <a:pt x="1600200" y="304800"/>
                </a:lnTo>
                <a:lnTo>
                  <a:pt x="1581150" y="371475"/>
                </a:lnTo>
                <a:lnTo>
                  <a:pt x="1628775" y="390525"/>
                </a:lnTo>
                <a:lnTo>
                  <a:pt x="1647825" y="428625"/>
                </a:lnTo>
                <a:lnTo>
                  <a:pt x="1619250" y="381000"/>
                </a:lnTo>
                <a:lnTo>
                  <a:pt x="1609725" y="419100"/>
                </a:lnTo>
                <a:lnTo>
                  <a:pt x="1676400" y="533400"/>
                </a:lnTo>
                <a:lnTo>
                  <a:pt x="1724025" y="495300"/>
                </a:lnTo>
                <a:lnTo>
                  <a:pt x="1724025" y="581025"/>
                </a:lnTo>
                <a:lnTo>
                  <a:pt x="1695450" y="561975"/>
                </a:lnTo>
                <a:lnTo>
                  <a:pt x="1695450" y="600075"/>
                </a:lnTo>
                <a:lnTo>
                  <a:pt x="1657350" y="600075"/>
                </a:lnTo>
                <a:lnTo>
                  <a:pt x="1647825" y="619125"/>
                </a:lnTo>
                <a:lnTo>
                  <a:pt x="1676400" y="609600"/>
                </a:lnTo>
                <a:lnTo>
                  <a:pt x="1704975" y="609600"/>
                </a:lnTo>
                <a:lnTo>
                  <a:pt x="1762125" y="638175"/>
                </a:lnTo>
                <a:lnTo>
                  <a:pt x="1714500" y="695325"/>
                </a:lnTo>
                <a:lnTo>
                  <a:pt x="1676400" y="695325"/>
                </a:lnTo>
                <a:lnTo>
                  <a:pt x="1685925" y="723900"/>
                </a:lnTo>
                <a:lnTo>
                  <a:pt x="1704975" y="723900"/>
                </a:lnTo>
                <a:lnTo>
                  <a:pt x="1695450" y="752475"/>
                </a:lnTo>
                <a:lnTo>
                  <a:pt x="1685925" y="790575"/>
                </a:lnTo>
                <a:lnTo>
                  <a:pt x="1638300" y="800100"/>
                </a:lnTo>
                <a:lnTo>
                  <a:pt x="1657350" y="828675"/>
                </a:lnTo>
                <a:lnTo>
                  <a:pt x="1628775" y="866775"/>
                </a:lnTo>
                <a:lnTo>
                  <a:pt x="1685925" y="914400"/>
                </a:lnTo>
                <a:lnTo>
                  <a:pt x="1704975" y="942975"/>
                </a:lnTo>
                <a:lnTo>
                  <a:pt x="1666875" y="990600"/>
                </a:lnTo>
                <a:lnTo>
                  <a:pt x="1666875" y="1019175"/>
                </a:lnTo>
                <a:lnTo>
                  <a:pt x="1685925" y="1057275"/>
                </a:lnTo>
                <a:lnTo>
                  <a:pt x="1695450" y="1162050"/>
                </a:lnTo>
                <a:lnTo>
                  <a:pt x="1600200" y="1238250"/>
                </a:lnTo>
                <a:lnTo>
                  <a:pt x="1571625" y="1162050"/>
                </a:lnTo>
                <a:lnTo>
                  <a:pt x="1600200" y="1095375"/>
                </a:lnTo>
                <a:lnTo>
                  <a:pt x="1552575" y="1209675"/>
                </a:lnTo>
                <a:lnTo>
                  <a:pt x="1562100" y="1276350"/>
                </a:lnTo>
                <a:lnTo>
                  <a:pt x="1504950" y="1190625"/>
                </a:lnTo>
                <a:lnTo>
                  <a:pt x="1562100" y="1257300"/>
                </a:lnTo>
                <a:lnTo>
                  <a:pt x="1609725" y="1247775"/>
                </a:lnTo>
                <a:lnTo>
                  <a:pt x="1562100" y="1238250"/>
                </a:lnTo>
                <a:lnTo>
                  <a:pt x="1657350" y="1295400"/>
                </a:lnTo>
                <a:lnTo>
                  <a:pt x="1619250" y="1295400"/>
                </a:lnTo>
                <a:lnTo>
                  <a:pt x="1609725" y="1276350"/>
                </a:lnTo>
                <a:lnTo>
                  <a:pt x="1619250" y="1390650"/>
                </a:lnTo>
                <a:lnTo>
                  <a:pt x="1695450" y="1419225"/>
                </a:lnTo>
                <a:lnTo>
                  <a:pt x="1695450" y="1457325"/>
                </a:lnTo>
                <a:lnTo>
                  <a:pt x="1704975" y="1419225"/>
                </a:lnTo>
                <a:lnTo>
                  <a:pt x="1628775" y="1457325"/>
                </a:lnTo>
                <a:lnTo>
                  <a:pt x="1619250" y="1485900"/>
                </a:lnTo>
                <a:lnTo>
                  <a:pt x="1628775" y="1485900"/>
                </a:lnTo>
                <a:lnTo>
                  <a:pt x="1619250" y="1543050"/>
                </a:lnTo>
                <a:lnTo>
                  <a:pt x="1638300" y="1514475"/>
                </a:lnTo>
                <a:lnTo>
                  <a:pt x="1676400" y="1543050"/>
                </a:lnTo>
                <a:lnTo>
                  <a:pt x="1676400" y="1600200"/>
                </a:lnTo>
                <a:lnTo>
                  <a:pt x="1647825" y="1628775"/>
                </a:lnTo>
                <a:lnTo>
                  <a:pt x="1619250" y="1657350"/>
                </a:lnTo>
                <a:lnTo>
                  <a:pt x="1581150" y="1685925"/>
                </a:lnTo>
                <a:lnTo>
                  <a:pt x="1581150" y="1657350"/>
                </a:lnTo>
                <a:lnTo>
                  <a:pt x="1609725" y="1724025"/>
                </a:lnTo>
                <a:lnTo>
                  <a:pt x="1552575" y="1743075"/>
                </a:lnTo>
                <a:lnTo>
                  <a:pt x="1581150" y="1733550"/>
                </a:lnTo>
                <a:lnTo>
                  <a:pt x="1543050" y="1771650"/>
                </a:lnTo>
                <a:lnTo>
                  <a:pt x="1533525" y="1924050"/>
                </a:lnTo>
                <a:lnTo>
                  <a:pt x="1495425" y="1838325"/>
                </a:lnTo>
                <a:lnTo>
                  <a:pt x="1495425" y="1838325"/>
                </a:lnTo>
                <a:lnTo>
                  <a:pt x="1514475" y="1866900"/>
                </a:lnTo>
                <a:lnTo>
                  <a:pt x="1466850" y="1885950"/>
                </a:lnTo>
                <a:lnTo>
                  <a:pt x="1457325" y="1971675"/>
                </a:lnTo>
                <a:lnTo>
                  <a:pt x="1495425" y="1933575"/>
                </a:lnTo>
                <a:lnTo>
                  <a:pt x="1466850" y="1933575"/>
                </a:lnTo>
                <a:lnTo>
                  <a:pt x="1381125" y="1924050"/>
                </a:lnTo>
                <a:lnTo>
                  <a:pt x="1390650" y="1962150"/>
                </a:lnTo>
                <a:lnTo>
                  <a:pt x="1362075" y="2019300"/>
                </a:lnTo>
                <a:lnTo>
                  <a:pt x="1343025" y="2076450"/>
                </a:lnTo>
                <a:lnTo>
                  <a:pt x="1381125" y="2066925"/>
                </a:lnTo>
                <a:lnTo>
                  <a:pt x="1343025" y="2105025"/>
                </a:lnTo>
                <a:lnTo>
                  <a:pt x="1323975" y="2105025"/>
                </a:lnTo>
                <a:lnTo>
                  <a:pt x="1314450" y="2162175"/>
                </a:lnTo>
                <a:lnTo>
                  <a:pt x="1381125" y="2143125"/>
                </a:lnTo>
                <a:lnTo>
                  <a:pt x="1257300" y="2152650"/>
                </a:lnTo>
                <a:lnTo>
                  <a:pt x="1276350" y="2133600"/>
                </a:lnTo>
                <a:lnTo>
                  <a:pt x="1304925" y="2209800"/>
                </a:lnTo>
                <a:lnTo>
                  <a:pt x="1276350" y="2228850"/>
                </a:lnTo>
                <a:lnTo>
                  <a:pt x="1276350" y="2257425"/>
                </a:lnTo>
                <a:lnTo>
                  <a:pt x="1257300" y="2286000"/>
                </a:lnTo>
                <a:lnTo>
                  <a:pt x="1238250" y="2343150"/>
                </a:lnTo>
                <a:lnTo>
                  <a:pt x="1266825" y="2381250"/>
                </a:lnTo>
                <a:lnTo>
                  <a:pt x="1228725" y="2371725"/>
                </a:lnTo>
                <a:lnTo>
                  <a:pt x="1247775" y="2343150"/>
                </a:lnTo>
                <a:lnTo>
                  <a:pt x="1219200" y="2428875"/>
                </a:lnTo>
                <a:lnTo>
                  <a:pt x="1181100" y="2428875"/>
                </a:lnTo>
                <a:lnTo>
                  <a:pt x="1123950" y="2495550"/>
                </a:lnTo>
                <a:lnTo>
                  <a:pt x="1133475" y="252412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-19050" y="7267575"/>
            <a:ext cx="209550" cy="276225"/>
          </a:xfrm>
          <a:custGeom>
            <a:avLst/>
            <a:gdLst/>
            <a:ahLst/>
            <a:cxnLst/>
            <a:rect l="l" t="t" r="r" b="b"/>
            <a:pathLst>
              <a:path w="209550" h="276225">
                <a:moveTo>
                  <a:pt x="209550" y="133350"/>
                </a:moveTo>
                <a:lnTo>
                  <a:pt x="161925" y="200025"/>
                </a:lnTo>
                <a:lnTo>
                  <a:pt x="104775" y="276225"/>
                </a:lnTo>
                <a:lnTo>
                  <a:pt x="47625" y="247650"/>
                </a:lnTo>
                <a:lnTo>
                  <a:pt x="0" y="228600"/>
                </a:lnTo>
                <a:lnTo>
                  <a:pt x="0" y="152400"/>
                </a:lnTo>
                <a:lnTo>
                  <a:pt x="9525" y="66675"/>
                </a:lnTo>
                <a:lnTo>
                  <a:pt x="85725" y="38100"/>
                </a:lnTo>
                <a:lnTo>
                  <a:pt x="104775" y="0"/>
                </a:lnTo>
                <a:lnTo>
                  <a:pt x="171450" y="666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1438275" y="7496175"/>
            <a:ext cx="314325" cy="276225"/>
          </a:xfrm>
          <a:custGeom>
            <a:avLst/>
            <a:gdLst/>
            <a:ahLst/>
            <a:cxnLst/>
            <a:rect l="l" t="t" r="r" b="b"/>
            <a:pathLst>
              <a:path w="314325" h="276225">
                <a:moveTo>
                  <a:pt x="314325" y="152400"/>
                </a:moveTo>
                <a:lnTo>
                  <a:pt x="266700" y="200025"/>
                </a:lnTo>
                <a:lnTo>
                  <a:pt x="200025" y="276225"/>
                </a:lnTo>
                <a:lnTo>
                  <a:pt x="95250" y="257175"/>
                </a:lnTo>
                <a:lnTo>
                  <a:pt x="0" y="257175"/>
                </a:lnTo>
                <a:lnTo>
                  <a:pt x="19050" y="190500"/>
                </a:lnTo>
                <a:lnTo>
                  <a:pt x="47625" y="104775"/>
                </a:lnTo>
                <a:lnTo>
                  <a:pt x="142875" y="19050"/>
                </a:lnTo>
                <a:lnTo>
                  <a:pt x="200025" y="0"/>
                </a:lnTo>
                <a:lnTo>
                  <a:pt x="257175" y="85725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-266700" y="4152900"/>
            <a:ext cx="219075" cy="266700"/>
          </a:xfrm>
          <a:custGeom>
            <a:avLst/>
            <a:gdLst/>
            <a:ahLst/>
            <a:cxnLst/>
            <a:rect l="l" t="t" r="r" b="b"/>
            <a:pathLst>
              <a:path w="219075" h="266700">
                <a:moveTo>
                  <a:pt x="219075" y="133350"/>
                </a:moveTo>
                <a:lnTo>
                  <a:pt x="171450" y="200025"/>
                </a:lnTo>
                <a:lnTo>
                  <a:pt x="161925" y="257175"/>
                </a:lnTo>
                <a:lnTo>
                  <a:pt x="57150" y="266700"/>
                </a:lnTo>
                <a:lnTo>
                  <a:pt x="0" y="247650"/>
                </a:lnTo>
                <a:lnTo>
                  <a:pt x="9525" y="133350"/>
                </a:lnTo>
                <a:lnTo>
                  <a:pt x="9525" y="9525"/>
                </a:lnTo>
                <a:lnTo>
                  <a:pt x="104775" y="0"/>
                </a:lnTo>
                <a:lnTo>
                  <a:pt x="171450" y="9525"/>
                </a:lnTo>
                <a:lnTo>
                  <a:pt x="200025" y="9525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-9525" y="7343775"/>
            <a:ext cx="190500" cy="200025"/>
          </a:xfrm>
          <a:custGeom>
            <a:avLst/>
            <a:gdLst/>
            <a:ahLst/>
            <a:cxnLst/>
            <a:rect l="l" t="t" r="r" b="b"/>
            <a:pathLst>
              <a:path w="190500" h="200025">
                <a:moveTo>
                  <a:pt x="190500" y="114300"/>
                </a:moveTo>
                <a:lnTo>
                  <a:pt x="161925" y="152400"/>
                </a:lnTo>
                <a:lnTo>
                  <a:pt x="123825" y="190500"/>
                </a:lnTo>
                <a:lnTo>
                  <a:pt x="66675" y="180975"/>
                </a:lnTo>
                <a:lnTo>
                  <a:pt x="0" y="200025"/>
                </a:lnTo>
                <a:lnTo>
                  <a:pt x="9525" y="114300"/>
                </a:lnTo>
                <a:lnTo>
                  <a:pt x="28575" y="57150"/>
                </a:lnTo>
                <a:lnTo>
                  <a:pt x="76200" y="38100"/>
                </a:lnTo>
                <a:lnTo>
                  <a:pt x="123825" y="0"/>
                </a:lnTo>
                <a:lnTo>
                  <a:pt x="171450" y="7620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23850" y="43338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95250"/>
                </a:moveTo>
                <a:lnTo>
                  <a:pt x="114300" y="142875"/>
                </a:lnTo>
                <a:lnTo>
                  <a:pt x="85725" y="171450"/>
                </a:lnTo>
                <a:lnTo>
                  <a:pt x="38100" y="142875"/>
                </a:lnTo>
                <a:lnTo>
                  <a:pt x="0" y="133350"/>
                </a:lnTo>
                <a:lnTo>
                  <a:pt x="19050" y="76200"/>
                </a:lnTo>
                <a:lnTo>
                  <a:pt x="19050" y="47625"/>
                </a:lnTo>
                <a:lnTo>
                  <a:pt x="57150" y="38100"/>
                </a:lnTo>
                <a:lnTo>
                  <a:pt x="95250" y="0"/>
                </a:lnTo>
                <a:lnTo>
                  <a:pt x="123825" y="47625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8700" y="4581525"/>
            <a:ext cx="171450" cy="200025"/>
          </a:xfrm>
          <a:custGeom>
            <a:avLst/>
            <a:gdLst/>
            <a:ahLst/>
            <a:cxnLst/>
            <a:rect l="l" t="t" r="r" b="b"/>
            <a:pathLst>
              <a:path w="171450" h="200025">
                <a:moveTo>
                  <a:pt x="171450" y="76200"/>
                </a:moveTo>
                <a:lnTo>
                  <a:pt x="142875" y="133350"/>
                </a:lnTo>
                <a:lnTo>
                  <a:pt x="123825" y="200025"/>
                </a:lnTo>
                <a:lnTo>
                  <a:pt x="47625" y="180975"/>
                </a:lnTo>
                <a:lnTo>
                  <a:pt x="0" y="133350"/>
                </a:lnTo>
                <a:lnTo>
                  <a:pt x="19050" y="76200"/>
                </a:lnTo>
                <a:lnTo>
                  <a:pt x="28575" y="28575"/>
                </a:lnTo>
                <a:lnTo>
                  <a:pt x="66675" y="28575"/>
                </a:lnTo>
                <a:lnTo>
                  <a:pt x="114300" y="0"/>
                </a:lnTo>
                <a:lnTo>
                  <a:pt x="142875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-2572703" y="4151947"/>
            <a:ext cx="3777615" cy="3592830"/>
          </a:xfrm>
          <a:custGeom>
            <a:avLst/>
            <a:gdLst/>
            <a:ahLst/>
            <a:cxnLst/>
            <a:rect l="l" t="t" r="r" b="b"/>
            <a:pathLst>
              <a:path w="3777615" h="3592830">
                <a:moveTo>
                  <a:pt x="2648903" y="0"/>
                </a:moveTo>
                <a:lnTo>
                  <a:pt x="2668905" y="20003"/>
                </a:lnTo>
                <a:lnTo>
                  <a:pt x="2648903" y="40005"/>
                </a:lnTo>
                <a:lnTo>
                  <a:pt x="2628900" y="20003"/>
                </a:lnTo>
                <a:close/>
                <a:moveTo>
                  <a:pt x="3449003" y="1736408"/>
                </a:moveTo>
                <a:lnTo>
                  <a:pt x="3456623" y="1744028"/>
                </a:lnTo>
                <a:lnTo>
                  <a:pt x="3449003" y="1751647"/>
                </a:lnTo>
                <a:lnTo>
                  <a:pt x="3441383" y="1744028"/>
                </a:lnTo>
                <a:close/>
                <a:moveTo>
                  <a:pt x="572453" y="454343"/>
                </a:moveTo>
                <a:lnTo>
                  <a:pt x="585788" y="467678"/>
                </a:lnTo>
                <a:lnTo>
                  <a:pt x="572453" y="481012"/>
                </a:lnTo>
                <a:lnTo>
                  <a:pt x="559118" y="467678"/>
                </a:lnTo>
                <a:close/>
                <a:moveTo>
                  <a:pt x="1420178" y="3552825"/>
                </a:moveTo>
                <a:lnTo>
                  <a:pt x="1440180" y="3572828"/>
                </a:lnTo>
                <a:lnTo>
                  <a:pt x="1420178" y="3592830"/>
                </a:lnTo>
                <a:lnTo>
                  <a:pt x="1400175" y="3572828"/>
                </a:lnTo>
                <a:close/>
                <a:moveTo>
                  <a:pt x="2753678" y="858203"/>
                </a:moveTo>
                <a:lnTo>
                  <a:pt x="2763203" y="867728"/>
                </a:lnTo>
                <a:lnTo>
                  <a:pt x="2753678" y="877253"/>
                </a:lnTo>
                <a:lnTo>
                  <a:pt x="2744153" y="867728"/>
                </a:lnTo>
                <a:close/>
                <a:moveTo>
                  <a:pt x="648653" y="1415415"/>
                </a:moveTo>
                <a:lnTo>
                  <a:pt x="662940" y="1429703"/>
                </a:lnTo>
                <a:lnTo>
                  <a:pt x="648653" y="1443990"/>
                </a:lnTo>
                <a:lnTo>
                  <a:pt x="634365" y="1429703"/>
                </a:lnTo>
                <a:close/>
                <a:moveTo>
                  <a:pt x="277178" y="1313497"/>
                </a:moveTo>
                <a:lnTo>
                  <a:pt x="298133" y="1334453"/>
                </a:lnTo>
                <a:lnTo>
                  <a:pt x="277178" y="1355408"/>
                </a:lnTo>
                <a:lnTo>
                  <a:pt x="256223" y="1334453"/>
                </a:lnTo>
                <a:close/>
                <a:moveTo>
                  <a:pt x="1753553" y="417195"/>
                </a:moveTo>
                <a:lnTo>
                  <a:pt x="1765935" y="429578"/>
                </a:lnTo>
                <a:lnTo>
                  <a:pt x="1753553" y="441960"/>
                </a:lnTo>
                <a:lnTo>
                  <a:pt x="1741170" y="429578"/>
                </a:lnTo>
                <a:close/>
                <a:moveTo>
                  <a:pt x="3115628" y="1956435"/>
                </a:moveTo>
                <a:lnTo>
                  <a:pt x="3131820" y="1972628"/>
                </a:lnTo>
                <a:lnTo>
                  <a:pt x="3115628" y="1988820"/>
                </a:lnTo>
                <a:lnTo>
                  <a:pt x="3099435" y="1972628"/>
                </a:lnTo>
                <a:close/>
                <a:moveTo>
                  <a:pt x="58103" y="2118360"/>
                </a:moveTo>
                <a:lnTo>
                  <a:pt x="74295" y="2134553"/>
                </a:lnTo>
                <a:lnTo>
                  <a:pt x="58103" y="2150745"/>
                </a:lnTo>
                <a:lnTo>
                  <a:pt x="41910" y="2134553"/>
                </a:lnTo>
                <a:close/>
                <a:moveTo>
                  <a:pt x="239078" y="1140143"/>
                </a:moveTo>
                <a:lnTo>
                  <a:pt x="252413" y="1153478"/>
                </a:lnTo>
                <a:lnTo>
                  <a:pt x="239078" y="1166813"/>
                </a:lnTo>
                <a:lnTo>
                  <a:pt x="225743" y="1153478"/>
                </a:lnTo>
                <a:close/>
                <a:moveTo>
                  <a:pt x="2848928" y="1144905"/>
                </a:moveTo>
                <a:lnTo>
                  <a:pt x="2867025" y="1163003"/>
                </a:lnTo>
                <a:lnTo>
                  <a:pt x="2848928" y="1181100"/>
                </a:lnTo>
                <a:lnTo>
                  <a:pt x="2830830" y="1163003"/>
                </a:lnTo>
                <a:close/>
                <a:moveTo>
                  <a:pt x="1801178" y="607695"/>
                </a:moveTo>
                <a:lnTo>
                  <a:pt x="1813560" y="620078"/>
                </a:lnTo>
                <a:lnTo>
                  <a:pt x="1801178" y="632460"/>
                </a:lnTo>
                <a:lnTo>
                  <a:pt x="1788795" y="620078"/>
                </a:lnTo>
                <a:close/>
                <a:moveTo>
                  <a:pt x="2477453" y="2830830"/>
                </a:moveTo>
                <a:lnTo>
                  <a:pt x="2495550" y="2848928"/>
                </a:lnTo>
                <a:lnTo>
                  <a:pt x="2477453" y="2867025"/>
                </a:lnTo>
                <a:lnTo>
                  <a:pt x="2459355" y="2848928"/>
                </a:lnTo>
                <a:close/>
                <a:moveTo>
                  <a:pt x="2372678" y="2954655"/>
                </a:moveTo>
                <a:lnTo>
                  <a:pt x="2390775" y="2972753"/>
                </a:lnTo>
                <a:lnTo>
                  <a:pt x="2372678" y="2990850"/>
                </a:lnTo>
                <a:lnTo>
                  <a:pt x="2354580" y="2972753"/>
                </a:lnTo>
                <a:close/>
                <a:moveTo>
                  <a:pt x="258128" y="988695"/>
                </a:moveTo>
                <a:lnTo>
                  <a:pt x="280035" y="1010603"/>
                </a:lnTo>
                <a:lnTo>
                  <a:pt x="258128" y="1032510"/>
                </a:lnTo>
                <a:lnTo>
                  <a:pt x="236220" y="1010603"/>
                </a:lnTo>
                <a:close/>
                <a:moveTo>
                  <a:pt x="3610928" y="1496378"/>
                </a:moveTo>
                <a:lnTo>
                  <a:pt x="3620453" y="1505903"/>
                </a:lnTo>
                <a:lnTo>
                  <a:pt x="3610928" y="1515428"/>
                </a:lnTo>
                <a:lnTo>
                  <a:pt x="3601403" y="1505903"/>
                </a:lnTo>
                <a:close/>
                <a:moveTo>
                  <a:pt x="3239453" y="1676400"/>
                </a:moveTo>
                <a:lnTo>
                  <a:pt x="3259455" y="1696403"/>
                </a:lnTo>
                <a:lnTo>
                  <a:pt x="3239453" y="1716405"/>
                </a:lnTo>
                <a:lnTo>
                  <a:pt x="3219450" y="1696403"/>
                </a:lnTo>
                <a:close/>
                <a:moveTo>
                  <a:pt x="2839403" y="841058"/>
                </a:moveTo>
                <a:lnTo>
                  <a:pt x="2847023" y="848678"/>
                </a:lnTo>
                <a:lnTo>
                  <a:pt x="2839403" y="856297"/>
                </a:lnTo>
                <a:lnTo>
                  <a:pt x="2831783" y="848678"/>
                </a:lnTo>
                <a:close/>
                <a:moveTo>
                  <a:pt x="1496378" y="3069908"/>
                </a:moveTo>
                <a:lnTo>
                  <a:pt x="1503998" y="3077528"/>
                </a:lnTo>
                <a:lnTo>
                  <a:pt x="1496378" y="3085147"/>
                </a:lnTo>
                <a:lnTo>
                  <a:pt x="1488758" y="3077528"/>
                </a:lnTo>
                <a:close/>
                <a:moveTo>
                  <a:pt x="486728" y="2292668"/>
                </a:moveTo>
                <a:lnTo>
                  <a:pt x="500063" y="2306003"/>
                </a:lnTo>
                <a:lnTo>
                  <a:pt x="486728" y="2319338"/>
                </a:lnTo>
                <a:lnTo>
                  <a:pt x="473393" y="2306003"/>
                </a:lnTo>
                <a:close/>
                <a:moveTo>
                  <a:pt x="3468053" y="1122045"/>
                </a:moveTo>
                <a:lnTo>
                  <a:pt x="3480435" y="1134428"/>
                </a:lnTo>
                <a:lnTo>
                  <a:pt x="3468053" y="1146810"/>
                </a:lnTo>
                <a:lnTo>
                  <a:pt x="3455670" y="1134428"/>
                </a:lnTo>
                <a:close/>
                <a:moveTo>
                  <a:pt x="3315653" y="732472"/>
                </a:moveTo>
                <a:lnTo>
                  <a:pt x="3336608" y="753428"/>
                </a:lnTo>
                <a:lnTo>
                  <a:pt x="3315653" y="774383"/>
                </a:lnTo>
                <a:lnTo>
                  <a:pt x="3294698" y="753428"/>
                </a:lnTo>
                <a:close/>
                <a:moveTo>
                  <a:pt x="1439228" y="3276600"/>
                </a:moveTo>
                <a:lnTo>
                  <a:pt x="1449705" y="3287078"/>
                </a:lnTo>
                <a:lnTo>
                  <a:pt x="1439228" y="3297555"/>
                </a:lnTo>
                <a:lnTo>
                  <a:pt x="1428750" y="3287078"/>
                </a:lnTo>
                <a:close/>
                <a:moveTo>
                  <a:pt x="2153603" y="3164205"/>
                </a:moveTo>
                <a:lnTo>
                  <a:pt x="2162175" y="3172778"/>
                </a:lnTo>
                <a:lnTo>
                  <a:pt x="2153603" y="3181350"/>
                </a:lnTo>
                <a:lnTo>
                  <a:pt x="2145030" y="3172778"/>
                </a:lnTo>
                <a:close/>
                <a:moveTo>
                  <a:pt x="10478" y="2047875"/>
                </a:moveTo>
                <a:lnTo>
                  <a:pt x="20955" y="2058353"/>
                </a:lnTo>
                <a:lnTo>
                  <a:pt x="10478" y="2068830"/>
                </a:lnTo>
                <a:lnTo>
                  <a:pt x="0" y="2058353"/>
                </a:lnTo>
                <a:close/>
                <a:moveTo>
                  <a:pt x="3182303" y="2729865"/>
                </a:moveTo>
                <a:lnTo>
                  <a:pt x="3196590" y="2744153"/>
                </a:lnTo>
                <a:lnTo>
                  <a:pt x="3182303" y="2758440"/>
                </a:lnTo>
                <a:lnTo>
                  <a:pt x="3168015" y="2744153"/>
                </a:lnTo>
                <a:close/>
                <a:moveTo>
                  <a:pt x="3553778" y="1727835"/>
                </a:moveTo>
                <a:lnTo>
                  <a:pt x="3569970" y="1744028"/>
                </a:lnTo>
                <a:lnTo>
                  <a:pt x="3553778" y="1760220"/>
                </a:lnTo>
                <a:lnTo>
                  <a:pt x="3537585" y="1744028"/>
                </a:lnTo>
                <a:close/>
                <a:moveTo>
                  <a:pt x="934403" y="2906078"/>
                </a:moveTo>
                <a:lnTo>
                  <a:pt x="953453" y="2925128"/>
                </a:lnTo>
                <a:lnTo>
                  <a:pt x="934403" y="2944178"/>
                </a:lnTo>
                <a:lnTo>
                  <a:pt x="915353" y="2925128"/>
                </a:lnTo>
                <a:close/>
                <a:moveTo>
                  <a:pt x="734378" y="2345055"/>
                </a:moveTo>
                <a:lnTo>
                  <a:pt x="752475" y="2363153"/>
                </a:lnTo>
                <a:lnTo>
                  <a:pt x="734378" y="2381250"/>
                </a:lnTo>
                <a:lnTo>
                  <a:pt x="716280" y="2363153"/>
                </a:lnTo>
                <a:close/>
                <a:moveTo>
                  <a:pt x="648653" y="2046922"/>
                </a:moveTo>
                <a:lnTo>
                  <a:pt x="660083" y="2058353"/>
                </a:lnTo>
                <a:lnTo>
                  <a:pt x="648653" y="2069783"/>
                </a:lnTo>
                <a:lnTo>
                  <a:pt x="637223" y="2058353"/>
                </a:lnTo>
                <a:close/>
                <a:moveTo>
                  <a:pt x="3287078" y="1689735"/>
                </a:moveTo>
                <a:lnTo>
                  <a:pt x="3293745" y="1696403"/>
                </a:lnTo>
                <a:lnTo>
                  <a:pt x="3287078" y="1703070"/>
                </a:lnTo>
                <a:lnTo>
                  <a:pt x="3280410" y="1696403"/>
                </a:lnTo>
                <a:close/>
                <a:moveTo>
                  <a:pt x="3744278" y="2379345"/>
                </a:moveTo>
                <a:lnTo>
                  <a:pt x="3766185" y="2401253"/>
                </a:lnTo>
                <a:lnTo>
                  <a:pt x="3744278" y="2423160"/>
                </a:lnTo>
                <a:lnTo>
                  <a:pt x="3722370" y="2401253"/>
                </a:lnTo>
                <a:close/>
                <a:moveTo>
                  <a:pt x="2420303" y="3476625"/>
                </a:moveTo>
                <a:lnTo>
                  <a:pt x="2440305" y="3496628"/>
                </a:lnTo>
                <a:lnTo>
                  <a:pt x="2420303" y="3516630"/>
                </a:lnTo>
                <a:lnTo>
                  <a:pt x="2400300" y="3496628"/>
                </a:lnTo>
                <a:close/>
                <a:moveTo>
                  <a:pt x="2763203" y="2964180"/>
                </a:moveTo>
                <a:lnTo>
                  <a:pt x="2781300" y="2982278"/>
                </a:lnTo>
                <a:lnTo>
                  <a:pt x="2763203" y="3000375"/>
                </a:lnTo>
                <a:lnTo>
                  <a:pt x="2745105" y="2982278"/>
                </a:lnTo>
                <a:close/>
                <a:moveTo>
                  <a:pt x="1134428" y="2998470"/>
                </a:moveTo>
                <a:lnTo>
                  <a:pt x="1146810" y="3010853"/>
                </a:lnTo>
                <a:lnTo>
                  <a:pt x="1134428" y="3023235"/>
                </a:lnTo>
                <a:lnTo>
                  <a:pt x="1122045" y="3010853"/>
                </a:lnTo>
                <a:close/>
                <a:moveTo>
                  <a:pt x="229553" y="2444115"/>
                </a:moveTo>
                <a:lnTo>
                  <a:pt x="243840" y="2458403"/>
                </a:lnTo>
                <a:lnTo>
                  <a:pt x="229553" y="2472690"/>
                </a:lnTo>
                <a:lnTo>
                  <a:pt x="215265" y="2458403"/>
                </a:lnTo>
                <a:close/>
                <a:moveTo>
                  <a:pt x="3020378" y="3288983"/>
                </a:moveTo>
                <a:lnTo>
                  <a:pt x="3027998" y="3296603"/>
                </a:lnTo>
                <a:lnTo>
                  <a:pt x="3020378" y="3304223"/>
                </a:lnTo>
                <a:lnTo>
                  <a:pt x="3012758" y="3296603"/>
                </a:lnTo>
                <a:close/>
                <a:moveTo>
                  <a:pt x="1667828" y="489585"/>
                </a:moveTo>
                <a:lnTo>
                  <a:pt x="1684020" y="505778"/>
                </a:lnTo>
                <a:lnTo>
                  <a:pt x="1667828" y="521970"/>
                </a:lnTo>
                <a:lnTo>
                  <a:pt x="1651635" y="505778"/>
                </a:lnTo>
                <a:close/>
                <a:moveTo>
                  <a:pt x="3144203" y="2507933"/>
                </a:moveTo>
                <a:lnTo>
                  <a:pt x="3151823" y="2515553"/>
                </a:lnTo>
                <a:lnTo>
                  <a:pt x="3144203" y="2523173"/>
                </a:lnTo>
                <a:lnTo>
                  <a:pt x="3136583" y="2515553"/>
                </a:lnTo>
                <a:close/>
                <a:moveTo>
                  <a:pt x="3239453" y="745808"/>
                </a:moveTo>
                <a:lnTo>
                  <a:pt x="3247073" y="753428"/>
                </a:lnTo>
                <a:lnTo>
                  <a:pt x="3239453" y="761047"/>
                </a:lnTo>
                <a:lnTo>
                  <a:pt x="3231833" y="753428"/>
                </a:lnTo>
                <a:close/>
                <a:moveTo>
                  <a:pt x="1210628" y="2945130"/>
                </a:moveTo>
                <a:lnTo>
                  <a:pt x="1219200" y="2953703"/>
                </a:lnTo>
                <a:lnTo>
                  <a:pt x="1210628" y="2962275"/>
                </a:lnTo>
                <a:lnTo>
                  <a:pt x="1202055" y="2953703"/>
                </a:lnTo>
                <a:close/>
                <a:moveTo>
                  <a:pt x="1953578" y="2979420"/>
                </a:moveTo>
                <a:lnTo>
                  <a:pt x="1975485" y="3001328"/>
                </a:lnTo>
                <a:lnTo>
                  <a:pt x="1953578" y="3023235"/>
                </a:lnTo>
                <a:lnTo>
                  <a:pt x="1931670" y="3001328"/>
                </a:lnTo>
                <a:close/>
                <a:moveTo>
                  <a:pt x="3763328" y="1634490"/>
                </a:moveTo>
                <a:lnTo>
                  <a:pt x="3777615" y="1648778"/>
                </a:lnTo>
                <a:lnTo>
                  <a:pt x="3763328" y="1663065"/>
                </a:lnTo>
                <a:lnTo>
                  <a:pt x="3749040" y="1648778"/>
                </a:lnTo>
                <a:close/>
                <a:moveTo>
                  <a:pt x="858203" y="1086803"/>
                </a:moveTo>
                <a:lnTo>
                  <a:pt x="877253" y="1105853"/>
                </a:lnTo>
                <a:lnTo>
                  <a:pt x="858203" y="1124903"/>
                </a:lnTo>
                <a:lnTo>
                  <a:pt x="839153" y="1105853"/>
                </a:lnTo>
                <a:close/>
                <a:moveTo>
                  <a:pt x="1258253" y="458153"/>
                </a:moveTo>
                <a:lnTo>
                  <a:pt x="1277303" y="477203"/>
                </a:lnTo>
                <a:lnTo>
                  <a:pt x="1258253" y="496253"/>
                </a:lnTo>
                <a:lnTo>
                  <a:pt x="1239203" y="477203"/>
                </a:lnTo>
                <a:close/>
                <a:moveTo>
                  <a:pt x="534353" y="2623185"/>
                </a:moveTo>
                <a:lnTo>
                  <a:pt x="550545" y="2639378"/>
                </a:lnTo>
                <a:lnTo>
                  <a:pt x="534353" y="2655570"/>
                </a:lnTo>
                <a:lnTo>
                  <a:pt x="518160" y="2639378"/>
                </a:lnTo>
                <a:close/>
                <a:moveTo>
                  <a:pt x="2306003" y="642938"/>
                </a:moveTo>
                <a:lnTo>
                  <a:pt x="2321243" y="658178"/>
                </a:lnTo>
                <a:lnTo>
                  <a:pt x="2306003" y="673418"/>
                </a:lnTo>
                <a:lnTo>
                  <a:pt x="2290763" y="658178"/>
                </a:lnTo>
                <a:close/>
                <a:moveTo>
                  <a:pt x="2058353" y="676275"/>
                </a:moveTo>
                <a:lnTo>
                  <a:pt x="2068830" y="686753"/>
                </a:lnTo>
                <a:lnTo>
                  <a:pt x="2058353" y="697230"/>
                </a:lnTo>
                <a:lnTo>
                  <a:pt x="2047875" y="686753"/>
                </a:lnTo>
                <a:close/>
                <a:moveTo>
                  <a:pt x="2877503" y="3189923"/>
                </a:moveTo>
                <a:lnTo>
                  <a:pt x="2888933" y="3201353"/>
                </a:lnTo>
                <a:lnTo>
                  <a:pt x="2877503" y="3212783"/>
                </a:lnTo>
                <a:lnTo>
                  <a:pt x="2866073" y="3201353"/>
                </a:lnTo>
                <a:close/>
                <a:moveTo>
                  <a:pt x="867728" y="2442210"/>
                </a:moveTo>
                <a:lnTo>
                  <a:pt x="883920" y="2458403"/>
                </a:lnTo>
                <a:lnTo>
                  <a:pt x="867728" y="2474595"/>
                </a:lnTo>
                <a:lnTo>
                  <a:pt x="851535" y="2458403"/>
                </a:lnTo>
                <a:close/>
                <a:moveTo>
                  <a:pt x="762953" y="668655"/>
                </a:moveTo>
                <a:lnTo>
                  <a:pt x="771525" y="677228"/>
                </a:lnTo>
                <a:lnTo>
                  <a:pt x="762953" y="685800"/>
                </a:lnTo>
                <a:lnTo>
                  <a:pt x="754380" y="677228"/>
                </a:lnTo>
                <a:close/>
                <a:moveTo>
                  <a:pt x="820103" y="1117283"/>
                </a:moveTo>
                <a:lnTo>
                  <a:pt x="837248" y="1134428"/>
                </a:lnTo>
                <a:lnTo>
                  <a:pt x="820103" y="1151572"/>
                </a:lnTo>
                <a:lnTo>
                  <a:pt x="802958" y="1134428"/>
                </a:lnTo>
                <a:close/>
                <a:moveTo>
                  <a:pt x="2410778" y="447675"/>
                </a:moveTo>
                <a:lnTo>
                  <a:pt x="2421255" y="458153"/>
                </a:lnTo>
                <a:lnTo>
                  <a:pt x="2410778" y="468630"/>
                </a:lnTo>
                <a:lnTo>
                  <a:pt x="2400300" y="458153"/>
                </a:lnTo>
                <a:close/>
                <a:moveTo>
                  <a:pt x="1934528" y="3547110"/>
                </a:moveTo>
                <a:lnTo>
                  <a:pt x="1941195" y="3553778"/>
                </a:lnTo>
                <a:lnTo>
                  <a:pt x="1934528" y="3560445"/>
                </a:lnTo>
                <a:lnTo>
                  <a:pt x="1927860" y="3553778"/>
                </a:lnTo>
                <a:close/>
                <a:moveTo>
                  <a:pt x="743903" y="706755"/>
                </a:moveTo>
                <a:lnTo>
                  <a:pt x="752475" y="715328"/>
                </a:lnTo>
                <a:lnTo>
                  <a:pt x="743903" y="723900"/>
                </a:lnTo>
                <a:lnTo>
                  <a:pt x="735330" y="715328"/>
                </a:lnTo>
                <a:close/>
                <a:moveTo>
                  <a:pt x="2782253" y="2616518"/>
                </a:moveTo>
                <a:lnTo>
                  <a:pt x="2795588" y="2629853"/>
                </a:lnTo>
                <a:lnTo>
                  <a:pt x="2782253" y="2643188"/>
                </a:lnTo>
                <a:lnTo>
                  <a:pt x="2768918" y="2629853"/>
                </a:lnTo>
                <a:close/>
                <a:moveTo>
                  <a:pt x="3106103" y="354330"/>
                </a:moveTo>
                <a:lnTo>
                  <a:pt x="3114675" y="362903"/>
                </a:lnTo>
                <a:lnTo>
                  <a:pt x="3106103" y="371475"/>
                </a:lnTo>
                <a:lnTo>
                  <a:pt x="3097530" y="362903"/>
                </a:lnTo>
                <a:close/>
                <a:moveTo>
                  <a:pt x="639128" y="1343025"/>
                </a:moveTo>
                <a:lnTo>
                  <a:pt x="649605" y="1353503"/>
                </a:lnTo>
                <a:lnTo>
                  <a:pt x="639128" y="1363980"/>
                </a:lnTo>
                <a:lnTo>
                  <a:pt x="628650" y="1353503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-1573530" y="5133975"/>
            <a:ext cx="1885950" cy="1832610"/>
          </a:xfrm>
          <a:custGeom>
            <a:avLst/>
            <a:gdLst/>
            <a:ahLst/>
            <a:cxnLst/>
            <a:rect l="l" t="t" r="r" b="b"/>
            <a:pathLst>
              <a:path w="1885950" h="1832610">
                <a:moveTo>
                  <a:pt x="1135380" y="1492568"/>
                </a:moveTo>
                <a:lnTo>
                  <a:pt x="1147763" y="1504950"/>
                </a:lnTo>
                <a:lnTo>
                  <a:pt x="1135380" y="1517332"/>
                </a:lnTo>
                <a:lnTo>
                  <a:pt x="1122998" y="1504950"/>
                </a:lnTo>
                <a:close/>
                <a:moveTo>
                  <a:pt x="1497330" y="1271588"/>
                </a:moveTo>
                <a:lnTo>
                  <a:pt x="1511618" y="1285875"/>
                </a:lnTo>
                <a:lnTo>
                  <a:pt x="1497330" y="1300163"/>
                </a:lnTo>
                <a:lnTo>
                  <a:pt x="1483043" y="1285875"/>
                </a:lnTo>
                <a:close/>
                <a:moveTo>
                  <a:pt x="1602105" y="0"/>
                </a:moveTo>
                <a:lnTo>
                  <a:pt x="1621155" y="19050"/>
                </a:lnTo>
                <a:lnTo>
                  <a:pt x="1602105" y="38100"/>
                </a:lnTo>
                <a:lnTo>
                  <a:pt x="1583055" y="19050"/>
                </a:lnTo>
                <a:close/>
                <a:moveTo>
                  <a:pt x="1868805" y="563880"/>
                </a:moveTo>
                <a:lnTo>
                  <a:pt x="1885950" y="581025"/>
                </a:lnTo>
                <a:lnTo>
                  <a:pt x="1868805" y="598170"/>
                </a:lnTo>
                <a:lnTo>
                  <a:pt x="1851660" y="581025"/>
                </a:lnTo>
                <a:close/>
                <a:moveTo>
                  <a:pt x="506730" y="20003"/>
                </a:moveTo>
                <a:lnTo>
                  <a:pt x="524827" y="38100"/>
                </a:lnTo>
                <a:lnTo>
                  <a:pt x="506730" y="56197"/>
                </a:lnTo>
                <a:lnTo>
                  <a:pt x="488632" y="38100"/>
                </a:lnTo>
                <a:close/>
                <a:moveTo>
                  <a:pt x="830580" y="1174432"/>
                </a:moveTo>
                <a:lnTo>
                  <a:pt x="846772" y="1190625"/>
                </a:lnTo>
                <a:lnTo>
                  <a:pt x="830580" y="1206818"/>
                </a:lnTo>
                <a:lnTo>
                  <a:pt x="814387" y="1190625"/>
                </a:lnTo>
                <a:close/>
                <a:moveTo>
                  <a:pt x="1430655" y="586740"/>
                </a:moveTo>
                <a:lnTo>
                  <a:pt x="1443990" y="600075"/>
                </a:lnTo>
                <a:lnTo>
                  <a:pt x="1430655" y="613410"/>
                </a:lnTo>
                <a:lnTo>
                  <a:pt x="1417320" y="600075"/>
                </a:lnTo>
                <a:close/>
                <a:moveTo>
                  <a:pt x="20955" y="588645"/>
                </a:moveTo>
                <a:lnTo>
                  <a:pt x="41910" y="609600"/>
                </a:lnTo>
                <a:lnTo>
                  <a:pt x="20955" y="630555"/>
                </a:lnTo>
                <a:lnTo>
                  <a:pt x="0" y="609600"/>
                </a:lnTo>
                <a:close/>
                <a:moveTo>
                  <a:pt x="1183005" y="1294447"/>
                </a:moveTo>
                <a:lnTo>
                  <a:pt x="1193482" y="1304925"/>
                </a:lnTo>
                <a:lnTo>
                  <a:pt x="1183005" y="1315403"/>
                </a:lnTo>
                <a:lnTo>
                  <a:pt x="1172528" y="1304925"/>
                </a:lnTo>
                <a:close/>
                <a:moveTo>
                  <a:pt x="1764030" y="1266825"/>
                </a:moveTo>
                <a:lnTo>
                  <a:pt x="1773555" y="1276350"/>
                </a:lnTo>
                <a:lnTo>
                  <a:pt x="1764030" y="1285875"/>
                </a:lnTo>
                <a:lnTo>
                  <a:pt x="1754505" y="1276350"/>
                </a:lnTo>
                <a:close/>
                <a:moveTo>
                  <a:pt x="1449705" y="485775"/>
                </a:moveTo>
                <a:lnTo>
                  <a:pt x="1468755" y="504825"/>
                </a:lnTo>
                <a:lnTo>
                  <a:pt x="1449705" y="523875"/>
                </a:lnTo>
                <a:lnTo>
                  <a:pt x="1430655" y="504825"/>
                </a:lnTo>
                <a:close/>
                <a:moveTo>
                  <a:pt x="1430655" y="300990"/>
                </a:moveTo>
                <a:lnTo>
                  <a:pt x="1453515" y="323850"/>
                </a:lnTo>
                <a:lnTo>
                  <a:pt x="1430655" y="346710"/>
                </a:lnTo>
                <a:lnTo>
                  <a:pt x="1407795" y="323850"/>
                </a:lnTo>
                <a:close/>
                <a:moveTo>
                  <a:pt x="973455" y="1019175"/>
                </a:moveTo>
                <a:lnTo>
                  <a:pt x="992505" y="1038225"/>
                </a:lnTo>
                <a:lnTo>
                  <a:pt x="973455" y="1057275"/>
                </a:lnTo>
                <a:lnTo>
                  <a:pt x="954405" y="1038225"/>
                </a:lnTo>
                <a:close/>
                <a:moveTo>
                  <a:pt x="735330" y="1725930"/>
                </a:moveTo>
                <a:lnTo>
                  <a:pt x="752475" y="1743075"/>
                </a:lnTo>
                <a:lnTo>
                  <a:pt x="735330" y="1760220"/>
                </a:lnTo>
                <a:lnTo>
                  <a:pt x="718185" y="1743075"/>
                </a:lnTo>
                <a:close/>
                <a:moveTo>
                  <a:pt x="859155" y="225743"/>
                </a:moveTo>
                <a:lnTo>
                  <a:pt x="881062" y="247650"/>
                </a:lnTo>
                <a:lnTo>
                  <a:pt x="859155" y="269557"/>
                </a:lnTo>
                <a:lnTo>
                  <a:pt x="837247" y="247650"/>
                </a:lnTo>
                <a:close/>
                <a:moveTo>
                  <a:pt x="916305" y="731520"/>
                </a:moveTo>
                <a:lnTo>
                  <a:pt x="937260" y="752475"/>
                </a:lnTo>
                <a:lnTo>
                  <a:pt x="916305" y="773430"/>
                </a:lnTo>
                <a:lnTo>
                  <a:pt x="895350" y="752475"/>
                </a:lnTo>
                <a:close/>
                <a:moveTo>
                  <a:pt x="868680" y="1786890"/>
                </a:moveTo>
                <a:lnTo>
                  <a:pt x="891540" y="1809750"/>
                </a:lnTo>
                <a:lnTo>
                  <a:pt x="868680" y="1832610"/>
                </a:lnTo>
                <a:lnTo>
                  <a:pt x="845820" y="1809750"/>
                </a:lnTo>
                <a:close/>
                <a:moveTo>
                  <a:pt x="868680" y="1124903"/>
                </a:moveTo>
                <a:lnTo>
                  <a:pt x="886778" y="1143000"/>
                </a:lnTo>
                <a:lnTo>
                  <a:pt x="868680" y="1161097"/>
                </a:lnTo>
                <a:lnTo>
                  <a:pt x="850582" y="1143000"/>
                </a:lnTo>
                <a:close/>
                <a:moveTo>
                  <a:pt x="840105" y="541972"/>
                </a:moveTo>
                <a:lnTo>
                  <a:pt x="860107" y="561975"/>
                </a:lnTo>
                <a:lnTo>
                  <a:pt x="840105" y="581978"/>
                </a:lnTo>
                <a:lnTo>
                  <a:pt x="820103" y="561975"/>
                </a:lnTo>
                <a:close/>
                <a:moveTo>
                  <a:pt x="735330" y="1780222"/>
                </a:moveTo>
                <a:lnTo>
                  <a:pt x="755332" y="1800225"/>
                </a:lnTo>
                <a:lnTo>
                  <a:pt x="735330" y="1820228"/>
                </a:lnTo>
                <a:lnTo>
                  <a:pt x="715328" y="1800225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2492692" y="4829175"/>
            <a:ext cx="3251835" cy="2927032"/>
          </a:xfrm>
          <a:custGeom>
            <a:avLst/>
            <a:gdLst/>
            <a:ahLst/>
            <a:cxnLst/>
            <a:rect l="l" t="t" r="r" b="b"/>
            <a:pathLst>
              <a:path w="3251835" h="2927032">
                <a:moveTo>
                  <a:pt x="3235643" y="908685"/>
                </a:moveTo>
                <a:lnTo>
                  <a:pt x="3250882" y="923925"/>
                </a:lnTo>
                <a:lnTo>
                  <a:pt x="3235643" y="939165"/>
                </a:lnTo>
                <a:lnTo>
                  <a:pt x="3220403" y="923925"/>
                </a:lnTo>
                <a:close/>
                <a:moveTo>
                  <a:pt x="1283018" y="2354580"/>
                </a:moveTo>
                <a:lnTo>
                  <a:pt x="1290638" y="2362200"/>
                </a:lnTo>
                <a:lnTo>
                  <a:pt x="1283018" y="2369820"/>
                </a:lnTo>
                <a:lnTo>
                  <a:pt x="1275397" y="2362200"/>
                </a:lnTo>
                <a:close/>
                <a:moveTo>
                  <a:pt x="16192" y="1679257"/>
                </a:moveTo>
                <a:lnTo>
                  <a:pt x="32385" y="1695450"/>
                </a:lnTo>
                <a:lnTo>
                  <a:pt x="16192" y="1711643"/>
                </a:lnTo>
                <a:lnTo>
                  <a:pt x="0" y="1695450"/>
                </a:lnTo>
                <a:close/>
                <a:moveTo>
                  <a:pt x="749617" y="2503170"/>
                </a:moveTo>
                <a:lnTo>
                  <a:pt x="761047" y="2514600"/>
                </a:lnTo>
                <a:lnTo>
                  <a:pt x="749617" y="2526030"/>
                </a:lnTo>
                <a:lnTo>
                  <a:pt x="738188" y="2514600"/>
                </a:lnTo>
                <a:close/>
                <a:moveTo>
                  <a:pt x="311467" y="617220"/>
                </a:moveTo>
                <a:lnTo>
                  <a:pt x="332422" y="638175"/>
                </a:lnTo>
                <a:lnTo>
                  <a:pt x="311467" y="659130"/>
                </a:lnTo>
                <a:lnTo>
                  <a:pt x="290513" y="638175"/>
                </a:lnTo>
                <a:close/>
                <a:moveTo>
                  <a:pt x="2930843" y="765810"/>
                </a:moveTo>
                <a:lnTo>
                  <a:pt x="2946083" y="781050"/>
                </a:lnTo>
                <a:lnTo>
                  <a:pt x="2930843" y="796290"/>
                </a:lnTo>
                <a:lnTo>
                  <a:pt x="2915602" y="781050"/>
                </a:lnTo>
                <a:close/>
                <a:moveTo>
                  <a:pt x="3245168" y="393382"/>
                </a:moveTo>
                <a:lnTo>
                  <a:pt x="3251835" y="400050"/>
                </a:lnTo>
                <a:lnTo>
                  <a:pt x="3245168" y="406718"/>
                </a:lnTo>
                <a:lnTo>
                  <a:pt x="3238500" y="400050"/>
                </a:lnTo>
                <a:close/>
                <a:moveTo>
                  <a:pt x="1206817" y="0"/>
                </a:moveTo>
                <a:lnTo>
                  <a:pt x="1225868" y="19050"/>
                </a:lnTo>
                <a:lnTo>
                  <a:pt x="1206817" y="38100"/>
                </a:lnTo>
                <a:lnTo>
                  <a:pt x="1187768" y="19050"/>
                </a:lnTo>
                <a:close/>
                <a:moveTo>
                  <a:pt x="1349692" y="96203"/>
                </a:moveTo>
                <a:lnTo>
                  <a:pt x="1358265" y="104775"/>
                </a:lnTo>
                <a:lnTo>
                  <a:pt x="1349692" y="113347"/>
                </a:lnTo>
                <a:lnTo>
                  <a:pt x="1341120" y="104775"/>
                </a:lnTo>
                <a:close/>
                <a:moveTo>
                  <a:pt x="2273618" y="2883218"/>
                </a:moveTo>
                <a:lnTo>
                  <a:pt x="2295525" y="2905125"/>
                </a:lnTo>
                <a:lnTo>
                  <a:pt x="2273618" y="2927032"/>
                </a:lnTo>
                <a:lnTo>
                  <a:pt x="2251710" y="2905125"/>
                </a:lnTo>
                <a:close/>
                <a:moveTo>
                  <a:pt x="2826067" y="2035493"/>
                </a:moveTo>
                <a:lnTo>
                  <a:pt x="2847975" y="2057400"/>
                </a:lnTo>
                <a:lnTo>
                  <a:pt x="2826067" y="2079307"/>
                </a:lnTo>
                <a:lnTo>
                  <a:pt x="2804160" y="2057400"/>
                </a:lnTo>
                <a:close/>
                <a:moveTo>
                  <a:pt x="2426017" y="2523173"/>
                </a:moveTo>
                <a:lnTo>
                  <a:pt x="2446020" y="2543175"/>
                </a:lnTo>
                <a:lnTo>
                  <a:pt x="2426017" y="2563178"/>
                </a:lnTo>
                <a:lnTo>
                  <a:pt x="2406015" y="2543175"/>
                </a:lnTo>
                <a:close/>
                <a:moveTo>
                  <a:pt x="1159193" y="797243"/>
                </a:moveTo>
                <a:lnTo>
                  <a:pt x="1181100" y="819150"/>
                </a:lnTo>
                <a:lnTo>
                  <a:pt x="1159193" y="841057"/>
                </a:lnTo>
                <a:lnTo>
                  <a:pt x="1137285" y="819150"/>
                </a:lnTo>
                <a:close/>
                <a:moveTo>
                  <a:pt x="2064068" y="95250"/>
                </a:moveTo>
                <a:lnTo>
                  <a:pt x="2073593" y="104775"/>
                </a:lnTo>
                <a:lnTo>
                  <a:pt x="2064068" y="114300"/>
                </a:lnTo>
                <a:lnTo>
                  <a:pt x="2054542" y="104775"/>
                </a:lnTo>
                <a:close/>
                <a:moveTo>
                  <a:pt x="2635568" y="492443"/>
                </a:moveTo>
                <a:lnTo>
                  <a:pt x="2647950" y="504825"/>
                </a:lnTo>
                <a:lnTo>
                  <a:pt x="2635568" y="517207"/>
                </a:lnTo>
                <a:lnTo>
                  <a:pt x="2623185" y="50482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-2647950" y="3981450"/>
            <a:ext cx="3924300" cy="3724275"/>
          </a:xfrm>
          <a:custGeom>
            <a:avLst/>
            <a:gdLst/>
            <a:ahLst/>
            <a:cxnLst/>
            <a:rect l="l" t="t" r="r" b="b"/>
            <a:pathLst>
              <a:path w="3924300" h="3724275">
                <a:moveTo>
                  <a:pt x="3867150" y="1933575"/>
                </a:moveTo>
                <a:quadBezTo>
                  <a:pt x="3895725" y="2009775"/>
                  <a:pt x="3924300" y="2124075"/>
                </a:quadBezTo>
                <a:moveTo>
                  <a:pt x="1638300" y="19050"/>
                </a:moveTo>
                <a:quadBezTo>
                  <a:pt x="1685925" y="0"/>
                  <a:pt x="1743075" y="19050"/>
                </a:quadBezTo>
                <a:moveTo>
                  <a:pt x="295275" y="1685925"/>
                </a:moveTo>
                <a:quadBezTo>
                  <a:pt x="314325" y="1562100"/>
                  <a:pt x="342900" y="1476375"/>
                </a:quadBezTo>
                <a:moveTo>
                  <a:pt x="171450" y="2790825"/>
                </a:moveTo>
                <a:quadBezTo>
                  <a:pt x="85725" y="2667000"/>
                  <a:pt x="0" y="2571750"/>
                </a:quadBezTo>
                <a:moveTo>
                  <a:pt x="3590925" y="1095375"/>
                </a:moveTo>
                <a:quadBezTo>
                  <a:pt x="3619500" y="1123950"/>
                  <a:pt x="3648075" y="1200150"/>
                </a:quadBezTo>
                <a:moveTo>
                  <a:pt x="1371600" y="3724275"/>
                </a:moveTo>
                <a:quadBezTo>
                  <a:pt x="1257300" y="3657600"/>
                  <a:pt x="1133475" y="3619500"/>
                </a:quadBezTo>
                <a:moveTo>
                  <a:pt x="3190875" y="2295525"/>
                </a:moveTo>
                <a:quadBezTo>
                  <a:pt x="3190875" y="2333625"/>
                  <a:pt x="3190875" y="2419350"/>
                </a:quadBezTo>
                <a:moveTo>
                  <a:pt x="3648075" y="1419225"/>
                </a:moveTo>
                <a:quadBezTo>
                  <a:pt x="3676650" y="1447800"/>
                  <a:pt x="3705225" y="1504950"/>
                </a:quadBezTo>
                <a:moveTo>
                  <a:pt x="495300" y="1628775"/>
                </a:moveTo>
                <a:quadBezTo>
                  <a:pt x="514350" y="1485900"/>
                  <a:pt x="533400" y="1381125"/>
                </a:quadBezTo>
                <a:moveTo>
                  <a:pt x="3019425" y="352425"/>
                </a:moveTo>
                <a:quadBezTo>
                  <a:pt x="3133725" y="428625"/>
                  <a:pt x="3238500" y="542925"/>
                </a:quadBezTo>
                <a:moveTo>
                  <a:pt x="3181350" y="2162175"/>
                </a:moveTo>
                <a:quadBezTo>
                  <a:pt x="3152775" y="2247900"/>
                  <a:pt x="3124200" y="2381250"/>
                </a:quadBezTo>
                <a:moveTo>
                  <a:pt x="3867150" y="1485900"/>
                </a:moveTo>
                <a:quadBezTo>
                  <a:pt x="3876675" y="1609725"/>
                  <a:pt x="3886200" y="1771650"/>
                </a:quadBezTo>
                <a:moveTo>
                  <a:pt x="3133725" y="1181100"/>
                </a:moveTo>
                <a:quadBezTo>
                  <a:pt x="3181350" y="1238250"/>
                  <a:pt x="3238500" y="1343025"/>
                </a:quadBezTo>
                <a:moveTo>
                  <a:pt x="3219450" y="2933700"/>
                </a:moveTo>
                <a:quadBezTo>
                  <a:pt x="3162300" y="3028950"/>
                  <a:pt x="3105150" y="31527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514350" y="5743575"/>
            <a:ext cx="1619250" cy="1685925"/>
          </a:xfrm>
          <a:custGeom>
            <a:avLst/>
            <a:gdLst/>
            <a:ahLst/>
            <a:cxnLst/>
            <a:rect l="l" t="t" r="r" b="b"/>
            <a:pathLst>
              <a:path w="1619250" h="1685925">
                <a:moveTo>
                  <a:pt x="1028700" y="57150"/>
                </a:moveTo>
                <a:lnTo>
                  <a:pt x="733425" y="457200"/>
                </a:lnTo>
                <a:moveTo>
                  <a:pt x="1000125" y="38100"/>
                </a:moveTo>
                <a:lnTo>
                  <a:pt x="762000" y="352425"/>
                </a:lnTo>
                <a:moveTo>
                  <a:pt x="971550" y="19050"/>
                </a:moveTo>
                <a:lnTo>
                  <a:pt x="695325" y="390525"/>
                </a:lnTo>
                <a:moveTo>
                  <a:pt x="942975" y="0"/>
                </a:moveTo>
                <a:lnTo>
                  <a:pt x="723900" y="295275"/>
                </a:lnTo>
                <a:moveTo>
                  <a:pt x="457200" y="1238250"/>
                </a:moveTo>
                <a:lnTo>
                  <a:pt x="180975" y="1600200"/>
                </a:lnTo>
                <a:moveTo>
                  <a:pt x="438150" y="1228725"/>
                </a:moveTo>
                <a:lnTo>
                  <a:pt x="152400" y="1600200"/>
                </a:lnTo>
                <a:moveTo>
                  <a:pt x="419100" y="1209675"/>
                </a:moveTo>
                <a:lnTo>
                  <a:pt x="66675" y="1666875"/>
                </a:lnTo>
                <a:moveTo>
                  <a:pt x="390525" y="1181100"/>
                </a:moveTo>
                <a:lnTo>
                  <a:pt x="0" y="1685925"/>
                </a:lnTo>
                <a:moveTo>
                  <a:pt x="1343025" y="895350"/>
                </a:moveTo>
                <a:lnTo>
                  <a:pt x="1590675" y="1333500"/>
                </a:lnTo>
                <a:moveTo>
                  <a:pt x="1314450" y="914400"/>
                </a:moveTo>
                <a:lnTo>
                  <a:pt x="1619250" y="1447800"/>
                </a:lnTo>
                <a:moveTo>
                  <a:pt x="1285875" y="933450"/>
                </a:moveTo>
                <a:lnTo>
                  <a:pt x="1552575" y="1400175"/>
                </a:lnTo>
                <a:moveTo>
                  <a:pt x="1266825" y="942975"/>
                </a:moveTo>
                <a:lnTo>
                  <a:pt x="1504950" y="13525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01375" y="864870"/>
            <a:ext cx="80010" cy="354330"/>
          </a:xfrm>
          <a:custGeom>
            <a:avLst/>
            <a:gdLst/>
            <a:ahLst/>
            <a:cxnLst/>
            <a:rect l="l" t="t" r="r" b="b"/>
            <a:pathLst>
              <a:path w="80010" h="354330">
                <a:moveTo>
                  <a:pt x="0" y="354330"/>
                </a:moveTo>
                <a:quadBezTo>
                  <a:pt x="80010" y="182880"/>
                  <a:pt x="57150" y="0"/>
                </a:quadBezTo>
              </a:path>
            </a:pathLst>
          </a:custGeom>
          <a:noFill/>
          <a:ln w="11430">
            <a:solidFill>
              <a:srgbClr val="14729E">
                <a:alpha val="4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50880" y="1002030"/>
            <a:ext cx="190500" cy="102870"/>
          </a:xfrm>
          <a:custGeom>
            <a:avLst/>
            <a:gdLst/>
            <a:ahLst/>
            <a:cxnLst/>
            <a:rect l="l" t="t" r="r" b="b"/>
            <a:pathLst>
              <a:path w="190500" h="102870">
                <a:moveTo>
                  <a:pt x="190500" y="102870"/>
                </a:moveTo>
                <a:quadBezTo>
                  <a:pt x="57150" y="80010"/>
                  <a:pt x="0" y="11430"/>
                </a:quadBezTo>
                <a:quadBezTo>
                  <a:pt x="152400" y="0"/>
                  <a:pt x="190500" y="102870"/>
                </a:quadBezTo>
                <a:close/>
              </a:path>
            </a:pathLst>
          </a:custGeom>
          <a:solidFill>
            <a:srgbClr val="14729E">
              <a:alpha val="3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064240" y="967740"/>
            <a:ext cx="228600" cy="91440"/>
          </a:xfrm>
          <a:custGeom>
            <a:avLst/>
            <a:gdLst/>
            <a:ahLst/>
            <a:cxnLst/>
            <a:rect l="l" t="t" r="r" b="b"/>
            <a:pathLst>
              <a:path w="228600" h="91440">
                <a:moveTo>
                  <a:pt x="0" y="45720"/>
                </a:moveTo>
                <a:quadBezTo>
                  <a:pt x="142875" y="0"/>
                  <a:pt x="228600" y="22860"/>
                </a:quadBezTo>
                <a:quadBezTo>
                  <a:pt x="152400" y="91440"/>
                  <a:pt x="0" y="45720"/>
                </a:quadBezTo>
                <a:close/>
              </a:path>
            </a:pathLst>
          </a:custGeom>
          <a:solidFill>
            <a:srgbClr val="14729E">
              <a:alpha val="29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925175" y="819150"/>
            <a:ext cx="133350" cy="102870"/>
          </a:xfrm>
          <a:custGeom>
            <a:avLst/>
            <a:gdLst/>
            <a:ahLst/>
            <a:cxnLst/>
            <a:rect l="l" t="t" r="r" b="b"/>
            <a:pathLst>
              <a:path w="133350" h="102870">
                <a:moveTo>
                  <a:pt x="133350" y="102870"/>
                </a:moveTo>
                <a:quadBezTo>
                  <a:pt x="19050" y="68580"/>
                  <a:pt x="0" y="0"/>
                </a:quadBezTo>
                <a:quadBezTo>
                  <a:pt x="133350" y="0"/>
                  <a:pt x="133350" y="102870"/>
                </a:quadBezTo>
                <a:close/>
              </a:path>
            </a:pathLst>
          </a:custGeom>
          <a:solidFill>
            <a:srgbClr val="14729E">
              <a:alpha val="31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捉蟹装备大集合</a:t>
            </a:r>
            <a:endParaRPr lang="en-US" sz="2850" dirty="0"/>
          </a:p>
        </p:txBody>
      </p:sp>
      <p:sp>
        <p:nvSpPr>
          <p:cNvPr id="58" name="svg2pptx-0056-blk0002-0000"/>
          <p:cNvSpPr/>
          <p:nvPr/>
        </p:nvSpPr>
        <p:spPr>
          <a:xfrm>
            <a:off x="914400" y="18402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我的装备</a:t>
            </a:r>
            <a:endParaRPr lang="en-US" sz="1200" dirty="0"/>
          </a:p>
        </p:txBody>
      </p:sp>
      <p:sp>
        <p:nvSpPr>
          <p:cNvPr id="59" name="svg2pptx-0057-blk0002-0000"/>
          <p:cNvSpPr/>
          <p:nvPr/>
        </p:nvSpPr>
        <p:spPr>
          <a:xfrm>
            <a:off x="914400" y="20383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0" name="svg2pptx-0058-blk0002-0000"/>
          <p:cNvSpPr/>
          <p:nvPr/>
        </p:nvSpPr>
        <p:spPr>
          <a:xfrm>
            <a:off x="914400" y="2093595"/>
            <a:ext cx="628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探照灯</a:t>
            </a:r>
            <a:endParaRPr lang="en-US" sz="1050" dirty="0"/>
          </a:p>
        </p:txBody>
      </p:sp>
      <p:sp>
        <p:nvSpPr>
          <p:cNvPr id="61" name="svg2pptx-0059-blk0002-0000"/>
          <p:cNvSpPr/>
          <p:nvPr/>
        </p:nvSpPr>
        <p:spPr>
          <a:xfrm>
            <a:off x="1619250" y="20383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2" name="svg2pptx-0060-blk0002-0000"/>
          <p:cNvSpPr/>
          <p:nvPr/>
        </p:nvSpPr>
        <p:spPr>
          <a:xfrm>
            <a:off x="1619250" y="2093595"/>
            <a:ext cx="895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连体防水服</a:t>
            </a:r>
            <a:endParaRPr lang="en-US" sz="1050" dirty="0"/>
          </a:p>
        </p:txBody>
      </p:sp>
      <p:sp>
        <p:nvSpPr>
          <p:cNvPr id="63" name="svg2pptx-0061-blk0002-0000"/>
          <p:cNvSpPr/>
          <p:nvPr/>
        </p:nvSpPr>
        <p:spPr>
          <a:xfrm>
            <a:off x="2590800" y="2038350"/>
            <a:ext cx="4953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4" name="svg2pptx-0062-blk0002-0000"/>
          <p:cNvSpPr/>
          <p:nvPr/>
        </p:nvSpPr>
        <p:spPr>
          <a:xfrm>
            <a:off x="2590800" y="2093595"/>
            <a:ext cx="495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手套</a:t>
            </a:r>
            <a:endParaRPr lang="en-US" sz="1050" dirty="0"/>
          </a:p>
        </p:txBody>
      </p:sp>
      <p:sp>
        <p:nvSpPr>
          <p:cNvPr id="65" name="svg2pptx-0063-blk0002-0000"/>
          <p:cNvSpPr/>
          <p:nvPr/>
        </p:nvSpPr>
        <p:spPr>
          <a:xfrm>
            <a:off x="3162300" y="20383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6" name="svg2pptx-0064-blk0002-0000"/>
          <p:cNvSpPr/>
          <p:nvPr/>
        </p:nvSpPr>
        <p:spPr>
          <a:xfrm>
            <a:off x="3162300" y="2093595"/>
            <a:ext cx="628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小水桶</a:t>
            </a:r>
            <a:endParaRPr lang="en-US" sz="1050" dirty="0"/>
          </a:p>
        </p:txBody>
      </p:sp>
      <p:sp>
        <p:nvSpPr>
          <p:cNvPr id="67" name="svg2pptx-0065-blk0002-0000"/>
          <p:cNvSpPr/>
          <p:nvPr/>
        </p:nvSpPr>
        <p:spPr>
          <a:xfrm>
            <a:off x="3867150" y="20383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8" name="svg2pptx-0066-blk0002-0000"/>
          <p:cNvSpPr/>
          <p:nvPr/>
        </p:nvSpPr>
        <p:spPr>
          <a:xfrm>
            <a:off x="3867150" y="2093595"/>
            <a:ext cx="628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大钳子</a:t>
            </a:r>
            <a:endParaRPr lang="en-US" sz="1050" dirty="0"/>
          </a:p>
        </p:txBody>
      </p:sp>
      <p:sp>
        <p:nvSpPr>
          <p:cNvPr id="69" name="svg2pptx-0067-blk0002-0001"/>
          <p:cNvSpPr/>
          <p:nvPr/>
        </p:nvSpPr>
        <p:spPr>
          <a:xfrm>
            <a:off x="914400" y="2714625"/>
            <a:ext cx="7505700" cy="657225"/>
          </a:xfrm>
          <a:prstGeom prst="roundRect">
            <a:avLst>
              <a:gd name="adj" fmla="val 8696"/>
            </a:avLst>
          </a:prstGeom>
          <a:solidFill>
            <a:srgbClr val="F7B733"/>
          </a:solidFill>
          <a:ln/>
        </p:spPr>
      </p:sp>
      <p:sp>
        <p:nvSpPr>
          <p:cNvPr id="70" name="svg2pptx-0068-blk0002-0001"/>
          <p:cNvSpPr/>
          <p:nvPr/>
        </p:nvSpPr>
        <p:spPr>
          <a:xfrm>
            <a:off x="914400" y="2743200"/>
            <a:ext cx="75057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71" name="svg2pptx-0069-blk0002-0001"/>
          <p:cNvSpPr/>
          <p:nvPr/>
        </p:nvSpPr>
        <p:spPr>
          <a:xfrm>
            <a:off x="1079500" y="2978150"/>
            <a:ext cx="127000" cy="158748"/>
          </a:xfrm>
          <a:custGeom>
            <a:avLst/>
            <a:gdLst/>
            <a:ahLst/>
            <a:cxnLst/>
            <a:rect l="l" t="t" r="r" b="b"/>
            <a:pathLst>
              <a:path w="127000" h="158748">
                <a:moveTo>
                  <a:pt x="127000" y="63500"/>
                </a:moveTo>
                <a:cubicBezTo>
                  <a:pt x="127000" y="103132"/>
                  <a:pt x="83034" y="144407"/>
                  <a:pt x="68270" y="157155"/>
                </a:cubicBezTo>
                <a:arcTo hR="7938" wR="7938" stAng="3183507" swAng="4432986"/>
                <a:cubicBezTo>
                  <a:pt x="43966" y="144407"/>
                  <a:pt x="0" y="103132"/>
                  <a:pt x="0" y="63500"/>
                </a:cubicBezTo>
                <a:arcTo hR="63500" wR="63500" stAng="10800000" swAng="10800000"/>
              </a:path>
            </a:pathLst>
          </a:custGeom>
          <a:noFill/>
          <a:ln w="15875">
            <a:solidFill>
              <a:srgbClr val="F7B733"/>
            </a:solidFill>
            <a:prstDash val="solid"/>
          </a:ln>
        </p:spPr>
      </p:sp>
      <p:sp>
        <p:nvSpPr>
          <p:cNvPr id="72" name="svg2pptx-0070-blk0002-0001"/>
          <p:cNvSpPr/>
          <p:nvPr/>
        </p:nvSpPr>
        <p:spPr>
          <a:xfrm>
            <a:off x="1119188" y="3017838"/>
            <a:ext cx="47625" cy="47625"/>
          </a:xfrm>
          <a:prstGeom prst="ellipse">
            <a:avLst/>
          </a:prstGeom>
          <a:noFill/>
          <a:ln w="15875">
            <a:solidFill>
              <a:srgbClr val="F7B733"/>
            </a:solidFill>
            <a:prstDash val="solid"/>
          </a:ln>
        </p:spPr>
      </p:sp>
      <p:sp>
        <p:nvSpPr>
          <p:cNvPr id="73" name="svg2pptx-0071-blk0002-0001"/>
          <p:cNvSpPr/>
          <p:nvPr/>
        </p:nvSpPr>
        <p:spPr>
          <a:xfrm>
            <a:off x="1333500" y="2941320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全副武装，向礁石群出发！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E4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14729E">
              <a:alpha val="1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7B733"/>
          </a:solidFill>
          <a:ln/>
        </p:spPr>
      </p:sp>
      <p:sp>
        <p:nvSpPr>
          <p:cNvPr id="78" name="Shape 7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E4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· 三年级演讲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9FC"/>
          </a:solidFill>
          <a:ln/>
        </p:spPr>
      </p:sp>
      <p:sp>
        <p:nvSpPr>
          <p:cNvPr id="3" name="Shape 1"/>
          <p:cNvSpPr/>
          <p:nvPr/>
        </p:nvSpPr>
        <p:spPr>
          <a:xfrm>
            <a:off x="11687175" y="-1104900"/>
            <a:ext cx="2514600" cy="4105275"/>
          </a:xfrm>
          <a:custGeom>
            <a:avLst/>
            <a:gdLst/>
            <a:ahLst/>
            <a:cxnLst/>
            <a:rect l="l" t="t" r="r" b="b"/>
            <a:pathLst>
              <a:path w="2514600" h="4105275">
                <a:moveTo>
                  <a:pt x="1066800" y="4105275"/>
                </a:moveTo>
                <a:lnTo>
                  <a:pt x="1076325" y="4067175"/>
                </a:lnTo>
                <a:lnTo>
                  <a:pt x="1038225" y="4057650"/>
                </a:lnTo>
                <a:lnTo>
                  <a:pt x="1009650" y="4057650"/>
                </a:lnTo>
                <a:lnTo>
                  <a:pt x="962025" y="4000500"/>
                </a:lnTo>
                <a:lnTo>
                  <a:pt x="942975" y="3990975"/>
                </a:lnTo>
                <a:lnTo>
                  <a:pt x="933450" y="3943350"/>
                </a:lnTo>
                <a:lnTo>
                  <a:pt x="866775" y="3914775"/>
                </a:lnTo>
                <a:lnTo>
                  <a:pt x="847725" y="3895725"/>
                </a:lnTo>
                <a:lnTo>
                  <a:pt x="828675" y="3876675"/>
                </a:lnTo>
                <a:lnTo>
                  <a:pt x="800100" y="3810000"/>
                </a:lnTo>
                <a:lnTo>
                  <a:pt x="714375" y="3781425"/>
                </a:lnTo>
                <a:lnTo>
                  <a:pt x="723900" y="3752850"/>
                </a:lnTo>
                <a:lnTo>
                  <a:pt x="676275" y="3724275"/>
                </a:lnTo>
                <a:lnTo>
                  <a:pt x="647700" y="3676650"/>
                </a:lnTo>
                <a:lnTo>
                  <a:pt x="609600" y="3638550"/>
                </a:lnTo>
                <a:lnTo>
                  <a:pt x="609600" y="3619500"/>
                </a:lnTo>
                <a:lnTo>
                  <a:pt x="523875" y="3581400"/>
                </a:lnTo>
                <a:lnTo>
                  <a:pt x="552450" y="3514725"/>
                </a:lnTo>
                <a:lnTo>
                  <a:pt x="466725" y="3524250"/>
                </a:lnTo>
                <a:lnTo>
                  <a:pt x="476250" y="3448050"/>
                </a:lnTo>
                <a:lnTo>
                  <a:pt x="438150" y="3429000"/>
                </a:lnTo>
                <a:lnTo>
                  <a:pt x="428625" y="3381375"/>
                </a:lnTo>
                <a:lnTo>
                  <a:pt x="381000" y="3400425"/>
                </a:lnTo>
                <a:lnTo>
                  <a:pt x="361950" y="3343275"/>
                </a:lnTo>
                <a:lnTo>
                  <a:pt x="314325" y="3305175"/>
                </a:lnTo>
                <a:lnTo>
                  <a:pt x="285750" y="3276600"/>
                </a:lnTo>
                <a:lnTo>
                  <a:pt x="247650" y="3257550"/>
                </a:lnTo>
                <a:lnTo>
                  <a:pt x="228600" y="3219450"/>
                </a:lnTo>
                <a:lnTo>
                  <a:pt x="200025" y="3171825"/>
                </a:lnTo>
                <a:lnTo>
                  <a:pt x="142875" y="3162300"/>
                </a:lnTo>
                <a:lnTo>
                  <a:pt x="133350" y="3095625"/>
                </a:lnTo>
                <a:lnTo>
                  <a:pt x="104775" y="3038475"/>
                </a:lnTo>
                <a:lnTo>
                  <a:pt x="276225" y="3086100"/>
                </a:lnTo>
                <a:lnTo>
                  <a:pt x="142875" y="2886075"/>
                </a:lnTo>
                <a:lnTo>
                  <a:pt x="390525" y="2828925"/>
                </a:lnTo>
                <a:lnTo>
                  <a:pt x="371475" y="2867025"/>
                </a:lnTo>
                <a:lnTo>
                  <a:pt x="276225" y="2762250"/>
                </a:lnTo>
                <a:lnTo>
                  <a:pt x="257175" y="2924175"/>
                </a:lnTo>
                <a:lnTo>
                  <a:pt x="161925" y="2800350"/>
                </a:lnTo>
                <a:lnTo>
                  <a:pt x="104775" y="2733675"/>
                </a:lnTo>
                <a:lnTo>
                  <a:pt x="114300" y="2676525"/>
                </a:lnTo>
                <a:lnTo>
                  <a:pt x="142875" y="2657475"/>
                </a:lnTo>
                <a:lnTo>
                  <a:pt x="152400" y="2514600"/>
                </a:lnTo>
                <a:lnTo>
                  <a:pt x="142875" y="2486025"/>
                </a:lnTo>
                <a:lnTo>
                  <a:pt x="152400" y="2486025"/>
                </a:lnTo>
                <a:lnTo>
                  <a:pt x="95250" y="2390775"/>
                </a:lnTo>
                <a:lnTo>
                  <a:pt x="190500" y="2428875"/>
                </a:lnTo>
                <a:lnTo>
                  <a:pt x="190500" y="2362200"/>
                </a:lnTo>
                <a:lnTo>
                  <a:pt x="180975" y="2343150"/>
                </a:lnTo>
                <a:lnTo>
                  <a:pt x="209550" y="2305050"/>
                </a:lnTo>
                <a:lnTo>
                  <a:pt x="152400" y="2238375"/>
                </a:lnTo>
                <a:lnTo>
                  <a:pt x="114300" y="2162175"/>
                </a:lnTo>
                <a:lnTo>
                  <a:pt x="104775" y="2143125"/>
                </a:lnTo>
                <a:lnTo>
                  <a:pt x="152400" y="2019300"/>
                </a:lnTo>
                <a:lnTo>
                  <a:pt x="142875" y="1962150"/>
                </a:lnTo>
                <a:lnTo>
                  <a:pt x="76200" y="1866900"/>
                </a:lnTo>
                <a:lnTo>
                  <a:pt x="76200" y="1857375"/>
                </a:lnTo>
                <a:lnTo>
                  <a:pt x="95250" y="1828800"/>
                </a:lnTo>
                <a:lnTo>
                  <a:pt x="66675" y="1790700"/>
                </a:lnTo>
                <a:lnTo>
                  <a:pt x="38100" y="1743075"/>
                </a:lnTo>
                <a:lnTo>
                  <a:pt x="28575" y="1704975"/>
                </a:lnTo>
                <a:lnTo>
                  <a:pt x="9525" y="1628775"/>
                </a:lnTo>
                <a:lnTo>
                  <a:pt x="0" y="1590675"/>
                </a:lnTo>
                <a:lnTo>
                  <a:pt x="19050" y="1524000"/>
                </a:lnTo>
                <a:lnTo>
                  <a:pt x="76200" y="1457325"/>
                </a:lnTo>
                <a:lnTo>
                  <a:pt x="76200" y="1390650"/>
                </a:lnTo>
                <a:lnTo>
                  <a:pt x="123825" y="1371600"/>
                </a:lnTo>
                <a:lnTo>
                  <a:pt x="161925" y="1285875"/>
                </a:lnTo>
                <a:lnTo>
                  <a:pt x="190500" y="1285875"/>
                </a:lnTo>
                <a:lnTo>
                  <a:pt x="200025" y="1228725"/>
                </a:lnTo>
                <a:lnTo>
                  <a:pt x="161925" y="1228725"/>
                </a:lnTo>
                <a:lnTo>
                  <a:pt x="161925" y="1162050"/>
                </a:lnTo>
                <a:lnTo>
                  <a:pt x="180975" y="1123950"/>
                </a:lnTo>
                <a:lnTo>
                  <a:pt x="200025" y="1085850"/>
                </a:lnTo>
                <a:lnTo>
                  <a:pt x="219075" y="1038225"/>
                </a:lnTo>
                <a:lnTo>
                  <a:pt x="180975" y="981075"/>
                </a:lnTo>
                <a:lnTo>
                  <a:pt x="238125" y="981075"/>
                </a:lnTo>
                <a:lnTo>
                  <a:pt x="247650" y="971550"/>
                </a:lnTo>
                <a:lnTo>
                  <a:pt x="295275" y="895350"/>
                </a:lnTo>
                <a:lnTo>
                  <a:pt x="323850" y="904875"/>
                </a:lnTo>
                <a:lnTo>
                  <a:pt x="314325" y="790575"/>
                </a:lnTo>
                <a:lnTo>
                  <a:pt x="257175" y="771525"/>
                </a:lnTo>
                <a:lnTo>
                  <a:pt x="295275" y="752475"/>
                </a:lnTo>
                <a:lnTo>
                  <a:pt x="323850" y="742950"/>
                </a:lnTo>
                <a:lnTo>
                  <a:pt x="333375" y="685800"/>
                </a:lnTo>
                <a:lnTo>
                  <a:pt x="361950" y="685800"/>
                </a:lnTo>
                <a:lnTo>
                  <a:pt x="419100" y="590550"/>
                </a:lnTo>
                <a:lnTo>
                  <a:pt x="390525" y="581025"/>
                </a:lnTo>
                <a:lnTo>
                  <a:pt x="390525" y="552450"/>
                </a:lnTo>
                <a:lnTo>
                  <a:pt x="419100" y="495300"/>
                </a:lnTo>
                <a:lnTo>
                  <a:pt x="466725" y="447675"/>
                </a:lnTo>
                <a:lnTo>
                  <a:pt x="447675" y="457200"/>
                </a:lnTo>
                <a:lnTo>
                  <a:pt x="495300" y="371475"/>
                </a:lnTo>
                <a:lnTo>
                  <a:pt x="514350" y="371475"/>
                </a:lnTo>
                <a:lnTo>
                  <a:pt x="495300" y="295275"/>
                </a:lnTo>
                <a:lnTo>
                  <a:pt x="571500" y="257175"/>
                </a:lnTo>
                <a:lnTo>
                  <a:pt x="571500" y="285750"/>
                </a:lnTo>
                <a:lnTo>
                  <a:pt x="628650" y="257175"/>
                </a:lnTo>
                <a:lnTo>
                  <a:pt x="609600" y="228600"/>
                </a:lnTo>
                <a:lnTo>
                  <a:pt x="666750" y="209550"/>
                </a:lnTo>
                <a:lnTo>
                  <a:pt x="647700" y="190500"/>
                </a:lnTo>
                <a:lnTo>
                  <a:pt x="723900" y="219075"/>
                </a:lnTo>
                <a:lnTo>
                  <a:pt x="733425" y="171450"/>
                </a:lnTo>
                <a:lnTo>
                  <a:pt x="742950" y="152400"/>
                </a:lnTo>
                <a:lnTo>
                  <a:pt x="771525" y="209550"/>
                </a:lnTo>
                <a:lnTo>
                  <a:pt x="800100" y="200025"/>
                </a:lnTo>
                <a:lnTo>
                  <a:pt x="800100" y="180975"/>
                </a:lnTo>
                <a:lnTo>
                  <a:pt x="847725" y="180975"/>
                </a:lnTo>
                <a:lnTo>
                  <a:pt x="866775" y="161925"/>
                </a:lnTo>
                <a:lnTo>
                  <a:pt x="885825" y="142875"/>
                </a:lnTo>
                <a:lnTo>
                  <a:pt x="914400" y="123825"/>
                </a:lnTo>
                <a:lnTo>
                  <a:pt x="923925" y="114300"/>
                </a:lnTo>
                <a:lnTo>
                  <a:pt x="962025" y="142875"/>
                </a:lnTo>
                <a:lnTo>
                  <a:pt x="962025" y="104775"/>
                </a:lnTo>
                <a:lnTo>
                  <a:pt x="1000125" y="95250"/>
                </a:lnTo>
                <a:lnTo>
                  <a:pt x="1057275" y="95250"/>
                </a:lnTo>
                <a:lnTo>
                  <a:pt x="1076325" y="76200"/>
                </a:lnTo>
                <a:lnTo>
                  <a:pt x="1057275" y="95250"/>
                </a:lnTo>
                <a:lnTo>
                  <a:pt x="1114425" y="38100"/>
                </a:lnTo>
                <a:lnTo>
                  <a:pt x="1095375" y="76200"/>
                </a:lnTo>
                <a:lnTo>
                  <a:pt x="1133475" y="19050"/>
                </a:lnTo>
                <a:lnTo>
                  <a:pt x="1143000" y="38100"/>
                </a:lnTo>
                <a:lnTo>
                  <a:pt x="1162050" y="47625"/>
                </a:lnTo>
                <a:lnTo>
                  <a:pt x="1200150" y="9525"/>
                </a:lnTo>
                <a:lnTo>
                  <a:pt x="1171575" y="9525"/>
                </a:lnTo>
                <a:lnTo>
                  <a:pt x="1238250" y="0"/>
                </a:lnTo>
                <a:lnTo>
                  <a:pt x="1238250" y="9525"/>
                </a:lnTo>
                <a:lnTo>
                  <a:pt x="1247775" y="0"/>
                </a:lnTo>
                <a:lnTo>
                  <a:pt x="1219200" y="9525"/>
                </a:lnTo>
                <a:lnTo>
                  <a:pt x="1104900" y="66675"/>
                </a:lnTo>
                <a:lnTo>
                  <a:pt x="1181100" y="104775"/>
                </a:lnTo>
                <a:lnTo>
                  <a:pt x="1276350" y="114300"/>
                </a:lnTo>
                <a:lnTo>
                  <a:pt x="1323975" y="142875"/>
                </a:lnTo>
                <a:lnTo>
                  <a:pt x="1400175" y="133350"/>
                </a:lnTo>
                <a:lnTo>
                  <a:pt x="1495425" y="152400"/>
                </a:lnTo>
                <a:lnTo>
                  <a:pt x="1543050" y="104775"/>
                </a:lnTo>
                <a:lnTo>
                  <a:pt x="1504950" y="180975"/>
                </a:lnTo>
                <a:lnTo>
                  <a:pt x="1543050" y="142875"/>
                </a:lnTo>
                <a:lnTo>
                  <a:pt x="1628775" y="228600"/>
                </a:lnTo>
                <a:lnTo>
                  <a:pt x="1647825" y="276225"/>
                </a:lnTo>
                <a:lnTo>
                  <a:pt x="1714500" y="247650"/>
                </a:lnTo>
                <a:lnTo>
                  <a:pt x="1685925" y="276225"/>
                </a:lnTo>
                <a:lnTo>
                  <a:pt x="1685925" y="257175"/>
                </a:lnTo>
                <a:lnTo>
                  <a:pt x="1695450" y="285750"/>
                </a:lnTo>
                <a:lnTo>
                  <a:pt x="1819275" y="295275"/>
                </a:lnTo>
                <a:lnTo>
                  <a:pt x="1781175" y="266700"/>
                </a:lnTo>
                <a:lnTo>
                  <a:pt x="1828800" y="333375"/>
                </a:lnTo>
                <a:lnTo>
                  <a:pt x="1885950" y="419100"/>
                </a:lnTo>
                <a:lnTo>
                  <a:pt x="1866900" y="523875"/>
                </a:lnTo>
                <a:lnTo>
                  <a:pt x="1885950" y="428625"/>
                </a:lnTo>
                <a:lnTo>
                  <a:pt x="1885950" y="476250"/>
                </a:lnTo>
                <a:lnTo>
                  <a:pt x="1914525" y="447675"/>
                </a:lnTo>
                <a:lnTo>
                  <a:pt x="1933575" y="409575"/>
                </a:lnTo>
                <a:lnTo>
                  <a:pt x="1924050" y="438150"/>
                </a:lnTo>
                <a:lnTo>
                  <a:pt x="2000250" y="504825"/>
                </a:lnTo>
                <a:lnTo>
                  <a:pt x="1971675" y="476250"/>
                </a:lnTo>
                <a:lnTo>
                  <a:pt x="2019300" y="514350"/>
                </a:lnTo>
                <a:lnTo>
                  <a:pt x="2076450" y="600075"/>
                </a:lnTo>
                <a:lnTo>
                  <a:pt x="2095500" y="628650"/>
                </a:lnTo>
                <a:lnTo>
                  <a:pt x="2114550" y="647700"/>
                </a:lnTo>
                <a:lnTo>
                  <a:pt x="2171700" y="695325"/>
                </a:lnTo>
                <a:lnTo>
                  <a:pt x="2124075" y="771525"/>
                </a:lnTo>
                <a:lnTo>
                  <a:pt x="2085975" y="790575"/>
                </a:lnTo>
                <a:lnTo>
                  <a:pt x="2171700" y="771525"/>
                </a:lnTo>
                <a:lnTo>
                  <a:pt x="2085975" y="762000"/>
                </a:lnTo>
                <a:lnTo>
                  <a:pt x="2152650" y="819150"/>
                </a:lnTo>
                <a:lnTo>
                  <a:pt x="2228850" y="838200"/>
                </a:lnTo>
                <a:lnTo>
                  <a:pt x="2247900" y="923925"/>
                </a:lnTo>
                <a:lnTo>
                  <a:pt x="2209800" y="962025"/>
                </a:lnTo>
                <a:lnTo>
                  <a:pt x="2200275" y="923925"/>
                </a:lnTo>
                <a:lnTo>
                  <a:pt x="2152650" y="1038225"/>
                </a:lnTo>
                <a:lnTo>
                  <a:pt x="2219325" y="1009650"/>
                </a:lnTo>
                <a:lnTo>
                  <a:pt x="2200275" y="1038225"/>
                </a:lnTo>
                <a:lnTo>
                  <a:pt x="2238375" y="1171575"/>
                </a:lnTo>
                <a:lnTo>
                  <a:pt x="2276475" y="1219200"/>
                </a:lnTo>
                <a:lnTo>
                  <a:pt x="2305050" y="1228725"/>
                </a:lnTo>
                <a:lnTo>
                  <a:pt x="2362200" y="1285875"/>
                </a:lnTo>
                <a:lnTo>
                  <a:pt x="2314575" y="1314450"/>
                </a:lnTo>
                <a:lnTo>
                  <a:pt x="2362200" y="1314450"/>
                </a:lnTo>
                <a:lnTo>
                  <a:pt x="2371725" y="1447800"/>
                </a:lnTo>
                <a:lnTo>
                  <a:pt x="2371725" y="1457325"/>
                </a:lnTo>
                <a:lnTo>
                  <a:pt x="2400300" y="1438275"/>
                </a:lnTo>
                <a:lnTo>
                  <a:pt x="2457450" y="1562100"/>
                </a:lnTo>
                <a:lnTo>
                  <a:pt x="2447925" y="1590675"/>
                </a:lnTo>
                <a:lnTo>
                  <a:pt x="2514600" y="1600200"/>
                </a:lnTo>
                <a:lnTo>
                  <a:pt x="2476500" y="1647825"/>
                </a:lnTo>
                <a:lnTo>
                  <a:pt x="2495550" y="1638300"/>
                </a:lnTo>
                <a:lnTo>
                  <a:pt x="2466975" y="1647825"/>
                </a:lnTo>
                <a:lnTo>
                  <a:pt x="2486025" y="1676400"/>
                </a:lnTo>
                <a:lnTo>
                  <a:pt x="2514600" y="1733550"/>
                </a:lnTo>
                <a:lnTo>
                  <a:pt x="2505075" y="1733550"/>
                </a:lnTo>
                <a:lnTo>
                  <a:pt x="2514600" y="1800225"/>
                </a:lnTo>
                <a:lnTo>
                  <a:pt x="2505075" y="1562100"/>
                </a:lnTo>
                <a:lnTo>
                  <a:pt x="2362200" y="1743075"/>
                </a:lnTo>
                <a:lnTo>
                  <a:pt x="2419350" y="1819275"/>
                </a:lnTo>
                <a:lnTo>
                  <a:pt x="2457450" y="1838325"/>
                </a:lnTo>
                <a:lnTo>
                  <a:pt x="2419350" y="1933575"/>
                </a:lnTo>
                <a:lnTo>
                  <a:pt x="2428875" y="2085975"/>
                </a:lnTo>
                <a:lnTo>
                  <a:pt x="2400300" y="2133600"/>
                </a:lnTo>
                <a:lnTo>
                  <a:pt x="2381250" y="2257425"/>
                </a:lnTo>
                <a:lnTo>
                  <a:pt x="2352675" y="2276475"/>
                </a:lnTo>
                <a:lnTo>
                  <a:pt x="2352675" y="2286000"/>
                </a:lnTo>
                <a:lnTo>
                  <a:pt x="2295525" y="2362200"/>
                </a:lnTo>
                <a:lnTo>
                  <a:pt x="2305050" y="2476500"/>
                </a:lnTo>
                <a:lnTo>
                  <a:pt x="2295525" y="2524125"/>
                </a:lnTo>
                <a:lnTo>
                  <a:pt x="2305050" y="2581275"/>
                </a:lnTo>
                <a:lnTo>
                  <a:pt x="2266950" y="2628900"/>
                </a:lnTo>
                <a:lnTo>
                  <a:pt x="2228850" y="2724150"/>
                </a:lnTo>
                <a:lnTo>
                  <a:pt x="2286000" y="2724150"/>
                </a:lnTo>
                <a:lnTo>
                  <a:pt x="2257425" y="2714625"/>
                </a:lnTo>
                <a:lnTo>
                  <a:pt x="2257425" y="2800350"/>
                </a:lnTo>
                <a:lnTo>
                  <a:pt x="2209800" y="2924175"/>
                </a:lnTo>
                <a:lnTo>
                  <a:pt x="2219325" y="2952750"/>
                </a:lnTo>
                <a:lnTo>
                  <a:pt x="2247900" y="3019425"/>
                </a:lnTo>
                <a:lnTo>
                  <a:pt x="2247900" y="3086100"/>
                </a:lnTo>
                <a:lnTo>
                  <a:pt x="2276475" y="3152775"/>
                </a:lnTo>
                <a:lnTo>
                  <a:pt x="2238375" y="3257550"/>
                </a:lnTo>
                <a:lnTo>
                  <a:pt x="2181225" y="3295650"/>
                </a:lnTo>
                <a:lnTo>
                  <a:pt x="2200275" y="3295650"/>
                </a:lnTo>
                <a:lnTo>
                  <a:pt x="2209800" y="3371850"/>
                </a:lnTo>
                <a:lnTo>
                  <a:pt x="2162175" y="3495675"/>
                </a:lnTo>
                <a:lnTo>
                  <a:pt x="2171700" y="3533775"/>
                </a:lnTo>
                <a:lnTo>
                  <a:pt x="2143125" y="3590925"/>
                </a:lnTo>
                <a:lnTo>
                  <a:pt x="2133600" y="3638550"/>
                </a:lnTo>
                <a:lnTo>
                  <a:pt x="2124075" y="3676650"/>
                </a:lnTo>
                <a:lnTo>
                  <a:pt x="2085975" y="3676650"/>
                </a:lnTo>
                <a:lnTo>
                  <a:pt x="2028825" y="3676650"/>
                </a:lnTo>
                <a:lnTo>
                  <a:pt x="2000250" y="3695700"/>
                </a:lnTo>
                <a:lnTo>
                  <a:pt x="1962150" y="3676650"/>
                </a:lnTo>
                <a:lnTo>
                  <a:pt x="1952625" y="3705225"/>
                </a:lnTo>
                <a:lnTo>
                  <a:pt x="1895475" y="3752850"/>
                </a:lnTo>
                <a:lnTo>
                  <a:pt x="1885950" y="3724275"/>
                </a:lnTo>
                <a:lnTo>
                  <a:pt x="1838325" y="3771900"/>
                </a:lnTo>
                <a:lnTo>
                  <a:pt x="1847850" y="3790950"/>
                </a:lnTo>
                <a:lnTo>
                  <a:pt x="1819275" y="3752850"/>
                </a:lnTo>
                <a:lnTo>
                  <a:pt x="1762125" y="3800475"/>
                </a:lnTo>
                <a:lnTo>
                  <a:pt x="1704975" y="3790950"/>
                </a:lnTo>
                <a:lnTo>
                  <a:pt x="1685925" y="3819525"/>
                </a:lnTo>
                <a:lnTo>
                  <a:pt x="1647825" y="3819525"/>
                </a:lnTo>
                <a:lnTo>
                  <a:pt x="1638300" y="3867150"/>
                </a:lnTo>
                <a:lnTo>
                  <a:pt x="1590675" y="3895725"/>
                </a:lnTo>
                <a:lnTo>
                  <a:pt x="1562100" y="3924300"/>
                </a:lnTo>
                <a:lnTo>
                  <a:pt x="1571625" y="3914775"/>
                </a:lnTo>
                <a:lnTo>
                  <a:pt x="1514475" y="3943350"/>
                </a:lnTo>
                <a:lnTo>
                  <a:pt x="1476375" y="3943350"/>
                </a:lnTo>
                <a:lnTo>
                  <a:pt x="1409700" y="3990975"/>
                </a:lnTo>
                <a:lnTo>
                  <a:pt x="1409700" y="3971925"/>
                </a:lnTo>
                <a:lnTo>
                  <a:pt x="1371600" y="3971925"/>
                </a:lnTo>
                <a:lnTo>
                  <a:pt x="1323975" y="3990975"/>
                </a:lnTo>
                <a:lnTo>
                  <a:pt x="1333500" y="4048125"/>
                </a:lnTo>
                <a:lnTo>
                  <a:pt x="1295400" y="4029075"/>
                </a:lnTo>
                <a:lnTo>
                  <a:pt x="1266825" y="4076700"/>
                </a:lnTo>
                <a:lnTo>
                  <a:pt x="1209675" y="4067175"/>
                </a:lnTo>
                <a:lnTo>
                  <a:pt x="1162050" y="4105275"/>
                </a:lnTo>
                <a:lnTo>
                  <a:pt x="1133475" y="4095750"/>
                </a:lnTo>
                <a:close/>
              </a:path>
            </a:pathLst>
          </a:custGeom>
          <a:solidFill>
            <a:srgbClr val="F7B733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4775" y="-1485900"/>
            <a:ext cx="2905125" cy="4905375"/>
          </a:xfrm>
          <a:custGeom>
            <a:avLst/>
            <a:gdLst/>
            <a:ahLst/>
            <a:cxnLst/>
            <a:rect l="l" t="t" r="r" b="b"/>
            <a:pathLst>
              <a:path w="2905125" h="4905375">
                <a:moveTo>
                  <a:pt x="1238250" y="4905375"/>
                </a:moveTo>
                <a:lnTo>
                  <a:pt x="1152525" y="4886325"/>
                </a:lnTo>
                <a:lnTo>
                  <a:pt x="1152525" y="4857750"/>
                </a:lnTo>
                <a:lnTo>
                  <a:pt x="1162050" y="4829175"/>
                </a:lnTo>
                <a:lnTo>
                  <a:pt x="1114425" y="4762500"/>
                </a:lnTo>
                <a:lnTo>
                  <a:pt x="1019175" y="4733925"/>
                </a:lnTo>
                <a:lnTo>
                  <a:pt x="1019175" y="4705350"/>
                </a:lnTo>
                <a:lnTo>
                  <a:pt x="990600" y="4676775"/>
                </a:lnTo>
                <a:lnTo>
                  <a:pt x="962025" y="4610100"/>
                </a:lnTo>
                <a:lnTo>
                  <a:pt x="885825" y="4572000"/>
                </a:lnTo>
                <a:lnTo>
                  <a:pt x="876300" y="4552950"/>
                </a:lnTo>
                <a:lnTo>
                  <a:pt x="819150" y="4533900"/>
                </a:lnTo>
                <a:lnTo>
                  <a:pt x="800100" y="4467225"/>
                </a:lnTo>
                <a:lnTo>
                  <a:pt x="733425" y="4429125"/>
                </a:lnTo>
                <a:lnTo>
                  <a:pt x="742950" y="4419600"/>
                </a:lnTo>
                <a:lnTo>
                  <a:pt x="676275" y="4362450"/>
                </a:lnTo>
                <a:lnTo>
                  <a:pt x="619125" y="4324350"/>
                </a:lnTo>
                <a:lnTo>
                  <a:pt x="600075" y="4286250"/>
                </a:lnTo>
                <a:lnTo>
                  <a:pt x="571500" y="4248150"/>
                </a:lnTo>
                <a:lnTo>
                  <a:pt x="542925" y="4181475"/>
                </a:lnTo>
                <a:lnTo>
                  <a:pt x="495300" y="4181475"/>
                </a:lnTo>
                <a:lnTo>
                  <a:pt x="476250" y="4105275"/>
                </a:lnTo>
                <a:lnTo>
                  <a:pt x="438150" y="4086225"/>
                </a:lnTo>
                <a:lnTo>
                  <a:pt x="400050" y="4000500"/>
                </a:lnTo>
                <a:lnTo>
                  <a:pt x="342900" y="3990975"/>
                </a:lnTo>
                <a:lnTo>
                  <a:pt x="314325" y="3971925"/>
                </a:lnTo>
                <a:lnTo>
                  <a:pt x="295275" y="3924300"/>
                </a:lnTo>
                <a:lnTo>
                  <a:pt x="228600" y="3876675"/>
                </a:lnTo>
                <a:lnTo>
                  <a:pt x="209550" y="3848100"/>
                </a:lnTo>
                <a:lnTo>
                  <a:pt x="152400" y="3819525"/>
                </a:lnTo>
                <a:lnTo>
                  <a:pt x="114300" y="3762375"/>
                </a:lnTo>
                <a:lnTo>
                  <a:pt x="114300" y="3724275"/>
                </a:lnTo>
                <a:lnTo>
                  <a:pt x="76200" y="3676650"/>
                </a:lnTo>
                <a:lnTo>
                  <a:pt x="209550" y="3524250"/>
                </a:lnTo>
                <a:lnTo>
                  <a:pt x="323850" y="3295650"/>
                </a:lnTo>
                <a:lnTo>
                  <a:pt x="295275" y="3514725"/>
                </a:lnTo>
                <a:lnTo>
                  <a:pt x="342900" y="3438525"/>
                </a:lnTo>
                <a:lnTo>
                  <a:pt x="257175" y="3390900"/>
                </a:lnTo>
                <a:lnTo>
                  <a:pt x="209550" y="3390900"/>
                </a:lnTo>
                <a:lnTo>
                  <a:pt x="209550" y="3324225"/>
                </a:lnTo>
                <a:lnTo>
                  <a:pt x="76200" y="3257550"/>
                </a:lnTo>
                <a:lnTo>
                  <a:pt x="0" y="3257550"/>
                </a:lnTo>
                <a:lnTo>
                  <a:pt x="133350" y="3133725"/>
                </a:lnTo>
                <a:lnTo>
                  <a:pt x="85725" y="3038475"/>
                </a:lnTo>
                <a:lnTo>
                  <a:pt x="85725" y="2962275"/>
                </a:lnTo>
                <a:lnTo>
                  <a:pt x="190500" y="3019425"/>
                </a:lnTo>
                <a:lnTo>
                  <a:pt x="152400" y="2895600"/>
                </a:lnTo>
                <a:lnTo>
                  <a:pt x="171450" y="2895600"/>
                </a:lnTo>
                <a:lnTo>
                  <a:pt x="190500" y="2847975"/>
                </a:lnTo>
                <a:lnTo>
                  <a:pt x="200025" y="2790825"/>
                </a:lnTo>
                <a:lnTo>
                  <a:pt x="76200" y="2752725"/>
                </a:lnTo>
                <a:lnTo>
                  <a:pt x="85725" y="2724150"/>
                </a:lnTo>
                <a:lnTo>
                  <a:pt x="57150" y="2667000"/>
                </a:lnTo>
                <a:lnTo>
                  <a:pt x="66675" y="2600325"/>
                </a:lnTo>
                <a:lnTo>
                  <a:pt x="95250" y="2514600"/>
                </a:lnTo>
                <a:lnTo>
                  <a:pt x="9525" y="2400300"/>
                </a:lnTo>
                <a:lnTo>
                  <a:pt x="28575" y="2314575"/>
                </a:lnTo>
                <a:lnTo>
                  <a:pt x="19050" y="2266950"/>
                </a:lnTo>
                <a:lnTo>
                  <a:pt x="57150" y="2228850"/>
                </a:lnTo>
                <a:lnTo>
                  <a:pt x="9525" y="2152650"/>
                </a:lnTo>
                <a:lnTo>
                  <a:pt x="47625" y="2133600"/>
                </a:lnTo>
                <a:lnTo>
                  <a:pt x="57150" y="2076450"/>
                </a:lnTo>
                <a:lnTo>
                  <a:pt x="19050" y="2047875"/>
                </a:lnTo>
                <a:lnTo>
                  <a:pt x="28575" y="1962150"/>
                </a:lnTo>
                <a:lnTo>
                  <a:pt x="9525" y="1914525"/>
                </a:lnTo>
                <a:lnTo>
                  <a:pt x="142875" y="1924050"/>
                </a:lnTo>
                <a:lnTo>
                  <a:pt x="95250" y="1762125"/>
                </a:lnTo>
                <a:lnTo>
                  <a:pt x="76200" y="1704975"/>
                </a:lnTo>
                <a:lnTo>
                  <a:pt x="95250" y="1590675"/>
                </a:lnTo>
                <a:lnTo>
                  <a:pt x="142875" y="1581150"/>
                </a:lnTo>
                <a:lnTo>
                  <a:pt x="142875" y="1590675"/>
                </a:lnTo>
                <a:lnTo>
                  <a:pt x="142875" y="1485900"/>
                </a:lnTo>
                <a:lnTo>
                  <a:pt x="190500" y="1447800"/>
                </a:lnTo>
                <a:lnTo>
                  <a:pt x="171450" y="1400175"/>
                </a:lnTo>
                <a:lnTo>
                  <a:pt x="161925" y="1390650"/>
                </a:lnTo>
                <a:lnTo>
                  <a:pt x="152400" y="1343025"/>
                </a:lnTo>
                <a:lnTo>
                  <a:pt x="180975" y="1295400"/>
                </a:lnTo>
                <a:lnTo>
                  <a:pt x="238125" y="1295400"/>
                </a:lnTo>
                <a:lnTo>
                  <a:pt x="257175" y="1228725"/>
                </a:lnTo>
                <a:lnTo>
                  <a:pt x="314325" y="1238250"/>
                </a:lnTo>
                <a:lnTo>
                  <a:pt x="314325" y="1162050"/>
                </a:lnTo>
                <a:lnTo>
                  <a:pt x="352425" y="1200150"/>
                </a:lnTo>
                <a:lnTo>
                  <a:pt x="323850" y="1114425"/>
                </a:lnTo>
                <a:lnTo>
                  <a:pt x="342900" y="1066800"/>
                </a:lnTo>
                <a:lnTo>
                  <a:pt x="342900" y="1000125"/>
                </a:lnTo>
                <a:lnTo>
                  <a:pt x="371475" y="895350"/>
                </a:lnTo>
                <a:lnTo>
                  <a:pt x="409575" y="866775"/>
                </a:lnTo>
                <a:lnTo>
                  <a:pt x="419100" y="809625"/>
                </a:lnTo>
                <a:lnTo>
                  <a:pt x="438150" y="781050"/>
                </a:lnTo>
                <a:lnTo>
                  <a:pt x="457200" y="714375"/>
                </a:lnTo>
                <a:lnTo>
                  <a:pt x="514350" y="676275"/>
                </a:lnTo>
                <a:lnTo>
                  <a:pt x="533400" y="638175"/>
                </a:lnTo>
                <a:lnTo>
                  <a:pt x="476250" y="609600"/>
                </a:lnTo>
                <a:lnTo>
                  <a:pt x="485775" y="542925"/>
                </a:lnTo>
                <a:lnTo>
                  <a:pt x="533400" y="514350"/>
                </a:lnTo>
                <a:lnTo>
                  <a:pt x="581025" y="466725"/>
                </a:lnTo>
                <a:lnTo>
                  <a:pt x="581025" y="419100"/>
                </a:lnTo>
                <a:lnTo>
                  <a:pt x="619125" y="447675"/>
                </a:lnTo>
                <a:lnTo>
                  <a:pt x="685800" y="390525"/>
                </a:lnTo>
                <a:lnTo>
                  <a:pt x="657225" y="371475"/>
                </a:lnTo>
                <a:lnTo>
                  <a:pt x="723900" y="371475"/>
                </a:lnTo>
                <a:lnTo>
                  <a:pt x="742950" y="381000"/>
                </a:lnTo>
                <a:lnTo>
                  <a:pt x="781050" y="333375"/>
                </a:lnTo>
                <a:lnTo>
                  <a:pt x="809625" y="314325"/>
                </a:lnTo>
                <a:lnTo>
                  <a:pt x="847725" y="304800"/>
                </a:lnTo>
                <a:lnTo>
                  <a:pt x="857250" y="295275"/>
                </a:lnTo>
                <a:lnTo>
                  <a:pt x="904875" y="333375"/>
                </a:lnTo>
                <a:lnTo>
                  <a:pt x="933450" y="304800"/>
                </a:lnTo>
                <a:lnTo>
                  <a:pt x="942975" y="314325"/>
                </a:lnTo>
                <a:lnTo>
                  <a:pt x="933450" y="285750"/>
                </a:lnTo>
                <a:lnTo>
                  <a:pt x="971550" y="304800"/>
                </a:lnTo>
                <a:lnTo>
                  <a:pt x="1000125" y="285750"/>
                </a:lnTo>
                <a:lnTo>
                  <a:pt x="1047750" y="257175"/>
                </a:lnTo>
                <a:lnTo>
                  <a:pt x="1066800" y="276225"/>
                </a:lnTo>
                <a:lnTo>
                  <a:pt x="1095375" y="209550"/>
                </a:lnTo>
                <a:lnTo>
                  <a:pt x="1133475" y="219075"/>
                </a:lnTo>
                <a:lnTo>
                  <a:pt x="1181100" y="219075"/>
                </a:lnTo>
                <a:lnTo>
                  <a:pt x="1181100" y="219075"/>
                </a:lnTo>
                <a:lnTo>
                  <a:pt x="1181100" y="190500"/>
                </a:lnTo>
                <a:lnTo>
                  <a:pt x="1228725" y="190500"/>
                </a:lnTo>
                <a:lnTo>
                  <a:pt x="1257300" y="161925"/>
                </a:lnTo>
                <a:lnTo>
                  <a:pt x="1247775" y="180975"/>
                </a:lnTo>
                <a:lnTo>
                  <a:pt x="1295400" y="142875"/>
                </a:lnTo>
                <a:lnTo>
                  <a:pt x="1295400" y="152400"/>
                </a:lnTo>
                <a:lnTo>
                  <a:pt x="1333500" y="142875"/>
                </a:lnTo>
                <a:lnTo>
                  <a:pt x="1352550" y="114300"/>
                </a:lnTo>
                <a:lnTo>
                  <a:pt x="1343025" y="95250"/>
                </a:lnTo>
                <a:lnTo>
                  <a:pt x="1390650" y="133350"/>
                </a:lnTo>
                <a:lnTo>
                  <a:pt x="1409700" y="104775"/>
                </a:lnTo>
                <a:lnTo>
                  <a:pt x="1409700" y="0"/>
                </a:lnTo>
                <a:lnTo>
                  <a:pt x="1466850" y="276225"/>
                </a:lnTo>
                <a:lnTo>
                  <a:pt x="1419225" y="209550"/>
                </a:lnTo>
                <a:lnTo>
                  <a:pt x="1447800" y="247650"/>
                </a:lnTo>
                <a:lnTo>
                  <a:pt x="1600200" y="323850"/>
                </a:lnTo>
                <a:lnTo>
                  <a:pt x="1581150" y="381000"/>
                </a:lnTo>
                <a:lnTo>
                  <a:pt x="1619250" y="304800"/>
                </a:lnTo>
                <a:lnTo>
                  <a:pt x="1743075" y="276225"/>
                </a:lnTo>
                <a:lnTo>
                  <a:pt x="1704975" y="257175"/>
                </a:lnTo>
                <a:lnTo>
                  <a:pt x="1847850" y="333375"/>
                </a:lnTo>
                <a:lnTo>
                  <a:pt x="1847850" y="361950"/>
                </a:lnTo>
                <a:lnTo>
                  <a:pt x="1924050" y="381000"/>
                </a:lnTo>
                <a:lnTo>
                  <a:pt x="1990725" y="419100"/>
                </a:lnTo>
                <a:lnTo>
                  <a:pt x="1990725" y="381000"/>
                </a:lnTo>
                <a:lnTo>
                  <a:pt x="1990725" y="438150"/>
                </a:lnTo>
                <a:lnTo>
                  <a:pt x="1943100" y="485775"/>
                </a:lnTo>
                <a:lnTo>
                  <a:pt x="2076450" y="561975"/>
                </a:lnTo>
                <a:lnTo>
                  <a:pt x="2076450" y="581025"/>
                </a:lnTo>
                <a:lnTo>
                  <a:pt x="2114550" y="590550"/>
                </a:lnTo>
                <a:lnTo>
                  <a:pt x="2162175" y="647700"/>
                </a:lnTo>
                <a:lnTo>
                  <a:pt x="2219325" y="628650"/>
                </a:lnTo>
                <a:lnTo>
                  <a:pt x="2238375" y="657225"/>
                </a:lnTo>
                <a:lnTo>
                  <a:pt x="2228850" y="638175"/>
                </a:lnTo>
                <a:lnTo>
                  <a:pt x="2181225" y="628650"/>
                </a:lnTo>
                <a:lnTo>
                  <a:pt x="2200275" y="619125"/>
                </a:lnTo>
                <a:lnTo>
                  <a:pt x="2228850" y="666750"/>
                </a:lnTo>
                <a:lnTo>
                  <a:pt x="2257425" y="666750"/>
                </a:lnTo>
                <a:lnTo>
                  <a:pt x="2266950" y="695325"/>
                </a:lnTo>
                <a:lnTo>
                  <a:pt x="2314575" y="742950"/>
                </a:lnTo>
                <a:lnTo>
                  <a:pt x="2324100" y="762000"/>
                </a:lnTo>
                <a:lnTo>
                  <a:pt x="2409825" y="819150"/>
                </a:lnTo>
                <a:lnTo>
                  <a:pt x="2447925" y="876300"/>
                </a:lnTo>
                <a:lnTo>
                  <a:pt x="2428875" y="1019175"/>
                </a:lnTo>
                <a:lnTo>
                  <a:pt x="2466975" y="1076325"/>
                </a:lnTo>
                <a:lnTo>
                  <a:pt x="2505075" y="1038225"/>
                </a:lnTo>
                <a:lnTo>
                  <a:pt x="2457450" y="1019175"/>
                </a:lnTo>
                <a:lnTo>
                  <a:pt x="2533650" y="1009650"/>
                </a:lnTo>
                <a:lnTo>
                  <a:pt x="2590800" y="1066800"/>
                </a:lnTo>
                <a:lnTo>
                  <a:pt x="2647950" y="1123950"/>
                </a:lnTo>
                <a:lnTo>
                  <a:pt x="2571750" y="1162050"/>
                </a:lnTo>
                <a:lnTo>
                  <a:pt x="2667000" y="1238250"/>
                </a:lnTo>
                <a:lnTo>
                  <a:pt x="2543175" y="1295400"/>
                </a:lnTo>
                <a:lnTo>
                  <a:pt x="2543175" y="1295400"/>
                </a:lnTo>
                <a:lnTo>
                  <a:pt x="2552700" y="1295400"/>
                </a:lnTo>
                <a:lnTo>
                  <a:pt x="2552700" y="1352550"/>
                </a:lnTo>
                <a:lnTo>
                  <a:pt x="2533650" y="1400175"/>
                </a:lnTo>
                <a:lnTo>
                  <a:pt x="2628900" y="1476375"/>
                </a:lnTo>
                <a:lnTo>
                  <a:pt x="2619375" y="1581150"/>
                </a:lnTo>
                <a:lnTo>
                  <a:pt x="2752725" y="1600200"/>
                </a:lnTo>
                <a:lnTo>
                  <a:pt x="2752725" y="1752600"/>
                </a:lnTo>
                <a:lnTo>
                  <a:pt x="2743200" y="1733550"/>
                </a:lnTo>
                <a:lnTo>
                  <a:pt x="2714625" y="1743075"/>
                </a:lnTo>
                <a:lnTo>
                  <a:pt x="2752725" y="1838325"/>
                </a:lnTo>
                <a:lnTo>
                  <a:pt x="2733675" y="1876425"/>
                </a:lnTo>
                <a:lnTo>
                  <a:pt x="2800350" y="1914525"/>
                </a:lnTo>
                <a:lnTo>
                  <a:pt x="2762250" y="1971675"/>
                </a:lnTo>
                <a:lnTo>
                  <a:pt x="2771775" y="1962150"/>
                </a:lnTo>
                <a:lnTo>
                  <a:pt x="2809875" y="2009775"/>
                </a:lnTo>
                <a:lnTo>
                  <a:pt x="2790825" y="2000250"/>
                </a:lnTo>
                <a:lnTo>
                  <a:pt x="2800350" y="2028825"/>
                </a:lnTo>
                <a:lnTo>
                  <a:pt x="2828925" y="2105025"/>
                </a:lnTo>
                <a:lnTo>
                  <a:pt x="2857500" y="2105025"/>
                </a:lnTo>
                <a:lnTo>
                  <a:pt x="2857500" y="2143125"/>
                </a:lnTo>
                <a:lnTo>
                  <a:pt x="2905125" y="2190750"/>
                </a:lnTo>
                <a:lnTo>
                  <a:pt x="2686050" y="2095500"/>
                </a:lnTo>
                <a:lnTo>
                  <a:pt x="2895600" y="2247900"/>
                </a:lnTo>
                <a:lnTo>
                  <a:pt x="2876550" y="2247900"/>
                </a:lnTo>
                <a:lnTo>
                  <a:pt x="2781300" y="2238375"/>
                </a:lnTo>
                <a:lnTo>
                  <a:pt x="2647950" y="2457450"/>
                </a:lnTo>
                <a:lnTo>
                  <a:pt x="2705100" y="2524125"/>
                </a:lnTo>
                <a:lnTo>
                  <a:pt x="2695575" y="2647950"/>
                </a:lnTo>
                <a:lnTo>
                  <a:pt x="2724150" y="2686050"/>
                </a:lnTo>
                <a:lnTo>
                  <a:pt x="2657475" y="2886075"/>
                </a:lnTo>
                <a:lnTo>
                  <a:pt x="2562225" y="2857500"/>
                </a:lnTo>
                <a:lnTo>
                  <a:pt x="2581275" y="2886075"/>
                </a:lnTo>
                <a:lnTo>
                  <a:pt x="2638425" y="2962275"/>
                </a:lnTo>
                <a:lnTo>
                  <a:pt x="2590800" y="3105150"/>
                </a:lnTo>
                <a:lnTo>
                  <a:pt x="2571750" y="3114675"/>
                </a:lnTo>
                <a:lnTo>
                  <a:pt x="2552700" y="3190875"/>
                </a:lnTo>
                <a:lnTo>
                  <a:pt x="2543175" y="3238500"/>
                </a:lnTo>
                <a:lnTo>
                  <a:pt x="2457450" y="3429000"/>
                </a:lnTo>
                <a:lnTo>
                  <a:pt x="2486025" y="3429000"/>
                </a:lnTo>
                <a:lnTo>
                  <a:pt x="2524125" y="3543300"/>
                </a:lnTo>
                <a:lnTo>
                  <a:pt x="2533650" y="3467100"/>
                </a:lnTo>
                <a:lnTo>
                  <a:pt x="2581275" y="3562350"/>
                </a:lnTo>
                <a:lnTo>
                  <a:pt x="2552700" y="3590925"/>
                </a:lnTo>
                <a:lnTo>
                  <a:pt x="2571750" y="3705225"/>
                </a:lnTo>
                <a:lnTo>
                  <a:pt x="2590800" y="3724275"/>
                </a:lnTo>
                <a:lnTo>
                  <a:pt x="2533650" y="3762375"/>
                </a:lnTo>
                <a:lnTo>
                  <a:pt x="2552700" y="3848100"/>
                </a:lnTo>
                <a:lnTo>
                  <a:pt x="2571750" y="3943350"/>
                </a:lnTo>
                <a:lnTo>
                  <a:pt x="2533650" y="4057650"/>
                </a:lnTo>
                <a:lnTo>
                  <a:pt x="2505075" y="4095750"/>
                </a:lnTo>
                <a:lnTo>
                  <a:pt x="2486025" y="4133850"/>
                </a:lnTo>
                <a:lnTo>
                  <a:pt x="2438400" y="4238625"/>
                </a:lnTo>
                <a:lnTo>
                  <a:pt x="2457450" y="4314825"/>
                </a:lnTo>
                <a:lnTo>
                  <a:pt x="2362200" y="4343400"/>
                </a:lnTo>
                <a:lnTo>
                  <a:pt x="2400300" y="4362450"/>
                </a:lnTo>
                <a:lnTo>
                  <a:pt x="2324100" y="4362450"/>
                </a:lnTo>
                <a:lnTo>
                  <a:pt x="2266950" y="4371975"/>
                </a:lnTo>
                <a:lnTo>
                  <a:pt x="2247900" y="4381500"/>
                </a:lnTo>
                <a:lnTo>
                  <a:pt x="2228850" y="4419600"/>
                </a:lnTo>
                <a:lnTo>
                  <a:pt x="2162175" y="4438650"/>
                </a:lnTo>
                <a:lnTo>
                  <a:pt x="2152650" y="4486275"/>
                </a:lnTo>
                <a:lnTo>
                  <a:pt x="2095500" y="4457700"/>
                </a:lnTo>
                <a:lnTo>
                  <a:pt x="2076450" y="4514850"/>
                </a:lnTo>
                <a:lnTo>
                  <a:pt x="2019300" y="4524375"/>
                </a:lnTo>
                <a:lnTo>
                  <a:pt x="1990725" y="4533900"/>
                </a:lnTo>
                <a:lnTo>
                  <a:pt x="1943100" y="4533900"/>
                </a:lnTo>
                <a:lnTo>
                  <a:pt x="1914525" y="4552950"/>
                </a:lnTo>
                <a:lnTo>
                  <a:pt x="1905000" y="4610100"/>
                </a:lnTo>
                <a:lnTo>
                  <a:pt x="1876425" y="4610100"/>
                </a:lnTo>
                <a:lnTo>
                  <a:pt x="1838325" y="4629150"/>
                </a:lnTo>
                <a:lnTo>
                  <a:pt x="1809750" y="4638675"/>
                </a:lnTo>
                <a:lnTo>
                  <a:pt x="1771650" y="4657725"/>
                </a:lnTo>
                <a:lnTo>
                  <a:pt x="1724025" y="4714875"/>
                </a:lnTo>
                <a:lnTo>
                  <a:pt x="1685925" y="4724400"/>
                </a:lnTo>
                <a:lnTo>
                  <a:pt x="1600200" y="4695825"/>
                </a:lnTo>
                <a:lnTo>
                  <a:pt x="1609725" y="4752975"/>
                </a:lnTo>
                <a:lnTo>
                  <a:pt x="1524000" y="4752975"/>
                </a:lnTo>
                <a:lnTo>
                  <a:pt x="1514475" y="4781550"/>
                </a:lnTo>
                <a:lnTo>
                  <a:pt x="1457325" y="4762500"/>
                </a:lnTo>
                <a:lnTo>
                  <a:pt x="1409700" y="4829175"/>
                </a:lnTo>
                <a:lnTo>
                  <a:pt x="1390650" y="4848225"/>
                </a:lnTo>
                <a:lnTo>
                  <a:pt x="1381125" y="4857750"/>
                </a:lnTo>
                <a:lnTo>
                  <a:pt x="1314450" y="4857750"/>
                </a:lnTo>
                <a:lnTo>
                  <a:pt x="1295400" y="49053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0" y="-1400175"/>
            <a:ext cx="3038475" cy="4829175"/>
          </a:xfrm>
          <a:custGeom>
            <a:avLst/>
            <a:gdLst/>
            <a:ahLst/>
            <a:cxnLst/>
            <a:rect l="l" t="t" r="r" b="b"/>
            <a:pathLst>
              <a:path w="3038475" h="4829175">
                <a:moveTo>
                  <a:pt x="1219200" y="4810125"/>
                </a:moveTo>
                <a:lnTo>
                  <a:pt x="1162050" y="4752975"/>
                </a:lnTo>
                <a:lnTo>
                  <a:pt x="1209675" y="4791075"/>
                </a:lnTo>
                <a:lnTo>
                  <a:pt x="1152525" y="4762500"/>
                </a:lnTo>
                <a:lnTo>
                  <a:pt x="1095375" y="4667250"/>
                </a:lnTo>
                <a:lnTo>
                  <a:pt x="1076325" y="4657725"/>
                </a:lnTo>
                <a:lnTo>
                  <a:pt x="1009650" y="4619625"/>
                </a:lnTo>
                <a:lnTo>
                  <a:pt x="1019175" y="4572000"/>
                </a:lnTo>
                <a:lnTo>
                  <a:pt x="952500" y="4533900"/>
                </a:lnTo>
                <a:lnTo>
                  <a:pt x="904875" y="4533900"/>
                </a:lnTo>
                <a:lnTo>
                  <a:pt x="885825" y="4495800"/>
                </a:lnTo>
                <a:lnTo>
                  <a:pt x="866775" y="4429125"/>
                </a:lnTo>
                <a:lnTo>
                  <a:pt x="800100" y="4371975"/>
                </a:lnTo>
                <a:lnTo>
                  <a:pt x="790575" y="4324350"/>
                </a:lnTo>
                <a:lnTo>
                  <a:pt x="723900" y="4305300"/>
                </a:lnTo>
                <a:lnTo>
                  <a:pt x="685800" y="4238625"/>
                </a:lnTo>
                <a:lnTo>
                  <a:pt x="647700" y="4200525"/>
                </a:lnTo>
                <a:lnTo>
                  <a:pt x="628650" y="4181475"/>
                </a:lnTo>
                <a:lnTo>
                  <a:pt x="600075" y="4124325"/>
                </a:lnTo>
                <a:lnTo>
                  <a:pt x="561975" y="4124325"/>
                </a:lnTo>
                <a:lnTo>
                  <a:pt x="542925" y="4048125"/>
                </a:lnTo>
                <a:lnTo>
                  <a:pt x="485775" y="4048125"/>
                </a:lnTo>
                <a:lnTo>
                  <a:pt x="409575" y="3962400"/>
                </a:lnTo>
                <a:lnTo>
                  <a:pt x="428625" y="3924300"/>
                </a:lnTo>
                <a:lnTo>
                  <a:pt x="381000" y="3924300"/>
                </a:lnTo>
                <a:lnTo>
                  <a:pt x="295275" y="3848100"/>
                </a:lnTo>
                <a:lnTo>
                  <a:pt x="257175" y="3848100"/>
                </a:lnTo>
                <a:lnTo>
                  <a:pt x="276225" y="3810000"/>
                </a:lnTo>
                <a:lnTo>
                  <a:pt x="200025" y="3743325"/>
                </a:lnTo>
                <a:lnTo>
                  <a:pt x="190500" y="3714750"/>
                </a:lnTo>
                <a:lnTo>
                  <a:pt x="133350" y="3676650"/>
                </a:lnTo>
                <a:lnTo>
                  <a:pt x="104775" y="3609975"/>
                </a:lnTo>
                <a:lnTo>
                  <a:pt x="85725" y="3590925"/>
                </a:lnTo>
                <a:lnTo>
                  <a:pt x="180975" y="3581400"/>
                </a:lnTo>
                <a:lnTo>
                  <a:pt x="304800" y="3619500"/>
                </a:lnTo>
                <a:lnTo>
                  <a:pt x="333375" y="3381375"/>
                </a:lnTo>
                <a:lnTo>
                  <a:pt x="342900" y="3333750"/>
                </a:lnTo>
                <a:lnTo>
                  <a:pt x="200025" y="3219450"/>
                </a:lnTo>
                <a:lnTo>
                  <a:pt x="228600" y="3152775"/>
                </a:lnTo>
                <a:lnTo>
                  <a:pt x="161925" y="3143250"/>
                </a:lnTo>
                <a:lnTo>
                  <a:pt x="95250" y="3200400"/>
                </a:lnTo>
                <a:lnTo>
                  <a:pt x="228600" y="3095625"/>
                </a:lnTo>
                <a:lnTo>
                  <a:pt x="190500" y="3105150"/>
                </a:lnTo>
                <a:lnTo>
                  <a:pt x="171450" y="3076575"/>
                </a:lnTo>
                <a:lnTo>
                  <a:pt x="85725" y="2867025"/>
                </a:lnTo>
                <a:lnTo>
                  <a:pt x="85725" y="2895600"/>
                </a:lnTo>
                <a:lnTo>
                  <a:pt x="123825" y="2838450"/>
                </a:lnTo>
                <a:lnTo>
                  <a:pt x="133350" y="2819400"/>
                </a:lnTo>
                <a:lnTo>
                  <a:pt x="161925" y="2781300"/>
                </a:lnTo>
                <a:lnTo>
                  <a:pt x="95250" y="2752725"/>
                </a:lnTo>
                <a:lnTo>
                  <a:pt x="114300" y="2676525"/>
                </a:lnTo>
                <a:lnTo>
                  <a:pt x="57150" y="2657475"/>
                </a:lnTo>
                <a:lnTo>
                  <a:pt x="76200" y="2543175"/>
                </a:lnTo>
                <a:lnTo>
                  <a:pt x="104775" y="2495550"/>
                </a:lnTo>
                <a:lnTo>
                  <a:pt x="28575" y="2381250"/>
                </a:lnTo>
                <a:lnTo>
                  <a:pt x="47625" y="2286000"/>
                </a:lnTo>
                <a:lnTo>
                  <a:pt x="66675" y="2228850"/>
                </a:lnTo>
                <a:lnTo>
                  <a:pt x="0" y="2171700"/>
                </a:lnTo>
                <a:lnTo>
                  <a:pt x="38100" y="2076450"/>
                </a:lnTo>
                <a:lnTo>
                  <a:pt x="0" y="2047875"/>
                </a:lnTo>
                <a:lnTo>
                  <a:pt x="19050" y="2028825"/>
                </a:lnTo>
                <a:lnTo>
                  <a:pt x="9525" y="2000250"/>
                </a:lnTo>
                <a:lnTo>
                  <a:pt x="0" y="1905000"/>
                </a:lnTo>
                <a:lnTo>
                  <a:pt x="9525" y="1857375"/>
                </a:lnTo>
                <a:lnTo>
                  <a:pt x="19050" y="1819275"/>
                </a:lnTo>
                <a:lnTo>
                  <a:pt x="47625" y="1609725"/>
                </a:lnTo>
                <a:lnTo>
                  <a:pt x="133350" y="1628775"/>
                </a:lnTo>
                <a:lnTo>
                  <a:pt x="123825" y="1619250"/>
                </a:lnTo>
                <a:lnTo>
                  <a:pt x="95250" y="1514475"/>
                </a:lnTo>
                <a:lnTo>
                  <a:pt x="104775" y="1438275"/>
                </a:lnTo>
                <a:lnTo>
                  <a:pt x="142875" y="1438275"/>
                </a:lnTo>
                <a:lnTo>
                  <a:pt x="190500" y="1419225"/>
                </a:lnTo>
                <a:lnTo>
                  <a:pt x="180975" y="1409700"/>
                </a:lnTo>
                <a:lnTo>
                  <a:pt x="200025" y="1257300"/>
                </a:lnTo>
                <a:lnTo>
                  <a:pt x="257175" y="1304925"/>
                </a:lnTo>
                <a:lnTo>
                  <a:pt x="200025" y="1200150"/>
                </a:lnTo>
                <a:lnTo>
                  <a:pt x="171450" y="1200150"/>
                </a:lnTo>
                <a:lnTo>
                  <a:pt x="219075" y="1181100"/>
                </a:lnTo>
                <a:lnTo>
                  <a:pt x="257175" y="1133475"/>
                </a:lnTo>
                <a:lnTo>
                  <a:pt x="323850" y="1104900"/>
                </a:lnTo>
                <a:lnTo>
                  <a:pt x="352425" y="1085850"/>
                </a:lnTo>
                <a:lnTo>
                  <a:pt x="381000" y="1076325"/>
                </a:lnTo>
                <a:lnTo>
                  <a:pt x="361950" y="952500"/>
                </a:lnTo>
                <a:lnTo>
                  <a:pt x="295275" y="923925"/>
                </a:lnTo>
                <a:lnTo>
                  <a:pt x="342900" y="885825"/>
                </a:lnTo>
                <a:lnTo>
                  <a:pt x="381000" y="866775"/>
                </a:lnTo>
                <a:lnTo>
                  <a:pt x="409575" y="809625"/>
                </a:lnTo>
                <a:lnTo>
                  <a:pt x="428625" y="733425"/>
                </a:lnTo>
                <a:lnTo>
                  <a:pt x="428625" y="685800"/>
                </a:lnTo>
                <a:lnTo>
                  <a:pt x="447675" y="723900"/>
                </a:lnTo>
                <a:lnTo>
                  <a:pt x="504825" y="657225"/>
                </a:lnTo>
                <a:lnTo>
                  <a:pt x="514350" y="581025"/>
                </a:lnTo>
                <a:lnTo>
                  <a:pt x="523875" y="514350"/>
                </a:lnTo>
                <a:lnTo>
                  <a:pt x="523875" y="495300"/>
                </a:lnTo>
                <a:lnTo>
                  <a:pt x="600075" y="466725"/>
                </a:lnTo>
                <a:lnTo>
                  <a:pt x="581025" y="400050"/>
                </a:lnTo>
                <a:lnTo>
                  <a:pt x="628650" y="323850"/>
                </a:lnTo>
                <a:lnTo>
                  <a:pt x="609600" y="295275"/>
                </a:lnTo>
                <a:lnTo>
                  <a:pt x="666750" y="304800"/>
                </a:lnTo>
                <a:lnTo>
                  <a:pt x="695325" y="314325"/>
                </a:lnTo>
                <a:lnTo>
                  <a:pt x="704850" y="276225"/>
                </a:lnTo>
                <a:lnTo>
                  <a:pt x="733425" y="295275"/>
                </a:lnTo>
                <a:lnTo>
                  <a:pt x="819150" y="266700"/>
                </a:lnTo>
                <a:lnTo>
                  <a:pt x="790575" y="209550"/>
                </a:lnTo>
                <a:lnTo>
                  <a:pt x="857250" y="228600"/>
                </a:lnTo>
                <a:lnTo>
                  <a:pt x="904875" y="238125"/>
                </a:lnTo>
                <a:lnTo>
                  <a:pt x="857250" y="228600"/>
                </a:lnTo>
                <a:lnTo>
                  <a:pt x="895350" y="219075"/>
                </a:lnTo>
                <a:lnTo>
                  <a:pt x="933450" y="228600"/>
                </a:lnTo>
                <a:lnTo>
                  <a:pt x="962025" y="209550"/>
                </a:lnTo>
                <a:lnTo>
                  <a:pt x="1028700" y="219075"/>
                </a:lnTo>
                <a:lnTo>
                  <a:pt x="1038225" y="171450"/>
                </a:lnTo>
                <a:lnTo>
                  <a:pt x="1057275" y="190500"/>
                </a:lnTo>
                <a:lnTo>
                  <a:pt x="1057275" y="152400"/>
                </a:lnTo>
                <a:lnTo>
                  <a:pt x="1133475" y="180975"/>
                </a:lnTo>
                <a:lnTo>
                  <a:pt x="1171575" y="152400"/>
                </a:lnTo>
                <a:lnTo>
                  <a:pt x="1181100" y="123825"/>
                </a:lnTo>
                <a:lnTo>
                  <a:pt x="1200150" y="133350"/>
                </a:lnTo>
                <a:lnTo>
                  <a:pt x="1171575" y="133350"/>
                </a:lnTo>
                <a:lnTo>
                  <a:pt x="1219200" y="85725"/>
                </a:lnTo>
                <a:lnTo>
                  <a:pt x="1238250" y="66675"/>
                </a:lnTo>
                <a:lnTo>
                  <a:pt x="1314450" y="66675"/>
                </a:lnTo>
                <a:lnTo>
                  <a:pt x="1323975" y="76200"/>
                </a:lnTo>
                <a:lnTo>
                  <a:pt x="1343025" y="76200"/>
                </a:lnTo>
                <a:lnTo>
                  <a:pt x="1323975" y="66675"/>
                </a:lnTo>
                <a:lnTo>
                  <a:pt x="1343025" y="19050"/>
                </a:lnTo>
                <a:lnTo>
                  <a:pt x="1381125" y="38100"/>
                </a:lnTo>
                <a:lnTo>
                  <a:pt x="1381125" y="0"/>
                </a:lnTo>
                <a:lnTo>
                  <a:pt x="1428750" y="28575"/>
                </a:lnTo>
                <a:lnTo>
                  <a:pt x="1514475" y="85725"/>
                </a:lnTo>
                <a:lnTo>
                  <a:pt x="1504950" y="123825"/>
                </a:lnTo>
                <a:lnTo>
                  <a:pt x="1438275" y="133350"/>
                </a:lnTo>
                <a:lnTo>
                  <a:pt x="1428750" y="161925"/>
                </a:lnTo>
                <a:lnTo>
                  <a:pt x="1419225" y="209550"/>
                </a:lnTo>
                <a:lnTo>
                  <a:pt x="1514475" y="161925"/>
                </a:lnTo>
                <a:lnTo>
                  <a:pt x="1676400" y="152400"/>
                </a:lnTo>
                <a:lnTo>
                  <a:pt x="1733550" y="190500"/>
                </a:lnTo>
                <a:lnTo>
                  <a:pt x="1809750" y="161925"/>
                </a:lnTo>
                <a:lnTo>
                  <a:pt x="1819275" y="171450"/>
                </a:lnTo>
                <a:lnTo>
                  <a:pt x="1847850" y="342900"/>
                </a:lnTo>
                <a:lnTo>
                  <a:pt x="1885950" y="342900"/>
                </a:lnTo>
                <a:lnTo>
                  <a:pt x="1952625" y="314325"/>
                </a:lnTo>
                <a:lnTo>
                  <a:pt x="1914525" y="352425"/>
                </a:lnTo>
                <a:lnTo>
                  <a:pt x="1905000" y="400050"/>
                </a:lnTo>
                <a:lnTo>
                  <a:pt x="1952625" y="400050"/>
                </a:lnTo>
                <a:lnTo>
                  <a:pt x="2085975" y="457200"/>
                </a:lnTo>
                <a:lnTo>
                  <a:pt x="2190750" y="457200"/>
                </a:lnTo>
                <a:lnTo>
                  <a:pt x="2162175" y="419100"/>
                </a:lnTo>
                <a:lnTo>
                  <a:pt x="2152650" y="552450"/>
                </a:lnTo>
                <a:lnTo>
                  <a:pt x="2143125" y="561975"/>
                </a:lnTo>
                <a:lnTo>
                  <a:pt x="2190750" y="561975"/>
                </a:lnTo>
                <a:lnTo>
                  <a:pt x="2238375" y="533400"/>
                </a:lnTo>
                <a:lnTo>
                  <a:pt x="2190750" y="523875"/>
                </a:lnTo>
                <a:lnTo>
                  <a:pt x="2190750" y="533400"/>
                </a:lnTo>
                <a:lnTo>
                  <a:pt x="2219325" y="561975"/>
                </a:lnTo>
                <a:lnTo>
                  <a:pt x="2257425" y="571500"/>
                </a:lnTo>
                <a:lnTo>
                  <a:pt x="2257425" y="619125"/>
                </a:lnTo>
                <a:lnTo>
                  <a:pt x="2314575" y="666750"/>
                </a:lnTo>
                <a:lnTo>
                  <a:pt x="2324100" y="685800"/>
                </a:lnTo>
                <a:lnTo>
                  <a:pt x="2400300" y="762000"/>
                </a:lnTo>
                <a:lnTo>
                  <a:pt x="2447925" y="800100"/>
                </a:lnTo>
                <a:lnTo>
                  <a:pt x="2524125" y="876300"/>
                </a:lnTo>
                <a:lnTo>
                  <a:pt x="2419350" y="952500"/>
                </a:lnTo>
                <a:lnTo>
                  <a:pt x="2486025" y="866775"/>
                </a:lnTo>
                <a:lnTo>
                  <a:pt x="2495550" y="914400"/>
                </a:lnTo>
                <a:lnTo>
                  <a:pt x="2505075" y="1047750"/>
                </a:lnTo>
                <a:lnTo>
                  <a:pt x="2533650" y="1047750"/>
                </a:lnTo>
                <a:lnTo>
                  <a:pt x="2552700" y="1057275"/>
                </a:lnTo>
                <a:lnTo>
                  <a:pt x="2609850" y="1038225"/>
                </a:lnTo>
                <a:lnTo>
                  <a:pt x="2562225" y="1000125"/>
                </a:lnTo>
                <a:lnTo>
                  <a:pt x="2628900" y="1152525"/>
                </a:lnTo>
                <a:lnTo>
                  <a:pt x="2638425" y="1228725"/>
                </a:lnTo>
                <a:lnTo>
                  <a:pt x="2571750" y="1209675"/>
                </a:lnTo>
                <a:lnTo>
                  <a:pt x="2590800" y="1352550"/>
                </a:lnTo>
                <a:lnTo>
                  <a:pt x="2600325" y="1323975"/>
                </a:lnTo>
                <a:lnTo>
                  <a:pt x="2600325" y="1390650"/>
                </a:lnTo>
                <a:lnTo>
                  <a:pt x="2657475" y="1447800"/>
                </a:lnTo>
                <a:lnTo>
                  <a:pt x="2752725" y="1514475"/>
                </a:lnTo>
                <a:lnTo>
                  <a:pt x="2743200" y="1543050"/>
                </a:lnTo>
                <a:lnTo>
                  <a:pt x="2762250" y="1619250"/>
                </a:lnTo>
                <a:lnTo>
                  <a:pt x="2695575" y="1685925"/>
                </a:lnTo>
                <a:lnTo>
                  <a:pt x="2790825" y="1743075"/>
                </a:lnTo>
                <a:lnTo>
                  <a:pt x="2752725" y="1781175"/>
                </a:lnTo>
                <a:lnTo>
                  <a:pt x="2819400" y="1857375"/>
                </a:lnTo>
                <a:lnTo>
                  <a:pt x="2828925" y="1885950"/>
                </a:lnTo>
                <a:lnTo>
                  <a:pt x="2771775" y="1933575"/>
                </a:lnTo>
                <a:lnTo>
                  <a:pt x="2800350" y="1924050"/>
                </a:lnTo>
                <a:lnTo>
                  <a:pt x="2781300" y="1962150"/>
                </a:lnTo>
                <a:lnTo>
                  <a:pt x="2819400" y="1933575"/>
                </a:lnTo>
                <a:lnTo>
                  <a:pt x="2867025" y="1971675"/>
                </a:lnTo>
                <a:lnTo>
                  <a:pt x="2914650" y="2028825"/>
                </a:lnTo>
                <a:lnTo>
                  <a:pt x="2876550" y="2038350"/>
                </a:lnTo>
                <a:lnTo>
                  <a:pt x="2905125" y="2095500"/>
                </a:lnTo>
                <a:lnTo>
                  <a:pt x="3009900" y="2266950"/>
                </a:lnTo>
                <a:lnTo>
                  <a:pt x="3038475" y="2257425"/>
                </a:lnTo>
                <a:lnTo>
                  <a:pt x="2981325" y="2162175"/>
                </a:lnTo>
                <a:lnTo>
                  <a:pt x="2800350" y="2171700"/>
                </a:lnTo>
                <a:lnTo>
                  <a:pt x="2743200" y="2257425"/>
                </a:lnTo>
                <a:lnTo>
                  <a:pt x="2743200" y="2371725"/>
                </a:lnTo>
                <a:lnTo>
                  <a:pt x="2800350" y="2505075"/>
                </a:lnTo>
                <a:lnTo>
                  <a:pt x="2705100" y="2590800"/>
                </a:lnTo>
                <a:lnTo>
                  <a:pt x="2638425" y="2695575"/>
                </a:lnTo>
                <a:lnTo>
                  <a:pt x="2600325" y="2743200"/>
                </a:lnTo>
                <a:lnTo>
                  <a:pt x="2590800" y="2819400"/>
                </a:lnTo>
                <a:lnTo>
                  <a:pt x="2600325" y="2895600"/>
                </a:lnTo>
                <a:lnTo>
                  <a:pt x="2562225" y="2905125"/>
                </a:lnTo>
                <a:lnTo>
                  <a:pt x="2533650" y="3019425"/>
                </a:lnTo>
                <a:lnTo>
                  <a:pt x="2581275" y="3048000"/>
                </a:lnTo>
                <a:lnTo>
                  <a:pt x="2581275" y="3181350"/>
                </a:lnTo>
                <a:lnTo>
                  <a:pt x="2581275" y="3190875"/>
                </a:lnTo>
                <a:lnTo>
                  <a:pt x="2543175" y="3286125"/>
                </a:lnTo>
                <a:lnTo>
                  <a:pt x="2505075" y="3362325"/>
                </a:lnTo>
                <a:lnTo>
                  <a:pt x="2514600" y="3390900"/>
                </a:lnTo>
                <a:lnTo>
                  <a:pt x="2552700" y="3486150"/>
                </a:lnTo>
                <a:lnTo>
                  <a:pt x="2590800" y="3486150"/>
                </a:lnTo>
                <a:lnTo>
                  <a:pt x="2609850" y="3571875"/>
                </a:lnTo>
                <a:lnTo>
                  <a:pt x="2600325" y="3667125"/>
                </a:lnTo>
                <a:lnTo>
                  <a:pt x="2505075" y="3762375"/>
                </a:lnTo>
                <a:lnTo>
                  <a:pt x="2533650" y="3781425"/>
                </a:lnTo>
                <a:lnTo>
                  <a:pt x="2495550" y="3886200"/>
                </a:lnTo>
                <a:lnTo>
                  <a:pt x="2543175" y="3952875"/>
                </a:lnTo>
                <a:lnTo>
                  <a:pt x="2466975" y="3971925"/>
                </a:lnTo>
                <a:lnTo>
                  <a:pt x="2457450" y="4038600"/>
                </a:lnTo>
                <a:lnTo>
                  <a:pt x="2447925" y="4133850"/>
                </a:lnTo>
                <a:lnTo>
                  <a:pt x="2447925" y="4210050"/>
                </a:lnTo>
                <a:lnTo>
                  <a:pt x="2419350" y="4229100"/>
                </a:lnTo>
                <a:lnTo>
                  <a:pt x="2419350" y="4286250"/>
                </a:lnTo>
                <a:lnTo>
                  <a:pt x="2371725" y="4295775"/>
                </a:lnTo>
                <a:lnTo>
                  <a:pt x="2266950" y="4295775"/>
                </a:lnTo>
                <a:lnTo>
                  <a:pt x="2276475" y="4295775"/>
                </a:lnTo>
                <a:lnTo>
                  <a:pt x="2247900" y="4333875"/>
                </a:lnTo>
                <a:lnTo>
                  <a:pt x="2200275" y="4343400"/>
                </a:lnTo>
                <a:lnTo>
                  <a:pt x="2171700" y="4362450"/>
                </a:lnTo>
                <a:lnTo>
                  <a:pt x="2124075" y="4371975"/>
                </a:lnTo>
                <a:lnTo>
                  <a:pt x="2095500" y="4381500"/>
                </a:lnTo>
                <a:lnTo>
                  <a:pt x="2028825" y="4419600"/>
                </a:lnTo>
                <a:lnTo>
                  <a:pt x="2019300" y="4429125"/>
                </a:lnTo>
                <a:lnTo>
                  <a:pt x="1962150" y="4438650"/>
                </a:lnTo>
                <a:lnTo>
                  <a:pt x="1914525" y="4476750"/>
                </a:lnTo>
                <a:lnTo>
                  <a:pt x="1914525" y="4514850"/>
                </a:lnTo>
                <a:lnTo>
                  <a:pt x="1847850" y="4524375"/>
                </a:lnTo>
                <a:lnTo>
                  <a:pt x="1819275" y="4562475"/>
                </a:lnTo>
                <a:lnTo>
                  <a:pt x="1800225" y="4591050"/>
                </a:lnTo>
                <a:lnTo>
                  <a:pt x="1752600" y="4562475"/>
                </a:lnTo>
                <a:lnTo>
                  <a:pt x="1733550" y="4629150"/>
                </a:lnTo>
                <a:lnTo>
                  <a:pt x="1704975" y="4591050"/>
                </a:lnTo>
                <a:lnTo>
                  <a:pt x="1647825" y="4610100"/>
                </a:lnTo>
                <a:lnTo>
                  <a:pt x="1619250" y="4638675"/>
                </a:lnTo>
                <a:lnTo>
                  <a:pt x="1581150" y="4676775"/>
                </a:lnTo>
                <a:lnTo>
                  <a:pt x="1514475" y="4686300"/>
                </a:lnTo>
                <a:lnTo>
                  <a:pt x="1514475" y="4714875"/>
                </a:lnTo>
                <a:lnTo>
                  <a:pt x="1428750" y="4695825"/>
                </a:lnTo>
                <a:lnTo>
                  <a:pt x="1428750" y="4752975"/>
                </a:lnTo>
                <a:lnTo>
                  <a:pt x="1371600" y="4724400"/>
                </a:lnTo>
                <a:lnTo>
                  <a:pt x="1304925" y="4800600"/>
                </a:lnTo>
                <a:lnTo>
                  <a:pt x="1266825" y="48291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649200" y="57150"/>
            <a:ext cx="1371600" cy="2152650"/>
          </a:xfrm>
          <a:custGeom>
            <a:avLst/>
            <a:gdLst/>
            <a:ahLst/>
            <a:cxnLst/>
            <a:rect l="l" t="t" r="r" b="b"/>
            <a:pathLst>
              <a:path w="1371600" h="2152650">
                <a:moveTo>
                  <a:pt x="552450" y="2152650"/>
                </a:moveTo>
                <a:lnTo>
                  <a:pt x="552450" y="2143125"/>
                </a:lnTo>
                <a:lnTo>
                  <a:pt x="523875" y="2105025"/>
                </a:lnTo>
                <a:lnTo>
                  <a:pt x="514350" y="2095500"/>
                </a:lnTo>
                <a:lnTo>
                  <a:pt x="523875" y="2076450"/>
                </a:lnTo>
                <a:lnTo>
                  <a:pt x="485775" y="2085975"/>
                </a:lnTo>
                <a:lnTo>
                  <a:pt x="485775" y="2066925"/>
                </a:lnTo>
                <a:lnTo>
                  <a:pt x="466725" y="2047875"/>
                </a:lnTo>
                <a:lnTo>
                  <a:pt x="438150" y="2038350"/>
                </a:lnTo>
                <a:lnTo>
                  <a:pt x="428625" y="2038350"/>
                </a:lnTo>
                <a:lnTo>
                  <a:pt x="419100" y="1981200"/>
                </a:lnTo>
                <a:lnTo>
                  <a:pt x="409575" y="1971675"/>
                </a:lnTo>
                <a:lnTo>
                  <a:pt x="352425" y="1943100"/>
                </a:lnTo>
                <a:lnTo>
                  <a:pt x="381000" y="1943100"/>
                </a:lnTo>
                <a:lnTo>
                  <a:pt x="342900" y="1933575"/>
                </a:lnTo>
                <a:lnTo>
                  <a:pt x="304800" y="1924050"/>
                </a:lnTo>
                <a:lnTo>
                  <a:pt x="304800" y="1866900"/>
                </a:lnTo>
                <a:lnTo>
                  <a:pt x="314325" y="1857375"/>
                </a:lnTo>
                <a:lnTo>
                  <a:pt x="285750" y="1838325"/>
                </a:lnTo>
                <a:lnTo>
                  <a:pt x="257175" y="1838325"/>
                </a:lnTo>
                <a:lnTo>
                  <a:pt x="247650" y="1809750"/>
                </a:lnTo>
                <a:lnTo>
                  <a:pt x="219075" y="1800225"/>
                </a:lnTo>
                <a:lnTo>
                  <a:pt x="209550" y="1771650"/>
                </a:lnTo>
                <a:lnTo>
                  <a:pt x="209550" y="1762125"/>
                </a:lnTo>
                <a:lnTo>
                  <a:pt x="190500" y="1762125"/>
                </a:lnTo>
                <a:lnTo>
                  <a:pt x="152400" y="1704975"/>
                </a:lnTo>
                <a:lnTo>
                  <a:pt x="161925" y="1685925"/>
                </a:lnTo>
                <a:lnTo>
                  <a:pt x="133350" y="1685925"/>
                </a:lnTo>
                <a:lnTo>
                  <a:pt x="95250" y="1666875"/>
                </a:lnTo>
                <a:lnTo>
                  <a:pt x="114300" y="1647825"/>
                </a:lnTo>
                <a:lnTo>
                  <a:pt x="76200" y="1628775"/>
                </a:lnTo>
                <a:lnTo>
                  <a:pt x="66675" y="1609725"/>
                </a:lnTo>
                <a:lnTo>
                  <a:pt x="66675" y="1600200"/>
                </a:lnTo>
                <a:lnTo>
                  <a:pt x="152400" y="1609725"/>
                </a:lnTo>
                <a:lnTo>
                  <a:pt x="85725" y="1571625"/>
                </a:lnTo>
                <a:lnTo>
                  <a:pt x="123825" y="1581150"/>
                </a:lnTo>
                <a:lnTo>
                  <a:pt x="161925" y="1504950"/>
                </a:lnTo>
                <a:lnTo>
                  <a:pt x="57150" y="1438275"/>
                </a:lnTo>
                <a:lnTo>
                  <a:pt x="142875" y="1419225"/>
                </a:lnTo>
                <a:lnTo>
                  <a:pt x="104775" y="1495425"/>
                </a:lnTo>
                <a:lnTo>
                  <a:pt x="76200" y="1438275"/>
                </a:lnTo>
                <a:lnTo>
                  <a:pt x="38100" y="1390650"/>
                </a:lnTo>
                <a:lnTo>
                  <a:pt x="66675" y="1381125"/>
                </a:lnTo>
                <a:lnTo>
                  <a:pt x="76200" y="1276350"/>
                </a:lnTo>
                <a:lnTo>
                  <a:pt x="57150" y="1304925"/>
                </a:lnTo>
                <a:lnTo>
                  <a:pt x="38100" y="1238250"/>
                </a:lnTo>
                <a:lnTo>
                  <a:pt x="76200" y="1285875"/>
                </a:lnTo>
                <a:lnTo>
                  <a:pt x="85725" y="1238250"/>
                </a:lnTo>
                <a:lnTo>
                  <a:pt x="85725" y="1238250"/>
                </a:lnTo>
                <a:lnTo>
                  <a:pt x="161925" y="1238250"/>
                </a:lnTo>
                <a:lnTo>
                  <a:pt x="180975" y="1247775"/>
                </a:lnTo>
                <a:lnTo>
                  <a:pt x="133350" y="1228725"/>
                </a:lnTo>
                <a:lnTo>
                  <a:pt x="38100" y="1152525"/>
                </a:lnTo>
                <a:lnTo>
                  <a:pt x="66675" y="1143000"/>
                </a:lnTo>
                <a:lnTo>
                  <a:pt x="57150" y="1095375"/>
                </a:lnTo>
                <a:lnTo>
                  <a:pt x="47625" y="1047750"/>
                </a:lnTo>
                <a:lnTo>
                  <a:pt x="47625" y="1000125"/>
                </a:lnTo>
                <a:lnTo>
                  <a:pt x="9525" y="981075"/>
                </a:lnTo>
                <a:lnTo>
                  <a:pt x="38100" y="990600"/>
                </a:lnTo>
                <a:lnTo>
                  <a:pt x="0" y="952500"/>
                </a:lnTo>
                <a:lnTo>
                  <a:pt x="28575" y="914400"/>
                </a:lnTo>
                <a:lnTo>
                  <a:pt x="28575" y="904875"/>
                </a:lnTo>
                <a:lnTo>
                  <a:pt x="0" y="895350"/>
                </a:lnTo>
                <a:lnTo>
                  <a:pt x="9525" y="857250"/>
                </a:lnTo>
                <a:lnTo>
                  <a:pt x="9525" y="838200"/>
                </a:lnTo>
                <a:lnTo>
                  <a:pt x="85725" y="762000"/>
                </a:lnTo>
                <a:lnTo>
                  <a:pt x="66675" y="733425"/>
                </a:lnTo>
                <a:lnTo>
                  <a:pt x="47625" y="723900"/>
                </a:lnTo>
                <a:lnTo>
                  <a:pt x="66675" y="704850"/>
                </a:lnTo>
                <a:lnTo>
                  <a:pt x="104775" y="714375"/>
                </a:lnTo>
                <a:lnTo>
                  <a:pt x="85725" y="666750"/>
                </a:lnTo>
                <a:lnTo>
                  <a:pt x="57150" y="666750"/>
                </a:lnTo>
                <a:lnTo>
                  <a:pt x="104775" y="647700"/>
                </a:lnTo>
                <a:lnTo>
                  <a:pt x="57150" y="619125"/>
                </a:lnTo>
                <a:lnTo>
                  <a:pt x="85725" y="561975"/>
                </a:lnTo>
                <a:lnTo>
                  <a:pt x="95250" y="552450"/>
                </a:lnTo>
                <a:lnTo>
                  <a:pt x="95250" y="533400"/>
                </a:lnTo>
                <a:lnTo>
                  <a:pt x="114300" y="552450"/>
                </a:lnTo>
                <a:lnTo>
                  <a:pt x="161925" y="571500"/>
                </a:lnTo>
                <a:lnTo>
                  <a:pt x="171450" y="542925"/>
                </a:lnTo>
                <a:lnTo>
                  <a:pt x="161925" y="514350"/>
                </a:lnTo>
                <a:lnTo>
                  <a:pt x="219075" y="428625"/>
                </a:lnTo>
                <a:lnTo>
                  <a:pt x="219075" y="447675"/>
                </a:lnTo>
                <a:lnTo>
                  <a:pt x="209550" y="466725"/>
                </a:lnTo>
                <a:lnTo>
                  <a:pt x="200025" y="419100"/>
                </a:lnTo>
                <a:lnTo>
                  <a:pt x="190500" y="400050"/>
                </a:lnTo>
                <a:lnTo>
                  <a:pt x="190500" y="390525"/>
                </a:lnTo>
                <a:lnTo>
                  <a:pt x="209550" y="333375"/>
                </a:lnTo>
                <a:lnTo>
                  <a:pt x="200025" y="323850"/>
                </a:lnTo>
                <a:lnTo>
                  <a:pt x="228600" y="295275"/>
                </a:lnTo>
                <a:lnTo>
                  <a:pt x="228600" y="323850"/>
                </a:lnTo>
                <a:lnTo>
                  <a:pt x="228600" y="276225"/>
                </a:lnTo>
                <a:lnTo>
                  <a:pt x="257175" y="257175"/>
                </a:lnTo>
                <a:lnTo>
                  <a:pt x="266700" y="276225"/>
                </a:lnTo>
                <a:lnTo>
                  <a:pt x="276225" y="238125"/>
                </a:lnTo>
                <a:lnTo>
                  <a:pt x="285750" y="228600"/>
                </a:lnTo>
                <a:lnTo>
                  <a:pt x="304800" y="161925"/>
                </a:lnTo>
                <a:lnTo>
                  <a:pt x="295275" y="161925"/>
                </a:lnTo>
                <a:lnTo>
                  <a:pt x="295275" y="161925"/>
                </a:lnTo>
                <a:lnTo>
                  <a:pt x="342900" y="171450"/>
                </a:lnTo>
                <a:lnTo>
                  <a:pt x="314325" y="142875"/>
                </a:lnTo>
                <a:lnTo>
                  <a:pt x="342900" y="152400"/>
                </a:lnTo>
                <a:lnTo>
                  <a:pt x="361950" y="161925"/>
                </a:lnTo>
                <a:lnTo>
                  <a:pt x="381000" y="133350"/>
                </a:lnTo>
                <a:lnTo>
                  <a:pt x="381000" y="123825"/>
                </a:lnTo>
                <a:lnTo>
                  <a:pt x="409575" y="104775"/>
                </a:lnTo>
                <a:lnTo>
                  <a:pt x="390525" y="142875"/>
                </a:lnTo>
                <a:lnTo>
                  <a:pt x="409575" y="142875"/>
                </a:lnTo>
                <a:lnTo>
                  <a:pt x="428625" y="123825"/>
                </a:lnTo>
                <a:lnTo>
                  <a:pt x="457200" y="123825"/>
                </a:lnTo>
                <a:lnTo>
                  <a:pt x="457200" y="104775"/>
                </a:lnTo>
                <a:lnTo>
                  <a:pt x="485775" y="123825"/>
                </a:lnTo>
                <a:lnTo>
                  <a:pt x="485775" y="114300"/>
                </a:lnTo>
                <a:lnTo>
                  <a:pt x="476250" y="114300"/>
                </a:lnTo>
                <a:lnTo>
                  <a:pt x="514350" y="95250"/>
                </a:lnTo>
                <a:lnTo>
                  <a:pt x="523875" y="95250"/>
                </a:lnTo>
                <a:lnTo>
                  <a:pt x="523875" y="76200"/>
                </a:lnTo>
                <a:lnTo>
                  <a:pt x="552450" y="85725"/>
                </a:lnTo>
                <a:lnTo>
                  <a:pt x="552450" y="76200"/>
                </a:lnTo>
                <a:lnTo>
                  <a:pt x="590550" y="57150"/>
                </a:lnTo>
                <a:lnTo>
                  <a:pt x="581025" y="57150"/>
                </a:lnTo>
                <a:lnTo>
                  <a:pt x="571500" y="57150"/>
                </a:lnTo>
                <a:lnTo>
                  <a:pt x="571500" y="57150"/>
                </a:lnTo>
                <a:lnTo>
                  <a:pt x="600075" y="57150"/>
                </a:lnTo>
                <a:lnTo>
                  <a:pt x="619125" y="28575"/>
                </a:lnTo>
                <a:lnTo>
                  <a:pt x="619125" y="47625"/>
                </a:lnTo>
                <a:lnTo>
                  <a:pt x="609600" y="38100"/>
                </a:lnTo>
                <a:lnTo>
                  <a:pt x="647700" y="47625"/>
                </a:lnTo>
                <a:lnTo>
                  <a:pt x="638175" y="28575"/>
                </a:lnTo>
                <a:lnTo>
                  <a:pt x="666750" y="19050"/>
                </a:lnTo>
                <a:lnTo>
                  <a:pt x="581025" y="0"/>
                </a:lnTo>
                <a:lnTo>
                  <a:pt x="571500" y="28575"/>
                </a:lnTo>
                <a:lnTo>
                  <a:pt x="638175" y="114300"/>
                </a:lnTo>
                <a:lnTo>
                  <a:pt x="704850" y="76200"/>
                </a:lnTo>
                <a:lnTo>
                  <a:pt x="790575" y="85725"/>
                </a:lnTo>
                <a:lnTo>
                  <a:pt x="742950" y="123825"/>
                </a:lnTo>
                <a:lnTo>
                  <a:pt x="790575" y="123825"/>
                </a:lnTo>
                <a:lnTo>
                  <a:pt x="762000" y="76200"/>
                </a:lnTo>
                <a:lnTo>
                  <a:pt x="819150" y="114300"/>
                </a:lnTo>
                <a:lnTo>
                  <a:pt x="876300" y="123825"/>
                </a:lnTo>
                <a:lnTo>
                  <a:pt x="876300" y="180975"/>
                </a:lnTo>
                <a:lnTo>
                  <a:pt x="857250" y="180975"/>
                </a:lnTo>
                <a:lnTo>
                  <a:pt x="847725" y="161925"/>
                </a:lnTo>
                <a:lnTo>
                  <a:pt x="866775" y="190500"/>
                </a:lnTo>
                <a:lnTo>
                  <a:pt x="885825" y="180975"/>
                </a:lnTo>
                <a:lnTo>
                  <a:pt x="885825" y="123825"/>
                </a:lnTo>
                <a:lnTo>
                  <a:pt x="942975" y="228600"/>
                </a:lnTo>
                <a:lnTo>
                  <a:pt x="962025" y="276225"/>
                </a:lnTo>
                <a:lnTo>
                  <a:pt x="971550" y="285750"/>
                </a:lnTo>
                <a:lnTo>
                  <a:pt x="942975" y="228600"/>
                </a:lnTo>
                <a:lnTo>
                  <a:pt x="962025" y="247650"/>
                </a:lnTo>
                <a:lnTo>
                  <a:pt x="1000125" y="238125"/>
                </a:lnTo>
                <a:lnTo>
                  <a:pt x="990600" y="266700"/>
                </a:lnTo>
                <a:lnTo>
                  <a:pt x="990600" y="285750"/>
                </a:lnTo>
                <a:lnTo>
                  <a:pt x="952500" y="266700"/>
                </a:lnTo>
                <a:lnTo>
                  <a:pt x="990600" y="266700"/>
                </a:lnTo>
                <a:lnTo>
                  <a:pt x="1000125" y="285750"/>
                </a:lnTo>
                <a:lnTo>
                  <a:pt x="1000125" y="314325"/>
                </a:lnTo>
                <a:lnTo>
                  <a:pt x="1057275" y="314325"/>
                </a:lnTo>
                <a:lnTo>
                  <a:pt x="1066800" y="342900"/>
                </a:lnTo>
                <a:lnTo>
                  <a:pt x="1095375" y="390525"/>
                </a:lnTo>
                <a:lnTo>
                  <a:pt x="1028700" y="400050"/>
                </a:lnTo>
                <a:lnTo>
                  <a:pt x="1104900" y="447675"/>
                </a:lnTo>
                <a:lnTo>
                  <a:pt x="1047750" y="447675"/>
                </a:lnTo>
                <a:lnTo>
                  <a:pt x="1085850" y="457200"/>
                </a:lnTo>
                <a:lnTo>
                  <a:pt x="1123950" y="485775"/>
                </a:lnTo>
                <a:lnTo>
                  <a:pt x="1114425" y="466725"/>
                </a:lnTo>
                <a:lnTo>
                  <a:pt x="1123950" y="514350"/>
                </a:lnTo>
                <a:lnTo>
                  <a:pt x="1171575" y="495300"/>
                </a:lnTo>
                <a:lnTo>
                  <a:pt x="1123950" y="495300"/>
                </a:lnTo>
                <a:lnTo>
                  <a:pt x="1143000" y="523875"/>
                </a:lnTo>
                <a:lnTo>
                  <a:pt x="1143000" y="590550"/>
                </a:lnTo>
                <a:lnTo>
                  <a:pt x="1152525" y="571500"/>
                </a:lnTo>
                <a:lnTo>
                  <a:pt x="1181100" y="609600"/>
                </a:lnTo>
                <a:lnTo>
                  <a:pt x="1171575" y="590550"/>
                </a:lnTo>
                <a:lnTo>
                  <a:pt x="1190625" y="657225"/>
                </a:lnTo>
                <a:lnTo>
                  <a:pt x="1200150" y="666750"/>
                </a:lnTo>
                <a:lnTo>
                  <a:pt x="1152525" y="704850"/>
                </a:lnTo>
                <a:lnTo>
                  <a:pt x="1238250" y="723900"/>
                </a:lnTo>
                <a:lnTo>
                  <a:pt x="1238250" y="742950"/>
                </a:lnTo>
                <a:lnTo>
                  <a:pt x="1219200" y="771525"/>
                </a:lnTo>
                <a:lnTo>
                  <a:pt x="1209675" y="781050"/>
                </a:lnTo>
                <a:lnTo>
                  <a:pt x="1228725" y="828675"/>
                </a:lnTo>
                <a:lnTo>
                  <a:pt x="1238250" y="828675"/>
                </a:lnTo>
                <a:lnTo>
                  <a:pt x="1228725" y="847725"/>
                </a:lnTo>
                <a:lnTo>
                  <a:pt x="1247775" y="876300"/>
                </a:lnTo>
                <a:lnTo>
                  <a:pt x="1257300" y="847725"/>
                </a:lnTo>
                <a:lnTo>
                  <a:pt x="1247775" y="876300"/>
                </a:lnTo>
                <a:lnTo>
                  <a:pt x="1247775" y="885825"/>
                </a:lnTo>
                <a:lnTo>
                  <a:pt x="1276350" y="923925"/>
                </a:lnTo>
                <a:lnTo>
                  <a:pt x="1285875" y="895350"/>
                </a:lnTo>
                <a:lnTo>
                  <a:pt x="1304925" y="923925"/>
                </a:lnTo>
                <a:lnTo>
                  <a:pt x="1285875" y="942975"/>
                </a:lnTo>
                <a:lnTo>
                  <a:pt x="1371600" y="1028700"/>
                </a:lnTo>
                <a:lnTo>
                  <a:pt x="1219200" y="1038225"/>
                </a:lnTo>
                <a:lnTo>
                  <a:pt x="1247775" y="1019175"/>
                </a:lnTo>
                <a:lnTo>
                  <a:pt x="1257300" y="952500"/>
                </a:lnTo>
                <a:lnTo>
                  <a:pt x="1171575" y="1009650"/>
                </a:lnTo>
                <a:lnTo>
                  <a:pt x="1190625" y="1047750"/>
                </a:lnTo>
                <a:lnTo>
                  <a:pt x="1181100" y="1114425"/>
                </a:lnTo>
                <a:lnTo>
                  <a:pt x="1219200" y="1181100"/>
                </a:lnTo>
                <a:lnTo>
                  <a:pt x="1219200" y="1200150"/>
                </a:lnTo>
                <a:lnTo>
                  <a:pt x="1162050" y="1247775"/>
                </a:lnTo>
                <a:lnTo>
                  <a:pt x="1143000" y="1295400"/>
                </a:lnTo>
                <a:lnTo>
                  <a:pt x="1181100" y="1295400"/>
                </a:lnTo>
                <a:lnTo>
                  <a:pt x="1171575" y="1381125"/>
                </a:lnTo>
                <a:lnTo>
                  <a:pt x="1162050" y="1343025"/>
                </a:lnTo>
                <a:lnTo>
                  <a:pt x="1133475" y="1381125"/>
                </a:lnTo>
                <a:lnTo>
                  <a:pt x="1143000" y="1409700"/>
                </a:lnTo>
                <a:lnTo>
                  <a:pt x="1143000" y="1438275"/>
                </a:lnTo>
                <a:lnTo>
                  <a:pt x="1200150" y="1495425"/>
                </a:lnTo>
                <a:lnTo>
                  <a:pt x="1152525" y="1552575"/>
                </a:lnTo>
                <a:lnTo>
                  <a:pt x="1123950" y="1543050"/>
                </a:lnTo>
                <a:lnTo>
                  <a:pt x="1104900" y="1533525"/>
                </a:lnTo>
                <a:lnTo>
                  <a:pt x="1133475" y="1562100"/>
                </a:lnTo>
                <a:lnTo>
                  <a:pt x="1181100" y="1581150"/>
                </a:lnTo>
                <a:lnTo>
                  <a:pt x="1171575" y="1647825"/>
                </a:lnTo>
                <a:lnTo>
                  <a:pt x="1143000" y="1685925"/>
                </a:lnTo>
                <a:lnTo>
                  <a:pt x="1143000" y="1676400"/>
                </a:lnTo>
                <a:lnTo>
                  <a:pt x="1162050" y="1752600"/>
                </a:lnTo>
                <a:lnTo>
                  <a:pt x="1143000" y="1771650"/>
                </a:lnTo>
                <a:lnTo>
                  <a:pt x="1133475" y="1809750"/>
                </a:lnTo>
                <a:lnTo>
                  <a:pt x="1133475" y="1828800"/>
                </a:lnTo>
                <a:lnTo>
                  <a:pt x="1123950" y="1819275"/>
                </a:lnTo>
                <a:lnTo>
                  <a:pt x="1085850" y="1876425"/>
                </a:lnTo>
                <a:lnTo>
                  <a:pt x="1085850" y="1914525"/>
                </a:lnTo>
                <a:lnTo>
                  <a:pt x="1057275" y="1895475"/>
                </a:lnTo>
                <a:lnTo>
                  <a:pt x="1028700" y="1933575"/>
                </a:lnTo>
                <a:lnTo>
                  <a:pt x="1038225" y="1914525"/>
                </a:lnTo>
                <a:lnTo>
                  <a:pt x="1000125" y="1933575"/>
                </a:lnTo>
                <a:lnTo>
                  <a:pt x="971550" y="1952625"/>
                </a:lnTo>
                <a:lnTo>
                  <a:pt x="962025" y="1933575"/>
                </a:lnTo>
                <a:lnTo>
                  <a:pt x="962025" y="1933575"/>
                </a:lnTo>
                <a:lnTo>
                  <a:pt x="933450" y="1962150"/>
                </a:lnTo>
                <a:lnTo>
                  <a:pt x="942975" y="1952625"/>
                </a:lnTo>
                <a:lnTo>
                  <a:pt x="914400" y="1962150"/>
                </a:lnTo>
                <a:lnTo>
                  <a:pt x="904875" y="1990725"/>
                </a:lnTo>
                <a:lnTo>
                  <a:pt x="876300" y="2000250"/>
                </a:lnTo>
                <a:lnTo>
                  <a:pt x="885825" y="2000250"/>
                </a:lnTo>
                <a:lnTo>
                  <a:pt x="838200" y="1990725"/>
                </a:lnTo>
                <a:lnTo>
                  <a:pt x="828675" y="2019300"/>
                </a:lnTo>
                <a:lnTo>
                  <a:pt x="819150" y="2019300"/>
                </a:lnTo>
                <a:lnTo>
                  <a:pt x="800100" y="2028825"/>
                </a:lnTo>
                <a:lnTo>
                  <a:pt x="771525" y="2047875"/>
                </a:lnTo>
                <a:lnTo>
                  <a:pt x="790575" y="2047875"/>
                </a:lnTo>
                <a:lnTo>
                  <a:pt x="752475" y="2066925"/>
                </a:lnTo>
                <a:lnTo>
                  <a:pt x="733425" y="2057400"/>
                </a:lnTo>
                <a:lnTo>
                  <a:pt x="733425" y="2066925"/>
                </a:lnTo>
                <a:lnTo>
                  <a:pt x="695325" y="2066925"/>
                </a:lnTo>
                <a:lnTo>
                  <a:pt x="685800" y="2095500"/>
                </a:lnTo>
                <a:lnTo>
                  <a:pt x="676275" y="2076450"/>
                </a:lnTo>
                <a:lnTo>
                  <a:pt x="647700" y="2114550"/>
                </a:lnTo>
                <a:lnTo>
                  <a:pt x="647700" y="2095500"/>
                </a:lnTo>
                <a:lnTo>
                  <a:pt x="628650" y="2133600"/>
                </a:lnTo>
                <a:lnTo>
                  <a:pt x="609600" y="2133600"/>
                </a:lnTo>
                <a:lnTo>
                  <a:pt x="581025" y="21240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487275" y="-438150"/>
            <a:ext cx="1314450" cy="2057400"/>
          </a:xfrm>
          <a:custGeom>
            <a:avLst/>
            <a:gdLst/>
            <a:ahLst/>
            <a:cxnLst/>
            <a:rect l="l" t="t" r="r" b="b"/>
            <a:pathLst>
              <a:path w="1314450" h="2057400">
                <a:moveTo>
                  <a:pt x="561975" y="2057400"/>
                </a:moveTo>
                <a:lnTo>
                  <a:pt x="561975" y="2019300"/>
                </a:lnTo>
                <a:lnTo>
                  <a:pt x="533400" y="2000250"/>
                </a:lnTo>
                <a:lnTo>
                  <a:pt x="514350" y="1981200"/>
                </a:lnTo>
                <a:lnTo>
                  <a:pt x="504825" y="2000250"/>
                </a:lnTo>
                <a:lnTo>
                  <a:pt x="466725" y="1990725"/>
                </a:lnTo>
                <a:lnTo>
                  <a:pt x="485775" y="1981200"/>
                </a:lnTo>
                <a:lnTo>
                  <a:pt x="438150" y="1933575"/>
                </a:lnTo>
                <a:lnTo>
                  <a:pt x="447675" y="1933575"/>
                </a:lnTo>
                <a:lnTo>
                  <a:pt x="409575" y="1914525"/>
                </a:lnTo>
                <a:lnTo>
                  <a:pt x="390525" y="1914525"/>
                </a:lnTo>
                <a:lnTo>
                  <a:pt x="381000" y="1866900"/>
                </a:lnTo>
                <a:lnTo>
                  <a:pt x="361950" y="1857375"/>
                </a:lnTo>
                <a:lnTo>
                  <a:pt x="361950" y="1857375"/>
                </a:lnTo>
                <a:lnTo>
                  <a:pt x="342900" y="1847850"/>
                </a:lnTo>
                <a:lnTo>
                  <a:pt x="333375" y="1809750"/>
                </a:lnTo>
                <a:lnTo>
                  <a:pt x="333375" y="1800225"/>
                </a:lnTo>
                <a:lnTo>
                  <a:pt x="276225" y="1790700"/>
                </a:lnTo>
                <a:lnTo>
                  <a:pt x="276225" y="1781175"/>
                </a:lnTo>
                <a:lnTo>
                  <a:pt x="285750" y="1762125"/>
                </a:lnTo>
                <a:lnTo>
                  <a:pt x="247650" y="1733550"/>
                </a:lnTo>
                <a:lnTo>
                  <a:pt x="228600" y="1714500"/>
                </a:lnTo>
                <a:lnTo>
                  <a:pt x="228600" y="1676400"/>
                </a:lnTo>
                <a:lnTo>
                  <a:pt x="190500" y="1685925"/>
                </a:lnTo>
                <a:lnTo>
                  <a:pt x="171450" y="1666875"/>
                </a:lnTo>
                <a:lnTo>
                  <a:pt x="161925" y="1638300"/>
                </a:lnTo>
                <a:lnTo>
                  <a:pt x="171450" y="1609725"/>
                </a:lnTo>
                <a:lnTo>
                  <a:pt x="142875" y="1600200"/>
                </a:lnTo>
                <a:lnTo>
                  <a:pt x="133350" y="1609725"/>
                </a:lnTo>
                <a:lnTo>
                  <a:pt x="114300" y="1571625"/>
                </a:lnTo>
                <a:lnTo>
                  <a:pt x="104775" y="1543050"/>
                </a:lnTo>
                <a:lnTo>
                  <a:pt x="95250" y="1552575"/>
                </a:lnTo>
                <a:lnTo>
                  <a:pt x="76200" y="1524000"/>
                </a:lnTo>
                <a:lnTo>
                  <a:pt x="85725" y="1457325"/>
                </a:lnTo>
                <a:lnTo>
                  <a:pt x="57150" y="1514475"/>
                </a:lnTo>
                <a:lnTo>
                  <a:pt x="66675" y="1476375"/>
                </a:lnTo>
                <a:lnTo>
                  <a:pt x="180975" y="1438275"/>
                </a:lnTo>
                <a:lnTo>
                  <a:pt x="209550" y="1362075"/>
                </a:lnTo>
                <a:lnTo>
                  <a:pt x="133350" y="1352550"/>
                </a:lnTo>
                <a:lnTo>
                  <a:pt x="76200" y="1333500"/>
                </a:lnTo>
                <a:lnTo>
                  <a:pt x="57150" y="1352550"/>
                </a:lnTo>
                <a:lnTo>
                  <a:pt x="57150" y="1323975"/>
                </a:lnTo>
                <a:lnTo>
                  <a:pt x="57150" y="1238250"/>
                </a:lnTo>
                <a:lnTo>
                  <a:pt x="19050" y="1200150"/>
                </a:lnTo>
                <a:lnTo>
                  <a:pt x="66675" y="1219200"/>
                </a:lnTo>
                <a:lnTo>
                  <a:pt x="85725" y="1247775"/>
                </a:lnTo>
                <a:lnTo>
                  <a:pt x="114300" y="1190625"/>
                </a:lnTo>
                <a:lnTo>
                  <a:pt x="104775" y="1200150"/>
                </a:lnTo>
                <a:lnTo>
                  <a:pt x="104775" y="1181100"/>
                </a:lnTo>
                <a:lnTo>
                  <a:pt x="47625" y="1114425"/>
                </a:lnTo>
                <a:lnTo>
                  <a:pt x="57150" y="1057275"/>
                </a:lnTo>
                <a:lnTo>
                  <a:pt x="76200" y="1114425"/>
                </a:lnTo>
                <a:lnTo>
                  <a:pt x="66675" y="1085850"/>
                </a:lnTo>
                <a:lnTo>
                  <a:pt x="28575" y="1000125"/>
                </a:lnTo>
                <a:lnTo>
                  <a:pt x="0" y="1038225"/>
                </a:lnTo>
                <a:lnTo>
                  <a:pt x="19050" y="971550"/>
                </a:lnTo>
                <a:lnTo>
                  <a:pt x="38100" y="933450"/>
                </a:lnTo>
                <a:lnTo>
                  <a:pt x="57150" y="914400"/>
                </a:lnTo>
                <a:lnTo>
                  <a:pt x="47625" y="914400"/>
                </a:lnTo>
                <a:lnTo>
                  <a:pt x="76200" y="942975"/>
                </a:lnTo>
                <a:lnTo>
                  <a:pt x="47625" y="857250"/>
                </a:lnTo>
                <a:lnTo>
                  <a:pt x="47625" y="828675"/>
                </a:lnTo>
                <a:lnTo>
                  <a:pt x="66675" y="819150"/>
                </a:lnTo>
                <a:lnTo>
                  <a:pt x="66675" y="771525"/>
                </a:lnTo>
                <a:lnTo>
                  <a:pt x="47625" y="752475"/>
                </a:lnTo>
                <a:lnTo>
                  <a:pt x="47625" y="704850"/>
                </a:lnTo>
                <a:lnTo>
                  <a:pt x="76200" y="666750"/>
                </a:lnTo>
                <a:lnTo>
                  <a:pt x="38100" y="638175"/>
                </a:lnTo>
                <a:lnTo>
                  <a:pt x="104775" y="657225"/>
                </a:lnTo>
                <a:lnTo>
                  <a:pt x="142875" y="657225"/>
                </a:lnTo>
                <a:lnTo>
                  <a:pt x="85725" y="619125"/>
                </a:lnTo>
                <a:lnTo>
                  <a:pt x="76200" y="590550"/>
                </a:lnTo>
                <a:lnTo>
                  <a:pt x="104775" y="581025"/>
                </a:lnTo>
                <a:lnTo>
                  <a:pt x="76200" y="533400"/>
                </a:lnTo>
                <a:lnTo>
                  <a:pt x="161925" y="504825"/>
                </a:lnTo>
                <a:lnTo>
                  <a:pt x="142875" y="514350"/>
                </a:lnTo>
                <a:lnTo>
                  <a:pt x="123825" y="514350"/>
                </a:lnTo>
                <a:lnTo>
                  <a:pt x="171450" y="457200"/>
                </a:lnTo>
                <a:lnTo>
                  <a:pt x="142875" y="457200"/>
                </a:lnTo>
                <a:lnTo>
                  <a:pt x="142875" y="476250"/>
                </a:lnTo>
                <a:lnTo>
                  <a:pt x="190500" y="466725"/>
                </a:lnTo>
                <a:lnTo>
                  <a:pt x="171450" y="495300"/>
                </a:lnTo>
                <a:lnTo>
                  <a:pt x="161925" y="409575"/>
                </a:lnTo>
                <a:lnTo>
                  <a:pt x="200025" y="409575"/>
                </a:lnTo>
                <a:lnTo>
                  <a:pt x="180975" y="371475"/>
                </a:lnTo>
                <a:lnTo>
                  <a:pt x="228600" y="342900"/>
                </a:lnTo>
                <a:lnTo>
                  <a:pt x="200025" y="314325"/>
                </a:lnTo>
                <a:lnTo>
                  <a:pt x="200025" y="323850"/>
                </a:lnTo>
                <a:lnTo>
                  <a:pt x="209550" y="304800"/>
                </a:lnTo>
                <a:lnTo>
                  <a:pt x="238125" y="285750"/>
                </a:lnTo>
                <a:lnTo>
                  <a:pt x="257175" y="257175"/>
                </a:lnTo>
                <a:lnTo>
                  <a:pt x="238125" y="238125"/>
                </a:lnTo>
                <a:lnTo>
                  <a:pt x="238125" y="219075"/>
                </a:lnTo>
                <a:lnTo>
                  <a:pt x="276225" y="209550"/>
                </a:lnTo>
                <a:lnTo>
                  <a:pt x="257175" y="161925"/>
                </a:lnTo>
                <a:lnTo>
                  <a:pt x="304800" y="152400"/>
                </a:lnTo>
                <a:lnTo>
                  <a:pt x="295275" y="142875"/>
                </a:lnTo>
                <a:lnTo>
                  <a:pt x="342900" y="142875"/>
                </a:lnTo>
                <a:lnTo>
                  <a:pt x="314325" y="142875"/>
                </a:lnTo>
                <a:lnTo>
                  <a:pt x="352425" y="133350"/>
                </a:lnTo>
                <a:lnTo>
                  <a:pt x="323850" y="142875"/>
                </a:lnTo>
                <a:lnTo>
                  <a:pt x="333375" y="123825"/>
                </a:lnTo>
                <a:lnTo>
                  <a:pt x="352425" y="104775"/>
                </a:lnTo>
                <a:lnTo>
                  <a:pt x="390525" y="104775"/>
                </a:lnTo>
                <a:lnTo>
                  <a:pt x="381000" y="95250"/>
                </a:lnTo>
                <a:lnTo>
                  <a:pt x="400050" y="114300"/>
                </a:lnTo>
                <a:lnTo>
                  <a:pt x="419100" y="104775"/>
                </a:lnTo>
                <a:lnTo>
                  <a:pt x="428625" y="76200"/>
                </a:lnTo>
                <a:lnTo>
                  <a:pt x="447675" y="95250"/>
                </a:lnTo>
                <a:lnTo>
                  <a:pt x="447675" y="85725"/>
                </a:lnTo>
                <a:lnTo>
                  <a:pt x="466725" y="95250"/>
                </a:lnTo>
                <a:lnTo>
                  <a:pt x="476250" y="85725"/>
                </a:lnTo>
                <a:lnTo>
                  <a:pt x="476250" y="85725"/>
                </a:lnTo>
                <a:lnTo>
                  <a:pt x="504825" y="76200"/>
                </a:lnTo>
                <a:lnTo>
                  <a:pt x="514350" y="66675"/>
                </a:lnTo>
                <a:lnTo>
                  <a:pt x="533400" y="38100"/>
                </a:lnTo>
                <a:lnTo>
                  <a:pt x="533400" y="38100"/>
                </a:lnTo>
                <a:lnTo>
                  <a:pt x="561975" y="57150"/>
                </a:lnTo>
                <a:lnTo>
                  <a:pt x="571500" y="47625"/>
                </a:lnTo>
                <a:lnTo>
                  <a:pt x="552450" y="57150"/>
                </a:lnTo>
                <a:lnTo>
                  <a:pt x="581025" y="38100"/>
                </a:lnTo>
                <a:lnTo>
                  <a:pt x="581025" y="28575"/>
                </a:lnTo>
                <a:lnTo>
                  <a:pt x="571500" y="28575"/>
                </a:lnTo>
                <a:lnTo>
                  <a:pt x="590550" y="19050"/>
                </a:lnTo>
                <a:lnTo>
                  <a:pt x="590550" y="0"/>
                </a:lnTo>
                <a:lnTo>
                  <a:pt x="609600" y="38100"/>
                </a:lnTo>
                <a:lnTo>
                  <a:pt x="647700" y="0"/>
                </a:lnTo>
                <a:lnTo>
                  <a:pt x="638175" y="28575"/>
                </a:lnTo>
                <a:lnTo>
                  <a:pt x="657225" y="0"/>
                </a:lnTo>
                <a:lnTo>
                  <a:pt x="638175" y="47625"/>
                </a:lnTo>
                <a:lnTo>
                  <a:pt x="666750" y="0"/>
                </a:lnTo>
                <a:lnTo>
                  <a:pt x="733425" y="38100"/>
                </a:lnTo>
                <a:lnTo>
                  <a:pt x="657225" y="95250"/>
                </a:lnTo>
                <a:lnTo>
                  <a:pt x="628650" y="19050"/>
                </a:lnTo>
                <a:lnTo>
                  <a:pt x="695325" y="47625"/>
                </a:lnTo>
                <a:lnTo>
                  <a:pt x="742950" y="66675"/>
                </a:lnTo>
                <a:lnTo>
                  <a:pt x="752475" y="76200"/>
                </a:lnTo>
                <a:lnTo>
                  <a:pt x="800100" y="114300"/>
                </a:lnTo>
                <a:lnTo>
                  <a:pt x="800100" y="66675"/>
                </a:lnTo>
                <a:lnTo>
                  <a:pt x="819150" y="142875"/>
                </a:lnTo>
                <a:lnTo>
                  <a:pt x="857250" y="142875"/>
                </a:lnTo>
                <a:lnTo>
                  <a:pt x="819150" y="152400"/>
                </a:lnTo>
                <a:lnTo>
                  <a:pt x="828675" y="171450"/>
                </a:lnTo>
                <a:lnTo>
                  <a:pt x="828675" y="152400"/>
                </a:lnTo>
                <a:lnTo>
                  <a:pt x="876300" y="180975"/>
                </a:lnTo>
                <a:lnTo>
                  <a:pt x="809625" y="200025"/>
                </a:lnTo>
                <a:lnTo>
                  <a:pt x="857250" y="190500"/>
                </a:lnTo>
                <a:lnTo>
                  <a:pt x="904875" y="219075"/>
                </a:lnTo>
                <a:lnTo>
                  <a:pt x="942975" y="209550"/>
                </a:lnTo>
                <a:lnTo>
                  <a:pt x="971550" y="209550"/>
                </a:lnTo>
                <a:lnTo>
                  <a:pt x="952500" y="219075"/>
                </a:lnTo>
                <a:lnTo>
                  <a:pt x="981075" y="238125"/>
                </a:lnTo>
                <a:lnTo>
                  <a:pt x="971550" y="238125"/>
                </a:lnTo>
                <a:lnTo>
                  <a:pt x="981075" y="180975"/>
                </a:lnTo>
                <a:lnTo>
                  <a:pt x="971550" y="209550"/>
                </a:lnTo>
                <a:lnTo>
                  <a:pt x="981075" y="238125"/>
                </a:lnTo>
                <a:lnTo>
                  <a:pt x="1000125" y="247650"/>
                </a:lnTo>
                <a:lnTo>
                  <a:pt x="1009650" y="266700"/>
                </a:lnTo>
                <a:lnTo>
                  <a:pt x="1028700" y="304800"/>
                </a:lnTo>
                <a:lnTo>
                  <a:pt x="1047750" y="295275"/>
                </a:lnTo>
                <a:lnTo>
                  <a:pt x="1085850" y="333375"/>
                </a:lnTo>
                <a:lnTo>
                  <a:pt x="1143000" y="323850"/>
                </a:lnTo>
                <a:lnTo>
                  <a:pt x="1095375" y="409575"/>
                </a:lnTo>
                <a:lnTo>
                  <a:pt x="1066800" y="419100"/>
                </a:lnTo>
                <a:lnTo>
                  <a:pt x="1104900" y="409575"/>
                </a:lnTo>
                <a:lnTo>
                  <a:pt x="1114425" y="400050"/>
                </a:lnTo>
                <a:lnTo>
                  <a:pt x="1143000" y="447675"/>
                </a:lnTo>
                <a:lnTo>
                  <a:pt x="1095375" y="457200"/>
                </a:lnTo>
                <a:lnTo>
                  <a:pt x="1143000" y="466725"/>
                </a:lnTo>
                <a:lnTo>
                  <a:pt x="1057275" y="409575"/>
                </a:lnTo>
                <a:lnTo>
                  <a:pt x="1143000" y="447675"/>
                </a:lnTo>
                <a:lnTo>
                  <a:pt x="1152525" y="504825"/>
                </a:lnTo>
                <a:lnTo>
                  <a:pt x="1114425" y="514350"/>
                </a:lnTo>
                <a:lnTo>
                  <a:pt x="1123950" y="533400"/>
                </a:lnTo>
                <a:lnTo>
                  <a:pt x="1133475" y="542925"/>
                </a:lnTo>
                <a:lnTo>
                  <a:pt x="1143000" y="600075"/>
                </a:lnTo>
                <a:lnTo>
                  <a:pt x="1171575" y="638175"/>
                </a:lnTo>
                <a:lnTo>
                  <a:pt x="1181100" y="676275"/>
                </a:lnTo>
                <a:lnTo>
                  <a:pt x="1200150" y="723900"/>
                </a:lnTo>
                <a:lnTo>
                  <a:pt x="1238250" y="733425"/>
                </a:lnTo>
                <a:lnTo>
                  <a:pt x="1190625" y="704850"/>
                </a:lnTo>
                <a:lnTo>
                  <a:pt x="1181100" y="752475"/>
                </a:lnTo>
                <a:lnTo>
                  <a:pt x="1190625" y="771525"/>
                </a:lnTo>
                <a:lnTo>
                  <a:pt x="1190625" y="771525"/>
                </a:lnTo>
                <a:lnTo>
                  <a:pt x="1228725" y="809625"/>
                </a:lnTo>
                <a:lnTo>
                  <a:pt x="1219200" y="828675"/>
                </a:lnTo>
                <a:lnTo>
                  <a:pt x="1247775" y="828675"/>
                </a:lnTo>
                <a:lnTo>
                  <a:pt x="1247775" y="828675"/>
                </a:lnTo>
                <a:lnTo>
                  <a:pt x="1228725" y="819150"/>
                </a:lnTo>
                <a:lnTo>
                  <a:pt x="1266825" y="857250"/>
                </a:lnTo>
                <a:lnTo>
                  <a:pt x="1257300" y="838200"/>
                </a:lnTo>
                <a:lnTo>
                  <a:pt x="1295400" y="866775"/>
                </a:lnTo>
                <a:lnTo>
                  <a:pt x="1285875" y="885825"/>
                </a:lnTo>
                <a:lnTo>
                  <a:pt x="1314450" y="847725"/>
                </a:lnTo>
                <a:lnTo>
                  <a:pt x="1285875" y="895350"/>
                </a:lnTo>
                <a:lnTo>
                  <a:pt x="1238250" y="800100"/>
                </a:lnTo>
                <a:lnTo>
                  <a:pt x="1228725" y="914400"/>
                </a:lnTo>
                <a:lnTo>
                  <a:pt x="1190625" y="962025"/>
                </a:lnTo>
                <a:lnTo>
                  <a:pt x="1181100" y="1019175"/>
                </a:lnTo>
                <a:lnTo>
                  <a:pt x="1143000" y="1095375"/>
                </a:lnTo>
                <a:lnTo>
                  <a:pt x="1190625" y="1123950"/>
                </a:lnTo>
                <a:lnTo>
                  <a:pt x="1257300" y="1104900"/>
                </a:lnTo>
                <a:lnTo>
                  <a:pt x="1190625" y="1181100"/>
                </a:lnTo>
                <a:lnTo>
                  <a:pt x="1200150" y="1171575"/>
                </a:lnTo>
                <a:lnTo>
                  <a:pt x="1143000" y="1238250"/>
                </a:lnTo>
                <a:lnTo>
                  <a:pt x="1162050" y="1238250"/>
                </a:lnTo>
                <a:lnTo>
                  <a:pt x="1143000" y="1276350"/>
                </a:lnTo>
                <a:lnTo>
                  <a:pt x="1143000" y="1285875"/>
                </a:lnTo>
                <a:lnTo>
                  <a:pt x="1104900" y="1352550"/>
                </a:lnTo>
                <a:lnTo>
                  <a:pt x="1000125" y="1409700"/>
                </a:lnTo>
                <a:lnTo>
                  <a:pt x="1095375" y="1419225"/>
                </a:lnTo>
                <a:lnTo>
                  <a:pt x="1076325" y="1409700"/>
                </a:lnTo>
                <a:lnTo>
                  <a:pt x="1114425" y="1466850"/>
                </a:lnTo>
                <a:lnTo>
                  <a:pt x="1133475" y="1495425"/>
                </a:lnTo>
                <a:lnTo>
                  <a:pt x="1152525" y="1495425"/>
                </a:lnTo>
                <a:lnTo>
                  <a:pt x="1114425" y="1543050"/>
                </a:lnTo>
                <a:lnTo>
                  <a:pt x="1133475" y="1552575"/>
                </a:lnTo>
                <a:lnTo>
                  <a:pt x="1181100" y="1524000"/>
                </a:lnTo>
                <a:lnTo>
                  <a:pt x="1171575" y="1628775"/>
                </a:lnTo>
                <a:lnTo>
                  <a:pt x="1123950" y="1657350"/>
                </a:lnTo>
                <a:lnTo>
                  <a:pt x="1123950" y="1685925"/>
                </a:lnTo>
                <a:lnTo>
                  <a:pt x="1095375" y="1714500"/>
                </a:lnTo>
                <a:lnTo>
                  <a:pt x="1104900" y="1743075"/>
                </a:lnTo>
                <a:lnTo>
                  <a:pt x="1076325" y="1762125"/>
                </a:lnTo>
                <a:lnTo>
                  <a:pt x="1085850" y="1809750"/>
                </a:lnTo>
                <a:lnTo>
                  <a:pt x="1095375" y="1790700"/>
                </a:lnTo>
                <a:lnTo>
                  <a:pt x="1076325" y="1800225"/>
                </a:lnTo>
                <a:lnTo>
                  <a:pt x="1047750" y="1800225"/>
                </a:lnTo>
                <a:lnTo>
                  <a:pt x="1009650" y="1838325"/>
                </a:lnTo>
                <a:lnTo>
                  <a:pt x="990600" y="1819275"/>
                </a:lnTo>
                <a:lnTo>
                  <a:pt x="971550" y="1857375"/>
                </a:lnTo>
                <a:lnTo>
                  <a:pt x="952500" y="1857375"/>
                </a:lnTo>
                <a:lnTo>
                  <a:pt x="971550" y="1857375"/>
                </a:lnTo>
                <a:lnTo>
                  <a:pt x="942975" y="1857375"/>
                </a:lnTo>
                <a:lnTo>
                  <a:pt x="933450" y="1857375"/>
                </a:lnTo>
                <a:lnTo>
                  <a:pt x="904875" y="1885950"/>
                </a:lnTo>
                <a:lnTo>
                  <a:pt x="876300" y="1895475"/>
                </a:lnTo>
                <a:lnTo>
                  <a:pt x="885825" y="1895475"/>
                </a:lnTo>
                <a:lnTo>
                  <a:pt x="857250" y="1924050"/>
                </a:lnTo>
                <a:lnTo>
                  <a:pt x="819150" y="1895475"/>
                </a:lnTo>
                <a:lnTo>
                  <a:pt x="819150" y="1905000"/>
                </a:lnTo>
                <a:lnTo>
                  <a:pt x="828675" y="1943100"/>
                </a:lnTo>
                <a:lnTo>
                  <a:pt x="800100" y="1952625"/>
                </a:lnTo>
                <a:lnTo>
                  <a:pt x="800100" y="1933575"/>
                </a:lnTo>
                <a:lnTo>
                  <a:pt x="771525" y="1952625"/>
                </a:lnTo>
                <a:lnTo>
                  <a:pt x="742950" y="1943100"/>
                </a:lnTo>
                <a:lnTo>
                  <a:pt x="714375" y="1981200"/>
                </a:lnTo>
                <a:lnTo>
                  <a:pt x="714375" y="2000250"/>
                </a:lnTo>
                <a:lnTo>
                  <a:pt x="685800" y="1962150"/>
                </a:lnTo>
                <a:lnTo>
                  <a:pt x="676275" y="2000250"/>
                </a:lnTo>
                <a:lnTo>
                  <a:pt x="657225" y="2019300"/>
                </a:lnTo>
                <a:lnTo>
                  <a:pt x="657225" y="2019300"/>
                </a:lnTo>
                <a:lnTo>
                  <a:pt x="647700" y="2009775"/>
                </a:lnTo>
                <a:lnTo>
                  <a:pt x="600075" y="2019300"/>
                </a:lnTo>
                <a:lnTo>
                  <a:pt x="590550" y="2028825"/>
                </a:lnTo>
                <a:lnTo>
                  <a:pt x="600075" y="203835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01575" y="-219075"/>
            <a:ext cx="1219200" cy="1876425"/>
          </a:xfrm>
          <a:custGeom>
            <a:avLst/>
            <a:gdLst/>
            <a:ahLst/>
            <a:cxnLst/>
            <a:rect l="l" t="t" r="r" b="b"/>
            <a:pathLst>
              <a:path w="1219200" h="1876425">
                <a:moveTo>
                  <a:pt x="504825" y="1876425"/>
                </a:moveTo>
                <a:lnTo>
                  <a:pt x="485775" y="1828800"/>
                </a:lnTo>
                <a:lnTo>
                  <a:pt x="485775" y="1838325"/>
                </a:lnTo>
                <a:lnTo>
                  <a:pt x="485775" y="1857375"/>
                </a:lnTo>
                <a:lnTo>
                  <a:pt x="447675" y="1800225"/>
                </a:lnTo>
                <a:lnTo>
                  <a:pt x="447675" y="1800225"/>
                </a:lnTo>
                <a:lnTo>
                  <a:pt x="457200" y="1800225"/>
                </a:lnTo>
                <a:lnTo>
                  <a:pt x="400050" y="1771650"/>
                </a:lnTo>
                <a:lnTo>
                  <a:pt x="409575" y="1752600"/>
                </a:lnTo>
                <a:lnTo>
                  <a:pt x="371475" y="1771650"/>
                </a:lnTo>
                <a:lnTo>
                  <a:pt x="352425" y="1752600"/>
                </a:lnTo>
                <a:lnTo>
                  <a:pt x="342900" y="1724025"/>
                </a:lnTo>
                <a:lnTo>
                  <a:pt x="323850" y="1685925"/>
                </a:lnTo>
                <a:lnTo>
                  <a:pt x="304800" y="1685925"/>
                </a:lnTo>
                <a:lnTo>
                  <a:pt x="323850" y="1657350"/>
                </a:lnTo>
                <a:lnTo>
                  <a:pt x="295275" y="1666875"/>
                </a:lnTo>
                <a:lnTo>
                  <a:pt x="276225" y="1638300"/>
                </a:lnTo>
                <a:lnTo>
                  <a:pt x="257175" y="1628775"/>
                </a:lnTo>
                <a:lnTo>
                  <a:pt x="247650" y="1619250"/>
                </a:lnTo>
                <a:lnTo>
                  <a:pt x="247650" y="1609725"/>
                </a:lnTo>
                <a:lnTo>
                  <a:pt x="228600" y="1562100"/>
                </a:lnTo>
                <a:lnTo>
                  <a:pt x="200025" y="1571625"/>
                </a:lnTo>
                <a:lnTo>
                  <a:pt x="209550" y="1533525"/>
                </a:lnTo>
                <a:lnTo>
                  <a:pt x="171450" y="1533525"/>
                </a:lnTo>
                <a:lnTo>
                  <a:pt x="180975" y="1495425"/>
                </a:lnTo>
                <a:lnTo>
                  <a:pt x="180975" y="1504950"/>
                </a:lnTo>
                <a:lnTo>
                  <a:pt x="142875" y="1495425"/>
                </a:lnTo>
                <a:lnTo>
                  <a:pt x="133350" y="1485900"/>
                </a:lnTo>
                <a:lnTo>
                  <a:pt x="95250" y="1476375"/>
                </a:lnTo>
                <a:lnTo>
                  <a:pt x="85725" y="1457325"/>
                </a:lnTo>
                <a:lnTo>
                  <a:pt x="104775" y="1419225"/>
                </a:lnTo>
                <a:lnTo>
                  <a:pt x="95250" y="1409700"/>
                </a:lnTo>
                <a:lnTo>
                  <a:pt x="57150" y="1390650"/>
                </a:lnTo>
                <a:lnTo>
                  <a:pt x="133350" y="1400175"/>
                </a:lnTo>
                <a:lnTo>
                  <a:pt x="247650" y="1400175"/>
                </a:lnTo>
                <a:lnTo>
                  <a:pt x="266700" y="1352550"/>
                </a:lnTo>
                <a:lnTo>
                  <a:pt x="180975" y="1276350"/>
                </a:lnTo>
                <a:lnTo>
                  <a:pt x="219075" y="1381125"/>
                </a:lnTo>
                <a:lnTo>
                  <a:pt x="152400" y="1343025"/>
                </a:lnTo>
                <a:lnTo>
                  <a:pt x="114300" y="1295400"/>
                </a:lnTo>
                <a:lnTo>
                  <a:pt x="76200" y="1238250"/>
                </a:lnTo>
                <a:lnTo>
                  <a:pt x="0" y="1171575"/>
                </a:lnTo>
                <a:lnTo>
                  <a:pt x="76200" y="1219200"/>
                </a:lnTo>
                <a:lnTo>
                  <a:pt x="85725" y="1190625"/>
                </a:lnTo>
                <a:lnTo>
                  <a:pt x="76200" y="1133475"/>
                </a:lnTo>
                <a:lnTo>
                  <a:pt x="76200" y="1095375"/>
                </a:lnTo>
                <a:lnTo>
                  <a:pt x="47625" y="1114425"/>
                </a:lnTo>
                <a:lnTo>
                  <a:pt x="85725" y="1066800"/>
                </a:lnTo>
                <a:lnTo>
                  <a:pt x="123825" y="1085850"/>
                </a:lnTo>
                <a:lnTo>
                  <a:pt x="66675" y="1057275"/>
                </a:lnTo>
                <a:lnTo>
                  <a:pt x="57150" y="1019175"/>
                </a:lnTo>
                <a:lnTo>
                  <a:pt x="38100" y="1009650"/>
                </a:lnTo>
                <a:lnTo>
                  <a:pt x="66675" y="1000125"/>
                </a:lnTo>
                <a:lnTo>
                  <a:pt x="104775" y="1000125"/>
                </a:lnTo>
                <a:lnTo>
                  <a:pt x="38100" y="914400"/>
                </a:lnTo>
                <a:lnTo>
                  <a:pt x="57150" y="895350"/>
                </a:lnTo>
                <a:lnTo>
                  <a:pt x="66675" y="857250"/>
                </a:lnTo>
                <a:lnTo>
                  <a:pt x="76200" y="885825"/>
                </a:lnTo>
                <a:lnTo>
                  <a:pt x="66675" y="857250"/>
                </a:lnTo>
                <a:lnTo>
                  <a:pt x="47625" y="819150"/>
                </a:lnTo>
                <a:lnTo>
                  <a:pt x="57150" y="781050"/>
                </a:lnTo>
                <a:lnTo>
                  <a:pt x="47625" y="771525"/>
                </a:lnTo>
                <a:lnTo>
                  <a:pt x="47625" y="752475"/>
                </a:lnTo>
                <a:lnTo>
                  <a:pt x="66675" y="723900"/>
                </a:lnTo>
                <a:lnTo>
                  <a:pt x="38100" y="685800"/>
                </a:lnTo>
                <a:lnTo>
                  <a:pt x="9525" y="704850"/>
                </a:lnTo>
                <a:lnTo>
                  <a:pt x="19050" y="666750"/>
                </a:lnTo>
                <a:lnTo>
                  <a:pt x="57150" y="657225"/>
                </a:lnTo>
                <a:lnTo>
                  <a:pt x="95250" y="600075"/>
                </a:lnTo>
                <a:lnTo>
                  <a:pt x="114300" y="571500"/>
                </a:lnTo>
                <a:lnTo>
                  <a:pt x="104775" y="552450"/>
                </a:lnTo>
                <a:lnTo>
                  <a:pt x="95250" y="571500"/>
                </a:lnTo>
                <a:lnTo>
                  <a:pt x="85725" y="533400"/>
                </a:lnTo>
                <a:lnTo>
                  <a:pt x="95250" y="514350"/>
                </a:lnTo>
                <a:lnTo>
                  <a:pt x="85725" y="504825"/>
                </a:lnTo>
                <a:lnTo>
                  <a:pt x="66675" y="504825"/>
                </a:lnTo>
                <a:lnTo>
                  <a:pt x="123825" y="457200"/>
                </a:lnTo>
                <a:lnTo>
                  <a:pt x="123825" y="438150"/>
                </a:lnTo>
                <a:lnTo>
                  <a:pt x="142875" y="457200"/>
                </a:lnTo>
                <a:lnTo>
                  <a:pt x="152400" y="428625"/>
                </a:lnTo>
                <a:lnTo>
                  <a:pt x="152400" y="409575"/>
                </a:lnTo>
                <a:lnTo>
                  <a:pt x="180975" y="409575"/>
                </a:lnTo>
                <a:lnTo>
                  <a:pt x="133350" y="409575"/>
                </a:lnTo>
                <a:lnTo>
                  <a:pt x="142875" y="361950"/>
                </a:lnTo>
                <a:lnTo>
                  <a:pt x="161925" y="333375"/>
                </a:lnTo>
                <a:lnTo>
                  <a:pt x="161925" y="323850"/>
                </a:lnTo>
                <a:lnTo>
                  <a:pt x="200025" y="323850"/>
                </a:lnTo>
                <a:lnTo>
                  <a:pt x="190500" y="314325"/>
                </a:lnTo>
                <a:lnTo>
                  <a:pt x="200025" y="266700"/>
                </a:lnTo>
                <a:lnTo>
                  <a:pt x="228600" y="257175"/>
                </a:lnTo>
                <a:lnTo>
                  <a:pt x="228600" y="228600"/>
                </a:lnTo>
                <a:lnTo>
                  <a:pt x="247650" y="228600"/>
                </a:lnTo>
                <a:lnTo>
                  <a:pt x="228600" y="200025"/>
                </a:lnTo>
                <a:lnTo>
                  <a:pt x="238125" y="200025"/>
                </a:lnTo>
                <a:lnTo>
                  <a:pt x="238125" y="142875"/>
                </a:lnTo>
                <a:lnTo>
                  <a:pt x="247650" y="152400"/>
                </a:lnTo>
                <a:lnTo>
                  <a:pt x="285750" y="133350"/>
                </a:lnTo>
                <a:lnTo>
                  <a:pt x="276225" y="142875"/>
                </a:lnTo>
                <a:lnTo>
                  <a:pt x="295275" y="133350"/>
                </a:lnTo>
                <a:lnTo>
                  <a:pt x="285750" y="123825"/>
                </a:lnTo>
                <a:lnTo>
                  <a:pt x="295275" y="104775"/>
                </a:lnTo>
                <a:lnTo>
                  <a:pt x="323850" y="123825"/>
                </a:lnTo>
                <a:lnTo>
                  <a:pt x="352425" y="95250"/>
                </a:lnTo>
                <a:lnTo>
                  <a:pt x="352425" y="114300"/>
                </a:lnTo>
                <a:lnTo>
                  <a:pt x="342900" y="95250"/>
                </a:lnTo>
                <a:lnTo>
                  <a:pt x="361950" y="95250"/>
                </a:lnTo>
                <a:lnTo>
                  <a:pt x="352425" y="76200"/>
                </a:lnTo>
                <a:lnTo>
                  <a:pt x="381000" y="104775"/>
                </a:lnTo>
                <a:lnTo>
                  <a:pt x="400050" y="95250"/>
                </a:lnTo>
                <a:lnTo>
                  <a:pt x="390525" y="76200"/>
                </a:lnTo>
                <a:lnTo>
                  <a:pt x="400050" y="10477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38150" y="85725"/>
                </a:lnTo>
                <a:lnTo>
                  <a:pt x="485775" y="76200"/>
                </a:lnTo>
                <a:lnTo>
                  <a:pt x="495300" y="57150"/>
                </a:lnTo>
                <a:lnTo>
                  <a:pt x="495300" y="57150"/>
                </a:lnTo>
                <a:lnTo>
                  <a:pt x="466725" y="57150"/>
                </a:lnTo>
                <a:lnTo>
                  <a:pt x="485775" y="47625"/>
                </a:lnTo>
                <a:lnTo>
                  <a:pt x="485775" y="47625"/>
                </a:lnTo>
                <a:lnTo>
                  <a:pt x="523875" y="38100"/>
                </a:lnTo>
                <a:lnTo>
                  <a:pt x="542925" y="38100"/>
                </a:lnTo>
                <a:lnTo>
                  <a:pt x="552450" y="28575"/>
                </a:lnTo>
                <a:lnTo>
                  <a:pt x="533400" y="38100"/>
                </a:lnTo>
                <a:lnTo>
                  <a:pt x="552450" y="38100"/>
                </a:lnTo>
                <a:lnTo>
                  <a:pt x="542925" y="9525"/>
                </a:lnTo>
                <a:lnTo>
                  <a:pt x="552450" y="9525"/>
                </a:lnTo>
                <a:lnTo>
                  <a:pt x="590550" y="0"/>
                </a:lnTo>
                <a:lnTo>
                  <a:pt x="600075" y="19050"/>
                </a:lnTo>
                <a:lnTo>
                  <a:pt x="533400" y="19050"/>
                </a:lnTo>
                <a:lnTo>
                  <a:pt x="504825" y="76200"/>
                </a:lnTo>
                <a:lnTo>
                  <a:pt x="542925" y="123825"/>
                </a:lnTo>
                <a:lnTo>
                  <a:pt x="590550" y="76200"/>
                </a:lnTo>
                <a:lnTo>
                  <a:pt x="638175" y="47625"/>
                </a:lnTo>
                <a:lnTo>
                  <a:pt x="628650" y="28575"/>
                </a:lnTo>
                <a:lnTo>
                  <a:pt x="676275" y="76200"/>
                </a:lnTo>
                <a:lnTo>
                  <a:pt x="704850" y="66675"/>
                </a:lnTo>
                <a:lnTo>
                  <a:pt x="704850" y="85725"/>
                </a:lnTo>
                <a:lnTo>
                  <a:pt x="752475" y="104775"/>
                </a:lnTo>
                <a:lnTo>
                  <a:pt x="733425" y="95250"/>
                </a:lnTo>
                <a:lnTo>
                  <a:pt x="781050" y="133350"/>
                </a:lnTo>
                <a:lnTo>
                  <a:pt x="762000" y="114300"/>
                </a:lnTo>
                <a:lnTo>
                  <a:pt x="790575" y="142875"/>
                </a:lnTo>
                <a:lnTo>
                  <a:pt x="781050" y="152400"/>
                </a:lnTo>
                <a:lnTo>
                  <a:pt x="781050" y="161925"/>
                </a:lnTo>
                <a:lnTo>
                  <a:pt x="847725" y="161925"/>
                </a:lnTo>
                <a:lnTo>
                  <a:pt x="790575" y="152400"/>
                </a:lnTo>
                <a:lnTo>
                  <a:pt x="819150" y="190500"/>
                </a:lnTo>
                <a:lnTo>
                  <a:pt x="857250" y="238125"/>
                </a:lnTo>
                <a:lnTo>
                  <a:pt x="885825" y="219075"/>
                </a:lnTo>
                <a:lnTo>
                  <a:pt x="885825" y="238125"/>
                </a:lnTo>
                <a:lnTo>
                  <a:pt x="885825" y="228600"/>
                </a:lnTo>
                <a:lnTo>
                  <a:pt x="895350" y="219075"/>
                </a:lnTo>
                <a:lnTo>
                  <a:pt x="857250" y="190500"/>
                </a:lnTo>
                <a:lnTo>
                  <a:pt x="885825" y="180975"/>
                </a:lnTo>
                <a:lnTo>
                  <a:pt x="885825" y="219075"/>
                </a:lnTo>
                <a:lnTo>
                  <a:pt x="895350" y="228600"/>
                </a:lnTo>
                <a:lnTo>
                  <a:pt x="962025" y="285750"/>
                </a:lnTo>
                <a:lnTo>
                  <a:pt x="962025" y="295275"/>
                </a:lnTo>
                <a:lnTo>
                  <a:pt x="981075" y="304800"/>
                </a:lnTo>
                <a:lnTo>
                  <a:pt x="962025" y="314325"/>
                </a:lnTo>
                <a:lnTo>
                  <a:pt x="1028700" y="323850"/>
                </a:lnTo>
                <a:lnTo>
                  <a:pt x="1038225" y="361950"/>
                </a:lnTo>
                <a:lnTo>
                  <a:pt x="1028700" y="342900"/>
                </a:lnTo>
                <a:lnTo>
                  <a:pt x="1000125" y="371475"/>
                </a:lnTo>
                <a:lnTo>
                  <a:pt x="990600" y="371475"/>
                </a:lnTo>
                <a:lnTo>
                  <a:pt x="1009650" y="428625"/>
                </a:lnTo>
                <a:lnTo>
                  <a:pt x="1009650" y="400050"/>
                </a:lnTo>
                <a:lnTo>
                  <a:pt x="1047750" y="4191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28700" y="476250"/>
                </a:lnTo>
                <a:lnTo>
                  <a:pt x="1028700" y="495300"/>
                </a:lnTo>
                <a:lnTo>
                  <a:pt x="1038225" y="514350"/>
                </a:lnTo>
                <a:lnTo>
                  <a:pt x="1038225" y="542925"/>
                </a:lnTo>
                <a:lnTo>
                  <a:pt x="1076325" y="590550"/>
                </a:lnTo>
                <a:lnTo>
                  <a:pt x="1057275" y="571500"/>
                </a:lnTo>
                <a:lnTo>
                  <a:pt x="1076325" y="638175"/>
                </a:lnTo>
                <a:lnTo>
                  <a:pt x="1085850" y="571500"/>
                </a:lnTo>
                <a:lnTo>
                  <a:pt x="1095375" y="638175"/>
                </a:lnTo>
                <a:lnTo>
                  <a:pt x="1066800" y="647700"/>
                </a:lnTo>
                <a:lnTo>
                  <a:pt x="1114425" y="695325"/>
                </a:lnTo>
                <a:lnTo>
                  <a:pt x="1085850" y="676275"/>
                </a:lnTo>
                <a:lnTo>
                  <a:pt x="1095375" y="704850"/>
                </a:lnTo>
                <a:lnTo>
                  <a:pt x="1133475" y="742950"/>
                </a:lnTo>
                <a:lnTo>
                  <a:pt x="1123950" y="752475"/>
                </a:lnTo>
                <a:lnTo>
                  <a:pt x="1114425" y="723900"/>
                </a:lnTo>
                <a:lnTo>
                  <a:pt x="1095375" y="733425"/>
                </a:lnTo>
                <a:lnTo>
                  <a:pt x="1133475" y="771525"/>
                </a:lnTo>
                <a:lnTo>
                  <a:pt x="1133475" y="781050"/>
                </a:lnTo>
                <a:lnTo>
                  <a:pt x="1123950" y="800100"/>
                </a:lnTo>
                <a:lnTo>
                  <a:pt x="1152525" y="781050"/>
                </a:lnTo>
                <a:lnTo>
                  <a:pt x="1143000" y="800100"/>
                </a:lnTo>
                <a:lnTo>
                  <a:pt x="1104900" y="933450"/>
                </a:lnTo>
                <a:lnTo>
                  <a:pt x="1085850" y="828675"/>
                </a:lnTo>
                <a:lnTo>
                  <a:pt x="1095375" y="866775"/>
                </a:lnTo>
                <a:lnTo>
                  <a:pt x="1114425" y="847725"/>
                </a:lnTo>
                <a:lnTo>
                  <a:pt x="1219200" y="923925"/>
                </a:lnTo>
                <a:lnTo>
                  <a:pt x="1143000" y="962025"/>
                </a:lnTo>
                <a:lnTo>
                  <a:pt x="1143000" y="971550"/>
                </a:lnTo>
                <a:lnTo>
                  <a:pt x="1104900" y="1009650"/>
                </a:lnTo>
                <a:lnTo>
                  <a:pt x="1028700" y="981075"/>
                </a:lnTo>
                <a:lnTo>
                  <a:pt x="1114425" y="1047750"/>
                </a:lnTo>
                <a:lnTo>
                  <a:pt x="1076325" y="1095375"/>
                </a:lnTo>
                <a:lnTo>
                  <a:pt x="1057275" y="1133475"/>
                </a:lnTo>
                <a:lnTo>
                  <a:pt x="1066800" y="1114425"/>
                </a:lnTo>
                <a:lnTo>
                  <a:pt x="1047750" y="1190625"/>
                </a:lnTo>
                <a:lnTo>
                  <a:pt x="1057275" y="1219200"/>
                </a:lnTo>
                <a:lnTo>
                  <a:pt x="1009650" y="1238250"/>
                </a:lnTo>
                <a:lnTo>
                  <a:pt x="1038225" y="1257300"/>
                </a:lnTo>
                <a:lnTo>
                  <a:pt x="1038225" y="1314450"/>
                </a:lnTo>
                <a:lnTo>
                  <a:pt x="1066800" y="1314450"/>
                </a:lnTo>
                <a:lnTo>
                  <a:pt x="1009650" y="1304925"/>
                </a:lnTo>
                <a:lnTo>
                  <a:pt x="1038225" y="1343025"/>
                </a:lnTo>
                <a:lnTo>
                  <a:pt x="1038225" y="1390650"/>
                </a:lnTo>
                <a:lnTo>
                  <a:pt x="1057275" y="1409700"/>
                </a:lnTo>
                <a:lnTo>
                  <a:pt x="1038225" y="1419225"/>
                </a:lnTo>
                <a:lnTo>
                  <a:pt x="1009650" y="1428750"/>
                </a:lnTo>
                <a:lnTo>
                  <a:pt x="981075" y="1466850"/>
                </a:lnTo>
                <a:lnTo>
                  <a:pt x="1019175" y="1466850"/>
                </a:lnTo>
                <a:lnTo>
                  <a:pt x="1000125" y="1543050"/>
                </a:lnTo>
                <a:lnTo>
                  <a:pt x="1009650" y="1562100"/>
                </a:lnTo>
                <a:lnTo>
                  <a:pt x="1019175" y="1562100"/>
                </a:lnTo>
                <a:lnTo>
                  <a:pt x="1000125" y="1571625"/>
                </a:lnTo>
                <a:lnTo>
                  <a:pt x="971550" y="1647825"/>
                </a:lnTo>
                <a:lnTo>
                  <a:pt x="942975" y="1638300"/>
                </a:lnTo>
                <a:lnTo>
                  <a:pt x="923925" y="1647825"/>
                </a:lnTo>
                <a:lnTo>
                  <a:pt x="923925" y="1647825"/>
                </a:lnTo>
                <a:lnTo>
                  <a:pt x="914400" y="1657350"/>
                </a:lnTo>
                <a:lnTo>
                  <a:pt x="885825" y="1676400"/>
                </a:lnTo>
                <a:lnTo>
                  <a:pt x="866775" y="1704975"/>
                </a:lnTo>
                <a:lnTo>
                  <a:pt x="885825" y="1685925"/>
                </a:lnTo>
                <a:lnTo>
                  <a:pt x="866775" y="1714500"/>
                </a:lnTo>
                <a:lnTo>
                  <a:pt x="857250" y="1704975"/>
                </a:lnTo>
                <a:lnTo>
                  <a:pt x="828675" y="1733550"/>
                </a:lnTo>
                <a:lnTo>
                  <a:pt x="809625" y="1733550"/>
                </a:lnTo>
                <a:lnTo>
                  <a:pt x="800100" y="1714500"/>
                </a:lnTo>
                <a:lnTo>
                  <a:pt x="790575" y="1733550"/>
                </a:lnTo>
                <a:lnTo>
                  <a:pt x="771525" y="1724025"/>
                </a:lnTo>
                <a:lnTo>
                  <a:pt x="771525" y="1733550"/>
                </a:lnTo>
                <a:lnTo>
                  <a:pt x="762000" y="1752600"/>
                </a:lnTo>
                <a:lnTo>
                  <a:pt x="762000" y="1771650"/>
                </a:lnTo>
                <a:lnTo>
                  <a:pt x="704850" y="1752600"/>
                </a:lnTo>
                <a:lnTo>
                  <a:pt x="695325" y="1800225"/>
                </a:lnTo>
                <a:lnTo>
                  <a:pt x="685800" y="1809750"/>
                </a:lnTo>
                <a:lnTo>
                  <a:pt x="666750" y="1809750"/>
                </a:lnTo>
                <a:lnTo>
                  <a:pt x="657225" y="1809750"/>
                </a:lnTo>
                <a:lnTo>
                  <a:pt x="657225" y="1800225"/>
                </a:lnTo>
                <a:lnTo>
                  <a:pt x="638175" y="1819275"/>
                </a:lnTo>
                <a:lnTo>
                  <a:pt x="628650" y="1819275"/>
                </a:lnTo>
                <a:lnTo>
                  <a:pt x="581025" y="1809750"/>
                </a:lnTo>
                <a:lnTo>
                  <a:pt x="590550" y="1847850"/>
                </a:lnTo>
                <a:lnTo>
                  <a:pt x="561975" y="1828800"/>
                </a:lnTo>
                <a:lnTo>
                  <a:pt x="561975" y="1847850"/>
                </a:lnTo>
                <a:lnTo>
                  <a:pt x="561975" y="1866900"/>
                </a:lnTo>
                <a:lnTo>
                  <a:pt x="542925" y="18669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935075" y="-1143000"/>
            <a:ext cx="114300" cy="104775"/>
          </a:xfrm>
          <a:custGeom>
            <a:avLst/>
            <a:gdLst/>
            <a:ahLst/>
            <a:cxnLst/>
            <a:rect l="l" t="t" r="r" b="b"/>
            <a:pathLst>
              <a:path w="114300" h="104775">
                <a:moveTo>
                  <a:pt x="114300" y="38100"/>
                </a:moveTo>
                <a:lnTo>
                  <a:pt x="104775" y="66675"/>
                </a:lnTo>
                <a:lnTo>
                  <a:pt x="95250" y="95250"/>
                </a:lnTo>
                <a:lnTo>
                  <a:pt x="47625" y="104775"/>
                </a:lnTo>
                <a:lnTo>
                  <a:pt x="9525" y="95250"/>
                </a:lnTo>
                <a:lnTo>
                  <a:pt x="0" y="57150"/>
                </a:lnTo>
                <a:lnTo>
                  <a:pt x="19050" y="0"/>
                </a:lnTo>
                <a:lnTo>
                  <a:pt x="47625" y="0"/>
                </a:lnTo>
                <a:lnTo>
                  <a:pt x="76200" y="0"/>
                </a:lnTo>
                <a:lnTo>
                  <a:pt x="95250" y="2857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582775" y="-3810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219075" y="85725"/>
                </a:moveTo>
                <a:lnTo>
                  <a:pt x="171450" y="114300"/>
                </a:lnTo>
                <a:lnTo>
                  <a:pt x="142875" y="152400"/>
                </a:lnTo>
                <a:lnTo>
                  <a:pt x="66675" y="123825"/>
                </a:lnTo>
                <a:lnTo>
                  <a:pt x="9525" y="133350"/>
                </a:lnTo>
                <a:lnTo>
                  <a:pt x="0" y="76200"/>
                </a:lnTo>
                <a:lnTo>
                  <a:pt x="9525" y="19050"/>
                </a:lnTo>
                <a:lnTo>
                  <a:pt x="66675" y="19050"/>
                </a:lnTo>
                <a:lnTo>
                  <a:pt x="142875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44650" y="-962025"/>
            <a:ext cx="152400" cy="209550"/>
          </a:xfrm>
          <a:custGeom>
            <a:avLst/>
            <a:gdLst/>
            <a:ahLst/>
            <a:cxnLst/>
            <a:rect l="l" t="t" r="r" b="b"/>
            <a:pathLst>
              <a:path w="152400" h="209550">
                <a:moveTo>
                  <a:pt x="152400" y="104775"/>
                </a:moveTo>
                <a:lnTo>
                  <a:pt x="142875" y="161925"/>
                </a:lnTo>
                <a:lnTo>
                  <a:pt x="104775" y="209550"/>
                </a:lnTo>
                <a:lnTo>
                  <a:pt x="57150" y="200025"/>
                </a:lnTo>
                <a:lnTo>
                  <a:pt x="0" y="161925"/>
                </a:lnTo>
                <a:lnTo>
                  <a:pt x="9525" y="114300"/>
                </a:lnTo>
                <a:lnTo>
                  <a:pt x="19050" y="57150"/>
                </a:lnTo>
                <a:lnTo>
                  <a:pt x="76200" y="38100"/>
                </a:lnTo>
                <a:lnTo>
                  <a:pt x="104775" y="0"/>
                </a:lnTo>
                <a:lnTo>
                  <a:pt x="133350" y="4762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582525" y="-1428750"/>
            <a:ext cx="152400" cy="200025"/>
          </a:xfrm>
          <a:custGeom>
            <a:avLst/>
            <a:gdLst/>
            <a:ahLst/>
            <a:cxnLst/>
            <a:rect l="l" t="t" r="r" b="b"/>
            <a:pathLst>
              <a:path w="152400" h="200025">
                <a:moveTo>
                  <a:pt x="152400" y="104775"/>
                </a:moveTo>
                <a:lnTo>
                  <a:pt x="133350" y="142875"/>
                </a:lnTo>
                <a:lnTo>
                  <a:pt x="123825" y="200025"/>
                </a:lnTo>
                <a:lnTo>
                  <a:pt x="47625" y="161925"/>
                </a:lnTo>
                <a:lnTo>
                  <a:pt x="0" y="133350"/>
                </a:lnTo>
                <a:lnTo>
                  <a:pt x="9525" y="85725"/>
                </a:lnTo>
                <a:lnTo>
                  <a:pt x="19050" y="57150"/>
                </a:lnTo>
                <a:lnTo>
                  <a:pt x="66675" y="19050"/>
                </a:lnTo>
                <a:lnTo>
                  <a:pt x="123825" y="0"/>
                </a:lnTo>
                <a:lnTo>
                  <a:pt x="142875" y="47625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82525" y="2143125"/>
            <a:ext cx="161925" cy="171450"/>
          </a:xfrm>
          <a:custGeom>
            <a:avLst/>
            <a:gdLst/>
            <a:ahLst/>
            <a:cxnLst/>
            <a:rect l="l" t="t" r="r" b="b"/>
            <a:pathLst>
              <a:path w="161925" h="171450">
                <a:moveTo>
                  <a:pt x="161925" y="95250"/>
                </a:moveTo>
                <a:lnTo>
                  <a:pt x="114300" y="133350"/>
                </a:lnTo>
                <a:lnTo>
                  <a:pt x="104775" y="171450"/>
                </a:lnTo>
                <a:lnTo>
                  <a:pt x="66675" y="152400"/>
                </a:lnTo>
                <a:lnTo>
                  <a:pt x="28575" y="133350"/>
                </a:lnTo>
                <a:lnTo>
                  <a:pt x="19050" y="104775"/>
                </a:lnTo>
                <a:lnTo>
                  <a:pt x="0" y="47625"/>
                </a:lnTo>
                <a:lnTo>
                  <a:pt x="66675" y="28575"/>
                </a:lnTo>
                <a:lnTo>
                  <a:pt x="104775" y="0"/>
                </a:lnTo>
                <a:lnTo>
                  <a:pt x="142875" y="5715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839825" y="2305050"/>
            <a:ext cx="228600" cy="133350"/>
          </a:xfrm>
          <a:custGeom>
            <a:avLst/>
            <a:gdLst/>
            <a:ahLst/>
            <a:cxnLst/>
            <a:rect l="l" t="t" r="r" b="b"/>
            <a:pathLst>
              <a:path w="228600" h="133350">
                <a:moveTo>
                  <a:pt x="228600" y="66675"/>
                </a:moveTo>
                <a:lnTo>
                  <a:pt x="180975" y="95250"/>
                </a:lnTo>
                <a:lnTo>
                  <a:pt x="114300" y="133350"/>
                </a:lnTo>
                <a:lnTo>
                  <a:pt x="66675" y="114300"/>
                </a:lnTo>
                <a:lnTo>
                  <a:pt x="28575" y="114300"/>
                </a:lnTo>
                <a:lnTo>
                  <a:pt x="9525" y="66675"/>
                </a:lnTo>
                <a:lnTo>
                  <a:pt x="0" y="9525"/>
                </a:lnTo>
                <a:lnTo>
                  <a:pt x="76200" y="9525"/>
                </a:lnTo>
                <a:lnTo>
                  <a:pt x="133350" y="0"/>
                </a:lnTo>
                <a:lnTo>
                  <a:pt x="161925" y="2857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58525" y="-1327785"/>
            <a:ext cx="3653790" cy="3782378"/>
          </a:xfrm>
          <a:custGeom>
            <a:avLst/>
            <a:gdLst/>
            <a:ahLst/>
            <a:cxnLst/>
            <a:rect l="l" t="t" r="r" b="b"/>
            <a:pathLst>
              <a:path w="3653790" h="3782378">
                <a:moveTo>
                  <a:pt x="2371725" y="874395"/>
                </a:moveTo>
                <a:lnTo>
                  <a:pt x="2386965" y="889635"/>
                </a:lnTo>
                <a:lnTo>
                  <a:pt x="2371725" y="904875"/>
                </a:lnTo>
                <a:lnTo>
                  <a:pt x="2356485" y="889635"/>
                </a:lnTo>
                <a:close/>
                <a:moveTo>
                  <a:pt x="3333750" y="2261235"/>
                </a:moveTo>
                <a:lnTo>
                  <a:pt x="3343275" y="2270760"/>
                </a:lnTo>
                <a:lnTo>
                  <a:pt x="3333750" y="2280285"/>
                </a:lnTo>
                <a:lnTo>
                  <a:pt x="3324225" y="2270760"/>
                </a:lnTo>
                <a:close/>
                <a:moveTo>
                  <a:pt x="647700" y="2794635"/>
                </a:moveTo>
                <a:lnTo>
                  <a:pt x="666750" y="2813685"/>
                </a:lnTo>
                <a:lnTo>
                  <a:pt x="647700" y="2832735"/>
                </a:lnTo>
                <a:lnTo>
                  <a:pt x="628650" y="2813685"/>
                </a:lnTo>
                <a:close/>
                <a:moveTo>
                  <a:pt x="2657475" y="2984183"/>
                </a:moveTo>
                <a:lnTo>
                  <a:pt x="2667952" y="2994660"/>
                </a:lnTo>
                <a:lnTo>
                  <a:pt x="2657475" y="3005138"/>
                </a:lnTo>
                <a:lnTo>
                  <a:pt x="2646998" y="2994660"/>
                </a:lnTo>
                <a:close/>
                <a:moveTo>
                  <a:pt x="3638550" y="2017395"/>
                </a:moveTo>
                <a:lnTo>
                  <a:pt x="3653790" y="2032635"/>
                </a:lnTo>
                <a:lnTo>
                  <a:pt x="3638550" y="2047875"/>
                </a:lnTo>
                <a:lnTo>
                  <a:pt x="3623310" y="2032635"/>
                </a:lnTo>
                <a:close/>
                <a:moveTo>
                  <a:pt x="3524250" y="2483167"/>
                </a:moveTo>
                <a:lnTo>
                  <a:pt x="3540443" y="2499360"/>
                </a:lnTo>
                <a:lnTo>
                  <a:pt x="3524250" y="2515553"/>
                </a:lnTo>
                <a:lnTo>
                  <a:pt x="3508057" y="2499360"/>
                </a:lnTo>
                <a:close/>
                <a:moveTo>
                  <a:pt x="2638425" y="262890"/>
                </a:moveTo>
                <a:lnTo>
                  <a:pt x="2655570" y="280035"/>
                </a:lnTo>
                <a:lnTo>
                  <a:pt x="2638425" y="297180"/>
                </a:lnTo>
                <a:lnTo>
                  <a:pt x="2621280" y="280035"/>
                </a:lnTo>
                <a:close/>
                <a:moveTo>
                  <a:pt x="2819400" y="997268"/>
                </a:moveTo>
                <a:lnTo>
                  <a:pt x="2826068" y="1003935"/>
                </a:lnTo>
                <a:lnTo>
                  <a:pt x="2819400" y="1010603"/>
                </a:lnTo>
                <a:lnTo>
                  <a:pt x="2812732" y="1003935"/>
                </a:lnTo>
                <a:close/>
                <a:moveTo>
                  <a:pt x="1162050" y="160973"/>
                </a:moveTo>
                <a:lnTo>
                  <a:pt x="1176338" y="175260"/>
                </a:lnTo>
                <a:lnTo>
                  <a:pt x="1162050" y="189548"/>
                </a:lnTo>
                <a:lnTo>
                  <a:pt x="1147763" y="175260"/>
                </a:lnTo>
                <a:close/>
                <a:moveTo>
                  <a:pt x="2686050" y="790575"/>
                </a:moveTo>
                <a:lnTo>
                  <a:pt x="2699385" y="803910"/>
                </a:lnTo>
                <a:lnTo>
                  <a:pt x="2686050" y="817245"/>
                </a:lnTo>
                <a:lnTo>
                  <a:pt x="2672715" y="803910"/>
                </a:lnTo>
                <a:close/>
                <a:moveTo>
                  <a:pt x="2381250" y="3035618"/>
                </a:moveTo>
                <a:lnTo>
                  <a:pt x="2397443" y="3051810"/>
                </a:lnTo>
                <a:lnTo>
                  <a:pt x="2381250" y="3068003"/>
                </a:lnTo>
                <a:lnTo>
                  <a:pt x="2365057" y="3051810"/>
                </a:lnTo>
                <a:close/>
                <a:moveTo>
                  <a:pt x="3419475" y="1918335"/>
                </a:moveTo>
                <a:lnTo>
                  <a:pt x="3429000" y="1927860"/>
                </a:lnTo>
                <a:lnTo>
                  <a:pt x="3419475" y="1937385"/>
                </a:lnTo>
                <a:lnTo>
                  <a:pt x="3409950" y="1927860"/>
                </a:lnTo>
                <a:close/>
                <a:moveTo>
                  <a:pt x="1104900" y="563880"/>
                </a:moveTo>
                <a:lnTo>
                  <a:pt x="1116330" y="575310"/>
                </a:lnTo>
                <a:lnTo>
                  <a:pt x="1104900" y="586740"/>
                </a:lnTo>
                <a:lnTo>
                  <a:pt x="1093470" y="575310"/>
                </a:lnTo>
                <a:close/>
                <a:moveTo>
                  <a:pt x="1057275" y="810578"/>
                </a:moveTo>
                <a:lnTo>
                  <a:pt x="1069657" y="822960"/>
                </a:lnTo>
                <a:lnTo>
                  <a:pt x="1057275" y="835343"/>
                </a:lnTo>
                <a:lnTo>
                  <a:pt x="1044893" y="822960"/>
                </a:lnTo>
                <a:close/>
                <a:moveTo>
                  <a:pt x="2524125" y="519113"/>
                </a:moveTo>
                <a:lnTo>
                  <a:pt x="2542223" y="537210"/>
                </a:lnTo>
                <a:lnTo>
                  <a:pt x="2524125" y="555308"/>
                </a:lnTo>
                <a:lnTo>
                  <a:pt x="2506027" y="537210"/>
                </a:lnTo>
                <a:close/>
                <a:moveTo>
                  <a:pt x="180975" y="1137285"/>
                </a:moveTo>
                <a:lnTo>
                  <a:pt x="200025" y="1156335"/>
                </a:lnTo>
                <a:lnTo>
                  <a:pt x="180975" y="1175385"/>
                </a:lnTo>
                <a:lnTo>
                  <a:pt x="161925" y="1156335"/>
                </a:lnTo>
                <a:close/>
                <a:moveTo>
                  <a:pt x="2181225" y="3107055"/>
                </a:moveTo>
                <a:lnTo>
                  <a:pt x="2192655" y="3118485"/>
                </a:lnTo>
                <a:lnTo>
                  <a:pt x="2181225" y="3129915"/>
                </a:lnTo>
                <a:lnTo>
                  <a:pt x="2169795" y="3118485"/>
                </a:lnTo>
                <a:close/>
                <a:moveTo>
                  <a:pt x="542925" y="2325053"/>
                </a:moveTo>
                <a:lnTo>
                  <a:pt x="555307" y="2337435"/>
                </a:lnTo>
                <a:lnTo>
                  <a:pt x="542925" y="2349818"/>
                </a:lnTo>
                <a:lnTo>
                  <a:pt x="530543" y="2337435"/>
                </a:lnTo>
                <a:close/>
                <a:moveTo>
                  <a:pt x="19050" y="1775460"/>
                </a:moveTo>
                <a:lnTo>
                  <a:pt x="38100" y="1794510"/>
                </a:lnTo>
                <a:lnTo>
                  <a:pt x="19050" y="1813560"/>
                </a:lnTo>
                <a:lnTo>
                  <a:pt x="0" y="1794510"/>
                </a:lnTo>
                <a:close/>
                <a:moveTo>
                  <a:pt x="590550" y="2047875"/>
                </a:moveTo>
                <a:lnTo>
                  <a:pt x="603885" y="2061210"/>
                </a:lnTo>
                <a:lnTo>
                  <a:pt x="590550" y="2074545"/>
                </a:lnTo>
                <a:lnTo>
                  <a:pt x="577215" y="2061210"/>
                </a:lnTo>
                <a:close/>
                <a:moveTo>
                  <a:pt x="2085975" y="3749993"/>
                </a:moveTo>
                <a:lnTo>
                  <a:pt x="2102168" y="3766185"/>
                </a:lnTo>
                <a:lnTo>
                  <a:pt x="2085975" y="3782378"/>
                </a:lnTo>
                <a:lnTo>
                  <a:pt x="2069782" y="3766185"/>
                </a:lnTo>
                <a:close/>
                <a:moveTo>
                  <a:pt x="3429000" y="1365885"/>
                </a:moveTo>
                <a:lnTo>
                  <a:pt x="3448050" y="1384935"/>
                </a:lnTo>
                <a:lnTo>
                  <a:pt x="3429000" y="1403985"/>
                </a:lnTo>
                <a:lnTo>
                  <a:pt x="3409950" y="1384935"/>
                </a:lnTo>
                <a:close/>
                <a:moveTo>
                  <a:pt x="495300" y="1210628"/>
                </a:moveTo>
                <a:lnTo>
                  <a:pt x="507682" y="1223010"/>
                </a:lnTo>
                <a:lnTo>
                  <a:pt x="495300" y="1235393"/>
                </a:lnTo>
                <a:lnTo>
                  <a:pt x="482918" y="1223010"/>
                </a:lnTo>
                <a:close/>
                <a:moveTo>
                  <a:pt x="1123950" y="2965133"/>
                </a:moveTo>
                <a:lnTo>
                  <a:pt x="1143952" y="2985135"/>
                </a:lnTo>
                <a:lnTo>
                  <a:pt x="1123950" y="3005138"/>
                </a:lnTo>
                <a:lnTo>
                  <a:pt x="1103948" y="2985135"/>
                </a:lnTo>
                <a:close/>
                <a:moveTo>
                  <a:pt x="104775" y="1823085"/>
                </a:moveTo>
                <a:lnTo>
                  <a:pt x="114300" y="1832610"/>
                </a:lnTo>
                <a:lnTo>
                  <a:pt x="104775" y="1842135"/>
                </a:lnTo>
                <a:lnTo>
                  <a:pt x="95250" y="1832610"/>
                </a:lnTo>
                <a:close/>
                <a:moveTo>
                  <a:pt x="2085975" y="3672840"/>
                </a:moveTo>
                <a:lnTo>
                  <a:pt x="2093595" y="3680460"/>
                </a:lnTo>
                <a:lnTo>
                  <a:pt x="2085975" y="3688080"/>
                </a:lnTo>
                <a:lnTo>
                  <a:pt x="2078355" y="3680460"/>
                </a:lnTo>
                <a:close/>
                <a:moveTo>
                  <a:pt x="2971800" y="1906905"/>
                </a:moveTo>
                <a:lnTo>
                  <a:pt x="2983230" y="1918335"/>
                </a:lnTo>
                <a:lnTo>
                  <a:pt x="2971800" y="1929765"/>
                </a:lnTo>
                <a:lnTo>
                  <a:pt x="2960370" y="1918335"/>
                </a:lnTo>
                <a:close/>
                <a:moveTo>
                  <a:pt x="2981325" y="2108835"/>
                </a:moveTo>
                <a:lnTo>
                  <a:pt x="3000375" y="2127885"/>
                </a:lnTo>
                <a:lnTo>
                  <a:pt x="2981325" y="2146935"/>
                </a:lnTo>
                <a:lnTo>
                  <a:pt x="2962275" y="2127885"/>
                </a:lnTo>
                <a:close/>
                <a:moveTo>
                  <a:pt x="1028700" y="2649855"/>
                </a:moveTo>
                <a:lnTo>
                  <a:pt x="1040130" y="2661285"/>
                </a:lnTo>
                <a:lnTo>
                  <a:pt x="1028700" y="2672715"/>
                </a:lnTo>
                <a:lnTo>
                  <a:pt x="1017270" y="2661285"/>
                </a:lnTo>
                <a:close/>
                <a:moveTo>
                  <a:pt x="3286125" y="956310"/>
                </a:moveTo>
                <a:lnTo>
                  <a:pt x="3295650" y="965835"/>
                </a:lnTo>
                <a:lnTo>
                  <a:pt x="3286125" y="975360"/>
                </a:lnTo>
                <a:lnTo>
                  <a:pt x="3276600" y="965835"/>
                </a:lnTo>
                <a:close/>
                <a:moveTo>
                  <a:pt x="2133600" y="3528060"/>
                </a:moveTo>
                <a:lnTo>
                  <a:pt x="2152650" y="3547110"/>
                </a:lnTo>
                <a:lnTo>
                  <a:pt x="2133600" y="3566160"/>
                </a:lnTo>
                <a:lnTo>
                  <a:pt x="2114550" y="3547110"/>
                </a:lnTo>
                <a:close/>
                <a:moveTo>
                  <a:pt x="2162175" y="3025140"/>
                </a:moveTo>
                <a:lnTo>
                  <a:pt x="2169795" y="3032760"/>
                </a:lnTo>
                <a:lnTo>
                  <a:pt x="2162175" y="3040380"/>
                </a:lnTo>
                <a:lnTo>
                  <a:pt x="2154555" y="3032760"/>
                </a:lnTo>
                <a:close/>
                <a:moveTo>
                  <a:pt x="2809875" y="757238"/>
                </a:moveTo>
                <a:lnTo>
                  <a:pt x="2818448" y="765810"/>
                </a:lnTo>
                <a:lnTo>
                  <a:pt x="2809875" y="774383"/>
                </a:lnTo>
                <a:lnTo>
                  <a:pt x="2801302" y="765810"/>
                </a:lnTo>
                <a:close/>
                <a:moveTo>
                  <a:pt x="152400" y="2111692"/>
                </a:moveTo>
                <a:lnTo>
                  <a:pt x="159068" y="2118360"/>
                </a:lnTo>
                <a:lnTo>
                  <a:pt x="152400" y="2125028"/>
                </a:lnTo>
                <a:lnTo>
                  <a:pt x="145732" y="2118360"/>
                </a:lnTo>
                <a:close/>
                <a:moveTo>
                  <a:pt x="685800" y="2426017"/>
                </a:moveTo>
                <a:lnTo>
                  <a:pt x="692468" y="2432685"/>
                </a:lnTo>
                <a:lnTo>
                  <a:pt x="685800" y="2439353"/>
                </a:lnTo>
                <a:lnTo>
                  <a:pt x="679132" y="2432685"/>
                </a:lnTo>
                <a:close/>
                <a:moveTo>
                  <a:pt x="3257550" y="2468880"/>
                </a:moveTo>
                <a:lnTo>
                  <a:pt x="3268980" y="2480310"/>
                </a:lnTo>
                <a:lnTo>
                  <a:pt x="3257550" y="2491740"/>
                </a:lnTo>
                <a:lnTo>
                  <a:pt x="3246120" y="2480310"/>
                </a:lnTo>
                <a:close/>
                <a:moveTo>
                  <a:pt x="2171700" y="3733800"/>
                </a:moveTo>
                <a:lnTo>
                  <a:pt x="2194560" y="3756660"/>
                </a:lnTo>
                <a:lnTo>
                  <a:pt x="2171700" y="3779520"/>
                </a:lnTo>
                <a:lnTo>
                  <a:pt x="2148840" y="3756660"/>
                </a:lnTo>
                <a:close/>
                <a:moveTo>
                  <a:pt x="2647950" y="2755583"/>
                </a:moveTo>
                <a:lnTo>
                  <a:pt x="2667952" y="2775585"/>
                </a:lnTo>
                <a:lnTo>
                  <a:pt x="2647950" y="2795588"/>
                </a:lnTo>
                <a:lnTo>
                  <a:pt x="2627948" y="2775585"/>
                </a:lnTo>
                <a:close/>
                <a:moveTo>
                  <a:pt x="3019425" y="441960"/>
                </a:moveTo>
                <a:lnTo>
                  <a:pt x="3028950" y="451485"/>
                </a:lnTo>
                <a:lnTo>
                  <a:pt x="3019425" y="461010"/>
                </a:lnTo>
                <a:lnTo>
                  <a:pt x="3009900" y="451485"/>
                </a:lnTo>
                <a:close/>
                <a:moveTo>
                  <a:pt x="2552700" y="870585"/>
                </a:moveTo>
                <a:lnTo>
                  <a:pt x="2562225" y="880110"/>
                </a:lnTo>
                <a:lnTo>
                  <a:pt x="2552700" y="889635"/>
                </a:lnTo>
                <a:lnTo>
                  <a:pt x="2543175" y="880110"/>
                </a:lnTo>
                <a:close/>
                <a:moveTo>
                  <a:pt x="2038350" y="395288"/>
                </a:moveTo>
                <a:lnTo>
                  <a:pt x="2046923" y="403860"/>
                </a:lnTo>
                <a:lnTo>
                  <a:pt x="2038350" y="412433"/>
                </a:lnTo>
                <a:lnTo>
                  <a:pt x="2029777" y="403860"/>
                </a:lnTo>
                <a:close/>
                <a:moveTo>
                  <a:pt x="1333500" y="432435"/>
                </a:moveTo>
                <a:lnTo>
                  <a:pt x="1352550" y="451485"/>
                </a:lnTo>
                <a:lnTo>
                  <a:pt x="1333500" y="470535"/>
                </a:lnTo>
                <a:lnTo>
                  <a:pt x="1314450" y="451485"/>
                </a:lnTo>
                <a:close/>
                <a:moveTo>
                  <a:pt x="247650" y="1988820"/>
                </a:moveTo>
                <a:lnTo>
                  <a:pt x="262890" y="2004060"/>
                </a:lnTo>
                <a:lnTo>
                  <a:pt x="247650" y="2019300"/>
                </a:lnTo>
                <a:lnTo>
                  <a:pt x="232410" y="2004060"/>
                </a:lnTo>
                <a:close/>
                <a:moveTo>
                  <a:pt x="2000250" y="3536633"/>
                </a:moveTo>
                <a:lnTo>
                  <a:pt x="2010727" y="3547110"/>
                </a:lnTo>
                <a:lnTo>
                  <a:pt x="2000250" y="3557588"/>
                </a:lnTo>
                <a:lnTo>
                  <a:pt x="1989773" y="3547110"/>
                </a:lnTo>
                <a:close/>
                <a:moveTo>
                  <a:pt x="1323975" y="902018"/>
                </a:moveTo>
                <a:lnTo>
                  <a:pt x="1330643" y="908685"/>
                </a:lnTo>
                <a:lnTo>
                  <a:pt x="1323975" y="915353"/>
                </a:lnTo>
                <a:lnTo>
                  <a:pt x="1317307" y="908685"/>
                </a:lnTo>
                <a:close/>
                <a:moveTo>
                  <a:pt x="3352800" y="1137285"/>
                </a:moveTo>
                <a:lnTo>
                  <a:pt x="3362325" y="1146810"/>
                </a:lnTo>
                <a:lnTo>
                  <a:pt x="3352800" y="1156335"/>
                </a:lnTo>
                <a:lnTo>
                  <a:pt x="3343275" y="1146810"/>
                </a:lnTo>
                <a:close/>
                <a:moveTo>
                  <a:pt x="2743200" y="2744153"/>
                </a:moveTo>
                <a:lnTo>
                  <a:pt x="2765107" y="2766060"/>
                </a:lnTo>
                <a:lnTo>
                  <a:pt x="2743200" y="2787968"/>
                </a:lnTo>
                <a:lnTo>
                  <a:pt x="2721293" y="2766060"/>
                </a:lnTo>
                <a:close/>
                <a:moveTo>
                  <a:pt x="3629025" y="1339215"/>
                </a:moveTo>
                <a:lnTo>
                  <a:pt x="3636645" y="1346835"/>
                </a:lnTo>
                <a:lnTo>
                  <a:pt x="3629025" y="1354455"/>
                </a:lnTo>
                <a:lnTo>
                  <a:pt x="3621405" y="1346835"/>
                </a:lnTo>
                <a:close/>
                <a:moveTo>
                  <a:pt x="857250" y="983933"/>
                </a:moveTo>
                <a:lnTo>
                  <a:pt x="867727" y="994410"/>
                </a:lnTo>
                <a:lnTo>
                  <a:pt x="857250" y="1004887"/>
                </a:lnTo>
                <a:lnTo>
                  <a:pt x="846773" y="994410"/>
                </a:lnTo>
                <a:close/>
                <a:moveTo>
                  <a:pt x="1038225" y="2584133"/>
                </a:moveTo>
                <a:lnTo>
                  <a:pt x="1058227" y="2604135"/>
                </a:lnTo>
                <a:lnTo>
                  <a:pt x="1038225" y="2624138"/>
                </a:lnTo>
                <a:lnTo>
                  <a:pt x="1018223" y="2604135"/>
                </a:lnTo>
                <a:close/>
                <a:moveTo>
                  <a:pt x="1933575" y="660083"/>
                </a:moveTo>
                <a:lnTo>
                  <a:pt x="1944052" y="670560"/>
                </a:lnTo>
                <a:lnTo>
                  <a:pt x="1933575" y="681038"/>
                </a:lnTo>
                <a:lnTo>
                  <a:pt x="1923098" y="670560"/>
                </a:lnTo>
                <a:close/>
                <a:moveTo>
                  <a:pt x="3095625" y="3120390"/>
                </a:moveTo>
                <a:lnTo>
                  <a:pt x="3103245" y="3128010"/>
                </a:lnTo>
                <a:lnTo>
                  <a:pt x="3095625" y="3135630"/>
                </a:lnTo>
                <a:lnTo>
                  <a:pt x="3088005" y="3128010"/>
                </a:lnTo>
                <a:close/>
                <a:moveTo>
                  <a:pt x="1743075" y="53340"/>
                </a:moveTo>
                <a:lnTo>
                  <a:pt x="1750695" y="60960"/>
                </a:lnTo>
                <a:lnTo>
                  <a:pt x="1743075" y="68580"/>
                </a:lnTo>
                <a:lnTo>
                  <a:pt x="1735455" y="60960"/>
                </a:lnTo>
                <a:close/>
                <a:moveTo>
                  <a:pt x="800100" y="1767840"/>
                </a:moveTo>
                <a:lnTo>
                  <a:pt x="817245" y="1784985"/>
                </a:lnTo>
                <a:lnTo>
                  <a:pt x="800100" y="1802130"/>
                </a:lnTo>
                <a:lnTo>
                  <a:pt x="782955" y="1784985"/>
                </a:lnTo>
                <a:close/>
                <a:moveTo>
                  <a:pt x="3143250" y="1072515"/>
                </a:moveTo>
                <a:lnTo>
                  <a:pt x="3160395" y="1089660"/>
                </a:lnTo>
                <a:lnTo>
                  <a:pt x="3143250" y="1106805"/>
                </a:lnTo>
                <a:lnTo>
                  <a:pt x="3126105" y="1089660"/>
                </a:lnTo>
                <a:close/>
                <a:moveTo>
                  <a:pt x="3057525" y="1643063"/>
                </a:moveTo>
                <a:lnTo>
                  <a:pt x="3066098" y="1651635"/>
                </a:lnTo>
                <a:lnTo>
                  <a:pt x="3057525" y="1660208"/>
                </a:lnTo>
                <a:lnTo>
                  <a:pt x="3048952" y="1651635"/>
                </a:lnTo>
                <a:close/>
                <a:moveTo>
                  <a:pt x="1447800" y="3063240"/>
                </a:moveTo>
                <a:lnTo>
                  <a:pt x="1455420" y="3070860"/>
                </a:lnTo>
                <a:lnTo>
                  <a:pt x="1447800" y="3078480"/>
                </a:lnTo>
                <a:lnTo>
                  <a:pt x="1440180" y="3070860"/>
                </a:lnTo>
                <a:close/>
                <a:moveTo>
                  <a:pt x="2781300" y="2889885"/>
                </a:moveTo>
                <a:lnTo>
                  <a:pt x="2790825" y="2899410"/>
                </a:lnTo>
                <a:lnTo>
                  <a:pt x="2781300" y="2908935"/>
                </a:lnTo>
                <a:lnTo>
                  <a:pt x="2771775" y="2899410"/>
                </a:lnTo>
                <a:close/>
                <a:moveTo>
                  <a:pt x="2028825" y="308610"/>
                </a:moveTo>
                <a:lnTo>
                  <a:pt x="2038350" y="318135"/>
                </a:lnTo>
                <a:lnTo>
                  <a:pt x="2028825" y="327660"/>
                </a:lnTo>
                <a:lnTo>
                  <a:pt x="2019300" y="318135"/>
                </a:lnTo>
                <a:close/>
                <a:moveTo>
                  <a:pt x="2847975" y="3165158"/>
                </a:moveTo>
                <a:lnTo>
                  <a:pt x="2858452" y="3175635"/>
                </a:lnTo>
                <a:lnTo>
                  <a:pt x="2847975" y="3186113"/>
                </a:lnTo>
                <a:lnTo>
                  <a:pt x="2837498" y="3175635"/>
                </a:lnTo>
                <a:close/>
                <a:moveTo>
                  <a:pt x="838200" y="1194435"/>
                </a:moveTo>
                <a:lnTo>
                  <a:pt x="847725" y="1203960"/>
                </a:lnTo>
                <a:lnTo>
                  <a:pt x="838200" y="1213485"/>
                </a:lnTo>
                <a:lnTo>
                  <a:pt x="828675" y="1203960"/>
                </a:lnTo>
                <a:close/>
                <a:moveTo>
                  <a:pt x="2600325" y="3367088"/>
                </a:moveTo>
                <a:lnTo>
                  <a:pt x="2618423" y="3385185"/>
                </a:lnTo>
                <a:lnTo>
                  <a:pt x="2600325" y="3403283"/>
                </a:lnTo>
                <a:lnTo>
                  <a:pt x="2582227" y="3385185"/>
                </a:lnTo>
                <a:close/>
                <a:moveTo>
                  <a:pt x="590550" y="1134428"/>
                </a:moveTo>
                <a:lnTo>
                  <a:pt x="602932" y="1146810"/>
                </a:lnTo>
                <a:lnTo>
                  <a:pt x="590550" y="1159193"/>
                </a:lnTo>
                <a:lnTo>
                  <a:pt x="578168" y="1146810"/>
                </a:lnTo>
                <a:close/>
                <a:moveTo>
                  <a:pt x="400050" y="1928813"/>
                </a:moveTo>
                <a:lnTo>
                  <a:pt x="418148" y="1946910"/>
                </a:lnTo>
                <a:lnTo>
                  <a:pt x="400050" y="1965008"/>
                </a:lnTo>
                <a:lnTo>
                  <a:pt x="381952" y="1946910"/>
                </a:lnTo>
                <a:close/>
                <a:moveTo>
                  <a:pt x="1866900" y="3373755"/>
                </a:moveTo>
                <a:lnTo>
                  <a:pt x="1887855" y="3394710"/>
                </a:lnTo>
                <a:lnTo>
                  <a:pt x="1866900" y="3415665"/>
                </a:lnTo>
                <a:lnTo>
                  <a:pt x="1845945" y="3394710"/>
                </a:lnTo>
                <a:close/>
                <a:moveTo>
                  <a:pt x="733425" y="1848803"/>
                </a:moveTo>
                <a:lnTo>
                  <a:pt x="755332" y="1870710"/>
                </a:lnTo>
                <a:lnTo>
                  <a:pt x="733425" y="1892618"/>
                </a:lnTo>
                <a:lnTo>
                  <a:pt x="711518" y="1870710"/>
                </a:lnTo>
                <a:close/>
                <a:moveTo>
                  <a:pt x="2381250" y="2814638"/>
                </a:moveTo>
                <a:lnTo>
                  <a:pt x="2389823" y="2823210"/>
                </a:lnTo>
                <a:lnTo>
                  <a:pt x="2381250" y="2831783"/>
                </a:lnTo>
                <a:lnTo>
                  <a:pt x="2372677" y="2823210"/>
                </a:lnTo>
                <a:close/>
                <a:moveTo>
                  <a:pt x="3057525" y="1597343"/>
                </a:moveTo>
                <a:lnTo>
                  <a:pt x="3064193" y="1604010"/>
                </a:lnTo>
                <a:lnTo>
                  <a:pt x="3057525" y="1610678"/>
                </a:lnTo>
                <a:lnTo>
                  <a:pt x="3050857" y="1604010"/>
                </a:lnTo>
                <a:close/>
                <a:moveTo>
                  <a:pt x="3381375" y="842963"/>
                </a:moveTo>
                <a:lnTo>
                  <a:pt x="3399473" y="861060"/>
                </a:lnTo>
                <a:lnTo>
                  <a:pt x="3381375" y="879158"/>
                </a:lnTo>
                <a:lnTo>
                  <a:pt x="3363277" y="861060"/>
                </a:lnTo>
                <a:close/>
                <a:moveTo>
                  <a:pt x="1704975" y="0"/>
                </a:moveTo>
                <a:lnTo>
                  <a:pt x="1727835" y="22860"/>
                </a:lnTo>
                <a:lnTo>
                  <a:pt x="1704975" y="45720"/>
                </a:lnTo>
                <a:lnTo>
                  <a:pt x="1682115" y="22860"/>
                </a:lnTo>
                <a:close/>
                <a:moveTo>
                  <a:pt x="3000375" y="672465"/>
                </a:moveTo>
                <a:lnTo>
                  <a:pt x="3007995" y="680085"/>
                </a:lnTo>
                <a:lnTo>
                  <a:pt x="3000375" y="687705"/>
                </a:lnTo>
                <a:lnTo>
                  <a:pt x="2992755" y="680085"/>
                </a:lnTo>
                <a:close/>
                <a:moveTo>
                  <a:pt x="2695575" y="806768"/>
                </a:moveTo>
                <a:lnTo>
                  <a:pt x="2711768" y="822960"/>
                </a:lnTo>
                <a:lnTo>
                  <a:pt x="2695575" y="839153"/>
                </a:lnTo>
                <a:lnTo>
                  <a:pt x="2679382" y="822960"/>
                </a:lnTo>
                <a:close/>
                <a:moveTo>
                  <a:pt x="866775" y="437198"/>
                </a:moveTo>
                <a:lnTo>
                  <a:pt x="881063" y="451485"/>
                </a:lnTo>
                <a:lnTo>
                  <a:pt x="866775" y="465773"/>
                </a:lnTo>
                <a:lnTo>
                  <a:pt x="852488" y="451485"/>
                </a:lnTo>
                <a:close/>
                <a:moveTo>
                  <a:pt x="2209800" y="2981325"/>
                </a:moveTo>
                <a:lnTo>
                  <a:pt x="2232660" y="3004185"/>
                </a:lnTo>
                <a:lnTo>
                  <a:pt x="2209800" y="3027045"/>
                </a:lnTo>
                <a:lnTo>
                  <a:pt x="2186940" y="3004185"/>
                </a:lnTo>
                <a:close/>
                <a:moveTo>
                  <a:pt x="3409950" y="2190750"/>
                </a:moveTo>
                <a:lnTo>
                  <a:pt x="3423285" y="2204085"/>
                </a:lnTo>
                <a:lnTo>
                  <a:pt x="3409950" y="2217420"/>
                </a:lnTo>
                <a:lnTo>
                  <a:pt x="3396615" y="2204085"/>
                </a:lnTo>
                <a:close/>
                <a:moveTo>
                  <a:pt x="2990850" y="2078355"/>
                </a:moveTo>
                <a:lnTo>
                  <a:pt x="3011805" y="2099310"/>
                </a:lnTo>
                <a:lnTo>
                  <a:pt x="2990850" y="2120265"/>
                </a:lnTo>
                <a:lnTo>
                  <a:pt x="2969895" y="209931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951970" y="-333375"/>
            <a:ext cx="1829753" cy="1888808"/>
          </a:xfrm>
          <a:custGeom>
            <a:avLst/>
            <a:gdLst/>
            <a:ahLst/>
            <a:cxnLst/>
            <a:rect l="l" t="t" r="r" b="b"/>
            <a:pathLst>
              <a:path w="1829753" h="1888808">
                <a:moveTo>
                  <a:pt x="11430" y="979170"/>
                </a:moveTo>
                <a:lnTo>
                  <a:pt x="22860" y="990600"/>
                </a:lnTo>
                <a:lnTo>
                  <a:pt x="11430" y="1002030"/>
                </a:lnTo>
                <a:lnTo>
                  <a:pt x="0" y="990600"/>
                </a:lnTo>
                <a:close/>
                <a:moveTo>
                  <a:pt x="411480" y="1691640"/>
                </a:moveTo>
                <a:lnTo>
                  <a:pt x="424815" y="1704975"/>
                </a:lnTo>
                <a:lnTo>
                  <a:pt x="411480" y="1718310"/>
                </a:lnTo>
                <a:lnTo>
                  <a:pt x="398145" y="1704975"/>
                </a:lnTo>
                <a:close/>
                <a:moveTo>
                  <a:pt x="1383030" y="1254443"/>
                </a:moveTo>
                <a:lnTo>
                  <a:pt x="1395413" y="1266825"/>
                </a:lnTo>
                <a:lnTo>
                  <a:pt x="1383030" y="1279208"/>
                </a:lnTo>
                <a:lnTo>
                  <a:pt x="1370648" y="1266825"/>
                </a:lnTo>
                <a:close/>
                <a:moveTo>
                  <a:pt x="249555" y="1153478"/>
                </a:moveTo>
                <a:lnTo>
                  <a:pt x="267653" y="1171575"/>
                </a:lnTo>
                <a:lnTo>
                  <a:pt x="249555" y="1189673"/>
                </a:lnTo>
                <a:lnTo>
                  <a:pt x="231457" y="1171575"/>
                </a:lnTo>
                <a:close/>
                <a:moveTo>
                  <a:pt x="716280" y="1494473"/>
                </a:moveTo>
                <a:lnTo>
                  <a:pt x="726757" y="1504950"/>
                </a:lnTo>
                <a:lnTo>
                  <a:pt x="716280" y="1515428"/>
                </a:lnTo>
                <a:lnTo>
                  <a:pt x="705803" y="1504950"/>
                </a:lnTo>
                <a:close/>
                <a:moveTo>
                  <a:pt x="744855" y="1171575"/>
                </a:moveTo>
                <a:lnTo>
                  <a:pt x="763905" y="1190625"/>
                </a:lnTo>
                <a:lnTo>
                  <a:pt x="744855" y="1209675"/>
                </a:lnTo>
                <a:lnTo>
                  <a:pt x="725805" y="1190625"/>
                </a:lnTo>
                <a:close/>
                <a:moveTo>
                  <a:pt x="1306830" y="390525"/>
                </a:moveTo>
                <a:lnTo>
                  <a:pt x="1325880" y="409575"/>
                </a:lnTo>
                <a:lnTo>
                  <a:pt x="1306830" y="428625"/>
                </a:lnTo>
                <a:lnTo>
                  <a:pt x="1287780" y="409575"/>
                </a:lnTo>
                <a:close/>
                <a:moveTo>
                  <a:pt x="763905" y="1268730"/>
                </a:moveTo>
                <a:lnTo>
                  <a:pt x="781050" y="1285875"/>
                </a:lnTo>
                <a:lnTo>
                  <a:pt x="763905" y="1303020"/>
                </a:lnTo>
                <a:lnTo>
                  <a:pt x="746760" y="1285875"/>
                </a:lnTo>
                <a:close/>
                <a:moveTo>
                  <a:pt x="1640205" y="801053"/>
                </a:moveTo>
                <a:lnTo>
                  <a:pt x="1658303" y="819150"/>
                </a:lnTo>
                <a:lnTo>
                  <a:pt x="1640205" y="837248"/>
                </a:lnTo>
                <a:lnTo>
                  <a:pt x="1622107" y="819150"/>
                </a:lnTo>
                <a:close/>
                <a:moveTo>
                  <a:pt x="802005" y="710565"/>
                </a:moveTo>
                <a:lnTo>
                  <a:pt x="815340" y="723900"/>
                </a:lnTo>
                <a:lnTo>
                  <a:pt x="802005" y="737235"/>
                </a:lnTo>
                <a:lnTo>
                  <a:pt x="788670" y="723900"/>
                </a:lnTo>
                <a:close/>
                <a:moveTo>
                  <a:pt x="316230" y="581025"/>
                </a:moveTo>
                <a:lnTo>
                  <a:pt x="325755" y="590550"/>
                </a:lnTo>
                <a:lnTo>
                  <a:pt x="316230" y="600075"/>
                </a:lnTo>
                <a:lnTo>
                  <a:pt x="306705" y="590550"/>
                </a:lnTo>
                <a:close/>
                <a:moveTo>
                  <a:pt x="459105" y="1119188"/>
                </a:moveTo>
                <a:lnTo>
                  <a:pt x="473393" y="1133475"/>
                </a:lnTo>
                <a:lnTo>
                  <a:pt x="459105" y="1147763"/>
                </a:lnTo>
                <a:lnTo>
                  <a:pt x="444818" y="1133475"/>
                </a:lnTo>
                <a:close/>
                <a:moveTo>
                  <a:pt x="1278255" y="1234440"/>
                </a:moveTo>
                <a:lnTo>
                  <a:pt x="1301115" y="1257300"/>
                </a:lnTo>
                <a:lnTo>
                  <a:pt x="1278255" y="1280160"/>
                </a:lnTo>
                <a:lnTo>
                  <a:pt x="1255395" y="1257300"/>
                </a:lnTo>
                <a:close/>
                <a:moveTo>
                  <a:pt x="430530" y="1040130"/>
                </a:moveTo>
                <a:lnTo>
                  <a:pt x="447675" y="1057275"/>
                </a:lnTo>
                <a:lnTo>
                  <a:pt x="430530" y="1074420"/>
                </a:lnTo>
                <a:lnTo>
                  <a:pt x="413385" y="1057275"/>
                </a:lnTo>
                <a:close/>
                <a:moveTo>
                  <a:pt x="1097280" y="1844993"/>
                </a:moveTo>
                <a:lnTo>
                  <a:pt x="1119188" y="1866900"/>
                </a:lnTo>
                <a:lnTo>
                  <a:pt x="1097280" y="1888808"/>
                </a:lnTo>
                <a:lnTo>
                  <a:pt x="1075373" y="1866900"/>
                </a:lnTo>
                <a:close/>
                <a:moveTo>
                  <a:pt x="1564005" y="513397"/>
                </a:moveTo>
                <a:lnTo>
                  <a:pt x="1574482" y="523875"/>
                </a:lnTo>
                <a:lnTo>
                  <a:pt x="1564005" y="534353"/>
                </a:lnTo>
                <a:lnTo>
                  <a:pt x="1553528" y="523875"/>
                </a:lnTo>
                <a:close/>
                <a:moveTo>
                  <a:pt x="849630" y="1200150"/>
                </a:moveTo>
                <a:lnTo>
                  <a:pt x="859155" y="1209675"/>
                </a:lnTo>
                <a:lnTo>
                  <a:pt x="849630" y="1219200"/>
                </a:lnTo>
                <a:lnTo>
                  <a:pt x="840105" y="1209675"/>
                </a:lnTo>
                <a:close/>
                <a:moveTo>
                  <a:pt x="1068705" y="0"/>
                </a:moveTo>
                <a:lnTo>
                  <a:pt x="1087755" y="19050"/>
                </a:lnTo>
                <a:lnTo>
                  <a:pt x="1068705" y="38100"/>
                </a:lnTo>
                <a:lnTo>
                  <a:pt x="1049655" y="19050"/>
                </a:lnTo>
                <a:close/>
                <a:moveTo>
                  <a:pt x="1383030" y="1646873"/>
                </a:moveTo>
                <a:lnTo>
                  <a:pt x="1403032" y="1666875"/>
                </a:lnTo>
                <a:lnTo>
                  <a:pt x="1383030" y="1686878"/>
                </a:lnTo>
                <a:lnTo>
                  <a:pt x="1363028" y="1666875"/>
                </a:lnTo>
                <a:close/>
                <a:moveTo>
                  <a:pt x="211455" y="788670"/>
                </a:moveTo>
                <a:lnTo>
                  <a:pt x="222885" y="800100"/>
                </a:lnTo>
                <a:lnTo>
                  <a:pt x="211455" y="811530"/>
                </a:lnTo>
                <a:lnTo>
                  <a:pt x="200025" y="800100"/>
                </a:lnTo>
                <a:close/>
                <a:moveTo>
                  <a:pt x="325755" y="868680"/>
                </a:moveTo>
                <a:lnTo>
                  <a:pt x="333375" y="876300"/>
                </a:lnTo>
                <a:lnTo>
                  <a:pt x="325755" y="883920"/>
                </a:lnTo>
                <a:lnTo>
                  <a:pt x="318135" y="876300"/>
                </a:lnTo>
                <a:close/>
                <a:moveTo>
                  <a:pt x="1821180" y="448628"/>
                </a:moveTo>
                <a:lnTo>
                  <a:pt x="1829753" y="457200"/>
                </a:lnTo>
                <a:lnTo>
                  <a:pt x="1821180" y="465773"/>
                </a:lnTo>
                <a:lnTo>
                  <a:pt x="1812607" y="457200"/>
                </a:lnTo>
                <a:close/>
                <a:moveTo>
                  <a:pt x="1221105" y="1816418"/>
                </a:moveTo>
                <a:lnTo>
                  <a:pt x="1233488" y="1828800"/>
                </a:lnTo>
                <a:lnTo>
                  <a:pt x="1221105" y="1841183"/>
                </a:lnTo>
                <a:lnTo>
                  <a:pt x="1208723" y="1828800"/>
                </a:lnTo>
                <a:close/>
                <a:moveTo>
                  <a:pt x="1021080" y="1117283"/>
                </a:moveTo>
                <a:lnTo>
                  <a:pt x="1037273" y="1133475"/>
                </a:lnTo>
                <a:lnTo>
                  <a:pt x="1021080" y="1149668"/>
                </a:lnTo>
                <a:lnTo>
                  <a:pt x="1004887" y="1133475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-1109662"/>
            <a:ext cx="3252788" cy="2896553"/>
          </a:xfrm>
          <a:custGeom>
            <a:avLst/>
            <a:gdLst/>
            <a:ahLst/>
            <a:cxnLst/>
            <a:rect l="l" t="t" r="r" b="b"/>
            <a:pathLst>
              <a:path w="3252788" h="2896553">
                <a:moveTo>
                  <a:pt x="1022985" y="2866073"/>
                </a:moveTo>
                <a:lnTo>
                  <a:pt x="1038225" y="2881313"/>
                </a:lnTo>
                <a:lnTo>
                  <a:pt x="1022985" y="2896553"/>
                </a:lnTo>
                <a:lnTo>
                  <a:pt x="1007745" y="2881313"/>
                </a:lnTo>
                <a:close/>
                <a:moveTo>
                  <a:pt x="1394460" y="2749868"/>
                </a:moveTo>
                <a:lnTo>
                  <a:pt x="1411605" y="2767013"/>
                </a:lnTo>
                <a:lnTo>
                  <a:pt x="1394460" y="2784158"/>
                </a:lnTo>
                <a:lnTo>
                  <a:pt x="1377315" y="2767013"/>
                </a:lnTo>
                <a:close/>
                <a:moveTo>
                  <a:pt x="546735" y="1922145"/>
                </a:moveTo>
                <a:lnTo>
                  <a:pt x="553403" y="1928813"/>
                </a:lnTo>
                <a:lnTo>
                  <a:pt x="546735" y="1935480"/>
                </a:lnTo>
                <a:lnTo>
                  <a:pt x="540068" y="1928813"/>
                </a:lnTo>
                <a:close/>
                <a:moveTo>
                  <a:pt x="3242310" y="1584960"/>
                </a:moveTo>
                <a:lnTo>
                  <a:pt x="3252788" y="1595438"/>
                </a:lnTo>
                <a:lnTo>
                  <a:pt x="3242310" y="1605915"/>
                </a:lnTo>
                <a:lnTo>
                  <a:pt x="3231833" y="1595438"/>
                </a:lnTo>
                <a:close/>
                <a:moveTo>
                  <a:pt x="1099185" y="121920"/>
                </a:moveTo>
                <a:lnTo>
                  <a:pt x="1115378" y="138113"/>
                </a:lnTo>
                <a:lnTo>
                  <a:pt x="1099185" y="154305"/>
                </a:lnTo>
                <a:lnTo>
                  <a:pt x="1082993" y="138113"/>
                </a:lnTo>
                <a:close/>
                <a:moveTo>
                  <a:pt x="680085" y="300990"/>
                </a:moveTo>
                <a:lnTo>
                  <a:pt x="688658" y="309563"/>
                </a:lnTo>
                <a:lnTo>
                  <a:pt x="680085" y="318135"/>
                </a:lnTo>
                <a:lnTo>
                  <a:pt x="671513" y="309563"/>
                </a:lnTo>
                <a:close/>
                <a:moveTo>
                  <a:pt x="2118360" y="355282"/>
                </a:moveTo>
                <a:lnTo>
                  <a:pt x="2139315" y="376238"/>
                </a:lnTo>
                <a:lnTo>
                  <a:pt x="2118360" y="397193"/>
                </a:lnTo>
                <a:lnTo>
                  <a:pt x="2097405" y="376238"/>
                </a:lnTo>
                <a:close/>
                <a:moveTo>
                  <a:pt x="108585" y="2018348"/>
                </a:moveTo>
                <a:lnTo>
                  <a:pt x="123825" y="2033588"/>
                </a:lnTo>
                <a:lnTo>
                  <a:pt x="108585" y="2048828"/>
                </a:lnTo>
                <a:lnTo>
                  <a:pt x="93345" y="2033588"/>
                </a:lnTo>
                <a:close/>
                <a:moveTo>
                  <a:pt x="575310" y="1807845"/>
                </a:moveTo>
                <a:lnTo>
                  <a:pt x="591503" y="1824038"/>
                </a:lnTo>
                <a:lnTo>
                  <a:pt x="575310" y="1840230"/>
                </a:lnTo>
                <a:lnTo>
                  <a:pt x="559118" y="1824038"/>
                </a:lnTo>
                <a:close/>
                <a:moveTo>
                  <a:pt x="2680335" y="2011680"/>
                </a:moveTo>
                <a:lnTo>
                  <a:pt x="2692718" y="2024062"/>
                </a:lnTo>
                <a:lnTo>
                  <a:pt x="2680335" y="2036445"/>
                </a:lnTo>
                <a:lnTo>
                  <a:pt x="2667953" y="2024062"/>
                </a:lnTo>
                <a:close/>
                <a:moveTo>
                  <a:pt x="1022985" y="450533"/>
                </a:moveTo>
                <a:lnTo>
                  <a:pt x="1034415" y="461963"/>
                </a:lnTo>
                <a:lnTo>
                  <a:pt x="1022985" y="473393"/>
                </a:lnTo>
                <a:lnTo>
                  <a:pt x="1011555" y="461963"/>
                </a:lnTo>
                <a:close/>
                <a:moveTo>
                  <a:pt x="756285" y="0"/>
                </a:moveTo>
                <a:lnTo>
                  <a:pt x="770573" y="14288"/>
                </a:lnTo>
                <a:lnTo>
                  <a:pt x="756285" y="28575"/>
                </a:lnTo>
                <a:lnTo>
                  <a:pt x="741998" y="14288"/>
                </a:lnTo>
                <a:close/>
                <a:moveTo>
                  <a:pt x="13335" y="1134427"/>
                </a:moveTo>
                <a:lnTo>
                  <a:pt x="26670" y="1147763"/>
                </a:lnTo>
                <a:lnTo>
                  <a:pt x="13335" y="1161098"/>
                </a:lnTo>
                <a:lnTo>
                  <a:pt x="0" y="1147763"/>
                </a:lnTo>
                <a:close/>
                <a:moveTo>
                  <a:pt x="1651635" y="2691765"/>
                </a:moveTo>
                <a:lnTo>
                  <a:pt x="1669733" y="2709863"/>
                </a:lnTo>
                <a:lnTo>
                  <a:pt x="1651635" y="2727960"/>
                </a:lnTo>
                <a:lnTo>
                  <a:pt x="1633538" y="2709863"/>
                </a:lnTo>
                <a:close/>
                <a:moveTo>
                  <a:pt x="2346960" y="1954530"/>
                </a:moveTo>
                <a:lnTo>
                  <a:pt x="2359343" y="1966912"/>
                </a:lnTo>
                <a:lnTo>
                  <a:pt x="2346960" y="1979295"/>
                </a:lnTo>
                <a:lnTo>
                  <a:pt x="2334578" y="1966912"/>
                </a:lnTo>
                <a:close/>
                <a:moveTo>
                  <a:pt x="1946910" y="2508885"/>
                </a:moveTo>
                <a:lnTo>
                  <a:pt x="1966912" y="2528888"/>
                </a:lnTo>
                <a:lnTo>
                  <a:pt x="1946910" y="2548890"/>
                </a:lnTo>
                <a:lnTo>
                  <a:pt x="1926908" y="2528888"/>
                </a:lnTo>
                <a:close/>
                <a:moveTo>
                  <a:pt x="2165985" y="2154555"/>
                </a:moveTo>
                <a:lnTo>
                  <a:pt x="2187893" y="2176463"/>
                </a:lnTo>
                <a:lnTo>
                  <a:pt x="2165985" y="2198370"/>
                </a:lnTo>
                <a:lnTo>
                  <a:pt x="2144078" y="2176463"/>
                </a:lnTo>
                <a:close/>
                <a:moveTo>
                  <a:pt x="1927860" y="2368867"/>
                </a:moveTo>
                <a:lnTo>
                  <a:pt x="1935480" y="2376488"/>
                </a:lnTo>
                <a:lnTo>
                  <a:pt x="1927860" y="2384108"/>
                </a:lnTo>
                <a:lnTo>
                  <a:pt x="1920240" y="2376488"/>
                </a:lnTo>
                <a:close/>
                <a:moveTo>
                  <a:pt x="1346835" y="828675"/>
                </a:moveTo>
                <a:lnTo>
                  <a:pt x="1361123" y="842963"/>
                </a:lnTo>
                <a:lnTo>
                  <a:pt x="1346835" y="857250"/>
                </a:lnTo>
                <a:lnTo>
                  <a:pt x="1332548" y="842963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25325" y="-1171575"/>
            <a:ext cx="2400300" cy="3276600"/>
          </a:xfrm>
          <a:custGeom>
            <a:avLst/>
            <a:gdLst/>
            <a:ahLst/>
            <a:cxnLst/>
            <a:rect l="l" t="t" r="r" b="b"/>
            <a:pathLst>
              <a:path w="2400300" h="3276600">
                <a:moveTo>
                  <a:pt x="1352550" y="0"/>
                </a:moveTo>
                <a:quadBezTo>
                  <a:pt x="1447800" y="28575"/>
                  <a:pt x="1543050" y="95250"/>
                </a:quadBezTo>
                <a:moveTo>
                  <a:pt x="2400300" y="2305050"/>
                </a:moveTo>
                <a:quadBezTo>
                  <a:pt x="2333625" y="2400300"/>
                  <a:pt x="2276475" y="2543175"/>
                </a:quadBezTo>
                <a:moveTo>
                  <a:pt x="2209800" y="1562100"/>
                </a:moveTo>
                <a:quadBezTo>
                  <a:pt x="2238375" y="1609725"/>
                  <a:pt x="2257425" y="1695450"/>
                </a:quadBezTo>
                <a:moveTo>
                  <a:pt x="1781175" y="3143250"/>
                </a:moveTo>
                <a:quadBezTo>
                  <a:pt x="1724025" y="3190875"/>
                  <a:pt x="1666875" y="3276600"/>
                </a:quadBezTo>
                <a:moveTo>
                  <a:pt x="0" y="209550"/>
                </a:moveTo>
                <a:quadBezTo>
                  <a:pt x="66675" y="171450"/>
                  <a:pt x="133350" y="180975"/>
                </a:quadBezTo>
                <a:moveTo>
                  <a:pt x="352425" y="2962275"/>
                </a:moveTo>
                <a:quadBezTo>
                  <a:pt x="276225" y="2943225"/>
                  <a:pt x="200025" y="2952750"/>
                </a:quadBezTo>
                <a:moveTo>
                  <a:pt x="333375" y="447675"/>
                </a:moveTo>
                <a:quadBezTo>
                  <a:pt x="400050" y="390525"/>
                  <a:pt x="457200" y="361950"/>
                </a:quadBezTo>
                <a:moveTo>
                  <a:pt x="1819275" y="2495550"/>
                </a:moveTo>
                <a:quadBezTo>
                  <a:pt x="1743075" y="2571750"/>
                  <a:pt x="1666875" y="2676525"/>
                </a:quadBezTo>
                <a:moveTo>
                  <a:pt x="2343150" y="1171575"/>
                </a:moveTo>
                <a:quadBezTo>
                  <a:pt x="2352675" y="1276350"/>
                  <a:pt x="2371725" y="1419225"/>
                </a:quadBezTo>
                <a:moveTo>
                  <a:pt x="1457325" y="2743200"/>
                </a:moveTo>
                <a:quadBezTo>
                  <a:pt x="1333500" y="2800350"/>
                  <a:pt x="1200150" y="2895600"/>
                </a:quadBezTo>
                <a:moveTo>
                  <a:pt x="1400175" y="2819400"/>
                </a:moveTo>
                <a:quadBezTo>
                  <a:pt x="1352550" y="2847975"/>
                  <a:pt x="1295400" y="2905125"/>
                </a:quadBezTo>
                <a:moveTo>
                  <a:pt x="2238375" y="819150"/>
                </a:moveTo>
                <a:quadBezTo>
                  <a:pt x="2305050" y="885825"/>
                  <a:pt x="2371725" y="1000125"/>
                </a:quadBezTo>
                <a:moveTo>
                  <a:pt x="295275" y="3162300"/>
                </a:moveTo>
                <a:quadBezTo>
                  <a:pt x="228600" y="3105150"/>
                  <a:pt x="152400" y="3095625"/>
                </a:quadBezTo>
                <a:moveTo>
                  <a:pt x="2247900" y="1638300"/>
                </a:moveTo>
                <a:quadBezTo>
                  <a:pt x="2238375" y="1704975"/>
                  <a:pt x="2219325" y="180975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11125" y="-990600"/>
            <a:ext cx="2038350" cy="1695450"/>
          </a:xfrm>
          <a:custGeom>
            <a:avLst/>
            <a:gdLst/>
            <a:ahLst/>
            <a:cxnLst/>
            <a:rect l="l" t="t" r="r" b="b"/>
            <a:pathLst>
              <a:path w="2038350" h="1695450">
                <a:moveTo>
                  <a:pt x="1390650" y="1362075"/>
                </a:moveTo>
                <a:lnTo>
                  <a:pt x="1876425" y="1562100"/>
                </a:lnTo>
                <a:moveTo>
                  <a:pt x="1381125" y="1390650"/>
                </a:moveTo>
                <a:lnTo>
                  <a:pt x="2038350" y="1666875"/>
                </a:lnTo>
                <a:moveTo>
                  <a:pt x="1371600" y="1419225"/>
                </a:moveTo>
                <a:lnTo>
                  <a:pt x="1905000" y="1638300"/>
                </a:lnTo>
                <a:moveTo>
                  <a:pt x="1362075" y="1447800"/>
                </a:moveTo>
                <a:lnTo>
                  <a:pt x="1952625" y="1695450"/>
                </a:lnTo>
                <a:moveTo>
                  <a:pt x="590550" y="95250"/>
                </a:moveTo>
                <a:lnTo>
                  <a:pt x="228600" y="114300"/>
                </a:lnTo>
                <a:moveTo>
                  <a:pt x="581025" y="57150"/>
                </a:moveTo>
                <a:lnTo>
                  <a:pt x="85725" y="76200"/>
                </a:lnTo>
                <a:moveTo>
                  <a:pt x="581025" y="19050"/>
                </a:moveTo>
                <a:lnTo>
                  <a:pt x="0" y="47625"/>
                </a:lnTo>
                <a:moveTo>
                  <a:pt x="581025" y="0"/>
                </a:moveTo>
                <a:lnTo>
                  <a:pt x="0" y="2857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87150" y="733425"/>
            <a:ext cx="2343150" cy="3895725"/>
          </a:xfrm>
          <a:custGeom>
            <a:avLst/>
            <a:gdLst/>
            <a:ahLst/>
            <a:cxnLst/>
            <a:rect l="l" t="t" r="r" b="b"/>
            <a:pathLst>
              <a:path w="2343150" h="3895725">
                <a:moveTo>
                  <a:pt x="1428750" y="3876675"/>
                </a:moveTo>
                <a:lnTo>
                  <a:pt x="1438275" y="3895725"/>
                </a:lnTo>
                <a:lnTo>
                  <a:pt x="1381125" y="3867150"/>
                </a:lnTo>
                <a:lnTo>
                  <a:pt x="1343025" y="3781425"/>
                </a:lnTo>
                <a:lnTo>
                  <a:pt x="1333500" y="3781425"/>
                </a:lnTo>
                <a:lnTo>
                  <a:pt x="1323975" y="3743325"/>
                </a:lnTo>
                <a:lnTo>
                  <a:pt x="1266825" y="3724275"/>
                </a:lnTo>
                <a:lnTo>
                  <a:pt x="1247775" y="3667125"/>
                </a:lnTo>
                <a:lnTo>
                  <a:pt x="1228725" y="3638550"/>
                </a:lnTo>
                <a:lnTo>
                  <a:pt x="1209675" y="3629025"/>
                </a:lnTo>
                <a:lnTo>
                  <a:pt x="1171575" y="3590925"/>
                </a:lnTo>
                <a:lnTo>
                  <a:pt x="1114425" y="3581400"/>
                </a:lnTo>
                <a:lnTo>
                  <a:pt x="1066800" y="3543300"/>
                </a:lnTo>
                <a:lnTo>
                  <a:pt x="1057275" y="3505200"/>
                </a:lnTo>
                <a:lnTo>
                  <a:pt x="1028700" y="3505200"/>
                </a:lnTo>
                <a:lnTo>
                  <a:pt x="981075" y="3486150"/>
                </a:lnTo>
                <a:lnTo>
                  <a:pt x="971550" y="3429000"/>
                </a:lnTo>
                <a:lnTo>
                  <a:pt x="933450" y="3448050"/>
                </a:lnTo>
                <a:lnTo>
                  <a:pt x="904875" y="3400425"/>
                </a:lnTo>
                <a:lnTo>
                  <a:pt x="876300" y="3362325"/>
                </a:lnTo>
                <a:lnTo>
                  <a:pt x="857250" y="3333750"/>
                </a:lnTo>
                <a:lnTo>
                  <a:pt x="800100" y="3295650"/>
                </a:lnTo>
                <a:lnTo>
                  <a:pt x="762000" y="3295650"/>
                </a:lnTo>
                <a:lnTo>
                  <a:pt x="733425" y="3248025"/>
                </a:lnTo>
                <a:lnTo>
                  <a:pt x="685800" y="3248025"/>
                </a:lnTo>
                <a:lnTo>
                  <a:pt x="666750" y="3190875"/>
                </a:lnTo>
                <a:lnTo>
                  <a:pt x="647700" y="3171825"/>
                </a:lnTo>
                <a:lnTo>
                  <a:pt x="619125" y="3152775"/>
                </a:lnTo>
                <a:lnTo>
                  <a:pt x="609600" y="3105150"/>
                </a:lnTo>
                <a:lnTo>
                  <a:pt x="542925" y="3105150"/>
                </a:lnTo>
                <a:lnTo>
                  <a:pt x="552450" y="3048000"/>
                </a:lnTo>
                <a:lnTo>
                  <a:pt x="476250" y="3048000"/>
                </a:lnTo>
                <a:lnTo>
                  <a:pt x="466725" y="3028950"/>
                </a:lnTo>
                <a:lnTo>
                  <a:pt x="476250" y="2952750"/>
                </a:lnTo>
                <a:lnTo>
                  <a:pt x="400050" y="2914650"/>
                </a:lnTo>
                <a:lnTo>
                  <a:pt x="400050" y="2886075"/>
                </a:lnTo>
                <a:lnTo>
                  <a:pt x="400050" y="2857500"/>
                </a:lnTo>
                <a:lnTo>
                  <a:pt x="390525" y="2771775"/>
                </a:lnTo>
                <a:lnTo>
                  <a:pt x="361950" y="2762250"/>
                </a:lnTo>
                <a:lnTo>
                  <a:pt x="333375" y="2743200"/>
                </a:lnTo>
                <a:lnTo>
                  <a:pt x="323850" y="2705100"/>
                </a:lnTo>
                <a:lnTo>
                  <a:pt x="314325" y="2628900"/>
                </a:lnTo>
                <a:lnTo>
                  <a:pt x="304800" y="2581275"/>
                </a:lnTo>
                <a:lnTo>
                  <a:pt x="323850" y="2533650"/>
                </a:lnTo>
                <a:lnTo>
                  <a:pt x="323850" y="2543175"/>
                </a:lnTo>
                <a:lnTo>
                  <a:pt x="276225" y="2514600"/>
                </a:lnTo>
                <a:lnTo>
                  <a:pt x="257175" y="2466975"/>
                </a:lnTo>
                <a:lnTo>
                  <a:pt x="266700" y="2390775"/>
                </a:lnTo>
                <a:lnTo>
                  <a:pt x="228600" y="2371725"/>
                </a:lnTo>
                <a:lnTo>
                  <a:pt x="190500" y="2333625"/>
                </a:lnTo>
                <a:lnTo>
                  <a:pt x="219075" y="2286000"/>
                </a:lnTo>
                <a:lnTo>
                  <a:pt x="190500" y="2247900"/>
                </a:lnTo>
                <a:lnTo>
                  <a:pt x="171450" y="2181225"/>
                </a:lnTo>
                <a:lnTo>
                  <a:pt x="171450" y="2133600"/>
                </a:lnTo>
                <a:lnTo>
                  <a:pt x="133350" y="2124075"/>
                </a:lnTo>
                <a:lnTo>
                  <a:pt x="152400" y="2057400"/>
                </a:lnTo>
                <a:lnTo>
                  <a:pt x="142875" y="2019300"/>
                </a:lnTo>
                <a:lnTo>
                  <a:pt x="123825" y="1990725"/>
                </a:lnTo>
                <a:lnTo>
                  <a:pt x="76200" y="1933575"/>
                </a:lnTo>
                <a:lnTo>
                  <a:pt x="66675" y="1905000"/>
                </a:lnTo>
                <a:lnTo>
                  <a:pt x="57150" y="1857375"/>
                </a:lnTo>
                <a:lnTo>
                  <a:pt x="66675" y="1828800"/>
                </a:lnTo>
                <a:lnTo>
                  <a:pt x="76200" y="1762125"/>
                </a:lnTo>
                <a:lnTo>
                  <a:pt x="9525" y="1743075"/>
                </a:lnTo>
                <a:lnTo>
                  <a:pt x="38100" y="1714500"/>
                </a:lnTo>
                <a:lnTo>
                  <a:pt x="76200" y="1657350"/>
                </a:lnTo>
                <a:lnTo>
                  <a:pt x="104775" y="1571625"/>
                </a:lnTo>
                <a:lnTo>
                  <a:pt x="0" y="1466850"/>
                </a:lnTo>
                <a:lnTo>
                  <a:pt x="38100" y="1457325"/>
                </a:lnTo>
                <a:lnTo>
                  <a:pt x="38100" y="1390650"/>
                </a:lnTo>
                <a:lnTo>
                  <a:pt x="114300" y="1362075"/>
                </a:lnTo>
                <a:lnTo>
                  <a:pt x="152400" y="1295400"/>
                </a:lnTo>
                <a:lnTo>
                  <a:pt x="161925" y="1285875"/>
                </a:lnTo>
                <a:lnTo>
                  <a:pt x="76200" y="1123950"/>
                </a:lnTo>
                <a:lnTo>
                  <a:pt x="66675" y="1085850"/>
                </a:lnTo>
                <a:lnTo>
                  <a:pt x="123825" y="1104900"/>
                </a:lnTo>
                <a:lnTo>
                  <a:pt x="152400" y="1038225"/>
                </a:lnTo>
                <a:lnTo>
                  <a:pt x="171450" y="1019175"/>
                </a:lnTo>
                <a:lnTo>
                  <a:pt x="209550" y="1000125"/>
                </a:lnTo>
                <a:lnTo>
                  <a:pt x="295275" y="933450"/>
                </a:lnTo>
                <a:lnTo>
                  <a:pt x="304800" y="914400"/>
                </a:lnTo>
                <a:lnTo>
                  <a:pt x="361950" y="962025"/>
                </a:lnTo>
                <a:lnTo>
                  <a:pt x="400050" y="876300"/>
                </a:lnTo>
                <a:lnTo>
                  <a:pt x="447675" y="828675"/>
                </a:lnTo>
                <a:lnTo>
                  <a:pt x="438150" y="742950"/>
                </a:lnTo>
                <a:lnTo>
                  <a:pt x="428625" y="723900"/>
                </a:lnTo>
                <a:lnTo>
                  <a:pt x="514350" y="657225"/>
                </a:lnTo>
                <a:lnTo>
                  <a:pt x="476250" y="647700"/>
                </a:lnTo>
                <a:lnTo>
                  <a:pt x="523875" y="590550"/>
                </a:lnTo>
                <a:lnTo>
                  <a:pt x="485775" y="561975"/>
                </a:lnTo>
                <a:lnTo>
                  <a:pt x="542925" y="542925"/>
                </a:lnTo>
                <a:lnTo>
                  <a:pt x="581025" y="466725"/>
                </a:lnTo>
                <a:lnTo>
                  <a:pt x="561975" y="409575"/>
                </a:lnTo>
                <a:lnTo>
                  <a:pt x="581025" y="381000"/>
                </a:lnTo>
                <a:lnTo>
                  <a:pt x="600075" y="304800"/>
                </a:lnTo>
                <a:lnTo>
                  <a:pt x="619125" y="285750"/>
                </a:lnTo>
                <a:lnTo>
                  <a:pt x="600075" y="228600"/>
                </a:lnTo>
                <a:lnTo>
                  <a:pt x="628650" y="219075"/>
                </a:lnTo>
                <a:lnTo>
                  <a:pt x="685800" y="190500"/>
                </a:lnTo>
                <a:lnTo>
                  <a:pt x="695325" y="200025"/>
                </a:lnTo>
                <a:lnTo>
                  <a:pt x="704850" y="200025"/>
                </a:lnTo>
                <a:lnTo>
                  <a:pt x="733425" y="200025"/>
                </a:lnTo>
                <a:lnTo>
                  <a:pt x="771525" y="219075"/>
                </a:lnTo>
                <a:lnTo>
                  <a:pt x="771525" y="200025"/>
                </a:lnTo>
                <a:lnTo>
                  <a:pt x="828675" y="171450"/>
                </a:lnTo>
                <a:lnTo>
                  <a:pt x="847725" y="190500"/>
                </a:lnTo>
                <a:lnTo>
                  <a:pt x="838200" y="190500"/>
                </a:lnTo>
                <a:lnTo>
                  <a:pt x="876300" y="171450"/>
                </a:lnTo>
                <a:lnTo>
                  <a:pt x="942975" y="142875"/>
                </a:lnTo>
                <a:lnTo>
                  <a:pt x="952500" y="161925"/>
                </a:lnTo>
                <a:lnTo>
                  <a:pt x="971550" y="161925"/>
                </a:lnTo>
                <a:lnTo>
                  <a:pt x="1000125" y="123825"/>
                </a:lnTo>
                <a:lnTo>
                  <a:pt x="1028700" y="142875"/>
                </a:lnTo>
                <a:lnTo>
                  <a:pt x="1009650" y="123825"/>
                </a:lnTo>
                <a:lnTo>
                  <a:pt x="1047750" y="114300"/>
                </a:lnTo>
                <a:lnTo>
                  <a:pt x="1095375" y="104775"/>
                </a:lnTo>
                <a:lnTo>
                  <a:pt x="1104900" y="85725"/>
                </a:lnTo>
                <a:lnTo>
                  <a:pt x="1143000" y="85725"/>
                </a:lnTo>
                <a:lnTo>
                  <a:pt x="1162050" y="76200"/>
                </a:lnTo>
                <a:lnTo>
                  <a:pt x="1190625" y="85725"/>
                </a:lnTo>
                <a:lnTo>
                  <a:pt x="1238250" y="57150"/>
                </a:lnTo>
                <a:lnTo>
                  <a:pt x="1238250" y="85725"/>
                </a:lnTo>
                <a:lnTo>
                  <a:pt x="1266825" y="66675"/>
                </a:lnTo>
                <a:lnTo>
                  <a:pt x="1314450" y="38100"/>
                </a:lnTo>
                <a:lnTo>
                  <a:pt x="1343025" y="57150"/>
                </a:lnTo>
                <a:lnTo>
                  <a:pt x="1371600" y="28575"/>
                </a:lnTo>
                <a:lnTo>
                  <a:pt x="1381125" y="47625"/>
                </a:lnTo>
                <a:lnTo>
                  <a:pt x="1381125" y="38100"/>
                </a:lnTo>
                <a:lnTo>
                  <a:pt x="1419225" y="0"/>
                </a:lnTo>
                <a:lnTo>
                  <a:pt x="1485900" y="47625"/>
                </a:lnTo>
                <a:lnTo>
                  <a:pt x="1504950" y="57150"/>
                </a:lnTo>
                <a:lnTo>
                  <a:pt x="1514475" y="76200"/>
                </a:lnTo>
                <a:lnTo>
                  <a:pt x="1552575" y="114300"/>
                </a:lnTo>
                <a:lnTo>
                  <a:pt x="1562100" y="114300"/>
                </a:lnTo>
                <a:lnTo>
                  <a:pt x="1571625" y="142875"/>
                </a:lnTo>
                <a:lnTo>
                  <a:pt x="1638300" y="209550"/>
                </a:lnTo>
                <a:lnTo>
                  <a:pt x="1647825" y="219075"/>
                </a:lnTo>
                <a:lnTo>
                  <a:pt x="1685925" y="228600"/>
                </a:lnTo>
                <a:lnTo>
                  <a:pt x="1685925" y="295275"/>
                </a:lnTo>
                <a:lnTo>
                  <a:pt x="1724025" y="314325"/>
                </a:lnTo>
                <a:lnTo>
                  <a:pt x="1752600" y="333375"/>
                </a:lnTo>
                <a:lnTo>
                  <a:pt x="1762125" y="371475"/>
                </a:lnTo>
                <a:lnTo>
                  <a:pt x="1809750" y="390525"/>
                </a:lnTo>
                <a:lnTo>
                  <a:pt x="1838325" y="371475"/>
                </a:lnTo>
                <a:lnTo>
                  <a:pt x="1857375" y="400050"/>
                </a:lnTo>
                <a:lnTo>
                  <a:pt x="1895475" y="409575"/>
                </a:lnTo>
                <a:lnTo>
                  <a:pt x="1905000" y="485775"/>
                </a:lnTo>
                <a:lnTo>
                  <a:pt x="1924050" y="495300"/>
                </a:lnTo>
                <a:lnTo>
                  <a:pt x="1943100" y="533400"/>
                </a:lnTo>
                <a:lnTo>
                  <a:pt x="2000250" y="523875"/>
                </a:lnTo>
                <a:lnTo>
                  <a:pt x="2009775" y="571500"/>
                </a:lnTo>
                <a:lnTo>
                  <a:pt x="2047875" y="581025"/>
                </a:lnTo>
                <a:lnTo>
                  <a:pt x="2085975" y="619125"/>
                </a:lnTo>
                <a:lnTo>
                  <a:pt x="2105025" y="666750"/>
                </a:lnTo>
                <a:lnTo>
                  <a:pt x="2152650" y="657225"/>
                </a:lnTo>
                <a:lnTo>
                  <a:pt x="2162175" y="723900"/>
                </a:lnTo>
                <a:lnTo>
                  <a:pt x="2209800" y="733425"/>
                </a:lnTo>
                <a:lnTo>
                  <a:pt x="2209800" y="742950"/>
                </a:lnTo>
                <a:lnTo>
                  <a:pt x="2257425" y="790575"/>
                </a:lnTo>
                <a:lnTo>
                  <a:pt x="2286000" y="800100"/>
                </a:lnTo>
                <a:lnTo>
                  <a:pt x="2295525" y="809625"/>
                </a:lnTo>
                <a:lnTo>
                  <a:pt x="2343150" y="876300"/>
                </a:lnTo>
                <a:lnTo>
                  <a:pt x="2343150" y="885825"/>
                </a:lnTo>
                <a:lnTo>
                  <a:pt x="2314575" y="914400"/>
                </a:lnTo>
                <a:lnTo>
                  <a:pt x="2314575" y="952500"/>
                </a:lnTo>
                <a:lnTo>
                  <a:pt x="2333625" y="981075"/>
                </a:lnTo>
                <a:lnTo>
                  <a:pt x="2324100" y="1057275"/>
                </a:lnTo>
                <a:lnTo>
                  <a:pt x="2343150" y="1104900"/>
                </a:lnTo>
                <a:lnTo>
                  <a:pt x="2324100" y="1152525"/>
                </a:lnTo>
                <a:lnTo>
                  <a:pt x="2305050" y="1123950"/>
                </a:lnTo>
                <a:lnTo>
                  <a:pt x="2276475" y="1181100"/>
                </a:lnTo>
                <a:lnTo>
                  <a:pt x="2295525" y="1209675"/>
                </a:lnTo>
                <a:lnTo>
                  <a:pt x="2295525" y="1266825"/>
                </a:lnTo>
                <a:lnTo>
                  <a:pt x="2305050" y="1285875"/>
                </a:lnTo>
                <a:lnTo>
                  <a:pt x="2324100" y="1362075"/>
                </a:lnTo>
                <a:lnTo>
                  <a:pt x="2295525" y="1352550"/>
                </a:lnTo>
                <a:lnTo>
                  <a:pt x="2305050" y="1419225"/>
                </a:lnTo>
                <a:lnTo>
                  <a:pt x="2286000" y="1447800"/>
                </a:lnTo>
                <a:lnTo>
                  <a:pt x="2295525" y="1447800"/>
                </a:lnTo>
                <a:lnTo>
                  <a:pt x="2286000" y="1485900"/>
                </a:lnTo>
                <a:lnTo>
                  <a:pt x="2305050" y="1552575"/>
                </a:lnTo>
                <a:lnTo>
                  <a:pt x="2324100" y="1590675"/>
                </a:lnTo>
                <a:lnTo>
                  <a:pt x="2286000" y="1590675"/>
                </a:lnTo>
                <a:lnTo>
                  <a:pt x="2276475" y="1638300"/>
                </a:lnTo>
                <a:lnTo>
                  <a:pt x="2305050" y="1685925"/>
                </a:lnTo>
                <a:lnTo>
                  <a:pt x="2305050" y="1733550"/>
                </a:lnTo>
                <a:lnTo>
                  <a:pt x="2295525" y="1752600"/>
                </a:lnTo>
                <a:lnTo>
                  <a:pt x="2286000" y="1790700"/>
                </a:lnTo>
                <a:lnTo>
                  <a:pt x="2295525" y="1819275"/>
                </a:lnTo>
                <a:lnTo>
                  <a:pt x="2305050" y="1857375"/>
                </a:lnTo>
                <a:lnTo>
                  <a:pt x="2305050" y="1933575"/>
                </a:lnTo>
                <a:lnTo>
                  <a:pt x="2314575" y="1962150"/>
                </a:lnTo>
                <a:lnTo>
                  <a:pt x="2305050" y="1990725"/>
                </a:lnTo>
                <a:lnTo>
                  <a:pt x="2276475" y="2009775"/>
                </a:lnTo>
                <a:lnTo>
                  <a:pt x="2266950" y="2019300"/>
                </a:lnTo>
                <a:lnTo>
                  <a:pt x="2257425" y="2047875"/>
                </a:lnTo>
                <a:lnTo>
                  <a:pt x="2238375" y="2105025"/>
                </a:lnTo>
                <a:lnTo>
                  <a:pt x="2238375" y="2143125"/>
                </a:lnTo>
                <a:lnTo>
                  <a:pt x="2209800" y="2162175"/>
                </a:lnTo>
                <a:lnTo>
                  <a:pt x="2209800" y="2209800"/>
                </a:lnTo>
                <a:lnTo>
                  <a:pt x="2190750" y="2219325"/>
                </a:lnTo>
                <a:lnTo>
                  <a:pt x="2219325" y="2276475"/>
                </a:lnTo>
                <a:lnTo>
                  <a:pt x="2200275" y="2247900"/>
                </a:lnTo>
                <a:lnTo>
                  <a:pt x="2200275" y="2276475"/>
                </a:lnTo>
                <a:lnTo>
                  <a:pt x="2162175" y="2324100"/>
                </a:lnTo>
                <a:lnTo>
                  <a:pt x="2143125" y="2352675"/>
                </a:lnTo>
                <a:lnTo>
                  <a:pt x="2143125" y="2381250"/>
                </a:lnTo>
                <a:lnTo>
                  <a:pt x="2171700" y="2409825"/>
                </a:lnTo>
                <a:lnTo>
                  <a:pt x="2133600" y="2409825"/>
                </a:lnTo>
                <a:lnTo>
                  <a:pt x="2133600" y="2447925"/>
                </a:lnTo>
                <a:lnTo>
                  <a:pt x="2143125" y="2457450"/>
                </a:lnTo>
                <a:lnTo>
                  <a:pt x="2124075" y="2486025"/>
                </a:lnTo>
                <a:lnTo>
                  <a:pt x="2095500" y="2543175"/>
                </a:lnTo>
                <a:lnTo>
                  <a:pt x="2133600" y="2552700"/>
                </a:lnTo>
                <a:lnTo>
                  <a:pt x="2105025" y="2600325"/>
                </a:lnTo>
                <a:lnTo>
                  <a:pt x="2095500" y="2590800"/>
                </a:lnTo>
                <a:lnTo>
                  <a:pt x="2085975" y="2619375"/>
                </a:lnTo>
                <a:lnTo>
                  <a:pt x="2085975" y="2667000"/>
                </a:lnTo>
                <a:lnTo>
                  <a:pt x="2047875" y="2714625"/>
                </a:lnTo>
                <a:lnTo>
                  <a:pt x="2038350" y="2695575"/>
                </a:lnTo>
                <a:lnTo>
                  <a:pt x="2076450" y="2762250"/>
                </a:lnTo>
                <a:lnTo>
                  <a:pt x="2066925" y="2762250"/>
                </a:lnTo>
                <a:lnTo>
                  <a:pt x="2028825" y="2781300"/>
                </a:lnTo>
                <a:lnTo>
                  <a:pt x="2047875" y="2828925"/>
                </a:lnTo>
                <a:lnTo>
                  <a:pt x="2009775" y="2838450"/>
                </a:lnTo>
                <a:lnTo>
                  <a:pt x="2066925" y="2847975"/>
                </a:lnTo>
                <a:lnTo>
                  <a:pt x="2066925" y="2819400"/>
                </a:lnTo>
                <a:lnTo>
                  <a:pt x="1962150" y="2828925"/>
                </a:lnTo>
                <a:lnTo>
                  <a:pt x="1914525" y="2943225"/>
                </a:lnTo>
                <a:lnTo>
                  <a:pt x="1866900" y="2962275"/>
                </a:lnTo>
                <a:lnTo>
                  <a:pt x="1914525" y="3038475"/>
                </a:lnTo>
                <a:lnTo>
                  <a:pt x="1838325" y="3038475"/>
                </a:lnTo>
                <a:lnTo>
                  <a:pt x="1828800" y="3114675"/>
                </a:lnTo>
                <a:lnTo>
                  <a:pt x="1819275" y="3105150"/>
                </a:lnTo>
                <a:lnTo>
                  <a:pt x="1847850" y="3133725"/>
                </a:lnTo>
                <a:lnTo>
                  <a:pt x="1847850" y="3105150"/>
                </a:lnTo>
                <a:lnTo>
                  <a:pt x="1857375" y="3190875"/>
                </a:lnTo>
                <a:lnTo>
                  <a:pt x="1809750" y="3248025"/>
                </a:lnTo>
                <a:lnTo>
                  <a:pt x="1819275" y="3267075"/>
                </a:lnTo>
                <a:lnTo>
                  <a:pt x="1762125" y="3324225"/>
                </a:lnTo>
                <a:lnTo>
                  <a:pt x="1762125" y="3352800"/>
                </a:lnTo>
                <a:lnTo>
                  <a:pt x="1704975" y="3400425"/>
                </a:lnTo>
                <a:lnTo>
                  <a:pt x="1771650" y="3371850"/>
                </a:lnTo>
                <a:lnTo>
                  <a:pt x="1724025" y="3438525"/>
                </a:lnTo>
                <a:lnTo>
                  <a:pt x="1685925" y="3409950"/>
                </a:lnTo>
                <a:lnTo>
                  <a:pt x="1647825" y="3457575"/>
                </a:lnTo>
                <a:lnTo>
                  <a:pt x="1685925" y="3514725"/>
                </a:lnTo>
                <a:lnTo>
                  <a:pt x="1666875" y="3552825"/>
                </a:lnTo>
                <a:lnTo>
                  <a:pt x="1666875" y="3609975"/>
                </a:lnTo>
                <a:lnTo>
                  <a:pt x="1600200" y="3657600"/>
                </a:lnTo>
                <a:lnTo>
                  <a:pt x="1571625" y="3705225"/>
                </a:lnTo>
                <a:lnTo>
                  <a:pt x="1562100" y="3743325"/>
                </a:lnTo>
                <a:lnTo>
                  <a:pt x="1543050" y="3752850"/>
                </a:lnTo>
                <a:lnTo>
                  <a:pt x="1533525" y="3800475"/>
                </a:lnTo>
                <a:lnTo>
                  <a:pt x="1495425" y="3819525"/>
                </a:lnTo>
                <a:lnTo>
                  <a:pt x="1485900" y="384810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9025" y="438150"/>
            <a:ext cx="2743200" cy="4495800"/>
          </a:xfrm>
          <a:custGeom>
            <a:avLst/>
            <a:gdLst/>
            <a:ahLst/>
            <a:cxnLst/>
            <a:rect l="l" t="t" r="r" b="b"/>
            <a:pathLst>
              <a:path w="2743200" h="4495800">
                <a:moveTo>
                  <a:pt x="1714500" y="4495800"/>
                </a:moveTo>
                <a:lnTo>
                  <a:pt x="1676400" y="4476750"/>
                </a:lnTo>
                <a:lnTo>
                  <a:pt x="1647825" y="4448175"/>
                </a:lnTo>
                <a:lnTo>
                  <a:pt x="1600200" y="4400550"/>
                </a:lnTo>
                <a:lnTo>
                  <a:pt x="1552575" y="4362450"/>
                </a:lnTo>
                <a:lnTo>
                  <a:pt x="1552575" y="4286250"/>
                </a:lnTo>
                <a:lnTo>
                  <a:pt x="1476375" y="4295775"/>
                </a:lnTo>
                <a:lnTo>
                  <a:pt x="1466850" y="4267200"/>
                </a:lnTo>
                <a:lnTo>
                  <a:pt x="1447800" y="4248150"/>
                </a:lnTo>
                <a:lnTo>
                  <a:pt x="1390650" y="4210050"/>
                </a:lnTo>
                <a:lnTo>
                  <a:pt x="1352550" y="4162425"/>
                </a:lnTo>
                <a:lnTo>
                  <a:pt x="1323975" y="4152900"/>
                </a:lnTo>
                <a:lnTo>
                  <a:pt x="1295400" y="4124325"/>
                </a:lnTo>
                <a:lnTo>
                  <a:pt x="1266825" y="4095750"/>
                </a:lnTo>
                <a:lnTo>
                  <a:pt x="1219200" y="4038600"/>
                </a:lnTo>
                <a:lnTo>
                  <a:pt x="1162050" y="3990975"/>
                </a:lnTo>
                <a:lnTo>
                  <a:pt x="1162050" y="3981450"/>
                </a:lnTo>
                <a:lnTo>
                  <a:pt x="1133475" y="3952875"/>
                </a:lnTo>
                <a:lnTo>
                  <a:pt x="1095375" y="3952875"/>
                </a:lnTo>
                <a:lnTo>
                  <a:pt x="1028700" y="3876675"/>
                </a:lnTo>
                <a:lnTo>
                  <a:pt x="990600" y="3876675"/>
                </a:lnTo>
                <a:lnTo>
                  <a:pt x="933450" y="3848100"/>
                </a:lnTo>
                <a:lnTo>
                  <a:pt x="942975" y="3800475"/>
                </a:lnTo>
                <a:lnTo>
                  <a:pt x="876300" y="3752850"/>
                </a:lnTo>
                <a:lnTo>
                  <a:pt x="838200" y="3743325"/>
                </a:lnTo>
                <a:lnTo>
                  <a:pt x="800100" y="3686175"/>
                </a:lnTo>
                <a:lnTo>
                  <a:pt x="752475" y="3686175"/>
                </a:lnTo>
                <a:lnTo>
                  <a:pt x="762000" y="3629025"/>
                </a:lnTo>
                <a:lnTo>
                  <a:pt x="704850" y="3609975"/>
                </a:lnTo>
                <a:lnTo>
                  <a:pt x="647700" y="3590925"/>
                </a:lnTo>
                <a:lnTo>
                  <a:pt x="628650" y="3524250"/>
                </a:lnTo>
                <a:lnTo>
                  <a:pt x="600075" y="3514725"/>
                </a:lnTo>
                <a:lnTo>
                  <a:pt x="542925" y="3486150"/>
                </a:lnTo>
                <a:lnTo>
                  <a:pt x="542925" y="3419475"/>
                </a:lnTo>
                <a:lnTo>
                  <a:pt x="523875" y="3371850"/>
                </a:lnTo>
                <a:lnTo>
                  <a:pt x="457200" y="3343275"/>
                </a:lnTo>
                <a:lnTo>
                  <a:pt x="504825" y="3286125"/>
                </a:lnTo>
                <a:lnTo>
                  <a:pt x="495300" y="3257550"/>
                </a:lnTo>
                <a:lnTo>
                  <a:pt x="409575" y="3209925"/>
                </a:lnTo>
                <a:lnTo>
                  <a:pt x="409575" y="3124200"/>
                </a:lnTo>
                <a:lnTo>
                  <a:pt x="428625" y="3105150"/>
                </a:lnTo>
                <a:lnTo>
                  <a:pt x="390525" y="3048000"/>
                </a:lnTo>
                <a:lnTo>
                  <a:pt x="381000" y="2990850"/>
                </a:lnTo>
                <a:lnTo>
                  <a:pt x="361950" y="2971800"/>
                </a:lnTo>
                <a:lnTo>
                  <a:pt x="371475" y="2933700"/>
                </a:lnTo>
                <a:lnTo>
                  <a:pt x="342900" y="2867025"/>
                </a:lnTo>
                <a:lnTo>
                  <a:pt x="295275" y="2809875"/>
                </a:lnTo>
                <a:lnTo>
                  <a:pt x="295275" y="2762250"/>
                </a:lnTo>
                <a:lnTo>
                  <a:pt x="295275" y="2724150"/>
                </a:lnTo>
                <a:lnTo>
                  <a:pt x="266700" y="2705100"/>
                </a:lnTo>
                <a:lnTo>
                  <a:pt x="247650" y="2609850"/>
                </a:lnTo>
                <a:lnTo>
                  <a:pt x="228600" y="2581275"/>
                </a:lnTo>
                <a:lnTo>
                  <a:pt x="219075" y="2524125"/>
                </a:lnTo>
                <a:lnTo>
                  <a:pt x="190500" y="2476500"/>
                </a:lnTo>
                <a:lnTo>
                  <a:pt x="209550" y="2447925"/>
                </a:lnTo>
                <a:lnTo>
                  <a:pt x="171450" y="2371725"/>
                </a:lnTo>
                <a:lnTo>
                  <a:pt x="133350" y="2362200"/>
                </a:lnTo>
                <a:lnTo>
                  <a:pt x="161925" y="2276475"/>
                </a:lnTo>
                <a:lnTo>
                  <a:pt x="133350" y="2257425"/>
                </a:lnTo>
                <a:lnTo>
                  <a:pt x="104775" y="2219325"/>
                </a:lnTo>
                <a:lnTo>
                  <a:pt x="123825" y="2143125"/>
                </a:lnTo>
                <a:lnTo>
                  <a:pt x="114300" y="2095500"/>
                </a:lnTo>
                <a:lnTo>
                  <a:pt x="47625" y="2057400"/>
                </a:lnTo>
                <a:lnTo>
                  <a:pt x="28575" y="2000250"/>
                </a:lnTo>
                <a:lnTo>
                  <a:pt x="57150" y="1962150"/>
                </a:lnTo>
                <a:lnTo>
                  <a:pt x="104775" y="1733550"/>
                </a:lnTo>
                <a:lnTo>
                  <a:pt x="104775" y="1819275"/>
                </a:lnTo>
                <a:lnTo>
                  <a:pt x="161925" y="1733550"/>
                </a:lnTo>
                <a:lnTo>
                  <a:pt x="19050" y="1676400"/>
                </a:lnTo>
                <a:lnTo>
                  <a:pt x="0" y="1543050"/>
                </a:lnTo>
                <a:lnTo>
                  <a:pt x="95250" y="1495425"/>
                </a:lnTo>
                <a:lnTo>
                  <a:pt x="114300" y="1466850"/>
                </a:lnTo>
                <a:lnTo>
                  <a:pt x="161925" y="1495425"/>
                </a:lnTo>
                <a:lnTo>
                  <a:pt x="219075" y="1323975"/>
                </a:lnTo>
                <a:lnTo>
                  <a:pt x="171450" y="1438275"/>
                </a:lnTo>
                <a:lnTo>
                  <a:pt x="142875" y="1295400"/>
                </a:lnTo>
                <a:lnTo>
                  <a:pt x="209550" y="1152525"/>
                </a:lnTo>
                <a:lnTo>
                  <a:pt x="276225" y="1152525"/>
                </a:lnTo>
                <a:lnTo>
                  <a:pt x="304800" y="1095375"/>
                </a:lnTo>
                <a:lnTo>
                  <a:pt x="323850" y="1085850"/>
                </a:lnTo>
                <a:lnTo>
                  <a:pt x="400050" y="1019175"/>
                </a:lnTo>
                <a:lnTo>
                  <a:pt x="409575" y="1000125"/>
                </a:lnTo>
                <a:lnTo>
                  <a:pt x="466725" y="952500"/>
                </a:lnTo>
                <a:lnTo>
                  <a:pt x="476250" y="933450"/>
                </a:lnTo>
                <a:lnTo>
                  <a:pt x="514350" y="895350"/>
                </a:lnTo>
                <a:lnTo>
                  <a:pt x="561975" y="819150"/>
                </a:lnTo>
                <a:lnTo>
                  <a:pt x="514350" y="781050"/>
                </a:lnTo>
                <a:lnTo>
                  <a:pt x="533400" y="714375"/>
                </a:lnTo>
                <a:lnTo>
                  <a:pt x="619125" y="657225"/>
                </a:lnTo>
                <a:lnTo>
                  <a:pt x="619125" y="638175"/>
                </a:lnTo>
                <a:lnTo>
                  <a:pt x="628650" y="533400"/>
                </a:lnTo>
                <a:lnTo>
                  <a:pt x="676275" y="514350"/>
                </a:lnTo>
                <a:lnTo>
                  <a:pt x="657225" y="466725"/>
                </a:lnTo>
                <a:lnTo>
                  <a:pt x="666750" y="400050"/>
                </a:lnTo>
                <a:lnTo>
                  <a:pt x="695325" y="390525"/>
                </a:lnTo>
                <a:lnTo>
                  <a:pt x="676275" y="323850"/>
                </a:lnTo>
                <a:lnTo>
                  <a:pt x="714375" y="228600"/>
                </a:lnTo>
                <a:lnTo>
                  <a:pt x="742950" y="228600"/>
                </a:lnTo>
                <a:lnTo>
                  <a:pt x="771525" y="228600"/>
                </a:lnTo>
                <a:lnTo>
                  <a:pt x="800100" y="209550"/>
                </a:lnTo>
                <a:lnTo>
                  <a:pt x="857250" y="247650"/>
                </a:lnTo>
                <a:lnTo>
                  <a:pt x="876300" y="219075"/>
                </a:lnTo>
                <a:lnTo>
                  <a:pt x="914400" y="228600"/>
                </a:lnTo>
                <a:lnTo>
                  <a:pt x="942975" y="209550"/>
                </a:lnTo>
                <a:lnTo>
                  <a:pt x="971550" y="190500"/>
                </a:lnTo>
                <a:lnTo>
                  <a:pt x="1009650" y="180975"/>
                </a:lnTo>
                <a:lnTo>
                  <a:pt x="1028700" y="200025"/>
                </a:lnTo>
                <a:lnTo>
                  <a:pt x="1066800" y="171450"/>
                </a:lnTo>
                <a:lnTo>
                  <a:pt x="1095375" y="180975"/>
                </a:lnTo>
                <a:lnTo>
                  <a:pt x="1114425" y="142875"/>
                </a:lnTo>
                <a:lnTo>
                  <a:pt x="1143000" y="180975"/>
                </a:lnTo>
                <a:lnTo>
                  <a:pt x="1181100" y="133350"/>
                </a:lnTo>
                <a:lnTo>
                  <a:pt x="1181100" y="123825"/>
                </a:lnTo>
                <a:lnTo>
                  <a:pt x="1209675" y="95250"/>
                </a:lnTo>
                <a:lnTo>
                  <a:pt x="1257300" y="95250"/>
                </a:lnTo>
                <a:lnTo>
                  <a:pt x="1276350" y="114300"/>
                </a:lnTo>
                <a:lnTo>
                  <a:pt x="1333500" y="95250"/>
                </a:lnTo>
                <a:lnTo>
                  <a:pt x="1323975" y="114300"/>
                </a:lnTo>
                <a:lnTo>
                  <a:pt x="1409700" y="85725"/>
                </a:lnTo>
                <a:lnTo>
                  <a:pt x="1390650" y="57150"/>
                </a:lnTo>
                <a:lnTo>
                  <a:pt x="1447800" y="66675"/>
                </a:lnTo>
                <a:lnTo>
                  <a:pt x="1457325" y="57150"/>
                </a:lnTo>
                <a:lnTo>
                  <a:pt x="1504950" y="38100"/>
                </a:lnTo>
                <a:lnTo>
                  <a:pt x="1524000" y="47625"/>
                </a:lnTo>
                <a:lnTo>
                  <a:pt x="1552575" y="57150"/>
                </a:lnTo>
                <a:lnTo>
                  <a:pt x="1571625" y="0"/>
                </a:lnTo>
                <a:lnTo>
                  <a:pt x="1638300" y="38100"/>
                </a:lnTo>
                <a:lnTo>
                  <a:pt x="1647825" y="28575"/>
                </a:lnTo>
                <a:lnTo>
                  <a:pt x="1695450" y="0"/>
                </a:lnTo>
                <a:lnTo>
                  <a:pt x="1695450" y="28575"/>
                </a:lnTo>
                <a:lnTo>
                  <a:pt x="1724025" y="95250"/>
                </a:lnTo>
                <a:lnTo>
                  <a:pt x="1790700" y="85725"/>
                </a:lnTo>
                <a:lnTo>
                  <a:pt x="1771650" y="123825"/>
                </a:lnTo>
                <a:lnTo>
                  <a:pt x="1828800" y="133350"/>
                </a:lnTo>
                <a:lnTo>
                  <a:pt x="1828800" y="152400"/>
                </a:lnTo>
                <a:lnTo>
                  <a:pt x="1924050" y="200025"/>
                </a:lnTo>
                <a:lnTo>
                  <a:pt x="1924050" y="247650"/>
                </a:lnTo>
                <a:lnTo>
                  <a:pt x="1962150" y="266700"/>
                </a:lnTo>
                <a:lnTo>
                  <a:pt x="2009775" y="314325"/>
                </a:lnTo>
                <a:lnTo>
                  <a:pt x="2019300" y="342900"/>
                </a:lnTo>
                <a:lnTo>
                  <a:pt x="2085975" y="342900"/>
                </a:lnTo>
                <a:lnTo>
                  <a:pt x="2095500" y="381000"/>
                </a:lnTo>
                <a:lnTo>
                  <a:pt x="2114550" y="409575"/>
                </a:lnTo>
                <a:lnTo>
                  <a:pt x="2143125" y="428625"/>
                </a:lnTo>
                <a:lnTo>
                  <a:pt x="2200275" y="466725"/>
                </a:lnTo>
                <a:lnTo>
                  <a:pt x="2200275" y="504825"/>
                </a:lnTo>
                <a:lnTo>
                  <a:pt x="2219325" y="542925"/>
                </a:lnTo>
                <a:lnTo>
                  <a:pt x="2266950" y="542925"/>
                </a:lnTo>
                <a:lnTo>
                  <a:pt x="2305050" y="571500"/>
                </a:lnTo>
                <a:lnTo>
                  <a:pt x="2352675" y="590550"/>
                </a:lnTo>
                <a:lnTo>
                  <a:pt x="2371725" y="657225"/>
                </a:lnTo>
                <a:lnTo>
                  <a:pt x="2390775" y="666750"/>
                </a:lnTo>
                <a:lnTo>
                  <a:pt x="2419350" y="704850"/>
                </a:lnTo>
                <a:lnTo>
                  <a:pt x="2447925" y="733425"/>
                </a:lnTo>
                <a:lnTo>
                  <a:pt x="2486025" y="771525"/>
                </a:lnTo>
                <a:lnTo>
                  <a:pt x="2524125" y="762000"/>
                </a:lnTo>
                <a:lnTo>
                  <a:pt x="2562225" y="847725"/>
                </a:lnTo>
                <a:lnTo>
                  <a:pt x="2581275" y="847725"/>
                </a:lnTo>
                <a:lnTo>
                  <a:pt x="2628900" y="866775"/>
                </a:lnTo>
                <a:lnTo>
                  <a:pt x="2686050" y="933450"/>
                </a:lnTo>
                <a:lnTo>
                  <a:pt x="2705100" y="942975"/>
                </a:lnTo>
                <a:lnTo>
                  <a:pt x="2686050" y="990600"/>
                </a:lnTo>
                <a:lnTo>
                  <a:pt x="2714625" y="981075"/>
                </a:lnTo>
                <a:lnTo>
                  <a:pt x="2695575" y="1057275"/>
                </a:lnTo>
                <a:lnTo>
                  <a:pt x="2743200" y="1104900"/>
                </a:lnTo>
                <a:lnTo>
                  <a:pt x="2733675" y="1171575"/>
                </a:lnTo>
                <a:lnTo>
                  <a:pt x="2724150" y="1228725"/>
                </a:lnTo>
                <a:lnTo>
                  <a:pt x="2733675" y="1266825"/>
                </a:lnTo>
                <a:lnTo>
                  <a:pt x="2686050" y="1304925"/>
                </a:lnTo>
                <a:lnTo>
                  <a:pt x="2667000" y="1323975"/>
                </a:lnTo>
                <a:lnTo>
                  <a:pt x="2695575" y="1371600"/>
                </a:lnTo>
                <a:lnTo>
                  <a:pt x="2686050" y="1419225"/>
                </a:lnTo>
                <a:lnTo>
                  <a:pt x="2676525" y="1457325"/>
                </a:lnTo>
                <a:lnTo>
                  <a:pt x="2667000" y="1495425"/>
                </a:lnTo>
                <a:lnTo>
                  <a:pt x="2686050" y="1552575"/>
                </a:lnTo>
                <a:lnTo>
                  <a:pt x="2695575" y="1590675"/>
                </a:lnTo>
                <a:lnTo>
                  <a:pt x="2676525" y="1628775"/>
                </a:lnTo>
                <a:lnTo>
                  <a:pt x="2705100" y="1628775"/>
                </a:lnTo>
                <a:lnTo>
                  <a:pt x="2705100" y="1685925"/>
                </a:lnTo>
                <a:lnTo>
                  <a:pt x="2667000" y="1714500"/>
                </a:lnTo>
                <a:lnTo>
                  <a:pt x="2714625" y="1800225"/>
                </a:lnTo>
                <a:lnTo>
                  <a:pt x="2695575" y="1809750"/>
                </a:lnTo>
                <a:lnTo>
                  <a:pt x="2695575" y="1857375"/>
                </a:lnTo>
                <a:lnTo>
                  <a:pt x="2686050" y="1895475"/>
                </a:lnTo>
                <a:lnTo>
                  <a:pt x="2686050" y="1943100"/>
                </a:lnTo>
                <a:lnTo>
                  <a:pt x="2686050" y="1981200"/>
                </a:lnTo>
                <a:lnTo>
                  <a:pt x="2686050" y="2047875"/>
                </a:lnTo>
                <a:lnTo>
                  <a:pt x="2686050" y="2095500"/>
                </a:lnTo>
                <a:lnTo>
                  <a:pt x="2695575" y="2143125"/>
                </a:lnTo>
                <a:lnTo>
                  <a:pt x="2667000" y="2171700"/>
                </a:lnTo>
                <a:lnTo>
                  <a:pt x="2686050" y="2219325"/>
                </a:lnTo>
                <a:lnTo>
                  <a:pt x="2667000" y="2266950"/>
                </a:lnTo>
                <a:lnTo>
                  <a:pt x="2667000" y="2286000"/>
                </a:lnTo>
                <a:lnTo>
                  <a:pt x="2667000" y="2343150"/>
                </a:lnTo>
                <a:lnTo>
                  <a:pt x="2667000" y="2371725"/>
                </a:lnTo>
                <a:lnTo>
                  <a:pt x="2667000" y="2362200"/>
                </a:lnTo>
                <a:lnTo>
                  <a:pt x="2638425" y="2409825"/>
                </a:lnTo>
                <a:lnTo>
                  <a:pt x="2609850" y="2428875"/>
                </a:lnTo>
                <a:lnTo>
                  <a:pt x="2609850" y="2457450"/>
                </a:lnTo>
                <a:lnTo>
                  <a:pt x="2590800" y="2514600"/>
                </a:lnTo>
                <a:lnTo>
                  <a:pt x="2562225" y="2571750"/>
                </a:lnTo>
                <a:lnTo>
                  <a:pt x="2562225" y="2590800"/>
                </a:lnTo>
                <a:lnTo>
                  <a:pt x="2571750" y="2609850"/>
                </a:lnTo>
                <a:lnTo>
                  <a:pt x="2524125" y="2647950"/>
                </a:lnTo>
                <a:lnTo>
                  <a:pt x="2552700" y="2676525"/>
                </a:lnTo>
                <a:lnTo>
                  <a:pt x="2524125" y="2695575"/>
                </a:lnTo>
                <a:lnTo>
                  <a:pt x="2543175" y="2752725"/>
                </a:lnTo>
                <a:lnTo>
                  <a:pt x="2505075" y="2790825"/>
                </a:lnTo>
                <a:lnTo>
                  <a:pt x="2514600" y="2762250"/>
                </a:lnTo>
                <a:lnTo>
                  <a:pt x="2524125" y="2828925"/>
                </a:lnTo>
                <a:lnTo>
                  <a:pt x="2505075" y="2876550"/>
                </a:lnTo>
                <a:lnTo>
                  <a:pt x="2466975" y="2905125"/>
                </a:lnTo>
                <a:lnTo>
                  <a:pt x="2476500" y="2924175"/>
                </a:lnTo>
                <a:lnTo>
                  <a:pt x="2486025" y="2952750"/>
                </a:lnTo>
                <a:lnTo>
                  <a:pt x="2466975" y="2990850"/>
                </a:lnTo>
                <a:lnTo>
                  <a:pt x="2447925" y="3038475"/>
                </a:lnTo>
                <a:lnTo>
                  <a:pt x="2447925" y="3048000"/>
                </a:lnTo>
                <a:lnTo>
                  <a:pt x="2419350" y="3076575"/>
                </a:lnTo>
                <a:lnTo>
                  <a:pt x="2428875" y="3133725"/>
                </a:lnTo>
                <a:lnTo>
                  <a:pt x="2419350" y="3133725"/>
                </a:lnTo>
                <a:lnTo>
                  <a:pt x="2409825" y="3181350"/>
                </a:lnTo>
                <a:lnTo>
                  <a:pt x="2400300" y="3200400"/>
                </a:lnTo>
                <a:lnTo>
                  <a:pt x="2371725" y="3257550"/>
                </a:lnTo>
                <a:lnTo>
                  <a:pt x="2343150" y="3276600"/>
                </a:lnTo>
                <a:lnTo>
                  <a:pt x="2352675" y="3286125"/>
                </a:lnTo>
                <a:lnTo>
                  <a:pt x="2314575" y="3295650"/>
                </a:lnTo>
                <a:lnTo>
                  <a:pt x="2381250" y="3429000"/>
                </a:lnTo>
                <a:lnTo>
                  <a:pt x="2295525" y="3381375"/>
                </a:lnTo>
                <a:lnTo>
                  <a:pt x="2257425" y="3362325"/>
                </a:lnTo>
                <a:lnTo>
                  <a:pt x="2209800" y="3362325"/>
                </a:lnTo>
                <a:lnTo>
                  <a:pt x="2276475" y="3467100"/>
                </a:lnTo>
                <a:lnTo>
                  <a:pt x="2247900" y="3505200"/>
                </a:lnTo>
                <a:lnTo>
                  <a:pt x="2171700" y="3581400"/>
                </a:lnTo>
                <a:lnTo>
                  <a:pt x="2162175" y="3562350"/>
                </a:lnTo>
                <a:lnTo>
                  <a:pt x="2152650" y="3609975"/>
                </a:lnTo>
                <a:lnTo>
                  <a:pt x="2162175" y="3619500"/>
                </a:lnTo>
                <a:lnTo>
                  <a:pt x="2181225" y="3714750"/>
                </a:lnTo>
                <a:lnTo>
                  <a:pt x="2143125" y="3762375"/>
                </a:lnTo>
                <a:lnTo>
                  <a:pt x="2114550" y="3762375"/>
                </a:lnTo>
                <a:lnTo>
                  <a:pt x="2047875" y="3800475"/>
                </a:lnTo>
                <a:lnTo>
                  <a:pt x="2038350" y="3857625"/>
                </a:lnTo>
                <a:lnTo>
                  <a:pt x="1981200" y="3914775"/>
                </a:lnTo>
                <a:lnTo>
                  <a:pt x="2019300" y="3848100"/>
                </a:lnTo>
                <a:lnTo>
                  <a:pt x="2009775" y="3905250"/>
                </a:lnTo>
                <a:lnTo>
                  <a:pt x="1971675" y="3981450"/>
                </a:lnTo>
                <a:lnTo>
                  <a:pt x="1981200" y="4010025"/>
                </a:lnTo>
                <a:lnTo>
                  <a:pt x="1962150" y="4057650"/>
                </a:lnTo>
                <a:lnTo>
                  <a:pt x="1933575" y="4124325"/>
                </a:lnTo>
                <a:lnTo>
                  <a:pt x="1933575" y="4181475"/>
                </a:lnTo>
                <a:lnTo>
                  <a:pt x="1895475" y="4191000"/>
                </a:lnTo>
                <a:lnTo>
                  <a:pt x="1828800" y="4257675"/>
                </a:lnTo>
                <a:lnTo>
                  <a:pt x="1847850" y="4333875"/>
                </a:lnTo>
                <a:lnTo>
                  <a:pt x="1819275" y="4381500"/>
                </a:lnTo>
                <a:lnTo>
                  <a:pt x="1800225" y="4419600"/>
                </a:lnTo>
                <a:lnTo>
                  <a:pt x="1771650" y="4448175"/>
                </a:lnTo>
                <a:lnTo>
                  <a:pt x="1733550" y="44481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68075" y="428625"/>
            <a:ext cx="2705100" cy="4524375"/>
          </a:xfrm>
          <a:custGeom>
            <a:avLst/>
            <a:gdLst/>
            <a:ahLst/>
            <a:cxnLst/>
            <a:rect l="l" t="t" r="r" b="b"/>
            <a:pathLst>
              <a:path w="2705100" h="4524375">
                <a:moveTo>
                  <a:pt x="1666875" y="4524375"/>
                </a:moveTo>
                <a:lnTo>
                  <a:pt x="1619250" y="4467225"/>
                </a:lnTo>
                <a:lnTo>
                  <a:pt x="1609725" y="4448175"/>
                </a:lnTo>
                <a:lnTo>
                  <a:pt x="1562100" y="4410075"/>
                </a:lnTo>
                <a:lnTo>
                  <a:pt x="1543050" y="4362450"/>
                </a:lnTo>
                <a:lnTo>
                  <a:pt x="1485900" y="4324350"/>
                </a:lnTo>
                <a:lnTo>
                  <a:pt x="1495425" y="4305300"/>
                </a:lnTo>
                <a:lnTo>
                  <a:pt x="1457325" y="4267200"/>
                </a:lnTo>
                <a:lnTo>
                  <a:pt x="1428750" y="4238625"/>
                </a:lnTo>
                <a:lnTo>
                  <a:pt x="1352550" y="4238625"/>
                </a:lnTo>
                <a:lnTo>
                  <a:pt x="1333500" y="4191000"/>
                </a:lnTo>
                <a:lnTo>
                  <a:pt x="1343025" y="4162425"/>
                </a:lnTo>
                <a:lnTo>
                  <a:pt x="1295400" y="4124325"/>
                </a:lnTo>
                <a:lnTo>
                  <a:pt x="1209675" y="4114800"/>
                </a:lnTo>
                <a:lnTo>
                  <a:pt x="1209675" y="4076700"/>
                </a:lnTo>
                <a:lnTo>
                  <a:pt x="1143000" y="4010025"/>
                </a:lnTo>
                <a:lnTo>
                  <a:pt x="1095375" y="4000500"/>
                </a:lnTo>
                <a:lnTo>
                  <a:pt x="1066800" y="3981450"/>
                </a:lnTo>
                <a:lnTo>
                  <a:pt x="1047750" y="3962400"/>
                </a:lnTo>
                <a:lnTo>
                  <a:pt x="1009650" y="3914775"/>
                </a:lnTo>
                <a:lnTo>
                  <a:pt x="952500" y="3867150"/>
                </a:lnTo>
                <a:lnTo>
                  <a:pt x="914400" y="3829050"/>
                </a:lnTo>
                <a:lnTo>
                  <a:pt x="895350" y="3819525"/>
                </a:lnTo>
                <a:lnTo>
                  <a:pt x="876300" y="3771900"/>
                </a:lnTo>
                <a:lnTo>
                  <a:pt x="800100" y="3743325"/>
                </a:lnTo>
                <a:lnTo>
                  <a:pt x="800100" y="3695700"/>
                </a:lnTo>
                <a:lnTo>
                  <a:pt x="733425" y="3695700"/>
                </a:lnTo>
                <a:lnTo>
                  <a:pt x="733425" y="3629025"/>
                </a:lnTo>
                <a:lnTo>
                  <a:pt x="704850" y="3638550"/>
                </a:lnTo>
                <a:lnTo>
                  <a:pt x="628650" y="3571875"/>
                </a:lnTo>
                <a:lnTo>
                  <a:pt x="628650" y="3552825"/>
                </a:lnTo>
                <a:lnTo>
                  <a:pt x="552450" y="3543300"/>
                </a:lnTo>
                <a:lnTo>
                  <a:pt x="523875" y="3495675"/>
                </a:lnTo>
                <a:lnTo>
                  <a:pt x="514350" y="3476625"/>
                </a:lnTo>
                <a:lnTo>
                  <a:pt x="485775" y="3409950"/>
                </a:lnTo>
                <a:lnTo>
                  <a:pt x="476250" y="3362325"/>
                </a:lnTo>
                <a:lnTo>
                  <a:pt x="476250" y="3276600"/>
                </a:lnTo>
                <a:lnTo>
                  <a:pt x="485775" y="3257550"/>
                </a:lnTo>
                <a:lnTo>
                  <a:pt x="409575" y="3171825"/>
                </a:lnTo>
                <a:lnTo>
                  <a:pt x="419100" y="3171825"/>
                </a:lnTo>
                <a:lnTo>
                  <a:pt x="381000" y="3105150"/>
                </a:lnTo>
                <a:lnTo>
                  <a:pt x="361950" y="3076575"/>
                </a:lnTo>
                <a:lnTo>
                  <a:pt x="371475" y="3009900"/>
                </a:lnTo>
                <a:lnTo>
                  <a:pt x="361950" y="2981325"/>
                </a:lnTo>
                <a:lnTo>
                  <a:pt x="333375" y="2933700"/>
                </a:lnTo>
                <a:lnTo>
                  <a:pt x="314325" y="2876550"/>
                </a:lnTo>
                <a:lnTo>
                  <a:pt x="285750" y="2819400"/>
                </a:lnTo>
                <a:lnTo>
                  <a:pt x="295275" y="2800350"/>
                </a:lnTo>
                <a:lnTo>
                  <a:pt x="276225" y="2752725"/>
                </a:lnTo>
                <a:lnTo>
                  <a:pt x="238125" y="2695575"/>
                </a:lnTo>
                <a:lnTo>
                  <a:pt x="209550" y="2609850"/>
                </a:lnTo>
                <a:lnTo>
                  <a:pt x="209550" y="2571750"/>
                </a:lnTo>
                <a:lnTo>
                  <a:pt x="190500" y="2524125"/>
                </a:lnTo>
                <a:lnTo>
                  <a:pt x="200025" y="2495550"/>
                </a:lnTo>
                <a:lnTo>
                  <a:pt x="152400" y="2428875"/>
                </a:lnTo>
                <a:lnTo>
                  <a:pt x="180975" y="2409825"/>
                </a:lnTo>
                <a:lnTo>
                  <a:pt x="152400" y="2371725"/>
                </a:lnTo>
                <a:lnTo>
                  <a:pt x="114300" y="2333625"/>
                </a:lnTo>
                <a:lnTo>
                  <a:pt x="123825" y="2276475"/>
                </a:lnTo>
                <a:lnTo>
                  <a:pt x="95250" y="2219325"/>
                </a:lnTo>
                <a:lnTo>
                  <a:pt x="76200" y="2143125"/>
                </a:lnTo>
                <a:lnTo>
                  <a:pt x="47625" y="2105025"/>
                </a:lnTo>
                <a:lnTo>
                  <a:pt x="47625" y="2076450"/>
                </a:lnTo>
                <a:lnTo>
                  <a:pt x="47625" y="1990725"/>
                </a:lnTo>
                <a:lnTo>
                  <a:pt x="28575" y="1952625"/>
                </a:lnTo>
                <a:lnTo>
                  <a:pt x="76200" y="1724025"/>
                </a:lnTo>
                <a:lnTo>
                  <a:pt x="95250" y="1762125"/>
                </a:lnTo>
                <a:lnTo>
                  <a:pt x="47625" y="1647825"/>
                </a:lnTo>
                <a:lnTo>
                  <a:pt x="0" y="1647825"/>
                </a:lnTo>
                <a:lnTo>
                  <a:pt x="19050" y="1685925"/>
                </a:lnTo>
                <a:lnTo>
                  <a:pt x="47625" y="1581150"/>
                </a:lnTo>
                <a:lnTo>
                  <a:pt x="76200" y="1476375"/>
                </a:lnTo>
                <a:lnTo>
                  <a:pt x="142875" y="1457325"/>
                </a:lnTo>
                <a:lnTo>
                  <a:pt x="285750" y="1323975"/>
                </a:lnTo>
                <a:lnTo>
                  <a:pt x="200025" y="1266825"/>
                </a:lnTo>
                <a:lnTo>
                  <a:pt x="209550" y="1238250"/>
                </a:lnTo>
                <a:lnTo>
                  <a:pt x="190500" y="1171575"/>
                </a:lnTo>
                <a:lnTo>
                  <a:pt x="219075" y="1143000"/>
                </a:lnTo>
                <a:lnTo>
                  <a:pt x="257175" y="1123950"/>
                </a:lnTo>
                <a:lnTo>
                  <a:pt x="342900" y="1123950"/>
                </a:lnTo>
                <a:lnTo>
                  <a:pt x="361950" y="1066800"/>
                </a:lnTo>
                <a:lnTo>
                  <a:pt x="409575" y="1057275"/>
                </a:lnTo>
                <a:lnTo>
                  <a:pt x="400050" y="1000125"/>
                </a:lnTo>
                <a:lnTo>
                  <a:pt x="495300" y="914400"/>
                </a:lnTo>
                <a:lnTo>
                  <a:pt x="514350" y="904875"/>
                </a:lnTo>
                <a:lnTo>
                  <a:pt x="514350" y="895350"/>
                </a:lnTo>
                <a:lnTo>
                  <a:pt x="561975" y="800100"/>
                </a:lnTo>
                <a:lnTo>
                  <a:pt x="590550" y="695325"/>
                </a:lnTo>
                <a:lnTo>
                  <a:pt x="609600" y="704850"/>
                </a:lnTo>
                <a:lnTo>
                  <a:pt x="581025" y="657225"/>
                </a:lnTo>
                <a:lnTo>
                  <a:pt x="638175" y="590550"/>
                </a:lnTo>
                <a:lnTo>
                  <a:pt x="647700" y="514350"/>
                </a:lnTo>
                <a:lnTo>
                  <a:pt x="657225" y="447675"/>
                </a:lnTo>
                <a:lnTo>
                  <a:pt x="638175" y="400050"/>
                </a:lnTo>
                <a:lnTo>
                  <a:pt x="647700" y="352425"/>
                </a:lnTo>
                <a:lnTo>
                  <a:pt x="638175" y="295275"/>
                </a:lnTo>
                <a:lnTo>
                  <a:pt x="723900" y="247650"/>
                </a:lnTo>
                <a:lnTo>
                  <a:pt x="733425" y="295275"/>
                </a:lnTo>
                <a:lnTo>
                  <a:pt x="771525" y="285750"/>
                </a:lnTo>
                <a:lnTo>
                  <a:pt x="781050" y="209550"/>
                </a:lnTo>
                <a:lnTo>
                  <a:pt x="819150" y="257175"/>
                </a:lnTo>
                <a:lnTo>
                  <a:pt x="885825" y="228600"/>
                </a:lnTo>
                <a:lnTo>
                  <a:pt x="904875" y="238125"/>
                </a:lnTo>
                <a:lnTo>
                  <a:pt x="933450" y="228600"/>
                </a:lnTo>
                <a:lnTo>
                  <a:pt x="942975" y="190500"/>
                </a:lnTo>
                <a:lnTo>
                  <a:pt x="962025" y="209550"/>
                </a:lnTo>
                <a:lnTo>
                  <a:pt x="1000125" y="200025"/>
                </a:lnTo>
                <a:lnTo>
                  <a:pt x="1028700" y="200025"/>
                </a:lnTo>
                <a:lnTo>
                  <a:pt x="1047750" y="200025"/>
                </a:lnTo>
                <a:lnTo>
                  <a:pt x="1095375" y="190500"/>
                </a:lnTo>
                <a:lnTo>
                  <a:pt x="1114425" y="142875"/>
                </a:lnTo>
                <a:lnTo>
                  <a:pt x="1114425" y="152400"/>
                </a:lnTo>
                <a:lnTo>
                  <a:pt x="1171575" y="123825"/>
                </a:lnTo>
                <a:lnTo>
                  <a:pt x="1171575" y="114300"/>
                </a:lnTo>
                <a:lnTo>
                  <a:pt x="1257300" y="133350"/>
                </a:lnTo>
                <a:lnTo>
                  <a:pt x="1276350" y="114300"/>
                </a:lnTo>
                <a:lnTo>
                  <a:pt x="1304925" y="95250"/>
                </a:lnTo>
                <a:lnTo>
                  <a:pt x="1333500" y="104775"/>
                </a:lnTo>
                <a:lnTo>
                  <a:pt x="1362075" y="76200"/>
                </a:lnTo>
                <a:lnTo>
                  <a:pt x="1371600" y="76200"/>
                </a:lnTo>
                <a:lnTo>
                  <a:pt x="1428750" y="57150"/>
                </a:lnTo>
                <a:lnTo>
                  <a:pt x="1438275" y="95250"/>
                </a:lnTo>
                <a:lnTo>
                  <a:pt x="1495425" y="76200"/>
                </a:lnTo>
                <a:lnTo>
                  <a:pt x="1495425" y="57150"/>
                </a:lnTo>
                <a:lnTo>
                  <a:pt x="1524000" y="57150"/>
                </a:lnTo>
                <a:lnTo>
                  <a:pt x="1562100" y="38100"/>
                </a:lnTo>
                <a:lnTo>
                  <a:pt x="1600200" y="28575"/>
                </a:lnTo>
                <a:lnTo>
                  <a:pt x="1619250" y="0"/>
                </a:lnTo>
                <a:lnTo>
                  <a:pt x="1647825" y="9525"/>
                </a:lnTo>
                <a:lnTo>
                  <a:pt x="1676400" y="47625"/>
                </a:lnTo>
                <a:lnTo>
                  <a:pt x="1714500" y="85725"/>
                </a:lnTo>
                <a:lnTo>
                  <a:pt x="1724025" y="104775"/>
                </a:lnTo>
                <a:lnTo>
                  <a:pt x="1752600" y="133350"/>
                </a:lnTo>
                <a:lnTo>
                  <a:pt x="1838325" y="171450"/>
                </a:lnTo>
                <a:lnTo>
                  <a:pt x="1857375" y="190500"/>
                </a:lnTo>
                <a:lnTo>
                  <a:pt x="1895475" y="190500"/>
                </a:lnTo>
                <a:lnTo>
                  <a:pt x="1914525" y="257175"/>
                </a:lnTo>
                <a:lnTo>
                  <a:pt x="1962150" y="295275"/>
                </a:lnTo>
                <a:lnTo>
                  <a:pt x="2000250" y="323850"/>
                </a:lnTo>
                <a:lnTo>
                  <a:pt x="2028825" y="352425"/>
                </a:lnTo>
                <a:lnTo>
                  <a:pt x="2076450" y="381000"/>
                </a:lnTo>
                <a:lnTo>
                  <a:pt x="2057400" y="409575"/>
                </a:lnTo>
                <a:lnTo>
                  <a:pt x="2114550" y="447675"/>
                </a:lnTo>
                <a:lnTo>
                  <a:pt x="2162175" y="438150"/>
                </a:lnTo>
                <a:lnTo>
                  <a:pt x="2181225" y="495300"/>
                </a:lnTo>
                <a:lnTo>
                  <a:pt x="2162175" y="495300"/>
                </a:lnTo>
                <a:lnTo>
                  <a:pt x="2219325" y="533400"/>
                </a:lnTo>
                <a:lnTo>
                  <a:pt x="2238375" y="571500"/>
                </a:lnTo>
                <a:lnTo>
                  <a:pt x="2286000" y="600075"/>
                </a:lnTo>
                <a:lnTo>
                  <a:pt x="2295525" y="619125"/>
                </a:lnTo>
                <a:lnTo>
                  <a:pt x="2352675" y="638175"/>
                </a:lnTo>
                <a:lnTo>
                  <a:pt x="2390775" y="666750"/>
                </a:lnTo>
                <a:lnTo>
                  <a:pt x="2428875" y="685800"/>
                </a:lnTo>
                <a:lnTo>
                  <a:pt x="2438400" y="723900"/>
                </a:lnTo>
                <a:lnTo>
                  <a:pt x="2486025" y="790575"/>
                </a:lnTo>
                <a:lnTo>
                  <a:pt x="2495550" y="819150"/>
                </a:lnTo>
                <a:lnTo>
                  <a:pt x="2533650" y="838200"/>
                </a:lnTo>
                <a:lnTo>
                  <a:pt x="2562225" y="885825"/>
                </a:lnTo>
                <a:lnTo>
                  <a:pt x="2638425" y="885825"/>
                </a:lnTo>
                <a:lnTo>
                  <a:pt x="2647950" y="914400"/>
                </a:lnTo>
                <a:lnTo>
                  <a:pt x="2667000" y="962025"/>
                </a:lnTo>
                <a:lnTo>
                  <a:pt x="2695575" y="962025"/>
                </a:lnTo>
                <a:lnTo>
                  <a:pt x="2695575" y="1028700"/>
                </a:lnTo>
                <a:lnTo>
                  <a:pt x="2705100" y="1057275"/>
                </a:lnTo>
                <a:lnTo>
                  <a:pt x="2705100" y="1095375"/>
                </a:lnTo>
                <a:lnTo>
                  <a:pt x="2695575" y="1152525"/>
                </a:lnTo>
                <a:lnTo>
                  <a:pt x="2667000" y="1200150"/>
                </a:lnTo>
                <a:lnTo>
                  <a:pt x="2705100" y="1247775"/>
                </a:lnTo>
                <a:lnTo>
                  <a:pt x="2695575" y="1304925"/>
                </a:lnTo>
                <a:lnTo>
                  <a:pt x="2667000" y="1343025"/>
                </a:lnTo>
                <a:lnTo>
                  <a:pt x="2676525" y="1400175"/>
                </a:lnTo>
                <a:lnTo>
                  <a:pt x="2695575" y="1400175"/>
                </a:lnTo>
                <a:lnTo>
                  <a:pt x="2686050" y="1476375"/>
                </a:lnTo>
                <a:lnTo>
                  <a:pt x="2647950" y="1495425"/>
                </a:lnTo>
                <a:lnTo>
                  <a:pt x="2657475" y="1533525"/>
                </a:lnTo>
                <a:lnTo>
                  <a:pt x="2686050" y="1571625"/>
                </a:lnTo>
                <a:lnTo>
                  <a:pt x="2657475" y="1609725"/>
                </a:lnTo>
                <a:lnTo>
                  <a:pt x="2686050" y="1657350"/>
                </a:lnTo>
                <a:lnTo>
                  <a:pt x="2705100" y="1714500"/>
                </a:lnTo>
                <a:lnTo>
                  <a:pt x="2667000" y="1752600"/>
                </a:lnTo>
                <a:lnTo>
                  <a:pt x="2667000" y="1790700"/>
                </a:lnTo>
                <a:lnTo>
                  <a:pt x="2657475" y="1847850"/>
                </a:lnTo>
                <a:lnTo>
                  <a:pt x="2647950" y="1857375"/>
                </a:lnTo>
                <a:lnTo>
                  <a:pt x="2667000" y="1914525"/>
                </a:lnTo>
                <a:lnTo>
                  <a:pt x="2676525" y="1933575"/>
                </a:lnTo>
                <a:lnTo>
                  <a:pt x="2676525" y="1971675"/>
                </a:lnTo>
                <a:lnTo>
                  <a:pt x="2638425" y="2009775"/>
                </a:lnTo>
                <a:lnTo>
                  <a:pt x="2638425" y="2076450"/>
                </a:lnTo>
                <a:lnTo>
                  <a:pt x="2647950" y="2152650"/>
                </a:lnTo>
                <a:lnTo>
                  <a:pt x="2657475" y="2162175"/>
                </a:lnTo>
                <a:lnTo>
                  <a:pt x="2676525" y="2228850"/>
                </a:lnTo>
                <a:lnTo>
                  <a:pt x="2667000" y="2266950"/>
                </a:lnTo>
                <a:lnTo>
                  <a:pt x="2667000" y="2305050"/>
                </a:lnTo>
                <a:lnTo>
                  <a:pt x="2647950" y="2371725"/>
                </a:lnTo>
                <a:lnTo>
                  <a:pt x="2647950" y="2409825"/>
                </a:lnTo>
                <a:lnTo>
                  <a:pt x="2647950" y="2400300"/>
                </a:lnTo>
                <a:lnTo>
                  <a:pt x="2590800" y="2438400"/>
                </a:lnTo>
                <a:lnTo>
                  <a:pt x="2600325" y="2466975"/>
                </a:lnTo>
                <a:lnTo>
                  <a:pt x="2600325" y="2514600"/>
                </a:lnTo>
                <a:lnTo>
                  <a:pt x="2590800" y="2543175"/>
                </a:lnTo>
                <a:lnTo>
                  <a:pt x="2543175" y="2562225"/>
                </a:lnTo>
                <a:lnTo>
                  <a:pt x="2571750" y="2581275"/>
                </a:lnTo>
                <a:lnTo>
                  <a:pt x="2533650" y="2647950"/>
                </a:lnTo>
                <a:lnTo>
                  <a:pt x="2543175" y="2667000"/>
                </a:lnTo>
                <a:lnTo>
                  <a:pt x="2533650" y="2667000"/>
                </a:lnTo>
                <a:lnTo>
                  <a:pt x="2524125" y="2724150"/>
                </a:lnTo>
                <a:lnTo>
                  <a:pt x="2495550" y="2733675"/>
                </a:lnTo>
                <a:lnTo>
                  <a:pt x="2505075" y="2790825"/>
                </a:lnTo>
                <a:lnTo>
                  <a:pt x="2486025" y="2809875"/>
                </a:lnTo>
                <a:lnTo>
                  <a:pt x="2495550" y="2838450"/>
                </a:lnTo>
                <a:lnTo>
                  <a:pt x="2495550" y="2828925"/>
                </a:lnTo>
                <a:lnTo>
                  <a:pt x="2447925" y="2895600"/>
                </a:lnTo>
                <a:lnTo>
                  <a:pt x="2476500" y="2933700"/>
                </a:lnTo>
                <a:lnTo>
                  <a:pt x="2419350" y="2971800"/>
                </a:lnTo>
                <a:lnTo>
                  <a:pt x="2419350" y="2990850"/>
                </a:lnTo>
                <a:lnTo>
                  <a:pt x="2447925" y="3019425"/>
                </a:lnTo>
                <a:lnTo>
                  <a:pt x="2428875" y="3086100"/>
                </a:lnTo>
                <a:lnTo>
                  <a:pt x="2419350" y="3095625"/>
                </a:lnTo>
                <a:lnTo>
                  <a:pt x="2409825" y="3133725"/>
                </a:lnTo>
                <a:lnTo>
                  <a:pt x="2390775" y="3171825"/>
                </a:lnTo>
                <a:lnTo>
                  <a:pt x="2381250" y="3200400"/>
                </a:lnTo>
                <a:lnTo>
                  <a:pt x="2371725" y="3238500"/>
                </a:lnTo>
                <a:lnTo>
                  <a:pt x="2371725" y="3248025"/>
                </a:lnTo>
                <a:lnTo>
                  <a:pt x="2343150" y="3248025"/>
                </a:lnTo>
                <a:lnTo>
                  <a:pt x="2324100" y="3295650"/>
                </a:lnTo>
                <a:lnTo>
                  <a:pt x="2333625" y="3286125"/>
                </a:lnTo>
                <a:lnTo>
                  <a:pt x="2333625" y="3314700"/>
                </a:lnTo>
                <a:lnTo>
                  <a:pt x="2209800" y="3314700"/>
                </a:lnTo>
                <a:lnTo>
                  <a:pt x="2247900" y="3371850"/>
                </a:lnTo>
                <a:lnTo>
                  <a:pt x="2190750" y="3486150"/>
                </a:lnTo>
                <a:lnTo>
                  <a:pt x="2171700" y="3543300"/>
                </a:lnTo>
                <a:lnTo>
                  <a:pt x="2095500" y="3514725"/>
                </a:lnTo>
                <a:lnTo>
                  <a:pt x="2133600" y="3590925"/>
                </a:lnTo>
                <a:lnTo>
                  <a:pt x="2114550" y="3552825"/>
                </a:lnTo>
                <a:lnTo>
                  <a:pt x="2124075" y="3581400"/>
                </a:lnTo>
                <a:lnTo>
                  <a:pt x="2143125" y="3648075"/>
                </a:lnTo>
                <a:lnTo>
                  <a:pt x="2133600" y="3714750"/>
                </a:lnTo>
                <a:lnTo>
                  <a:pt x="2114550" y="3752850"/>
                </a:lnTo>
                <a:lnTo>
                  <a:pt x="2038350" y="3790950"/>
                </a:lnTo>
                <a:lnTo>
                  <a:pt x="2028825" y="3848100"/>
                </a:lnTo>
                <a:lnTo>
                  <a:pt x="2038350" y="3848100"/>
                </a:lnTo>
                <a:lnTo>
                  <a:pt x="1924050" y="3981450"/>
                </a:lnTo>
                <a:lnTo>
                  <a:pt x="2009775" y="3905250"/>
                </a:lnTo>
                <a:lnTo>
                  <a:pt x="1990725" y="3914775"/>
                </a:lnTo>
                <a:lnTo>
                  <a:pt x="1952625" y="4000500"/>
                </a:lnTo>
                <a:lnTo>
                  <a:pt x="1962150" y="4010025"/>
                </a:lnTo>
                <a:lnTo>
                  <a:pt x="1943100" y="4086225"/>
                </a:lnTo>
                <a:lnTo>
                  <a:pt x="1905000" y="4124325"/>
                </a:lnTo>
                <a:lnTo>
                  <a:pt x="1933575" y="4162425"/>
                </a:lnTo>
                <a:lnTo>
                  <a:pt x="1895475" y="4238625"/>
                </a:lnTo>
                <a:lnTo>
                  <a:pt x="1866900" y="4333875"/>
                </a:lnTo>
                <a:lnTo>
                  <a:pt x="1828800" y="4371975"/>
                </a:lnTo>
                <a:lnTo>
                  <a:pt x="1790700" y="4371975"/>
                </a:lnTo>
                <a:lnTo>
                  <a:pt x="1762125" y="4429125"/>
                </a:lnTo>
                <a:lnTo>
                  <a:pt x="1752600" y="4448175"/>
                </a:lnTo>
                <a:lnTo>
                  <a:pt x="1695450" y="44862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363450" y="1552575"/>
            <a:ext cx="895350" cy="1447800"/>
          </a:xfrm>
          <a:custGeom>
            <a:avLst/>
            <a:gdLst/>
            <a:ahLst/>
            <a:cxnLst/>
            <a:rect l="l" t="t" r="r" b="b"/>
            <a:pathLst>
              <a:path w="895350" h="1447800">
                <a:moveTo>
                  <a:pt x="561975" y="1438275"/>
                </a:moveTo>
                <a:lnTo>
                  <a:pt x="542925" y="1438275"/>
                </a:lnTo>
                <a:lnTo>
                  <a:pt x="514350" y="1419225"/>
                </a:lnTo>
                <a:lnTo>
                  <a:pt x="504825" y="1409700"/>
                </a:lnTo>
                <a:lnTo>
                  <a:pt x="514350" y="1409700"/>
                </a:lnTo>
                <a:lnTo>
                  <a:pt x="485775" y="1381125"/>
                </a:lnTo>
                <a:lnTo>
                  <a:pt x="476250" y="1381125"/>
                </a:lnTo>
                <a:lnTo>
                  <a:pt x="457200" y="1362075"/>
                </a:lnTo>
                <a:lnTo>
                  <a:pt x="476250" y="1343025"/>
                </a:lnTo>
                <a:lnTo>
                  <a:pt x="476250" y="1362075"/>
                </a:lnTo>
                <a:lnTo>
                  <a:pt x="438150" y="1352550"/>
                </a:lnTo>
                <a:lnTo>
                  <a:pt x="428625" y="1343025"/>
                </a:lnTo>
                <a:lnTo>
                  <a:pt x="409575" y="1314450"/>
                </a:lnTo>
                <a:lnTo>
                  <a:pt x="400050" y="1295400"/>
                </a:lnTo>
                <a:lnTo>
                  <a:pt x="390525" y="1314450"/>
                </a:lnTo>
                <a:lnTo>
                  <a:pt x="381000" y="1304925"/>
                </a:lnTo>
                <a:lnTo>
                  <a:pt x="361950" y="1276350"/>
                </a:lnTo>
                <a:lnTo>
                  <a:pt x="352425" y="1257300"/>
                </a:lnTo>
                <a:lnTo>
                  <a:pt x="352425" y="1257300"/>
                </a:lnTo>
                <a:lnTo>
                  <a:pt x="333375" y="1247775"/>
                </a:lnTo>
                <a:lnTo>
                  <a:pt x="333375" y="1247775"/>
                </a:lnTo>
                <a:lnTo>
                  <a:pt x="323850" y="1219200"/>
                </a:lnTo>
                <a:lnTo>
                  <a:pt x="295275" y="1200150"/>
                </a:lnTo>
                <a:lnTo>
                  <a:pt x="285750" y="1219200"/>
                </a:lnTo>
                <a:lnTo>
                  <a:pt x="285750" y="1190625"/>
                </a:lnTo>
                <a:lnTo>
                  <a:pt x="276225" y="1200150"/>
                </a:lnTo>
                <a:lnTo>
                  <a:pt x="257175" y="1171575"/>
                </a:lnTo>
                <a:lnTo>
                  <a:pt x="247650" y="1162050"/>
                </a:lnTo>
                <a:lnTo>
                  <a:pt x="219075" y="1171575"/>
                </a:lnTo>
                <a:lnTo>
                  <a:pt x="238125" y="1143000"/>
                </a:lnTo>
                <a:lnTo>
                  <a:pt x="219075" y="1143000"/>
                </a:lnTo>
                <a:lnTo>
                  <a:pt x="209550" y="1123950"/>
                </a:lnTo>
                <a:lnTo>
                  <a:pt x="180975" y="1104900"/>
                </a:lnTo>
                <a:lnTo>
                  <a:pt x="161925" y="1095375"/>
                </a:lnTo>
                <a:lnTo>
                  <a:pt x="161925" y="1095375"/>
                </a:lnTo>
                <a:lnTo>
                  <a:pt x="180975" y="1066800"/>
                </a:lnTo>
                <a:lnTo>
                  <a:pt x="171450" y="1047750"/>
                </a:lnTo>
                <a:lnTo>
                  <a:pt x="142875" y="1047750"/>
                </a:lnTo>
                <a:lnTo>
                  <a:pt x="133350" y="1038225"/>
                </a:lnTo>
                <a:lnTo>
                  <a:pt x="133350" y="1019175"/>
                </a:lnTo>
                <a:lnTo>
                  <a:pt x="133350" y="1000125"/>
                </a:lnTo>
                <a:lnTo>
                  <a:pt x="133350" y="981075"/>
                </a:lnTo>
                <a:lnTo>
                  <a:pt x="133350" y="971550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23925"/>
                </a:lnTo>
                <a:lnTo>
                  <a:pt x="104775" y="914400"/>
                </a:lnTo>
                <a:lnTo>
                  <a:pt x="104775" y="895350"/>
                </a:lnTo>
                <a:lnTo>
                  <a:pt x="104775" y="885825"/>
                </a:lnTo>
                <a:lnTo>
                  <a:pt x="95250" y="838200"/>
                </a:lnTo>
                <a:lnTo>
                  <a:pt x="85725" y="857250"/>
                </a:lnTo>
                <a:lnTo>
                  <a:pt x="76200" y="828675"/>
                </a:lnTo>
                <a:lnTo>
                  <a:pt x="76200" y="819150"/>
                </a:lnTo>
                <a:lnTo>
                  <a:pt x="76200" y="790575"/>
                </a:lnTo>
                <a:lnTo>
                  <a:pt x="76200" y="771525"/>
                </a:lnTo>
                <a:lnTo>
                  <a:pt x="57150" y="781050"/>
                </a:lnTo>
                <a:lnTo>
                  <a:pt x="57150" y="752475"/>
                </a:lnTo>
                <a:lnTo>
                  <a:pt x="57150" y="723900"/>
                </a:lnTo>
                <a:lnTo>
                  <a:pt x="38100" y="723900"/>
                </a:lnTo>
                <a:lnTo>
                  <a:pt x="66675" y="723900"/>
                </a:lnTo>
                <a:lnTo>
                  <a:pt x="47625" y="685800"/>
                </a:lnTo>
                <a:lnTo>
                  <a:pt x="47625" y="666750"/>
                </a:lnTo>
                <a:lnTo>
                  <a:pt x="19050" y="666750"/>
                </a:lnTo>
                <a:lnTo>
                  <a:pt x="38100" y="657225"/>
                </a:lnTo>
                <a:lnTo>
                  <a:pt x="28575" y="619125"/>
                </a:lnTo>
                <a:lnTo>
                  <a:pt x="0" y="666750"/>
                </a:lnTo>
                <a:lnTo>
                  <a:pt x="47625" y="638175"/>
                </a:lnTo>
                <a:lnTo>
                  <a:pt x="19050" y="590550"/>
                </a:lnTo>
                <a:lnTo>
                  <a:pt x="28575" y="523875"/>
                </a:lnTo>
                <a:lnTo>
                  <a:pt x="19050" y="495300"/>
                </a:lnTo>
                <a:lnTo>
                  <a:pt x="28575" y="514350"/>
                </a:lnTo>
                <a:lnTo>
                  <a:pt x="57150" y="523875"/>
                </a:lnTo>
                <a:lnTo>
                  <a:pt x="85725" y="466725"/>
                </a:lnTo>
                <a:lnTo>
                  <a:pt x="47625" y="495300"/>
                </a:lnTo>
                <a:lnTo>
                  <a:pt x="47625" y="457200"/>
                </a:lnTo>
                <a:lnTo>
                  <a:pt x="47625" y="428625"/>
                </a:lnTo>
                <a:lnTo>
                  <a:pt x="85725" y="381000"/>
                </a:lnTo>
                <a:lnTo>
                  <a:pt x="47625" y="361950"/>
                </a:lnTo>
                <a:lnTo>
                  <a:pt x="104775" y="352425"/>
                </a:lnTo>
                <a:lnTo>
                  <a:pt x="95250" y="371475"/>
                </a:lnTo>
                <a:lnTo>
                  <a:pt x="142875" y="323850"/>
                </a:lnTo>
                <a:lnTo>
                  <a:pt x="85725" y="371475"/>
                </a:lnTo>
                <a:lnTo>
                  <a:pt x="190500" y="381000"/>
                </a:lnTo>
                <a:lnTo>
                  <a:pt x="209550" y="333375"/>
                </a:lnTo>
                <a:lnTo>
                  <a:pt x="171450" y="266700"/>
                </a:lnTo>
                <a:lnTo>
                  <a:pt x="152400" y="276225"/>
                </a:lnTo>
                <a:lnTo>
                  <a:pt x="190500" y="247650"/>
                </a:lnTo>
                <a:lnTo>
                  <a:pt x="190500" y="247650"/>
                </a:lnTo>
                <a:lnTo>
                  <a:pt x="190500" y="219075"/>
                </a:lnTo>
                <a:lnTo>
                  <a:pt x="209550" y="180975"/>
                </a:lnTo>
                <a:lnTo>
                  <a:pt x="228600" y="180975"/>
                </a:lnTo>
                <a:lnTo>
                  <a:pt x="219075" y="171450"/>
                </a:lnTo>
                <a:lnTo>
                  <a:pt x="219075" y="152400"/>
                </a:lnTo>
                <a:lnTo>
                  <a:pt x="209550" y="142875"/>
                </a:lnTo>
                <a:lnTo>
                  <a:pt x="200025" y="114300"/>
                </a:lnTo>
                <a:lnTo>
                  <a:pt x="238125" y="123825"/>
                </a:lnTo>
                <a:lnTo>
                  <a:pt x="257175" y="95250"/>
                </a:lnTo>
                <a:lnTo>
                  <a:pt x="257175" y="57150"/>
                </a:lnTo>
                <a:lnTo>
                  <a:pt x="266700" y="85725"/>
                </a:lnTo>
                <a:lnTo>
                  <a:pt x="276225" y="85725"/>
                </a:lnTo>
                <a:lnTo>
                  <a:pt x="295275" y="66675"/>
                </a:lnTo>
                <a:lnTo>
                  <a:pt x="285750" y="57150"/>
                </a:lnTo>
                <a:lnTo>
                  <a:pt x="276225" y="66675"/>
                </a:lnTo>
                <a:lnTo>
                  <a:pt x="323850" y="762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23850" y="66675"/>
                </a:lnTo>
                <a:lnTo>
                  <a:pt x="333375" y="47625"/>
                </a:lnTo>
                <a:lnTo>
                  <a:pt x="342900" y="47625"/>
                </a:lnTo>
                <a:lnTo>
                  <a:pt x="371475" y="38100"/>
                </a:lnTo>
                <a:lnTo>
                  <a:pt x="371475" y="47625"/>
                </a:lnTo>
                <a:lnTo>
                  <a:pt x="390525" y="66675"/>
                </a:lnTo>
                <a:lnTo>
                  <a:pt x="371475" y="38100"/>
                </a:lnTo>
                <a:lnTo>
                  <a:pt x="419100" y="47625"/>
                </a:lnTo>
                <a:lnTo>
                  <a:pt x="400050" y="47625"/>
                </a:lnTo>
                <a:lnTo>
                  <a:pt x="409575" y="47625"/>
                </a:lnTo>
                <a:lnTo>
                  <a:pt x="428625" y="28575"/>
                </a:lnTo>
                <a:lnTo>
                  <a:pt x="447675" y="38100"/>
                </a:lnTo>
                <a:lnTo>
                  <a:pt x="466725" y="28575"/>
                </a:lnTo>
                <a:lnTo>
                  <a:pt x="466725" y="28575"/>
                </a:lnTo>
                <a:lnTo>
                  <a:pt x="466725" y="9525"/>
                </a:lnTo>
                <a:lnTo>
                  <a:pt x="476250" y="19050"/>
                </a:lnTo>
                <a:lnTo>
                  <a:pt x="485775" y="19050"/>
                </a:lnTo>
                <a:lnTo>
                  <a:pt x="504825" y="9525"/>
                </a:lnTo>
                <a:lnTo>
                  <a:pt x="495300" y="19050"/>
                </a:lnTo>
                <a:lnTo>
                  <a:pt x="523875" y="0"/>
                </a:lnTo>
                <a:lnTo>
                  <a:pt x="533400" y="0"/>
                </a:lnTo>
                <a:lnTo>
                  <a:pt x="542925" y="0"/>
                </a:lnTo>
                <a:lnTo>
                  <a:pt x="542925" y="0"/>
                </a:lnTo>
                <a:lnTo>
                  <a:pt x="561975" y="19050"/>
                </a:lnTo>
                <a:lnTo>
                  <a:pt x="552450" y="9525"/>
                </a:lnTo>
                <a:lnTo>
                  <a:pt x="571500" y="19050"/>
                </a:lnTo>
                <a:lnTo>
                  <a:pt x="581025" y="38100"/>
                </a:lnTo>
                <a:lnTo>
                  <a:pt x="600075" y="57150"/>
                </a:lnTo>
                <a:lnTo>
                  <a:pt x="590550" y="57150"/>
                </a:lnTo>
                <a:lnTo>
                  <a:pt x="609600" y="76200"/>
                </a:lnTo>
                <a:lnTo>
                  <a:pt x="619125" y="85725"/>
                </a:lnTo>
                <a:lnTo>
                  <a:pt x="638175" y="85725"/>
                </a:lnTo>
                <a:lnTo>
                  <a:pt x="657225" y="85725"/>
                </a:lnTo>
                <a:lnTo>
                  <a:pt x="657225" y="104775"/>
                </a:lnTo>
                <a:lnTo>
                  <a:pt x="676275" y="133350"/>
                </a:lnTo>
                <a:lnTo>
                  <a:pt x="685800" y="133350"/>
                </a:lnTo>
                <a:lnTo>
                  <a:pt x="685800" y="142875"/>
                </a:lnTo>
                <a:lnTo>
                  <a:pt x="714375" y="142875"/>
                </a:lnTo>
                <a:lnTo>
                  <a:pt x="714375" y="142875"/>
                </a:lnTo>
                <a:lnTo>
                  <a:pt x="714375" y="161925"/>
                </a:lnTo>
                <a:lnTo>
                  <a:pt x="723900" y="180975"/>
                </a:lnTo>
                <a:lnTo>
                  <a:pt x="733425" y="171450"/>
                </a:lnTo>
                <a:lnTo>
                  <a:pt x="733425" y="180975"/>
                </a:lnTo>
                <a:lnTo>
                  <a:pt x="762000" y="219075"/>
                </a:lnTo>
                <a:lnTo>
                  <a:pt x="771525" y="209550"/>
                </a:lnTo>
                <a:lnTo>
                  <a:pt x="781050" y="209550"/>
                </a:lnTo>
                <a:lnTo>
                  <a:pt x="781050" y="238125"/>
                </a:lnTo>
                <a:lnTo>
                  <a:pt x="800100" y="228600"/>
                </a:lnTo>
                <a:lnTo>
                  <a:pt x="800100" y="266700"/>
                </a:lnTo>
                <a:lnTo>
                  <a:pt x="828675" y="266700"/>
                </a:lnTo>
                <a:lnTo>
                  <a:pt x="838200" y="276225"/>
                </a:lnTo>
                <a:lnTo>
                  <a:pt x="847725" y="276225"/>
                </a:lnTo>
                <a:lnTo>
                  <a:pt x="857250" y="27622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57250" y="323850"/>
                </a:lnTo>
                <a:lnTo>
                  <a:pt x="866775" y="333375"/>
                </a:lnTo>
                <a:lnTo>
                  <a:pt x="895350" y="333375"/>
                </a:lnTo>
                <a:lnTo>
                  <a:pt x="885825" y="371475"/>
                </a:lnTo>
                <a:lnTo>
                  <a:pt x="876300" y="361950"/>
                </a:lnTo>
                <a:lnTo>
                  <a:pt x="885825" y="390525"/>
                </a:lnTo>
                <a:lnTo>
                  <a:pt x="866775" y="409575"/>
                </a:lnTo>
                <a:lnTo>
                  <a:pt x="876300" y="428625"/>
                </a:lnTo>
                <a:lnTo>
                  <a:pt x="876300" y="438150"/>
                </a:lnTo>
                <a:lnTo>
                  <a:pt x="885825" y="438150"/>
                </a:lnTo>
                <a:lnTo>
                  <a:pt x="866775" y="466725"/>
                </a:lnTo>
                <a:lnTo>
                  <a:pt x="857250" y="457200"/>
                </a:lnTo>
                <a:lnTo>
                  <a:pt x="885825" y="485775"/>
                </a:lnTo>
                <a:lnTo>
                  <a:pt x="895350" y="495300"/>
                </a:lnTo>
                <a:lnTo>
                  <a:pt x="857250" y="504825"/>
                </a:lnTo>
                <a:lnTo>
                  <a:pt x="885825" y="504825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876300" y="561975"/>
                </a:lnTo>
                <a:lnTo>
                  <a:pt x="885825" y="590550"/>
                </a:lnTo>
                <a:lnTo>
                  <a:pt x="866775" y="581025"/>
                </a:lnTo>
                <a:lnTo>
                  <a:pt x="866775" y="600075"/>
                </a:lnTo>
                <a:lnTo>
                  <a:pt x="857250" y="600075"/>
                </a:lnTo>
                <a:lnTo>
                  <a:pt x="866775" y="619125"/>
                </a:lnTo>
                <a:lnTo>
                  <a:pt x="866775" y="628650"/>
                </a:lnTo>
                <a:lnTo>
                  <a:pt x="885825" y="666750"/>
                </a:lnTo>
                <a:lnTo>
                  <a:pt x="866775" y="666750"/>
                </a:lnTo>
                <a:lnTo>
                  <a:pt x="866775" y="666750"/>
                </a:lnTo>
                <a:lnTo>
                  <a:pt x="876300" y="704850"/>
                </a:lnTo>
                <a:lnTo>
                  <a:pt x="857250" y="714375"/>
                </a:lnTo>
                <a:lnTo>
                  <a:pt x="857250" y="733425"/>
                </a:lnTo>
                <a:lnTo>
                  <a:pt x="857250" y="742950"/>
                </a:lnTo>
                <a:lnTo>
                  <a:pt x="857250" y="723900"/>
                </a:lnTo>
                <a:lnTo>
                  <a:pt x="857250" y="752475"/>
                </a:lnTo>
                <a:lnTo>
                  <a:pt x="866775" y="742950"/>
                </a:lnTo>
                <a:lnTo>
                  <a:pt x="838200" y="790575"/>
                </a:lnTo>
                <a:lnTo>
                  <a:pt x="857250" y="781050"/>
                </a:lnTo>
                <a:lnTo>
                  <a:pt x="838200" y="790575"/>
                </a:lnTo>
                <a:lnTo>
                  <a:pt x="819150" y="819150"/>
                </a:lnTo>
                <a:lnTo>
                  <a:pt x="838200" y="819150"/>
                </a:lnTo>
                <a:lnTo>
                  <a:pt x="828675" y="847725"/>
                </a:lnTo>
                <a:lnTo>
                  <a:pt x="828675" y="847725"/>
                </a:lnTo>
                <a:lnTo>
                  <a:pt x="809625" y="857250"/>
                </a:lnTo>
                <a:lnTo>
                  <a:pt x="828675" y="876300"/>
                </a:lnTo>
                <a:lnTo>
                  <a:pt x="828675" y="866775"/>
                </a:lnTo>
                <a:lnTo>
                  <a:pt x="809625" y="866775"/>
                </a:lnTo>
                <a:lnTo>
                  <a:pt x="809625" y="904875"/>
                </a:lnTo>
                <a:lnTo>
                  <a:pt x="819150" y="904875"/>
                </a:lnTo>
                <a:lnTo>
                  <a:pt x="809625" y="914400"/>
                </a:lnTo>
                <a:lnTo>
                  <a:pt x="828675" y="914400"/>
                </a:lnTo>
                <a:lnTo>
                  <a:pt x="800100" y="923925"/>
                </a:lnTo>
                <a:lnTo>
                  <a:pt x="790575" y="923925"/>
                </a:lnTo>
                <a:lnTo>
                  <a:pt x="809625" y="942975"/>
                </a:lnTo>
                <a:lnTo>
                  <a:pt x="790575" y="942975"/>
                </a:lnTo>
                <a:lnTo>
                  <a:pt x="800100" y="962025"/>
                </a:lnTo>
                <a:lnTo>
                  <a:pt x="809625" y="971550"/>
                </a:lnTo>
                <a:lnTo>
                  <a:pt x="781050" y="981075"/>
                </a:lnTo>
                <a:lnTo>
                  <a:pt x="790575" y="1000125"/>
                </a:lnTo>
                <a:lnTo>
                  <a:pt x="781050" y="990600"/>
                </a:lnTo>
                <a:lnTo>
                  <a:pt x="781050" y="1009650"/>
                </a:lnTo>
                <a:lnTo>
                  <a:pt x="771525" y="1038225"/>
                </a:lnTo>
                <a:lnTo>
                  <a:pt x="781050" y="1038225"/>
                </a:lnTo>
                <a:lnTo>
                  <a:pt x="771525" y="1047750"/>
                </a:lnTo>
                <a:lnTo>
                  <a:pt x="781050" y="1076325"/>
                </a:lnTo>
                <a:lnTo>
                  <a:pt x="723900" y="1028700"/>
                </a:lnTo>
                <a:lnTo>
                  <a:pt x="704850" y="1047750"/>
                </a:lnTo>
                <a:lnTo>
                  <a:pt x="704850" y="1047750"/>
                </a:lnTo>
                <a:lnTo>
                  <a:pt x="723900" y="1076325"/>
                </a:lnTo>
                <a:lnTo>
                  <a:pt x="752475" y="1123950"/>
                </a:lnTo>
                <a:lnTo>
                  <a:pt x="704850" y="1133475"/>
                </a:lnTo>
                <a:lnTo>
                  <a:pt x="666750" y="1123950"/>
                </a:lnTo>
                <a:lnTo>
                  <a:pt x="685800" y="1133475"/>
                </a:lnTo>
                <a:lnTo>
                  <a:pt x="742950" y="1171575"/>
                </a:lnTo>
                <a:lnTo>
                  <a:pt x="695325" y="1162050"/>
                </a:lnTo>
                <a:lnTo>
                  <a:pt x="695325" y="1162050"/>
                </a:lnTo>
                <a:lnTo>
                  <a:pt x="695325" y="1181100"/>
                </a:lnTo>
                <a:lnTo>
                  <a:pt x="695325" y="1209675"/>
                </a:lnTo>
                <a:lnTo>
                  <a:pt x="685800" y="1209675"/>
                </a:lnTo>
                <a:lnTo>
                  <a:pt x="685800" y="1228725"/>
                </a:lnTo>
                <a:lnTo>
                  <a:pt x="647700" y="1228725"/>
                </a:lnTo>
                <a:lnTo>
                  <a:pt x="600075" y="1228725"/>
                </a:lnTo>
                <a:lnTo>
                  <a:pt x="619125" y="1247775"/>
                </a:lnTo>
                <a:lnTo>
                  <a:pt x="647700" y="1276350"/>
                </a:lnTo>
                <a:lnTo>
                  <a:pt x="647700" y="1276350"/>
                </a:lnTo>
                <a:lnTo>
                  <a:pt x="647700" y="1257300"/>
                </a:lnTo>
                <a:lnTo>
                  <a:pt x="657225" y="1295400"/>
                </a:lnTo>
                <a:lnTo>
                  <a:pt x="628650" y="1314450"/>
                </a:lnTo>
                <a:lnTo>
                  <a:pt x="628650" y="1343025"/>
                </a:lnTo>
                <a:lnTo>
                  <a:pt x="628650" y="1333500"/>
                </a:lnTo>
                <a:lnTo>
                  <a:pt x="619125" y="1390650"/>
                </a:lnTo>
                <a:lnTo>
                  <a:pt x="600075" y="1381125"/>
                </a:lnTo>
                <a:lnTo>
                  <a:pt x="590550" y="1419225"/>
                </a:lnTo>
                <a:lnTo>
                  <a:pt x="590550" y="1419225"/>
                </a:lnTo>
                <a:lnTo>
                  <a:pt x="561975" y="1447800"/>
                </a:lnTo>
                <a:lnTo>
                  <a:pt x="571500" y="144780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411075" y="1609725"/>
            <a:ext cx="1257300" cy="1876425"/>
          </a:xfrm>
          <a:custGeom>
            <a:avLst/>
            <a:gdLst/>
            <a:ahLst/>
            <a:cxnLst/>
            <a:rect l="l" t="t" r="r" b="b"/>
            <a:pathLst>
              <a:path w="1257300" h="1876425">
                <a:moveTo>
                  <a:pt x="838200" y="1876425"/>
                </a:moveTo>
                <a:lnTo>
                  <a:pt x="809625" y="1857375"/>
                </a:lnTo>
                <a:lnTo>
                  <a:pt x="800100" y="1847850"/>
                </a:lnTo>
                <a:lnTo>
                  <a:pt x="790575" y="1828800"/>
                </a:lnTo>
                <a:lnTo>
                  <a:pt x="762000" y="1800225"/>
                </a:lnTo>
                <a:lnTo>
                  <a:pt x="771525" y="1800225"/>
                </a:lnTo>
                <a:lnTo>
                  <a:pt x="742950" y="1781175"/>
                </a:lnTo>
                <a:lnTo>
                  <a:pt x="714375" y="1771650"/>
                </a:lnTo>
                <a:lnTo>
                  <a:pt x="695325" y="1771650"/>
                </a:lnTo>
                <a:lnTo>
                  <a:pt x="704850" y="1733550"/>
                </a:lnTo>
                <a:lnTo>
                  <a:pt x="695325" y="1714500"/>
                </a:lnTo>
                <a:lnTo>
                  <a:pt x="666750" y="1704975"/>
                </a:lnTo>
                <a:lnTo>
                  <a:pt x="647700" y="1695450"/>
                </a:lnTo>
                <a:lnTo>
                  <a:pt x="628650" y="1704975"/>
                </a:lnTo>
                <a:lnTo>
                  <a:pt x="619125" y="1666875"/>
                </a:lnTo>
                <a:lnTo>
                  <a:pt x="609600" y="1666875"/>
                </a:lnTo>
                <a:lnTo>
                  <a:pt x="581025" y="1657350"/>
                </a:lnTo>
                <a:lnTo>
                  <a:pt x="571500" y="1628775"/>
                </a:lnTo>
                <a:lnTo>
                  <a:pt x="561975" y="1609725"/>
                </a:lnTo>
                <a:lnTo>
                  <a:pt x="552450" y="1609725"/>
                </a:lnTo>
                <a:lnTo>
                  <a:pt x="523875" y="1600200"/>
                </a:lnTo>
                <a:lnTo>
                  <a:pt x="514350" y="1590675"/>
                </a:lnTo>
                <a:lnTo>
                  <a:pt x="514350" y="1571625"/>
                </a:lnTo>
                <a:lnTo>
                  <a:pt x="466725" y="1581150"/>
                </a:lnTo>
                <a:lnTo>
                  <a:pt x="476250" y="1552575"/>
                </a:lnTo>
                <a:lnTo>
                  <a:pt x="457200" y="1533525"/>
                </a:lnTo>
                <a:lnTo>
                  <a:pt x="447675" y="1533525"/>
                </a:lnTo>
                <a:lnTo>
                  <a:pt x="428625" y="1533525"/>
                </a:lnTo>
                <a:lnTo>
                  <a:pt x="400050" y="1495425"/>
                </a:lnTo>
                <a:lnTo>
                  <a:pt x="381000" y="1485900"/>
                </a:lnTo>
                <a:lnTo>
                  <a:pt x="371475" y="1466850"/>
                </a:lnTo>
                <a:lnTo>
                  <a:pt x="371475" y="1466850"/>
                </a:lnTo>
                <a:lnTo>
                  <a:pt x="361950" y="1438275"/>
                </a:lnTo>
                <a:lnTo>
                  <a:pt x="333375" y="1419225"/>
                </a:lnTo>
                <a:lnTo>
                  <a:pt x="342900" y="1419225"/>
                </a:lnTo>
                <a:lnTo>
                  <a:pt x="342900" y="1381125"/>
                </a:lnTo>
                <a:lnTo>
                  <a:pt x="314325" y="1362075"/>
                </a:lnTo>
                <a:lnTo>
                  <a:pt x="314325" y="1352550"/>
                </a:lnTo>
                <a:lnTo>
                  <a:pt x="304800" y="1314450"/>
                </a:lnTo>
                <a:lnTo>
                  <a:pt x="285750" y="1295400"/>
                </a:lnTo>
                <a:lnTo>
                  <a:pt x="276225" y="1304925"/>
                </a:lnTo>
                <a:lnTo>
                  <a:pt x="285750" y="1285875"/>
                </a:lnTo>
                <a:lnTo>
                  <a:pt x="257175" y="1257300"/>
                </a:lnTo>
                <a:lnTo>
                  <a:pt x="276225" y="1238250"/>
                </a:lnTo>
                <a:lnTo>
                  <a:pt x="285750" y="1219200"/>
                </a:lnTo>
                <a:lnTo>
                  <a:pt x="247650" y="1181100"/>
                </a:lnTo>
                <a:lnTo>
                  <a:pt x="257175" y="1162050"/>
                </a:lnTo>
                <a:lnTo>
                  <a:pt x="238125" y="1143000"/>
                </a:lnTo>
                <a:lnTo>
                  <a:pt x="228600" y="1133475"/>
                </a:lnTo>
                <a:lnTo>
                  <a:pt x="247650" y="1114425"/>
                </a:lnTo>
                <a:lnTo>
                  <a:pt x="228600" y="1104900"/>
                </a:lnTo>
                <a:lnTo>
                  <a:pt x="219075" y="1057275"/>
                </a:lnTo>
                <a:lnTo>
                  <a:pt x="209550" y="1057275"/>
                </a:lnTo>
                <a:lnTo>
                  <a:pt x="200025" y="1019175"/>
                </a:lnTo>
                <a:lnTo>
                  <a:pt x="209550" y="1009650"/>
                </a:lnTo>
                <a:lnTo>
                  <a:pt x="180975" y="1000125"/>
                </a:lnTo>
                <a:lnTo>
                  <a:pt x="200025" y="990600"/>
                </a:lnTo>
                <a:lnTo>
                  <a:pt x="190500" y="971550"/>
                </a:lnTo>
                <a:lnTo>
                  <a:pt x="171450" y="942975"/>
                </a:lnTo>
                <a:lnTo>
                  <a:pt x="171450" y="914400"/>
                </a:lnTo>
                <a:lnTo>
                  <a:pt x="171450" y="904875"/>
                </a:lnTo>
                <a:lnTo>
                  <a:pt x="152400" y="857250"/>
                </a:lnTo>
                <a:lnTo>
                  <a:pt x="152400" y="866775"/>
                </a:lnTo>
                <a:lnTo>
                  <a:pt x="133350" y="847725"/>
                </a:lnTo>
                <a:lnTo>
                  <a:pt x="123825" y="819150"/>
                </a:lnTo>
                <a:lnTo>
                  <a:pt x="0" y="752475"/>
                </a:lnTo>
                <a:lnTo>
                  <a:pt x="66675" y="752475"/>
                </a:lnTo>
                <a:lnTo>
                  <a:pt x="104775" y="733425"/>
                </a:lnTo>
                <a:lnTo>
                  <a:pt x="142875" y="704850"/>
                </a:lnTo>
                <a:lnTo>
                  <a:pt x="171450" y="600075"/>
                </a:lnTo>
                <a:lnTo>
                  <a:pt x="209550" y="600075"/>
                </a:lnTo>
                <a:lnTo>
                  <a:pt x="200025" y="581025"/>
                </a:lnTo>
                <a:lnTo>
                  <a:pt x="200025" y="609600"/>
                </a:lnTo>
                <a:lnTo>
                  <a:pt x="228600" y="590550"/>
                </a:lnTo>
                <a:lnTo>
                  <a:pt x="171450" y="514350"/>
                </a:lnTo>
                <a:lnTo>
                  <a:pt x="228600" y="514350"/>
                </a:lnTo>
                <a:lnTo>
                  <a:pt x="200025" y="504825"/>
                </a:lnTo>
                <a:lnTo>
                  <a:pt x="228600" y="466725"/>
                </a:lnTo>
                <a:lnTo>
                  <a:pt x="247650" y="438150"/>
                </a:lnTo>
                <a:lnTo>
                  <a:pt x="266700" y="428625"/>
                </a:lnTo>
                <a:lnTo>
                  <a:pt x="285750" y="457200"/>
                </a:lnTo>
                <a:lnTo>
                  <a:pt x="285750" y="381000"/>
                </a:lnTo>
                <a:lnTo>
                  <a:pt x="304800" y="342900"/>
                </a:lnTo>
                <a:lnTo>
                  <a:pt x="304800" y="276225"/>
                </a:lnTo>
                <a:lnTo>
                  <a:pt x="333375" y="381000"/>
                </a:lnTo>
                <a:lnTo>
                  <a:pt x="361950" y="400050"/>
                </a:lnTo>
                <a:lnTo>
                  <a:pt x="371475" y="371475"/>
                </a:lnTo>
                <a:lnTo>
                  <a:pt x="342900" y="342900"/>
                </a:lnTo>
                <a:lnTo>
                  <a:pt x="371475" y="295275"/>
                </a:lnTo>
                <a:lnTo>
                  <a:pt x="371475" y="257175"/>
                </a:lnTo>
                <a:lnTo>
                  <a:pt x="390525" y="247650"/>
                </a:lnTo>
                <a:lnTo>
                  <a:pt x="371475" y="209550"/>
                </a:lnTo>
                <a:lnTo>
                  <a:pt x="400050" y="209550"/>
                </a:lnTo>
                <a:lnTo>
                  <a:pt x="400050" y="190500"/>
                </a:lnTo>
                <a:lnTo>
                  <a:pt x="400050" y="133350"/>
                </a:lnTo>
                <a:lnTo>
                  <a:pt x="428625" y="133350"/>
                </a:lnTo>
                <a:lnTo>
                  <a:pt x="409575" y="114300"/>
                </a:lnTo>
                <a:lnTo>
                  <a:pt x="447675" y="123825"/>
                </a:lnTo>
                <a:lnTo>
                  <a:pt x="438150" y="123825"/>
                </a:lnTo>
                <a:lnTo>
                  <a:pt x="466725" y="133350"/>
                </a:lnTo>
                <a:lnTo>
                  <a:pt x="466725" y="95250"/>
                </a:lnTo>
                <a:lnTo>
                  <a:pt x="504825" y="104775"/>
                </a:lnTo>
                <a:lnTo>
                  <a:pt x="504825" y="104775"/>
                </a:lnTo>
                <a:lnTo>
                  <a:pt x="514350" y="114300"/>
                </a:lnTo>
                <a:lnTo>
                  <a:pt x="514350" y="85725"/>
                </a:lnTo>
                <a:lnTo>
                  <a:pt x="533400" y="76200"/>
                </a:lnTo>
                <a:lnTo>
                  <a:pt x="533400" y="57150"/>
                </a:lnTo>
                <a:lnTo>
                  <a:pt x="552450" y="66675"/>
                </a:lnTo>
                <a:lnTo>
                  <a:pt x="571500" y="95250"/>
                </a:lnTo>
                <a:lnTo>
                  <a:pt x="581025" y="85725"/>
                </a:lnTo>
                <a:lnTo>
                  <a:pt x="571500" y="85725"/>
                </a:lnTo>
                <a:lnTo>
                  <a:pt x="581025" y="76200"/>
                </a:lnTo>
                <a:lnTo>
                  <a:pt x="619125" y="76200"/>
                </a:lnTo>
                <a:lnTo>
                  <a:pt x="638175" y="76200"/>
                </a:lnTo>
                <a:lnTo>
                  <a:pt x="638175" y="66675"/>
                </a:lnTo>
                <a:lnTo>
                  <a:pt x="647700" y="57150"/>
                </a:lnTo>
                <a:lnTo>
                  <a:pt x="647700" y="66675"/>
                </a:lnTo>
                <a:lnTo>
                  <a:pt x="676275" y="47625"/>
                </a:lnTo>
                <a:lnTo>
                  <a:pt x="676275" y="57150"/>
                </a:lnTo>
                <a:lnTo>
                  <a:pt x="695325" y="47625"/>
                </a:lnTo>
                <a:lnTo>
                  <a:pt x="695325" y="28575"/>
                </a:lnTo>
                <a:lnTo>
                  <a:pt x="723900" y="19050"/>
                </a:lnTo>
                <a:lnTo>
                  <a:pt x="723900" y="28575"/>
                </a:lnTo>
                <a:lnTo>
                  <a:pt x="762000" y="9525"/>
                </a:lnTo>
                <a:lnTo>
                  <a:pt x="771525" y="19050"/>
                </a:lnTo>
                <a:lnTo>
                  <a:pt x="762000" y="0"/>
                </a:lnTo>
                <a:lnTo>
                  <a:pt x="771525" y="9525"/>
                </a:lnTo>
                <a:lnTo>
                  <a:pt x="790575" y="0"/>
                </a:lnTo>
                <a:lnTo>
                  <a:pt x="809625" y="19050"/>
                </a:lnTo>
                <a:lnTo>
                  <a:pt x="838200" y="19050"/>
                </a:lnTo>
                <a:lnTo>
                  <a:pt x="828675" y="28575"/>
                </a:lnTo>
                <a:lnTo>
                  <a:pt x="857250" y="47625"/>
                </a:lnTo>
                <a:lnTo>
                  <a:pt x="857250" y="57150"/>
                </a:lnTo>
                <a:lnTo>
                  <a:pt x="885825" y="85725"/>
                </a:lnTo>
                <a:lnTo>
                  <a:pt x="885825" y="95250"/>
                </a:lnTo>
                <a:lnTo>
                  <a:pt x="914400" y="104775"/>
                </a:lnTo>
                <a:lnTo>
                  <a:pt x="914400" y="114300"/>
                </a:lnTo>
                <a:lnTo>
                  <a:pt x="933450" y="123825"/>
                </a:lnTo>
                <a:lnTo>
                  <a:pt x="942975" y="133350"/>
                </a:lnTo>
                <a:lnTo>
                  <a:pt x="971550" y="133350"/>
                </a:lnTo>
                <a:lnTo>
                  <a:pt x="962025" y="152400"/>
                </a:lnTo>
                <a:lnTo>
                  <a:pt x="990600" y="161925"/>
                </a:lnTo>
                <a:lnTo>
                  <a:pt x="990600" y="171450"/>
                </a:lnTo>
                <a:lnTo>
                  <a:pt x="1000125" y="180975"/>
                </a:lnTo>
                <a:lnTo>
                  <a:pt x="1038225" y="209550"/>
                </a:lnTo>
                <a:lnTo>
                  <a:pt x="1028700" y="200025"/>
                </a:lnTo>
                <a:lnTo>
                  <a:pt x="1057275" y="238125"/>
                </a:lnTo>
                <a:lnTo>
                  <a:pt x="1047750" y="238125"/>
                </a:lnTo>
                <a:lnTo>
                  <a:pt x="1057275" y="238125"/>
                </a:lnTo>
                <a:lnTo>
                  <a:pt x="1095375" y="266700"/>
                </a:lnTo>
                <a:lnTo>
                  <a:pt x="1095375" y="266700"/>
                </a:lnTo>
                <a:lnTo>
                  <a:pt x="1114425" y="285750"/>
                </a:lnTo>
                <a:lnTo>
                  <a:pt x="1133475" y="285750"/>
                </a:lnTo>
                <a:lnTo>
                  <a:pt x="1143000" y="314325"/>
                </a:lnTo>
                <a:lnTo>
                  <a:pt x="1162050" y="333375"/>
                </a:lnTo>
                <a:lnTo>
                  <a:pt x="1181100" y="352425"/>
                </a:lnTo>
                <a:lnTo>
                  <a:pt x="1181100" y="361950"/>
                </a:lnTo>
                <a:lnTo>
                  <a:pt x="1200150" y="361950"/>
                </a:lnTo>
                <a:lnTo>
                  <a:pt x="1209675" y="371475"/>
                </a:lnTo>
                <a:lnTo>
                  <a:pt x="1219200" y="371475"/>
                </a:lnTo>
                <a:lnTo>
                  <a:pt x="1247775" y="390525"/>
                </a:lnTo>
                <a:lnTo>
                  <a:pt x="1247775" y="409575"/>
                </a:lnTo>
                <a:lnTo>
                  <a:pt x="1257300" y="438150"/>
                </a:lnTo>
                <a:lnTo>
                  <a:pt x="1257300" y="466725"/>
                </a:lnTo>
                <a:lnTo>
                  <a:pt x="1257300" y="466725"/>
                </a:lnTo>
                <a:lnTo>
                  <a:pt x="1228725" y="476250"/>
                </a:lnTo>
                <a:lnTo>
                  <a:pt x="1238250" y="504825"/>
                </a:lnTo>
                <a:lnTo>
                  <a:pt x="1228725" y="504825"/>
                </a:lnTo>
                <a:lnTo>
                  <a:pt x="1247775" y="552450"/>
                </a:lnTo>
                <a:lnTo>
                  <a:pt x="1228725" y="552450"/>
                </a:lnTo>
                <a:lnTo>
                  <a:pt x="1228725" y="581025"/>
                </a:lnTo>
                <a:lnTo>
                  <a:pt x="1219200" y="581025"/>
                </a:lnTo>
                <a:lnTo>
                  <a:pt x="1238250" y="600075"/>
                </a:lnTo>
                <a:lnTo>
                  <a:pt x="1238250" y="609600"/>
                </a:lnTo>
                <a:lnTo>
                  <a:pt x="1238250" y="638175"/>
                </a:lnTo>
                <a:lnTo>
                  <a:pt x="1228725" y="647700"/>
                </a:lnTo>
                <a:lnTo>
                  <a:pt x="1219200" y="666750"/>
                </a:lnTo>
                <a:lnTo>
                  <a:pt x="1228725" y="685800"/>
                </a:lnTo>
                <a:lnTo>
                  <a:pt x="1247775" y="704850"/>
                </a:lnTo>
                <a:lnTo>
                  <a:pt x="1238250" y="733425"/>
                </a:lnTo>
                <a:lnTo>
                  <a:pt x="1238250" y="733425"/>
                </a:lnTo>
                <a:lnTo>
                  <a:pt x="1238250" y="781050"/>
                </a:lnTo>
                <a:lnTo>
                  <a:pt x="1247775" y="771525"/>
                </a:lnTo>
                <a:lnTo>
                  <a:pt x="1238250" y="781050"/>
                </a:lnTo>
                <a:lnTo>
                  <a:pt x="1228725" y="800100"/>
                </a:lnTo>
                <a:lnTo>
                  <a:pt x="1219200" y="828675"/>
                </a:lnTo>
                <a:lnTo>
                  <a:pt x="1228725" y="838200"/>
                </a:lnTo>
                <a:lnTo>
                  <a:pt x="1219200" y="885825"/>
                </a:lnTo>
                <a:lnTo>
                  <a:pt x="1247775" y="876300"/>
                </a:lnTo>
                <a:lnTo>
                  <a:pt x="1238250" y="885825"/>
                </a:lnTo>
                <a:lnTo>
                  <a:pt x="1238250" y="933450"/>
                </a:lnTo>
                <a:lnTo>
                  <a:pt x="1219200" y="952500"/>
                </a:lnTo>
                <a:lnTo>
                  <a:pt x="1247775" y="962025"/>
                </a:lnTo>
                <a:lnTo>
                  <a:pt x="1209675" y="971550"/>
                </a:lnTo>
                <a:lnTo>
                  <a:pt x="1219200" y="971550"/>
                </a:lnTo>
                <a:lnTo>
                  <a:pt x="1228725" y="981075"/>
                </a:lnTo>
                <a:lnTo>
                  <a:pt x="1219200" y="1000125"/>
                </a:lnTo>
                <a:lnTo>
                  <a:pt x="1209675" y="1038225"/>
                </a:lnTo>
                <a:lnTo>
                  <a:pt x="1200150" y="1038225"/>
                </a:lnTo>
                <a:lnTo>
                  <a:pt x="1219200" y="1038225"/>
                </a:lnTo>
                <a:lnTo>
                  <a:pt x="1200150" y="1047750"/>
                </a:lnTo>
                <a:lnTo>
                  <a:pt x="1181100" y="1076325"/>
                </a:lnTo>
                <a:lnTo>
                  <a:pt x="1181100" y="1114425"/>
                </a:lnTo>
                <a:lnTo>
                  <a:pt x="1171575" y="1114425"/>
                </a:lnTo>
                <a:lnTo>
                  <a:pt x="1181100" y="1114425"/>
                </a:lnTo>
                <a:lnTo>
                  <a:pt x="1162050" y="1123950"/>
                </a:lnTo>
                <a:lnTo>
                  <a:pt x="1171575" y="1143000"/>
                </a:lnTo>
                <a:lnTo>
                  <a:pt x="1162050" y="1152525"/>
                </a:lnTo>
                <a:lnTo>
                  <a:pt x="1162050" y="1152525"/>
                </a:lnTo>
                <a:lnTo>
                  <a:pt x="1162050" y="1181100"/>
                </a:lnTo>
                <a:lnTo>
                  <a:pt x="1162050" y="1200150"/>
                </a:lnTo>
                <a:lnTo>
                  <a:pt x="1133475" y="1209675"/>
                </a:lnTo>
                <a:lnTo>
                  <a:pt x="1133475" y="1209675"/>
                </a:lnTo>
                <a:lnTo>
                  <a:pt x="1133475" y="1238250"/>
                </a:lnTo>
                <a:lnTo>
                  <a:pt x="1123950" y="1228725"/>
                </a:lnTo>
                <a:lnTo>
                  <a:pt x="1133475" y="1247775"/>
                </a:lnTo>
                <a:lnTo>
                  <a:pt x="1133475" y="1266825"/>
                </a:lnTo>
                <a:lnTo>
                  <a:pt x="1104900" y="1266825"/>
                </a:lnTo>
                <a:lnTo>
                  <a:pt x="1133475" y="1276350"/>
                </a:lnTo>
                <a:lnTo>
                  <a:pt x="1114425" y="1304925"/>
                </a:lnTo>
                <a:lnTo>
                  <a:pt x="1114425" y="1323975"/>
                </a:lnTo>
                <a:lnTo>
                  <a:pt x="1123950" y="1314450"/>
                </a:lnTo>
                <a:lnTo>
                  <a:pt x="1095375" y="1362075"/>
                </a:lnTo>
                <a:lnTo>
                  <a:pt x="1104900" y="1343025"/>
                </a:lnTo>
                <a:lnTo>
                  <a:pt x="1085850" y="1371600"/>
                </a:lnTo>
                <a:lnTo>
                  <a:pt x="1000125" y="1323975"/>
                </a:lnTo>
                <a:lnTo>
                  <a:pt x="1057275" y="1371600"/>
                </a:lnTo>
                <a:lnTo>
                  <a:pt x="1038225" y="1371600"/>
                </a:lnTo>
                <a:lnTo>
                  <a:pt x="1047750" y="1390650"/>
                </a:lnTo>
                <a:lnTo>
                  <a:pt x="1038225" y="1390650"/>
                </a:lnTo>
                <a:lnTo>
                  <a:pt x="1019175" y="1476375"/>
                </a:lnTo>
                <a:lnTo>
                  <a:pt x="1009650" y="1447800"/>
                </a:lnTo>
                <a:lnTo>
                  <a:pt x="1019175" y="1476375"/>
                </a:lnTo>
                <a:lnTo>
                  <a:pt x="1019175" y="1524000"/>
                </a:lnTo>
                <a:lnTo>
                  <a:pt x="1038225" y="1504950"/>
                </a:lnTo>
                <a:lnTo>
                  <a:pt x="1028700" y="1533525"/>
                </a:lnTo>
                <a:lnTo>
                  <a:pt x="1019175" y="1524000"/>
                </a:lnTo>
                <a:lnTo>
                  <a:pt x="971550" y="1571625"/>
                </a:lnTo>
                <a:lnTo>
                  <a:pt x="990600" y="1552575"/>
                </a:lnTo>
                <a:lnTo>
                  <a:pt x="971550" y="1600200"/>
                </a:lnTo>
                <a:lnTo>
                  <a:pt x="971550" y="1600200"/>
                </a:lnTo>
                <a:lnTo>
                  <a:pt x="1000125" y="1638300"/>
                </a:lnTo>
                <a:lnTo>
                  <a:pt x="933450" y="1647825"/>
                </a:lnTo>
                <a:lnTo>
                  <a:pt x="933450" y="1638300"/>
                </a:lnTo>
                <a:lnTo>
                  <a:pt x="933450" y="1657350"/>
                </a:lnTo>
                <a:lnTo>
                  <a:pt x="904875" y="1647825"/>
                </a:lnTo>
                <a:lnTo>
                  <a:pt x="923925" y="1657350"/>
                </a:lnTo>
                <a:lnTo>
                  <a:pt x="904875" y="1676400"/>
                </a:lnTo>
                <a:lnTo>
                  <a:pt x="933450" y="1724025"/>
                </a:lnTo>
                <a:lnTo>
                  <a:pt x="904875" y="1743075"/>
                </a:lnTo>
                <a:lnTo>
                  <a:pt x="923925" y="1771650"/>
                </a:lnTo>
                <a:lnTo>
                  <a:pt x="895350" y="1790700"/>
                </a:lnTo>
                <a:lnTo>
                  <a:pt x="866775" y="1819275"/>
                </a:lnTo>
                <a:lnTo>
                  <a:pt x="857250" y="1838325"/>
                </a:lnTo>
                <a:lnTo>
                  <a:pt x="838200" y="1838325"/>
                </a:lnTo>
                <a:lnTo>
                  <a:pt x="847725" y="1857375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91950" y="1819275"/>
            <a:ext cx="1066800" cy="1762125"/>
          </a:xfrm>
          <a:custGeom>
            <a:avLst/>
            <a:gdLst/>
            <a:ahLst/>
            <a:cxnLst/>
            <a:rect l="l" t="t" r="r" b="b"/>
            <a:pathLst>
              <a:path w="1066800" h="1762125">
                <a:moveTo>
                  <a:pt x="666750" y="1762125"/>
                </a:moveTo>
                <a:lnTo>
                  <a:pt x="647700" y="1752600"/>
                </a:lnTo>
                <a:lnTo>
                  <a:pt x="628650" y="1733550"/>
                </a:lnTo>
                <a:lnTo>
                  <a:pt x="619125" y="1733550"/>
                </a:lnTo>
                <a:lnTo>
                  <a:pt x="590550" y="1704975"/>
                </a:lnTo>
                <a:lnTo>
                  <a:pt x="590550" y="1714500"/>
                </a:lnTo>
                <a:lnTo>
                  <a:pt x="600075" y="1695450"/>
                </a:lnTo>
                <a:lnTo>
                  <a:pt x="571500" y="1666875"/>
                </a:lnTo>
                <a:lnTo>
                  <a:pt x="571500" y="1676400"/>
                </a:lnTo>
                <a:lnTo>
                  <a:pt x="542925" y="1657350"/>
                </a:lnTo>
                <a:lnTo>
                  <a:pt x="533400" y="1657350"/>
                </a:lnTo>
                <a:lnTo>
                  <a:pt x="495300" y="1609725"/>
                </a:lnTo>
                <a:lnTo>
                  <a:pt x="504825" y="1628775"/>
                </a:lnTo>
                <a:lnTo>
                  <a:pt x="485775" y="1600200"/>
                </a:lnTo>
                <a:lnTo>
                  <a:pt x="466725" y="1590675"/>
                </a:lnTo>
                <a:lnTo>
                  <a:pt x="438150" y="1562100"/>
                </a:lnTo>
                <a:lnTo>
                  <a:pt x="438150" y="1552575"/>
                </a:lnTo>
                <a:lnTo>
                  <a:pt x="419100" y="1533525"/>
                </a:lnTo>
                <a:lnTo>
                  <a:pt x="428625" y="1543050"/>
                </a:lnTo>
                <a:lnTo>
                  <a:pt x="400050" y="1543050"/>
                </a:lnTo>
                <a:lnTo>
                  <a:pt x="381000" y="1514475"/>
                </a:lnTo>
                <a:lnTo>
                  <a:pt x="361950" y="1495425"/>
                </a:lnTo>
                <a:lnTo>
                  <a:pt x="342900" y="1485900"/>
                </a:lnTo>
                <a:lnTo>
                  <a:pt x="352425" y="1466850"/>
                </a:lnTo>
                <a:lnTo>
                  <a:pt x="333375" y="1457325"/>
                </a:lnTo>
                <a:lnTo>
                  <a:pt x="304800" y="1447800"/>
                </a:lnTo>
                <a:lnTo>
                  <a:pt x="285750" y="1438275"/>
                </a:lnTo>
                <a:lnTo>
                  <a:pt x="295275" y="1438275"/>
                </a:lnTo>
                <a:lnTo>
                  <a:pt x="266700" y="1428750"/>
                </a:lnTo>
                <a:lnTo>
                  <a:pt x="266700" y="1419225"/>
                </a:lnTo>
                <a:lnTo>
                  <a:pt x="228600" y="1390650"/>
                </a:lnTo>
                <a:lnTo>
                  <a:pt x="219075" y="1371600"/>
                </a:lnTo>
                <a:lnTo>
                  <a:pt x="200025" y="1381125"/>
                </a:lnTo>
                <a:lnTo>
                  <a:pt x="200025" y="1343025"/>
                </a:lnTo>
                <a:lnTo>
                  <a:pt x="190500" y="1304925"/>
                </a:lnTo>
                <a:lnTo>
                  <a:pt x="180975" y="1304925"/>
                </a:lnTo>
                <a:lnTo>
                  <a:pt x="200025" y="1276350"/>
                </a:lnTo>
                <a:lnTo>
                  <a:pt x="171450" y="1285875"/>
                </a:lnTo>
                <a:lnTo>
                  <a:pt x="161925" y="1247775"/>
                </a:lnTo>
                <a:lnTo>
                  <a:pt x="152400" y="1247775"/>
                </a:lnTo>
                <a:lnTo>
                  <a:pt x="142875" y="1238250"/>
                </a:lnTo>
                <a:lnTo>
                  <a:pt x="171450" y="1219200"/>
                </a:lnTo>
                <a:lnTo>
                  <a:pt x="152400" y="1200150"/>
                </a:lnTo>
                <a:lnTo>
                  <a:pt x="123825" y="1162050"/>
                </a:lnTo>
                <a:lnTo>
                  <a:pt x="123825" y="1143000"/>
                </a:lnTo>
                <a:lnTo>
                  <a:pt x="133350" y="1133475"/>
                </a:lnTo>
                <a:lnTo>
                  <a:pt x="104775" y="1114425"/>
                </a:lnTo>
                <a:lnTo>
                  <a:pt x="123825" y="1085850"/>
                </a:lnTo>
                <a:lnTo>
                  <a:pt x="95250" y="1066800"/>
                </a:lnTo>
                <a:lnTo>
                  <a:pt x="95250" y="1047750"/>
                </a:lnTo>
                <a:lnTo>
                  <a:pt x="76200" y="1047750"/>
                </a:lnTo>
                <a:lnTo>
                  <a:pt x="66675" y="1028700"/>
                </a:lnTo>
                <a:lnTo>
                  <a:pt x="95250" y="981075"/>
                </a:lnTo>
                <a:lnTo>
                  <a:pt x="95250" y="971550"/>
                </a:lnTo>
                <a:lnTo>
                  <a:pt x="57150" y="971550"/>
                </a:lnTo>
                <a:lnTo>
                  <a:pt x="66675" y="933450"/>
                </a:lnTo>
                <a:lnTo>
                  <a:pt x="66675" y="933450"/>
                </a:lnTo>
                <a:lnTo>
                  <a:pt x="76200" y="914400"/>
                </a:lnTo>
                <a:lnTo>
                  <a:pt x="57150" y="885825"/>
                </a:lnTo>
                <a:lnTo>
                  <a:pt x="38100" y="866775"/>
                </a:lnTo>
                <a:lnTo>
                  <a:pt x="38100" y="866775"/>
                </a:lnTo>
                <a:lnTo>
                  <a:pt x="19050" y="847725"/>
                </a:lnTo>
                <a:lnTo>
                  <a:pt x="9525" y="800100"/>
                </a:lnTo>
                <a:lnTo>
                  <a:pt x="0" y="781050"/>
                </a:lnTo>
                <a:lnTo>
                  <a:pt x="0" y="781050"/>
                </a:lnTo>
                <a:lnTo>
                  <a:pt x="76200" y="790575"/>
                </a:lnTo>
                <a:lnTo>
                  <a:pt x="9525" y="781050"/>
                </a:lnTo>
                <a:lnTo>
                  <a:pt x="28575" y="695325"/>
                </a:lnTo>
                <a:lnTo>
                  <a:pt x="9525" y="647700"/>
                </a:lnTo>
                <a:lnTo>
                  <a:pt x="38100" y="685800"/>
                </a:lnTo>
                <a:lnTo>
                  <a:pt x="19050" y="638175"/>
                </a:lnTo>
                <a:lnTo>
                  <a:pt x="38100" y="609600"/>
                </a:lnTo>
                <a:lnTo>
                  <a:pt x="76200" y="581025"/>
                </a:lnTo>
                <a:lnTo>
                  <a:pt x="66675" y="466725"/>
                </a:lnTo>
                <a:lnTo>
                  <a:pt x="123825" y="533400"/>
                </a:lnTo>
                <a:lnTo>
                  <a:pt x="85725" y="485775"/>
                </a:lnTo>
                <a:lnTo>
                  <a:pt x="76200" y="466725"/>
                </a:lnTo>
                <a:lnTo>
                  <a:pt x="104775" y="438150"/>
                </a:lnTo>
                <a:lnTo>
                  <a:pt x="104775" y="457200"/>
                </a:lnTo>
                <a:lnTo>
                  <a:pt x="152400" y="438150"/>
                </a:lnTo>
                <a:lnTo>
                  <a:pt x="161925" y="419100"/>
                </a:lnTo>
                <a:lnTo>
                  <a:pt x="180975" y="390525"/>
                </a:lnTo>
                <a:lnTo>
                  <a:pt x="142875" y="371475"/>
                </a:lnTo>
                <a:lnTo>
                  <a:pt x="180975" y="323850"/>
                </a:lnTo>
                <a:lnTo>
                  <a:pt x="180975" y="361950"/>
                </a:lnTo>
                <a:lnTo>
                  <a:pt x="238125" y="314325"/>
                </a:lnTo>
                <a:lnTo>
                  <a:pt x="228600" y="323850"/>
                </a:lnTo>
                <a:lnTo>
                  <a:pt x="238125" y="314325"/>
                </a:lnTo>
                <a:lnTo>
                  <a:pt x="219075" y="266700"/>
                </a:lnTo>
                <a:lnTo>
                  <a:pt x="219075" y="180975"/>
                </a:lnTo>
                <a:lnTo>
                  <a:pt x="228600" y="219075"/>
                </a:lnTo>
                <a:lnTo>
                  <a:pt x="257175" y="200025"/>
                </a:lnTo>
                <a:lnTo>
                  <a:pt x="257175" y="190500"/>
                </a:lnTo>
                <a:lnTo>
                  <a:pt x="238125" y="171450"/>
                </a:lnTo>
                <a:lnTo>
                  <a:pt x="257175" y="104775"/>
                </a:lnTo>
                <a:lnTo>
                  <a:pt x="285750" y="95250"/>
                </a:lnTo>
                <a:lnTo>
                  <a:pt x="276225" y="85725"/>
                </a:lnTo>
                <a:lnTo>
                  <a:pt x="276225" y="104775"/>
                </a:lnTo>
                <a:lnTo>
                  <a:pt x="304800" y="104775"/>
                </a:lnTo>
                <a:lnTo>
                  <a:pt x="304800" y="85725"/>
                </a:lnTo>
                <a:lnTo>
                  <a:pt x="323850" y="95250"/>
                </a:lnTo>
                <a:lnTo>
                  <a:pt x="361950" y="104775"/>
                </a:lnTo>
                <a:lnTo>
                  <a:pt x="352425" y="85725"/>
                </a:lnTo>
                <a:lnTo>
                  <a:pt x="361950" y="85725"/>
                </a:lnTo>
                <a:lnTo>
                  <a:pt x="361950" y="95250"/>
                </a:lnTo>
                <a:lnTo>
                  <a:pt x="371475" y="95250"/>
                </a:lnTo>
                <a:lnTo>
                  <a:pt x="390525" y="85725"/>
                </a:lnTo>
                <a:lnTo>
                  <a:pt x="409575" y="66675"/>
                </a:lnTo>
                <a:lnTo>
                  <a:pt x="409575" y="66675"/>
                </a:lnTo>
                <a:lnTo>
                  <a:pt x="419100" y="85725"/>
                </a:lnTo>
                <a:lnTo>
                  <a:pt x="419100" y="76200"/>
                </a:lnTo>
                <a:lnTo>
                  <a:pt x="428625" y="66675"/>
                </a:lnTo>
                <a:lnTo>
                  <a:pt x="447675" y="66675"/>
                </a:lnTo>
                <a:lnTo>
                  <a:pt x="485775" y="47625"/>
                </a:lnTo>
                <a:lnTo>
                  <a:pt x="476250" y="66675"/>
                </a:lnTo>
                <a:lnTo>
                  <a:pt x="504825" y="38100"/>
                </a:lnTo>
                <a:lnTo>
                  <a:pt x="495300" y="47625"/>
                </a:lnTo>
                <a:lnTo>
                  <a:pt x="523875" y="28575"/>
                </a:lnTo>
                <a:lnTo>
                  <a:pt x="533400" y="19050"/>
                </a:lnTo>
                <a:lnTo>
                  <a:pt x="542925" y="38100"/>
                </a:lnTo>
                <a:lnTo>
                  <a:pt x="552450" y="38100"/>
                </a:lnTo>
                <a:lnTo>
                  <a:pt x="581025" y="19050"/>
                </a:lnTo>
                <a:lnTo>
                  <a:pt x="590550" y="28575"/>
                </a:lnTo>
                <a:lnTo>
                  <a:pt x="600075" y="28575"/>
                </a:lnTo>
                <a:lnTo>
                  <a:pt x="600075" y="0"/>
                </a:lnTo>
                <a:lnTo>
                  <a:pt x="619125" y="0"/>
                </a:lnTo>
                <a:lnTo>
                  <a:pt x="619125" y="19050"/>
                </a:lnTo>
                <a:lnTo>
                  <a:pt x="628650" y="0"/>
                </a:lnTo>
                <a:lnTo>
                  <a:pt x="657225" y="0"/>
                </a:lnTo>
                <a:lnTo>
                  <a:pt x="657225" y="38100"/>
                </a:lnTo>
                <a:lnTo>
                  <a:pt x="676275" y="28575"/>
                </a:lnTo>
                <a:lnTo>
                  <a:pt x="676275" y="38100"/>
                </a:lnTo>
                <a:lnTo>
                  <a:pt x="685800" y="57150"/>
                </a:lnTo>
                <a:lnTo>
                  <a:pt x="695325" y="57150"/>
                </a:lnTo>
                <a:lnTo>
                  <a:pt x="733425" y="95250"/>
                </a:lnTo>
                <a:lnTo>
                  <a:pt x="742950" y="76200"/>
                </a:lnTo>
                <a:lnTo>
                  <a:pt x="742950" y="95250"/>
                </a:lnTo>
                <a:lnTo>
                  <a:pt x="752475" y="114300"/>
                </a:lnTo>
                <a:lnTo>
                  <a:pt x="781050" y="114300"/>
                </a:lnTo>
                <a:lnTo>
                  <a:pt x="800100" y="142875"/>
                </a:lnTo>
                <a:lnTo>
                  <a:pt x="790575" y="142875"/>
                </a:lnTo>
                <a:lnTo>
                  <a:pt x="809625" y="152400"/>
                </a:lnTo>
                <a:lnTo>
                  <a:pt x="828675" y="142875"/>
                </a:lnTo>
                <a:lnTo>
                  <a:pt x="847725" y="171450"/>
                </a:lnTo>
                <a:lnTo>
                  <a:pt x="847725" y="171450"/>
                </a:lnTo>
                <a:lnTo>
                  <a:pt x="857250" y="209550"/>
                </a:lnTo>
                <a:lnTo>
                  <a:pt x="866775" y="219075"/>
                </a:lnTo>
                <a:lnTo>
                  <a:pt x="866775" y="209550"/>
                </a:lnTo>
                <a:lnTo>
                  <a:pt x="885825" y="228600"/>
                </a:lnTo>
                <a:lnTo>
                  <a:pt x="904875" y="257175"/>
                </a:lnTo>
                <a:lnTo>
                  <a:pt x="914400" y="257175"/>
                </a:lnTo>
                <a:lnTo>
                  <a:pt x="942975" y="276225"/>
                </a:lnTo>
                <a:lnTo>
                  <a:pt x="962025" y="276225"/>
                </a:lnTo>
                <a:lnTo>
                  <a:pt x="952500" y="285750"/>
                </a:lnTo>
                <a:lnTo>
                  <a:pt x="981075" y="295275"/>
                </a:lnTo>
                <a:lnTo>
                  <a:pt x="1000125" y="304800"/>
                </a:lnTo>
                <a:lnTo>
                  <a:pt x="1009650" y="333375"/>
                </a:lnTo>
                <a:lnTo>
                  <a:pt x="1000125" y="342900"/>
                </a:lnTo>
                <a:lnTo>
                  <a:pt x="1038225" y="352425"/>
                </a:lnTo>
                <a:lnTo>
                  <a:pt x="1057275" y="371475"/>
                </a:lnTo>
                <a:lnTo>
                  <a:pt x="1038225" y="381000"/>
                </a:lnTo>
                <a:lnTo>
                  <a:pt x="1066800" y="419100"/>
                </a:lnTo>
                <a:lnTo>
                  <a:pt x="1066800" y="419100"/>
                </a:lnTo>
                <a:lnTo>
                  <a:pt x="1047750" y="438150"/>
                </a:lnTo>
                <a:lnTo>
                  <a:pt x="1057275" y="428625"/>
                </a:lnTo>
                <a:lnTo>
                  <a:pt x="1066800" y="466725"/>
                </a:lnTo>
                <a:lnTo>
                  <a:pt x="1057275" y="466725"/>
                </a:lnTo>
                <a:lnTo>
                  <a:pt x="1047750" y="495300"/>
                </a:lnTo>
                <a:lnTo>
                  <a:pt x="1047750" y="514350"/>
                </a:lnTo>
                <a:lnTo>
                  <a:pt x="1038225" y="514350"/>
                </a:lnTo>
                <a:lnTo>
                  <a:pt x="1047750" y="542925"/>
                </a:lnTo>
                <a:lnTo>
                  <a:pt x="1057275" y="571500"/>
                </a:lnTo>
                <a:lnTo>
                  <a:pt x="1047750" y="571500"/>
                </a:lnTo>
                <a:lnTo>
                  <a:pt x="1038225" y="581025"/>
                </a:lnTo>
                <a:lnTo>
                  <a:pt x="1047750" y="609600"/>
                </a:lnTo>
                <a:lnTo>
                  <a:pt x="1038225" y="609600"/>
                </a:lnTo>
                <a:lnTo>
                  <a:pt x="1066800" y="619125"/>
                </a:lnTo>
                <a:lnTo>
                  <a:pt x="1038225" y="657225"/>
                </a:lnTo>
                <a:lnTo>
                  <a:pt x="1038225" y="666750"/>
                </a:lnTo>
                <a:lnTo>
                  <a:pt x="1038225" y="676275"/>
                </a:lnTo>
                <a:lnTo>
                  <a:pt x="1038225" y="704850"/>
                </a:lnTo>
                <a:lnTo>
                  <a:pt x="1047750" y="733425"/>
                </a:lnTo>
                <a:lnTo>
                  <a:pt x="1038225" y="733425"/>
                </a:lnTo>
                <a:lnTo>
                  <a:pt x="1057275" y="752475"/>
                </a:lnTo>
                <a:lnTo>
                  <a:pt x="1038225" y="771525"/>
                </a:lnTo>
                <a:lnTo>
                  <a:pt x="1038225" y="771525"/>
                </a:lnTo>
                <a:lnTo>
                  <a:pt x="1038225" y="781050"/>
                </a:lnTo>
                <a:lnTo>
                  <a:pt x="1038225" y="819150"/>
                </a:lnTo>
                <a:lnTo>
                  <a:pt x="1057275" y="838200"/>
                </a:lnTo>
                <a:lnTo>
                  <a:pt x="1038225" y="866775"/>
                </a:lnTo>
                <a:lnTo>
                  <a:pt x="1038225" y="866775"/>
                </a:lnTo>
                <a:lnTo>
                  <a:pt x="1047750" y="895350"/>
                </a:lnTo>
                <a:lnTo>
                  <a:pt x="1057275" y="895350"/>
                </a:lnTo>
                <a:lnTo>
                  <a:pt x="1019175" y="904875"/>
                </a:lnTo>
                <a:lnTo>
                  <a:pt x="1019175" y="914400"/>
                </a:lnTo>
                <a:lnTo>
                  <a:pt x="1028700" y="942975"/>
                </a:lnTo>
                <a:lnTo>
                  <a:pt x="1028700" y="942975"/>
                </a:lnTo>
                <a:lnTo>
                  <a:pt x="1028700" y="990600"/>
                </a:lnTo>
                <a:lnTo>
                  <a:pt x="1009650" y="990600"/>
                </a:lnTo>
                <a:lnTo>
                  <a:pt x="1000125" y="1009650"/>
                </a:lnTo>
                <a:lnTo>
                  <a:pt x="1019175" y="1019175"/>
                </a:lnTo>
                <a:lnTo>
                  <a:pt x="990600" y="990600"/>
                </a:lnTo>
                <a:lnTo>
                  <a:pt x="971550" y="1038225"/>
                </a:lnTo>
                <a:lnTo>
                  <a:pt x="971550" y="1028700"/>
                </a:lnTo>
                <a:lnTo>
                  <a:pt x="990600" y="1057275"/>
                </a:lnTo>
                <a:lnTo>
                  <a:pt x="990600" y="1076325"/>
                </a:lnTo>
                <a:lnTo>
                  <a:pt x="1000125" y="1066800"/>
                </a:lnTo>
                <a:lnTo>
                  <a:pt x="981075" y="1076325"/>
                </a:lnTo>
                <a:lnTo>
                  <a:pt x="1000125" y="1104900"/>
                </a:lnTo>
                <a:lnTo>
                  <a:pt x="981075" y="1104900"/>
                </a:lnTo>
                <a:lnTo>
                  <a:pt x="990600" y="1114425"/>
                </a:lnTo>
                <a:lnTo>
                  <a:pt x="971550" y="1133475"/>
                </a:lnTo>
                <a:lnTo>
                  <a:pt x="952500" y="1143000"/>
                </a:lnTo>
                <a:lnTo>
                  <a:pt x="962025" y="1171575"/>
                </a:lnTo>
                <a:lnTo>
                  <a:pt x="952500" y="1171575"/>
                </a:lnTo>
                <a:lnTo>
                  <a:pt x="971550" y="1200150"/>
                </a:lnTo>
                <a:lnTo>
                  <a:pt x="933450" y="1181100"/>
                </a:lnTo>
                <a:lnTo>
                  <a:pt x="942975" y="1209675"/>
                </a:lnTo>
                <a:lnTo>
                  <a:pt x="952500" y="1219200"/>
                </a:lnTo>
                <a:lnTo>
                  <a:pt x="933450" y="1238250"/>
                </a:lnTo>
                <a:lnTo>
                  <a:pt x="923925" y="1247775"/>
                </a:lnTo>
                <a:lnTo>
                  <a:pt x="942975" y="1266825"/>
                </a:lnTo>
                <a:lnTo>
                  <a:pt x="914400" y="1266825"/>
                </a:lnTo>
                <a:lnTo>
                  <a:pt x="933450" y="1276350"/>
                </a:lnTo>
                <a:lnTo>
                  <a:pt x="923925" y="1295400"/>
                </a:lnTo>
                <a:lnTo>
                  <a:pt x="933450" y="1390650"/>
                </a:lnTo>
                <a:lnTo>
                  <a:pt x="838200" y="1333500"/>
                </a:lnTo>
                <a:lnTo>
                  <a:pt x="904875" y="1333500"/>
                </a:lnTo>
                <a:lnTo>
                  <a:pt x="895350" y="1314450"/>
                </a:lnTo>
                <a:lnTo>
                  <a:pt x="885825" y="1390650"/>
                </a:lnTo>
                <a:lnTo>
                  <a:pt x="866775" y="1343025"/>
                </a:lnTo>
                <a:lnTo>
                  <a:pt x="819150" y="1352550"/>
                </a:lnTo>
                <a:lnTo>
                  <a:pt x="847725" y="1419225"/>
                </a:lnTo>
                <a:lnTo>
                  <a:pt x="819150" y="1371600"/>
                </a:lnTo>
                <a:lnTo>
                  <a:pt x="847725" y="1419225"/>
                </a:lnTo>
                <a:lnTo>
                  <a:pt x="857250" y="1428750"/>
                </a:lnTo>
                <a:lnTo>
                  <a:pt x="838200" y="1447800"/>
                </a:lnTo>
                <a:lnTo>
                  <a:pt x="781050" y="1457325"/>
                </a:lnTo>
                <a:lnTo>
                  <a:pt x="800100" y="1504950"/>
                </a:lnTo>
                <a:lnTo>
                  <a:pt x="790575" y="1504950"/>
                </a:lnTo>
                <a:lnTo>
                  <a:pt x="809625" y="1524000"/>
                </a:lnTo>
                <a:lnTo>
                  <a:pt x="809625" y="1571625"/>
                </a:lnTo>
                <a:lnTo>
                  <a:pt x="790575" y="1562100"/>
                </a:lnTo>
                <a:lnTo>
                  <a:pt x="762000" y="1552575"/>
                </a:lnTo>
                <a:lnTo>
                  <a:pt x="790575" y="1571625"/>
                </a:lnTo>
                <a:lnTo>
                  <a:pt x="723900" y="1571625"/>
                </a:lnTo>
                <a:lnTo>
                  <a:pt x="762000" y="1609725"/>
                </a:lnTo>
                <a:lnTo>
                  <a:pt x="742950" y="1600200"/>
                </a:lnTo>
                <a:lnTo>
                  <a:pt x="733425" y="1619250"/>
                </a:lnTo>
                <a:lnTo>
                  <a:pt x="733425" y="1657350"/>
                </a:lnTo>
                <a:lnTo>
                  <a:pt x="733425" y="1676400"/>
                </a:lnTo>
                <a:lnTo>
                  <a:pt x="723900" y="1695450"/>
                </a:lnTo>
                <a:lnTo>
                  <a:pt x="714375" y="1704975"/>
                </a:lnTo>
                <a:lnTo>
                  <a:pt x="695325" y="1724025"/>
                </a:lnTo>
                <a:lnTo>
                  <a:pt x="704850" y="1724025"/>
                </a:lnTo>
                <a:lnTo>
                  <a:pt x="666750" y="173355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20475" y="288607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114300" y="38100"/>
                </a:moveTo>
                <a:lnTo>
                  <a:pt x="95250" y="57150"/>
                </a:lnTo>
                <a:lnTo>
                  <a:pt x="95250" y="76200"/>
                </a:lnTo>
                <a:lnTo>
                  <a:pt x="47625" y="76200"/>
                </a:lnTo>
                <a:lnTo>
                  <a:pt x="0" y="76200"/>
                </a:lnTo>
                <a:lnTo>
                  <a:pt x="19050" y="57150"/>
                </a:lnTo>
                <a:lnTo>
                  <a:pt x="28575" y="19050"/>
                </a:lnTo>
                <a:lnTo>
                  <a:pt x="47625" y="0"/>
                </a:lnTo>
                <a:lnTo>
                  <a:pt x="85725" y="9525"/>
                </a:lnTo>
                <a:lnTo>
                  <a:pt x="104775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820650" y="3962400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152400" y="47625"/>
                </a:moveTo>
                <a:lnTo>
                  <a:pt x="114300" y="66675"/>
                </a:lnTo>
                <a:lnTo>
                  <a:pt x="85725" y="95250"/>
                </a:lnTo>
                <a:lnTo>
                  <a:pt x="38100" y="104775"/>
                </a:lnTo>
                <a:lnTo>
                  <a:pt x="9525" y="95250"/>
                </a:lnTo>
                <a:lnTo>
                  <a:pt x="0" y="47625"/>
                </a:lnTo>
                <a:lnTo>
                  <a:pt x="9525" y="19050"/>
                </a:lnTo>
                <a:lnTo>
                  <a:pt x="57150" y="9525"/>
                </a:lnTo>
                <a:lnTo>
                  <a:pt x="9525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601575" y="130492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66675"/>
                </a:moveTo>
                <a:lnTo>
                  <a:pt x="152400" y="114300"/>
                </a:lnTo>
                <a:lnTo>
                  <a:pt x="114300" y="180975"/>
                </a:lnTo>
                <a:lnTo>
                  <a:pt x="57150" y="142875"/>
                </a:lnTo>
                <a:lnTo>
                  <a:pt x="0" y="104775"/>
                </a:lnTo>
                <a:lnTo>
                  <a:pt x="9525" y="47625"/>
                </a:lnTo>
                <a:lnTo>
                  <a:pt x="28575" y="0"/>
                </a:lnTo>
                <a:lnTo>
                  <a:pt x="66675" y="0"/>
                </a:lnTo>
                <a:lnTo>
                  <a:pt x="104775" y="0"/>
                </a:lnTo>
                <a:lnTo>
                  <a:pt x="1524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601700" y="36099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171450" y="76200"/>
                </a:moveTo>
                <a:lnTo>
                  <a:pt x="123825" y="114300"/>
                </a:lnTo>
                <a:lnTo>
                  <a:pt x="95250" y="133350"/>
                </a:lnTo>
                <a:lnTo>
                  <a:pt x="47625" y="142875"/>
                </a:lnTo>
                <a:lnTo>
                  <a:pt x="0" y="133350"/>
                </a:lnTo>
                <a:lnTo>
                  <a:pt x="9525" y="85725"/>
                </a:lnTo>
                <a:lnTo>
                  <a:pt x="9525" y="19050"/>
                </a:lnTo>
                <a:lnTo>
                  <a:pt x="57150" y="0"/>
                </a:lnTo>
                <a:lnTo>
                  <a:pt x="104775" y="19050"/>
                </a:lnTo>
                <a:lnTo>
                  <a:pt x="13335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668250" y="3914775"/>
            <a:ext cx="228600" cy="209550"/>
          </a:xfrm>
          <a:custGeom>
            <a:avLst/>
            <a:gdLst/>
            <a:ahLst/>
            <a:cxnLst/>
            <a:rect l="l" t="t" r="r" b="b"/>
            <a:pathLst>
              <a:path w="228600" h="209550">
                <a:moveTo>
                  <a:pt x="228600" y="95250"/>
                </a:moveTo>
                <a:lnTo>
                  <a:pt x="190500" y="152400"/>
                </a:lnTo>
                <a:lnTo>
                  <a:pt x="152400" y="209550"/>
                </a:lnTo>
                <a:lnTo>
                  <a:pt x="76200" y="152400"/>
                </a:lnTo>
                <a:lnTo>
                  <a:pt x="19050" y="142875"/>
                </a:lnTo>
                <a:lnTo>
                  <a:pt x="0" y="66675"/>
                </a:lnTo>
                <a:lnTo>
                  <a:pt x="38100" y="38100"/>
                </a:lnTo>
                <a:lnTo>
                  <a:pt x="104775" y="19050"/>
                </a:lnTo>
                <a:lnTo>
                  <a:pt x="161925" y="0"/>
                </a:lnTo>
                <a:lnTo>
                  <a:pt x="209550" y="762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496925" y="143827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14300"/>
                </a:moveTo>
                <a:lnTo>
                  <a:pt x="152400" y="142875"/>
                </a:lnTo>
                <a:lnTo>
                  <a:pt x="123825" y="171450"/>
                </a:lnTo>
                <a:lnTo>
                  <a:pt x="76200" y="171450"/>
                </a:lnTo>
                <a:lnTo>
                  <a:pt x="19050" y="180975"/>
                </a:lnTo>
                <a:lnTo>
                  <a:pt x="9525" y="114300"/>
                </a:lnTo>
                <a:lnTo>
                  <a:pt x="0" y="47625"/>
                </a:lnTo>
                <a:lnTo>
                  <a:pt x="66675" y="47625"/>
                </a:lnTo>
                <a:lnTo>
                  <a:pt x="114300" y="0"/>
                </a:lnTo>
                <a:lnTo>
                  <a:pt x="152400" y="4762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420475" y="1276350"/>
            <a:ext cx="2995613" cy="2784158"/>
          </a:xfrm>
          <a:custGeom>
            <a:avLst/>
            <a:gdLst/>
            <a:ahLst/>
            <a:cxnLst/>
            <a:rect l="l" t="t" r="r" b="b"/>
            <a:pathLst>
              <a:path w="2995613" h="2784158">
                <a:moveTo>
                  <a:pt x="247650" y="1183005"/>
                </a:moveTo>
                <a:lnTo>
                  <a:pt x="264795" y="1200150"/>
                </a:lnTo>
                <a:lnTo>
                  <a:pt x="247650" y="1217295"/>
                </a:lnTo>
                <a:lnTo>
                  <a:pt x="230505" y="1200150"/>
                </a:lnTo>
                <a:close/>
                <a:moveTo>
                  <a:pt x="1771650" y="621983"/>
                </a:moveTo>
                <a:lnTo>
                  <a:pt x="1787843" y="638175"/>
                </a:lnTo>
                <a:lnTo>
                  <a:pt x="1771650" y="654367"/>
                </a:lnTo>
                <a:lnTo>
                  <a:pt x="1755457" y="638175"/>
                </a:lnTo>
                <a:close/>
                <a:moveTo>
                  <a:pt x="323850" y="1398270"/>
                </a:moveTo>
                <a:lnTo>
                  <a:pt x="344805" y="1419225"/>
                </a:lnTo>
                <a:lnTo>
                  <a:pt x="323850" y="1440180"/>
                </a:lnTo>
                <a:lnTo>
                  <a:pt x="302895" y="1419225"/>
                </a:lnTo>
                <a:close/>
                <a:moveTo>
                  <a:pt x="2371725" y="2401253"/>
                </a:moveTo>
                <a:lnTo>
                  <a:pt x="2380298" y="2409825"/>
                </a:lnTo>
                <a:lnTo>
                  <a:pt x="2371725" y="2418398"/>
                </a:lnTo>
                <a:lnTo>
                  <a:pt x="2363152" y="2409825"/>
                </a:lnTo>
                <a:close/>
                <a:moveTo>
                  <a:pt x="19050" y="1962150"/>
                </a:moveTo>
                <a:lnTo>
                  <a:pt x="38100" y="1981200"/>
                </a:lnTo>
                <a:lnTo>
                  <a:pt x="19050" y="2000250"/>
                </a:lnTo>
                <a:lnTo>
                  <a:pt x="0" y="1981200"/>
                </a:lnTo>
                <a:close/>
                <a:moveTo>
                  <a:pt x="542925" y="2284095"/>
                </a:moveTo>
                <a:lnTo>
                  <a:pt x="554355" y="2295525"/>
                </a:lnTo>
                <a:lnTo>
                  <a:pt x="542925" y="2306955"/>
                </a:lnTo>
                <a:lnTo>
                  <a:pt x="531495" y="2295525"/>
                </a:lnTo>
                <a:close/>
                <a:moveTo>
                  <a:pt x="2733675" y="723900"/>
                </a:moveTo>
                <a:lnTo>
                  <a:pt x="2752725" y="742950"/>
                </a:lnTo>
                <a:lnTo>
                  <a:pt x="2733675" y="762000"/>
                </a:lnTo>
                <a:lnTo>
                  <a:pt x="2714625" y="742950"/>
                </a:lnTo>
                <a:close/>
                <a:moveTo>
                  <a:pt x="657225" y="1091565"/>
                </a:moveTo>
                <a:lnTo>
                  <a:pt x="670560" y="1104900"/>
                </a:lnTo>
                <a:lnTo>
                  <a:pt x="657225" y="1118235"/>
                </a:lnTo>
                <a:lnTo>
                  <a:pt x="643890" y="1104900"/>
                </a:lnTo>
                <a:close/>
                <a:moveTo>
                  <a:pt x="866775" y="362902"/>
                </a:moveTo>
                <a:lnTo>
                  <a:pt x="884873" y="381000"/>
                </a:lnTo>
                <a:lnTo>
                  <a:pt x="866775" y="399098"/>
                </a:lnTo>
                <a:lnTo>
                  <a:pt x="848677" y="381000"/>
                </a:lnTo>
                <a:close/>
                <a:moveTo>
                  <a:pt x="1076325" y="624840"/>
                </a:moveTo>
                <a:lnTo>
                  <a:pt x="1099185" y="647700"/>
                </a:lnTo>
                <a:lnTo>
                  <a:pt x="1076325" y="670560"/>
                </a:lnTo>
                <a:lnTo>
                  <a:pt x="1053465" y="647700"/>
                </a:lnTo>
                <a:close/>
                <a:moveTo>
                  <a:pt x="609600" y="1463040"/>
                </a:moveTo>
                <a:lnTo>
                  <a:pt x="622935" y="1476375"/>
                </a:lnTo>
                <a:lnTo>
                  <a:pt x="609600" y="1489710"/>
                </a:lnTo>
                <a:lnTo>
                  <a:pt x="596265" y="1476375"/>
                </a:lnTo>
                <a:close/>
                <a:moveTo>
                  <a:pt x="276225" y="1771650"/>
                </a:moveTo>
                <a:lnTo>
                  <a:pt x="285750" y="1781175"/>
                </a:lnTo>
                <a:lnTo>
                  <a:pt x="276225" y="1790700"/>
                </a:lnTo>
                <a:lnTo>
                  <a:pt x="266700" y="1781175"/>
                </a:lnTo>
                <a:close/>
                <a:moveTo>
                  <a:pt x="1752600" y="431483"/>
                </a:moveTo>
                <a:lnTo>
                  <a:pt x="1768793" y="447675"/>
                </a:lnTo>
                <a:lnTo>
                  <a:pt x="1752600" y="463867"/>
                </a:lnTo>
                <a:lnTo>
                  <a:pt x="1736407" y="447675"/>
                </a:lnTo>
                <a:close/>
                <a:moveTo>
                  <a:pt x="1314450" y="2275523"/>
                </a:moveTo>
                <a:lnTo>
                  <a:pt x="1324927" y="2286000"/>
                </a:lnTo>
                <a:lnTo>
                  <a:pt x="1314450" y="2296478"/>
                </a:lnTo>
                <a:lnTo>
                  <a:pt x="1303973" y="2286000"/>
                </a:lnTo>
                <a:close/>
                <a:moveTo>
                  <a:pt x="2981325" y="1271588"/>
                </a:moveTo>
                <a:lnTo>
                  <a:pt x="2995613" y="1285875"/>
                </a:lnTo>
                <a:lnTo>
                  <a:pt x="2981325" y="1300163"/>
                </a:lnTo>
                <a:lnTo>
                  <a:pt x="2967038" y="1285875"/>
                </a:lnTo>
                <a:close/>
                <a:moveTo>
                  <a:pt x="847725" y="661988"/>
                </a:moveTo>
                <a:lnTo>
                  <a:pt x="862013" y="676275"/>
                </a:lnTo>
                <a:lnTo>
                  <a:pt x="847725" y="690563"/>
                </a:lnTo>
                <a:lnTo>
                  <a:pt x="833438" y="676275"/>
                </a:lnTo>
                <a:close/>
                <a:moveTo>
                  <a:pt x="2305050" y="1055370"/>
                </a:moveTo>
                <a:lnTo>
                  <a:pt x="2326005" y="1076325"/>
                </a:lnTo>
                <a:lnTo>
                  <a:pt x="2305050" y="1097280"/>
                </a:lnTo>
                <a:lnTo>
                  <a:pt x="2284095" y="1076325"/>
                </a:lnTo>
                <a:close/>
                <a:moveTo>
                  <a:pt x="1571625" y="0"/>
                </a:moveTo>
                <a:lnTo>
                  <a:pt x="1590675" y="19050"/>
                </a:lnTo>
                <a:lnTo>
                  <a:pt x="1571625" y="38100"/>
                </a:lnTo>
                <a:lnTo>
                  <a:pt x="1552575" y="19050"/>
                </a:lnTo>
                <a:close/>
                <a:moveTo>
                  <a:pt x="476250" y="1612583"/>
                </a:moveTo>
                <a:lnTo>
                  <a:pt x="482918" y="1619250"/>
                </a:lnTo>
                <a:lnTo>
                  <a:pt x="476250" y="1625918"/>
                </a:lnTo>
                <a:lnTo>
                  <a:pt x="469582" y="1619250"/>
                </a:lnTo>
                <a:close/>
                <a:moveTo>
                  <a:pt x="2505075" y="1349692"/>
                </a:moveTo>
                <a:lnTo>
                  <a:pt x="2517457" y="1362075"/>
                </a:lnTo>
                <a:lnTo>
                  <a:pt x="2505075" y="1374458"/>
                </a:lnTo>
                <a:lnTo>
                  <a:pt x="2492693" y="1362075"/>
                </a:lnTo>
                <a:close/>
                <a:moveTo>
                  <a:pt x="2571750" y="995363"/>
                </a:moveTo>
                <a:lnTo>
                  <a:pt x="2586038" y="1009650"/>
                </a:lnTo>
                <a:lnTo>
                  <a:pt x="2571750" y="1023938"/>
                </a:lnTo>
                <a:lnTo>
                  <a:pt x="2557463" y="1009650"/>
                </a:lnTo>
                <a:close/>
                <a:moveTo>
                  <a:pt x="1504950" y="2736533"/>
                </a:moveTo>
                <a:lnTo>
                  <a:pt x="1521143" y="2752725"/>
                </a:lnTo>
                <a:lnTo>
                  <a:pt x="1504950" y="2768917"/>
                </a:lnTo>
                <a:lnTo>
                  <a:pt x="1488757" y="2752725"/>
                </a:lnTo>
                <a:close/>
                <a:moveTo>
                  <a:pt x="2324100" y="146685"/>
                </a:moveTo>
                <a:lnTo>
                  <a:pt x="2339340" y="161925"/>
                </a:lnTo>
                <a:lnTo>
                  <a:pt x="2324100" y="177165"/>
                </a:lnTo>
                <a:lnTo>
                  <a:pt x="2308860" y="161925"/>
                </a:lnTo>
                <a:close/>
                <a:moveTo>
                  <a:pt x="2228850" y="509587"/>
                </a:moveTo>
                <a:lnTo>
                  <a:pt x="2243138" y="523875"/>
                </a:lnTo>
                <a:lnTo>
                  <a:pt x="2228850" y="538163"/>
                </a:lnTo>
                <a:lnTo>
                  <a:pt x="2214563" y="523875"/>
                </a:lnTo>
                <a:close/>
                <a:moveTo>
                  <a:pt x="2724150" y="980123"/>
                </a:moveTo>
                <a:lnTo>
                  <a:pt x="2734627" y="990600"/>
                </a:lnTo>
                <a:lnTo>
                  <a:pt x="2724150" y="1001078"/>
                </a:lnTo>
                <a:lnTo>
                  <a:pt x="2713673" y="990600"/>
                </a:lnTo>
                <a:close/>
                <a:moveTo>
                  <a:pt x="1409700" y="2308860"/>
                </a:moveTo>
                <a:lnTo>
                  <a:pt x="1424940" y="2324100"/>
                </a:lnTo>
                <a:lnTo>
                  <a:pt x="1409700" y="2339340"/>
                </a:lnTo>
                <a:lnTo>
                  <a:pt x="1394460" y="2324100"/>
                </a:lnTo>
                <a:close/>
                <a:moveTo>
                  <a:pt x="1209675" y="123825"/>
                </a:moveTo>
                <a:lnTo>
                  <a:pt x="1228725" y="142875"/>
                </a:lnTo>
                <a:lnTo>
                  <a:pt x="1209675" y="161925"/>
                </a:lnTo>
                <a:lnTo>
                  <a:pt x="1190625" y="142875"/>
                </a:lnTo>
                <a:close/>
                <a:moveTo>
                  <a:pt x="762000" y="611505"/>
                </a:moveTo>
                <a:lnTo>
                  <a:pt x="779145" y="628650"/>
                </a:lnTo>
                <a:lnTo>
                  <a:pt x="762000" y="645795"/>
                </a:lnTo>
                <a:lnTo>
                  <a:pt x="744855" y="628650"/>
                </a:lnTo>
                <a:close/>
                <a:moveTo>
                  <a:pt x="733425" y="879158"/>
                </a:moveTo>
                <a:lnTo>
                  <a:pt x="749618" y="895350"/>
                </a:lnTo>
                <a:lnTo>
                  <a:pt x="733425" y="911542"/>
                </a:lnTo>
                <a:lnTo>
                  <a:pt x="717232" y="895350"/>
                </a:lnTo>
                <a:close/>
                <a:moveTo>
                  <a:pt x="809625" y="361950"/>
                </a:moveTo>
                <a:lnTo>
                  <a:pt x="828675" y="381000"/>
                </a:lnTo>
                <a:lnTo>
                  <a:pt x="809625" y="400050"/>
                </a:lnTo>
                <a:lnTo>
                  <a:pt x="790575" y="381000"/>
                </a:lnTo>
                <a:close/>
                <a:moveTo>
                  <a:pt x="666750" y="1047750"/>
                </a:moveTo>
                <a:lnTo>
                  <a:pt x="685800" y="1066800"/>
                </a:lnTo>
                <a:lnTo>
                  <a:pt x="666750" y="1085850"/>
                </a:lnTo>
                <a:lnTo>
                  <a:pt x="647700" y="1066800"/>
                </a:lnTo>
                <a:close/>
                <a:moveTo>
                  <a:pt x="2743200" y="1903095"/>
                </a:moveTo>
                <a:lnTo>
                  <a:pt x="2764155" y="1924050"/>
                </a:lnTo>
                <a:lnTo>
                  <a:pt x="2743200" y="1945005"/>
                </a:lnTo>
                <a:lnTo>
                  <a:pt x="2722245" y="1924050"/>
                </a:lnTo>
                <a:close/>
                <a:moveTo>
                  <a:pt x="2466975" y="1022985"/>
                </a:moveTo>
                <a:lnTo>
                  <a:pt x="2482215" y="1038225"/>
                </a:lnTo>
                <a:lnTo>
                  <a:pt x="2466975" y="1053465"/>
                </a:lnTo>
                <a:lnTo>
                  <a:pt x="2451735" y="1038225"/>
                </a:lnTo>
                <a:close/>
                <a:moveTo>
                  <a:pt x="1876425" y="2185035"/>
                </a:moveTo>
                <a:lnTo>
                  <a:pt x="1891665" y="2200275"/>
                </a:lnTo>
                <a:lnTo>
                  <a:pt x="1876425" y="2215515"/>
                </a:lnTo>
                <a:lnTo>
                  <a:pt x="1861185" y="2200275"/>
                </a:lnTo>
                <a:close/>
                <a:moveTo>
                  <a:pt x="2657475" y="1857375"/>
                </a:moveTo>
                <a:lnTo>
                  <a:pt x="2676525" y="1876425"/>
                </a:lnTo>
                <a:lnTo>
                  <a:pt x="2657475" y="1895475"/>
                </a:lnTo>
                <a:lnTo>
                  <a:pt x="2638425" y="1876425"/>
                </a:lnTo>
                <a:close/>
                <a:moveTo>
                  <a:pt x="1866900" y="542925"/>
                </a:moveTo>
                <a:lnTo>
                  <a:pt x="1876425" y="552450"/>
                </a:lnTo>
                <a:lnTo>
                  <a:pt x="1866900" y="561975"/>
                </a:lnTo>
                <a:lnTo>
                  <a:pt x="1857375" y="552450"/>
                </a:lnTo>
                <a:close/>
                <a:moveTo>
                  <a:pt x="1504950" y="350520"/>
                </a:moveTo>
                <a:lnTo>
                  <a:pt x="1525905" y="371475"/>
                </a:lnTo>
                <a:lnTo>
                  <a:pt x="1504950" y="392430"/>
                </a:lnTo>
                <a:lnTo>
                  <a:pt x="1483995" y="371475"/>
                </a:lnTo>
                <a:close/>
                <a:moveTo>
                  <a:pt x="2305050" y="1562100"/>
                </a:moveTo>
                <a:lnTo>
                  <a:pt x="2314575" y="1571625"/>
                </a:lnTo>
                <a:lnTo>
                  <a:pt x="2305050" y="1581150"/>
                </a:lnTo>
                <a:lnTo>
                  <a:pt x="2295525" y="1571625"/>
                </a:lnTo>
                <a:close/>
                <a:moveTo>
                  <a:pt x="2571750" y="1466850"/>
                </a:moveTo>
                <a:lnTo>
                  <a:pt x="2590800" y="1485900"/>
                </a:lnTo>
                <a:lnTo>
                  <a:pt x="2571750" y="1504950"/>
                </a:lnTo>
                <a:lnTo>
                  <a:pt x="2552700" y="1485900"/>
                </a:lnTo>
                <a:close/>
                <a:moveTo>
                  <a:pt x="1609725" y="427673"/>
                </a:moveTo>
                <a:lnTo>
                  <a:pt x="1629727" y="447675"/>
                </a:lnTo>
                <a:lnTo>
                  <a:pt x="1609725" y="467677"/>
                </a:lnTo>
                <a:lnTo>
                  <a:pt x="1589723" y="447675"/>
                </a:lnTo>
                <a:close/>
                <a:moveTo>
                  <a:pt x="2133600" y="2045018"/>
                </a:moveTo>
                <a:lnTo>
                  <a:pt x="2155507" y="2066925"/>
                </a:lnTo>
                <a:lnTo>
                  <a:pt x="2133600" y="2088833"/>
                </a:lnTo>
                <a:lnTo>
                  <a:pt x="2111693" y="2066925"/>
                </a:lnTo>
                <a:close/>
                <a:moveTo>
                  <a:pt x="552450" y="2164080"/>
                </a:moveTo>
                <a:lnTo>
                  <a:pt x="569595" y="2181225"/>
                </a:lnTo>
                <a:lnTo>
                  <a:pt x="552450" y="2198370"/>
                </a:lnTo>
                <a:lnTo>
                  <a:pt x="535305" y="2181225"/>
                </a:lnTo>
                <a:close/>
                <a:moveTo>
                  <a:pt x="552450" y="2311717"/>
                </a:moveTo>
                <a:lnTo>
                  <a:pt x="564832" y="2324100"/>
                </a:lnTo>
                <a:lnTo>
                  <a:pt x="552450" y="2336483"/>
                </a:lnTo>
                <a:lnTo>
                  <a:pt x="540068" y="2324100"/>
                </a:lnTo>
                <a:close/>
                <a:moveTo>
                  <a:pt x="1543050" y="2257425"/>
                </a:moveTo>
                <a:lnTo>
                  <a:pt x="1562100" y="2276475"/>
                </a:lnTo>
                <a:lnTo>
                  <a:pt x="1543050" y="2295525"/>
                </a:lnTo>
                <a:lnTo>
                  <a:pt x="1524000" y="2276475"/>
                </a:lnTo>
                <a:close/>
                <a:moveTo>
                  <a:pt x="2381250" y="220980"/>
                </a:moveTo>
                <a:lnTo>
                  <a:pt x="2398395" y="238125"/>
                </a:lnTo>
                <a:lnTo>
                  <a:pt x="2381250" y="255270"/>
                </a:lnTo>
                <a:lnTo>
                  <a:pt x="2364105" y="238125"/>
                </a:lnTo>
                <a:close/>
                <a:moveTo>
                  <a:pt x="714375" y="511492"/>
                </a:moveTo>
                <a:lnTo>
                  <a:pt x="736282" y="533400"/>
                </a:lnTo>
                <a:lnTo>
                  <a:pt x="714375" y="555308"/>
                </a:lnTo>
                <a:lnTo>
                  <a:pt x="692468" y="533400"/>
                </a:lnTo>
                <a:close/>
                <a:moveTo>
                  <a:pt x="800100" y="569595"/>
                </a:moveTo>
                <a:lnTo>
                  <a:pt x="821055" y="590550"/>
                </a:lnTo>
                <a:lnTo>
                  <a:pt x="800100" y="611505"/>
                </a:lnTo>
                <a:lnTo>
                  <a:pt x="779145" y="590550"/>
                </a:lnTo>
                <a:close/>
                <a:moveTo>
                  <a:pt x="952500" y="2740342"/>
                </a:moveTo>
                <a:lnTo>
                  <a:pt x="974407" y="2762250"/>
                </a:lnTo>
                <a:lnTo>
                  <a:pt x="952500" y="2784158"/>
                </a:lnTo>
                <a:lnTo>
                  <a:pt x="930593" y="2762250"/>
                </a:lnTo>
                <a:close/>
                <a:moveTo>
                  <a:pt x="1238250" y="2505075"/>
                </a:moveTo>
                <a:lnTo>
                  <a:pt x="1257300" y="2524125"/>
                </a:lnTo>
                <a:lnTo>
                  <a:pt x="1238250" y="2543175"/>
                </a:lnTo>
                <a:lnTo>
                  <a:pt x="1219200" y="2524125"/>
                </a:lnTo>
                <a:close/>
                <a:moveTo>
                  <a:pt x="647700" y="809625"/>
                </a:moveTo>
                <a:lnTo>
                  <a:pt x="666750" y="828675"/>
                </a:lnTo>
                <a:lnTo>
                  <a:pt x="647700" y="847725"/>
                </a:lnTo>
                <a:lnTo>
                  <a:pt x="628650" y="828675"/>
                </a:lnTo>
                <a:close/>
                <a:moveTo>
                  <a:pt x="628650" y="247650"/>
                </a:moveTo>
                <a:lnTo>
                  <a:pt x="638175" y="257175"/>
                </a:lnTo>
                <a:lnTo>
                  <a:pt x="628650" y="266700"/>
                </a:lnTo>
                <a:lnTo>
                  <a:pt x="619125" y="257175"/>
                </a:lnTo>
                <a:close/>
                <a:moveTo>
                  <a:pt x="2686050" y="1990725"/>
                </a:moveTo>
                <a:lnTo>
                  <a:pt x="2705100" y="2009775"/>
                </a:lnTo>
                <a:lnTo>
                  <a:pt x="2686050" y="2028825"/>
                </a:lnTo>
                <a:lnTo>
                  <a:pt x="2667000" y="2009775"/>
                </a:lnTo>
                <a:close/>
                <a:moveTo>
                  <a:pt x="1571625" y="2511742"/>
                </a:moveTo>
                <a:lnTo>
                  <a:pt x="1593532" y="2533650"/>
                </a:lnTo>
                <a:lnTo>
                  <a:pt x="1571625" y="2555558"/>
                </a:lnTo>
                <a:lnTo>
                  <a:pt x="1549718" y="2533650"/>
                </a:lnTo>
                <a:close/>
                <a:moveTo>
                  <a:pt x="2628900" y="2233613"/>
                </a:moveTo>
                <a:lnTo>
                  <a:pt x="2643188" y="2247900"/>
                </a:lnTo>
                <a:lnTo>
                  <a:pt x="2628900" y="2262188"/>
                </a:lnTo>
                <a:lnTo>
                  <a:pt x="2614613" y="2247900"/>
                </a:lnTo>
                <a:close/>
                <a:moveTo>
                  <a:pt x="2409825" y="1899285"/>
                </a:moveTo>
                <a:lnTo>
                  <a:pt x="2425065" y="1914525"/>
                </a:lnTo>
                <a:lnTo>
                  <a:pt x="2409825" y="1929765"/>
                </a:lnTo>
                <a:lnTo>
                  <a:pt x="2394585" y="1914525"/>
                </a:lnTo>
                <a:close/>
                <a:moveTo>
                  <a:pt x="628650" y="466725"/>
                </a:moveTo>
                <a:lnTo>
                  <a:pt x="638175" y="476250"/>
                </a:lnTo>
                <a:lnTo>
                  <a:pt x="628650" y="485775"/>
                </a:lnTo>
                <a:lnTo>
                  <a:pt x="619125" y="476250"/>
                </a:lnTo>
                <a:close/>
                <a:moveTo>
                  <a:pt x="1695450" y="406717"/>
                </a:moveTo>
                <a:lnTo>
                  <a:pt x="1707832" y="419100"/>
                </a:lnTo>
                <a:lnTo>
                  <a:pt x="1695450" y="431483"/>
                </a:lnTo>
                <a:lnTo>
                  <a:pt x="1683068" y="41910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261532" y="1883092"/>
            <a:ext cx="1319213" cy="1395413"/>
          </a:xfrm>
          <a:custGeom>
            <a:avLst/>
            <a:gdLst/>
            <a:ahLst/>
            <a:cxnLst/>
            <a:rect l="l" t="t" r="r" b="b"/>
            <a:pathLst>
              <a:path w="1319213" h="1395413">
                <a:moveTo>
                  <a:pt x="568643" y="1143953"/>
                </a:moveTo>
                <a:lnTo>
                  <a:pt x="580073" y="1155383"/>
                </a:lnTo>
                <a:lnTo>
                  <a:pt x="568643" y="1166813"/>
                </a:lnTo>
                <a:lnTo>
                  <a:pt x="557213" y="1155383"/>
                </a:lnTo>
                <a:close/>
                <a:moveTo>
                  <a:pt x="606743" y="0"/>
                </a:moveTo>
                <a:lnTo>
                  <a:pt x="619125" y="12383"/>
                </a:lnTo>
                <a:lnTo>
                  <a:pt x="606743" y="24765"/>
                </a:lnTo>
                <a:lnTo>
                  <a:pt x="594360" y="12383"/>
                </a:lnTo>
                <a:close/>
                <a:moveTo>
                  <a:pt x="311468" y="1115378"/>
                </a:moveTo>
                <a:lnTo>
                  <a:pt x="322898" y="1126808"/>
                </a:lnTo>
                <a:lnTo>
                  <a:pt x="311468" y="1138238"/>
                </a:lnTo>
                <a:lnTo>
                  <a:pt x="300038" y="1126808"/>
                </a:lnTo>
                <a:close/>
                <a:moveTo>
                  <a:pt x="206693" y="1201103"/>
                </a:moveTo>
                <a:lnTo>
                  <a:pt x="227648" y="1222058"/>
                </a:lnTo>
                <a:lnTo>
                  <a:pt x="206693" y="1243013"/>
                </a:lnTo>
                <a:lnTo>
                  <a:pt x="185738" y="1222058"/>
                </a:lnTo>
                <a:close/>
                <a:moveTo>
                  <a:pt x="1225868" y="707708"/>
                </a:moveTo>
                <a:lnTo>
                  <a:pt x="1244918" y="726758"/>
                </a:lnTo>
                <a:lnTo>
                  <a:pt x="1225868" y="745808"/>
                </a:lnTo>
                <a:lnTo>
                  <a:pt x="1206818" y="726758"/>
                </a:lnTo>
                <a:close/>
                <a:moveTo>
                  <a:pt x="882968" y="495300"/>
                </a:moveTo>
                <a:lnTo>
                  <a:pt x="895350" y="507683"/>
                </a:lnTo>
                <a:lnTo>
                  <a:pt x="882968" y="520065"/>
                </a:lnTo>
                <a:lnTo>
                  <a:pt x="870585" y="507683"/>
                </a:lnTo>
                <a:close/>
                <a:moveTo>
                  <a:pt x="25718" y="850583"/>
                </a:moveTo>
                <a:lnTo>
                  <a:pt x="44768" y="869633"/>
                </a:lnTo>
                <a:lnTo>
                  <a:pt x="25718" y="888683"/>
                </a:lnTo>
                <a:lnTo>
                  <a:pt x="6668" y="869633"/>
                </a:lnTo>
                <a:close/>
                <a:moveTo>
                  <a:pt x="140018" y="1230630"/>
                </a:moveTo>
                <a:lnTo>
                  <a:pt x="160020" y="1250633"/>
                </a:lnTo>
                <a:lnTo>
                  <a:pt x="140018" y="1270635"/>
                </a:lnTo>
                <a:lnTo>
                  <a:pt x="120015" y="1250633"/>
                </a:lnTo>
                <a:close/>
                <a:moveTo>
                  <a:pt x="1216343" y="720090"/>
                </a:moveTo>
                <a:lnTo>
                  <a:pt x="1232535" y="736283"/>
                </a:lnTo>
                <a:lnTo>
                  <a:pt x="1216343" y="752475"/>
                </a:lnTo>
                <a:lnTo>
                  <a:pt x="1200150" y="736283"/>
                </a:lnTo>
                <a:close/>
                <a:moveTo>
                  <a:pt x="225743" y="326708"/>
                </a:moveTo>
                <a:lnTo>
                  <a:pt x="235268" y="336233"/>
                </a:lnTo>
                <a:lnTo>
                  <a:pt x="225743" y="345758"/>
                </a:lnTo>
                <a:lnTo>
                  <a:pt x="216218" y="336233"/>
                </a:lnTo>
                <a:close/>
                <a:moveTo>
                  <a:pt x="1168718" y="1049655"/>
                </a:moveTo>
                <a:lnTo>
                  <a:pt x="1188720" y="1069658"/>
                </a:lnTo>
                <a:lnTo>
                  <a:pt x="1168718" y="1089660"/>
                </a:lnTo>
                <a:lnTo>
                  <a:pt x="1148715" y="1069658"/>
                </a:lnTo>
                <a:close/>
                <a:moveTo>
                  <a:pt x="1311593" y="890588"/>
                </a:moveTo>
                <a:lnTo>
                  <a:pt x="1319213" y="898208"/>
                </a:lnTo>
                <a:lnTo>
                  <a:pt x="1311593" y="905828"/>
                </a:lnTo>
                <a:lnTo>
                  <a:pt x="1303973" y="898208"/>
                </a:lnTo>
                <a:close/>
                <a:moveTo>
                  <a:pt x="16193" y="205740"/>
                </a:moveTo>
                <a:lnTo>
                  <a:pt x="32385" y="221933"/>
                </a:lnTo>
                <a:lnTo>
                  <a:pt x="16193" y="238125"/>
                </a:lnTo>
                <a:lnTo>
                  <a:pt x="0" y="221933"/>
                </a:lnTo>
                <a:close/>
                <a:moveTo>
                  <a:pt x="578168" y="429578"/>
                </a:moveTo>
                <a:lnTo>
                  <a:pt x="589598" y="441008"/>
                </a:lnTo>
                <a:lnTo>
                  <a:pt x="578168" y="452438"/>
                </a:lnTo>
                <a:lnTo>
                  <a:pt x="566738" y="441008"/>
                </a:lnTo>
                <a:close/>
                <a:moveTo>
                  <a:pt x="616268" y="1353503"/>
                </a:moveTo>
                <a:lnTo>
                  <a:pt x="637223" y="1374458"/>
                </a:lnTo>
                <a:lnTo>
                  <a:pt x="616268" y="1395413"/>
                </a:lnTo>
                <a:lnTo>
                  <a:pt x="595313" y="1374458"/>
                </a:lnTo>
                <a:close/>
                <a:moveTo>
                  <a:pt x="82868" y="280988"/>
                </a:moveTo>
                <a:lnTo>
                  <a:pt x="90488" y="288608"/>
                </a:lnTo>
                <a:lnTo>
                  <a:pt x="82868" y="296228"/>
                </a:lnTo>
                <a:lnTo>
                  <a:pt x="75248" y="288608"/>
                </a:lnTo>
                <a:close/>
                <a:moveTo>
                  <a:pt x="63818" y="839153"/>
                </a:moveTo>
                <a:lnTo>
                  <a:pt x="84773" y="860108"/>
                </a:lnTo>
                <a:lnTo>
                  <a:pt x="63818" y="881063"/>
                </a:lnTo>
                <a:lnTo>
                  <a:pt x="42863" y="860108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330940" y="1511618"/>
            <a:ext cx="2558415" cy="2566988"/>
          </a:xfrm>
          <a:custGeom>
            <a:avLst/>
            <a:gdLst/>
            <a:ahLst/>
            <a:cxnLst/>
            <a:rect l="l" t="t" r="r" b="b"/>
            <a:pathLst>
              <a:path w="2558415" h="2566988">
                <a:moveTo>
                  <a:pt x="127635" y="1066800"/>
                </a:moveTo>
                <a:lnTo>
                  <a:pt x="140018" y="1079183"/>
                </a:lnTo>
                <a:lnTo>
                  <a:pt x="127635" y="1091565"/>
                </a:lnTo>
                <a:lnTo>
                  <a:pt x="115253" y="1079183"/>
                </a:lnTo>
                <a:close/>
                <a:moveTo>
                  <a:pt x="194310" y="1430655"/>
                </a:moveTo>
                <a:lnTo>
                  <a:pt x="214313" y="1450658"/>
                </a:lnTo>
                <a:lnTo>
                  <a:pt x="194310" y="1470660"/>
                </a:lnTo>
                <a:lnTo>
                  <a:pt x="174308" y="1450658"/>
                </a:lnTo>
                <a:close/>
                <a:moveTo>
                  <a:pt x="2042160" y="2458403"/>
                </a:moveTo>
                <a:lnTo>
                  <a:pt x="2063115" y="2479358"/>
                </a:lnTo>
                <a:lnTo>
                  <a:pt x="2042160" y="2500313"/>
                </a:lnTo>
                <a:lnTo>
                  <a:pt x="2021205" y="2479358"/>
                </a:lnTo>
                <a:close/>
                <a:moveTo>
                  <a:pt x="1594485" y="2544128"/>
                </a:moveTo>
                <a:lnTo>
                  <a:pt x="1605915" y="2555558"/>
                </a:lnTo>
                <a:lnTo>
                  <a:pt x="1594485" y="2566988"/>
                </a:lnTo>
                <a:lnTo>
                  <a:pt x="1583055" y="2555558"/>
                </a:lnTo>
                <a:close/>
                <a:moveTo>
                  <a:pt x="622935" y="1981200"/>
                </a:moveTo>
                <a:lnTo>
                  <a:pt x="635318" y="1993583"/>
                </a:lnTo>
                <a:lnTo>
                  <a:pt x="622935" y="2005965"/>
                </a:lnTo>
                <a:lnTo>
                  <a:pt x="610553" y="1993583"/>
                </a:lnTo>
                <a:close/>
                <a:moveTo>
                  <a:pt x="2146935" y="124778"/>
                </a:moveTo>
                <a:lnTo>
                  <a:pt x="2158365" y="136208"/>
                </a:lnTo>
                <a:lnTo>
                  <a:pt x="2146935" y="147638"/>
                </a:lnTo>
                <a:lnTo>
                  <a:pt x="2135505" y="136208"/>
                </a:lnTo>
                <a:close/>
                <a:moveTo>
                  <a:pt x="508635" y="186690"/>
                </a:moveTo>
                <a:lnTo>
                  <a:pt x="524828" y="202883"/>
                </a:lnTo>
                <a:lnTo>
                  <a:pt x="508635" y="219075"/>
                </a:lnTo>
                <a:lnTo>
                  <a:pt x="492443" y="202883"/>
                </a:lnTo>
                <a:close/>
                <a:moveTo>
                  <a:pt x="13335" y="1342073"/>
                </a:moveTo>
                <a:lnTo>
                  <a:pt x="26670" y="1355408"/>
                </a:lnTo>
                <a:lnTo>
                  <a:pt x="13335" y="1368743"/>
                </a:lnTo>
                <a:lnTo>
                  <a:pt x="0" y="1355408"/>
                </a:lnTo>
                <a:close/>
                <a:moveTo>
                  <a:pt x="2546985" y="1372553"/>
                </a:moveTo>
                <a:lnTo>
                  <a:pt x="2558415" y="1383983"/>
                </a:lnTo>
                <a:lnTo>
                  <a:pt x="2546985" y="1395413"/>
                </a:lnTo>
                <a:lnTo>
                  <a:pt x="2535555" y="1383983"/>
                </a:lnTo>
                <a:close/>
                <a:moveTo>
                  <a:pt x="403860" y="1494473"/>
                </a:moveTo>
                <a:lnTo>
                  <a:pt x="417195" y="1507808"/>
                </a:lnTo>
                <a:lnTo>
                  <a:pt x="403860" y="1521142"/>
                </a:lnTo>
                <a:lnTo>
                  <a:pt x="390525" y="1507808"/>
                </a:lnTo>
                <a:close/>
                <a:moveTo>
                  <a:pt x="1156335" y="2306955"/>
                </a:moveTo>
                <a:lnTo>
                  <a:pt x="1176338" y="2326958"/>
                </a:lnTo>
                <a:lnTo>
                  <a:pt x="1156335" y="2346960"/>
                </a:lnTo>
                <a:lnTo>
                  <a:pt x="1136333" y="2326958"/>
                </a:lnTo>
                <a:close/>
                <a:moveTo>
                  <a:pt x="337185" y="385763"/>
                </a:moveTo>
                <a:lnTo>
                  <a:pt x="354330" y="402908"/>
                </a:lnTo>
                <a:lnTo>
                  <a:pt x="337185" y="420053"/>
                </a:lnTo>
                <a:lnTo>
                  <a:pt x="320040" y="402908"/>
                </a:lnTo>
                <a:close/>
                <a:moveTo>
                  <a:pt x="2242185" y="1872615"/>
                </a:moveTo>
                <a:lnTo>
                  <a:pt x="2248853" y="1879283"/>
                </a:lnTo>
                <a:lnTo>
                  <a:pt x="2242185" y="1885950"/>
                </a:lnTo>
                <a:lnTo>
                  <a:pt x="2235518" y="1879283"/>
                </a:lnTo>
                <a:close/>
                <a:moveTo>
                  <a:pt x="2185035" y="0"/>
                </a:moveTo>
                <a:lnTo>
                  <a:pt x="2206943" y="21908"/>
                </a:lnTo>
                <a:lnTo>
                  <a:pt x="2185035" y="43815"/>
                </a:lnTo>
                <a:lnTo>
                  <a:pt x="2163128" y="21908"/>
                </a:lnTo>
                <a:close/>
                <a:moveTo>
                  <a:pt x="1546860" y="1050608"/>
                </a:moveTo>
                <a:lnTo>
                  <a:pt x="1556385" y="1060133"/>
                </a:lnTo>
                <a:lnTo>
                  <a:pt x="1546860" y="1069658"/>
                </a:lnTo>
                <a:lnTo>
                  <a:pt x="1537335" y="1060133"/>
                </a:lnTo>
                <a:close/>
                <a:moveTo>
                  <a:pt x="908685" y="1188720"/>
                </a:moveTo>
                <a:lnTo>
                  <a:pt x="922973" y="1203008"/>
                </a:lnTo>
                <a:lnTo>
                  <a:pt x="908685" y="1217295"/>
                </a:lnTo>
                <a:lnTo>
                  <a:pt x="894398" y="1203008"/>
                </a:lnTo>
                <a:close/>
                <a:moveTo>
                  <a:pt x="1308735" y="1363980"/>
                </a:moveTo>
                <a:lnTo>
                  <a:pt x="1319213" y="1374458"/>
                </a:lnTo>
                <a:lnTo>
                  <a:pt x="1308735" y="1384935"/>
                </a:lnTo>
                <a:lnTo>
                  <a:pt x="1298258" y="1374458"/>
                </a:lnTo>
                <a:close/>
                <a:moveTo>
                  <a:pt x="1384935" y="785813"/>
                </a:moveTo>
                <a:lnTo>
                  <a:pt x="1392555" y="793433"/>
                </a:lnTo>
                <a:lnTo>
                  <a:pt x="1384935" y="801053"/>
                </a:lnTo>
                <a:lnTo>
                  <a:pt x="1377315" y="793433"/>
                </a:lnTo>
                <a:close/>
                <a:moveTo>
                  <a:pt x="2127885" y="1428750"/>
                </a:moveTo>
                <a:lnTo>
                  <a:pt x="2140268" y="1441133"/>
                </a:lnTo>
                <a:lnTo>
                  <a:pt x="2127885" y="1453515"/>
                </a:lnTo>
                <a:lnTo>
                  <a:pt x="2115503" y="1441133"/>
                </a:lnTo>
                <a:close/>
                <a:moveTo>
                  <a:pt x="1165860" y="869633"/>
                </a:moveTo>
                <a:lnTo>
                  <a:pt x="1175385" y="879158"/>
                </a:lnTo>
                <a:lnTo>
                  <a:pt x="1165860" y="888683"/>
                </a:lnTo>
                <a:lnTo>
                  <a:pt x="1156335" y="87915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10950" y="1466850"/>
            <a:ext cx="2714625" cy="2543175"/>
          </a:xfrm>
          <a:custGeom>
            <a:avLst/>
            <a:gdLst/>
            <a:ahLst/>
            <a:cxnLst/>
            <a:rect l="l" t="t" r="r" b="b"/>
            <a:pathLst>
              <a:path w="2714625" h="2543175">
                <a:moveTo>
                  <a:pt x="1095375" y="2543175"/>
                </a:moveTo>
                <a:quadBezTo>
                  <a:pt x="1000125" y="2524125"/>
                  <a:pt x="895350" y="2543175"/>
                </a:quadBezTo>
                <a:moveTo>
                  <a:pt x="2352675" y="171450"/>
                </a:moveTo>
                <a:quadBezTo>
                  <a:pt x="2447925" y="209550"/>
                  <a:pt x="2552700" y="285750"/>
                </a:quadBezTo>
                <a:moveTo>
                  <a:pt x="504825" y="1819275"/>
                </a:moveTo>
                <a:quadBezTo>
                  <a:pt x="428625" y="1676400"/>
                  <a:pt x="352425" y="1571625"/>
                </a:quadBezTo>
                <a:moveTo>
                  <a:pt x="1962150" y="2085975"/>
                </a:moveTo>
                <a:quadBezTo>
                  <a:pt x="1885950" y="2114550"/>
                  <a:pt x="1819275" y="2181225"/>
                </a:quadBezTo>
                <a:moveTo>
                  <a:pt x="2428875" y="895350"/>
                </a:moveTo>
                <a:quadBezTo>
                  <a:pt x="2438400" y="952500"/>
                  <a:pt x="2457450" y="1038225"/>
                </a:quadBezTo>
                <a:moveTo>
                  <a:pt x="2124075" y="1905000"/>
                </a:moveTo>
                <a:quadBezTo>
                  <a:pt x="2066925" y="1943100"/>
                  <a:pt x="2019300" y="2028825"/>
                </a:quadBezTo>
                <a:moveTo>
                  <a:pt x="2628900" y="266700"/>
                </a:moveTo>
                <a:quadBezTo>
                  <a:pt x="2676525" y="276225"/>
                  <a:pt x="2714625" y="323850"/>
                </a:quadBezTo>
                <a:moveTo>
                  <a:pt x="2495550" y="790575"/>
                </a:moveTo>
                <a:quadBezTo>
                  <a:pt x="2505075" y="885825"/>
                  <a:pt x="2524125" y="1019175"/>
                </a:quadBezTo>
                <a:moveTo>
                  <a:pt x="1885950" y="0"/>
                </a:moveTo>
                <a:quadBezTo>
                  <a:pt x="1943100" y="19050"/>
                  <a:pt x="1990725" y="76200"/>
                </a:quadBezTo>
                <a:moveTo>
                  <a:pt x="9525" y="1076325"/>
                </a:moveTo>
                <a:quadBezTo>
                  <a:pt x="9525" y="990600"/>
                  <a:pt x="0" y="942975"/>
                </a:quadBezTo>
                <a:moveTo>
                  <a:pt x="1019175" y="2381250"/>
                </a:moveTo>
                <a:quadBezTo>
                  <a:pt x="895350" y="2333625"/>
                  <a:pt x="771525" y="2314575"/>
                </a:quadBezTo>
                <a:moveTo>
                  <a:pt x="152400" y="581025"/>
                </a:moveTo>
                <a:quadBezTo>
                  <a:pt x="171450" y="495300"/>
                  <a:pt x="200025" y="438150"/>
                </a:quadBezTo>
                <a:moveTo>
                  <a:pt x="1190625" y="2295525"/>
                </a:moveTo>
                <a:quadBezTo>
                  <a:pt x="1104900" y="2247900"/>
                  <a:pt x="1019175" y="2238375"/>
                </a:quadBezTo>
                <a:moveTo>
                  <a:pt x="314325" y="885825"/>
                </a:moveTo>
                <a:quadBezTo>
                  <a:pt x="361950" y="742950"/>
                  <a:pt x="409575" y="6381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53925" y="1647825"/>
            <a:ext cx="2114550" cy="1685925"/>
          </a:xfrm>
          <a:custGeom>
            <a:avLst/>
            <a:gdLst/>
            <a:ahLst/>
            <a:cxnLst/>
            <a:rect l="l" t="t" r="r" b="b"/>
            <a:pathLst>
              <a:path w="2114550" h="1685925">
                <a:moveTo>
                  <a:pt x="1771650" y="752475"/>
                </a:moveTo>
                <a:lnTo>
                  <a:pt x="2114550" y="1171575"/>
                </a:lnTo>
                <a:moveTo>
                  <a:pt x="1733550" y="781050"/>
                </a:moveTo>
                <a:lnTo>
                  <a:pt x="2057400" y="1190625"/>
                </a:lnTo>
                <a:moveTo>
                  <a:pt x="1714500" y="800100"/>
                </a:moveTo>
                <a:lnTo>
                  <a:pt x="2038350" y="1200150"/>
                </a:lnTo>
                <a:moveTo>
                  <a:pt x="1685925" y="819150"/>
                </a:moveTo>
                <a:lnTo>
                  <a:pt x="1971675" y="1181100"/>
                </a:lnTo>
                <a:moveTo>
                  <a:pt x="76200" y="0"/>
                </a:moveTo>
                <a:lnTo>
                  <a:pt x="381000" y="266700"/>
                </a:lnTo>
                <a:moveTo>
                  <a:pt x="47625" y="38100"/>
                </a:moveTo>
                <a:lnTo>
                  <a:pt x="419100" y="361950"/>
                </a:lnTo>
                <a:moveTo>
                  <a:pt x="19050" y="57150"/>
                </a:moveTo>
                <a:lnTo>
                  <a:pt x="438150" y="428625"/>
                </a:lnTo>
                <a:moveTo>
                  <a:pt x="0" y="85725"/>
                </a:moveTo>
                <a:lnTo>
                  <a:pt x="419100" y="457200"/>
                </a:lnTo>
                <a:moveTo>
                  <a:pt x="1514475" y="1438275"/>
                </a:moveTo>
                <a:lnTo>
                  <a:pt x="1362075" y="1619250"/>
                </a:lnTo>
                <a:moveTo>
                  <a:pt x="1476375" y="1409700"/>
                </a:moveTo>
                <a:lnTo>
                  <a:pt x="1323975" y="1600200"/>
                </a:lnTo>
                <a:moveTo>
                  <a:pt x="1457325" y="1390650"/>
                </a:moveTo>
                <a:lnTo>
                  <a:pt x="1219200" y="1685925"/>
                </a:lnTo>
                <a:moveTo>
                  <a:pt x="1428750" y="1362075"/>
                </a:moveTo>
                <a:lnTo>
                  <a:pt x="1181100" y="16764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2514600" y="4000500"/>
            <a:ext cx="3076575" cy="4467225"/>
          </a:xfrm>
          <a:custGeom>
            <a:avLst/>
            <a:gdLst/>
            <a:ahLst/>
            <a:cxnLst/>
            <a:rect l="l" t="t" r="r" b="b"/>
            <a:pathLst>
              <a:path w="3076575" h="4467225">
                <a:moveTo>
                  <a:pt x="1971675" y="4467225"/>
                </a:moveTo>
                <a:lnTo>
                  <a:pt x="1771650" y="4429125"/>
                </a:lnTo>
                <a:lnTo>
                  <a:pt x="1895475" y="4191000"/>
                </a:lnTo>
                <a:lnTo>
                  <a:pt x="1743075" y="4181475"/>
                </a:lnTo>
                <a:lnTo>
                  <a:pt x="1800225" y="4210050"/>
                </a:lnTo>
                <a:lnTo>
                  <a:pt x="1724025" y="4257675"/>
                </a:lnTo>
                <a:lnTo>
                  <a:pt x="1657350" y="4238625"/>
                </a:lnTo>
                <a:lnTo>
                  <a:pt x="1600200" y="4219575"/>
                </a:lnTo>
                <a:lnTo>
                  <a:pt x="1590675" y="4181475"/>
                </a:lnTo>
                <a:lnTo>
                  <a:pt x="1619250" y="4171950"/>
                </a:lnTo>
                <a:lnTo>
                  <a:pt x="1524000" y="4038600"/>
                </a:lnTo>
                <a:lnTo>
                  <a:pt x="1504950" y="4114800"/>
                </a:lnTo>
                <a:lnTo>
                  <a:pt x="1571625" y="4019550"/>
                </a:lnTo>
                <a:lnTo>
                  <a:pt x="1524000" y="3933825"/>
                </a:lnTo>
                <a:lnTo>
                  <a:pt x="1524000" y="3933825"/>
                </a:lnTo>
                <a:lnTo>
                  <a:pt x="1504950" y="3876675"/>
                </a:lnTo>
                <a:lnTo>
                  <a:pt x="1485900" y="3810000"/>
                </a:lnTo>
                <a:lnTo>
                  <a:pt x="1428750" y="3676650"/>
                </a:lnTo>
                <a:lnTo>
                  <a:pt x="1457325" y="3686175"/>
                </a:lnTo>
                <a:lnTo>
                  <a:pt x="1409700" y="3686175"/>
                </a:lnTo>
                <a:lnTo>
                  <a:pt x="1381125" y="3676650"/>
                </a:lnTo>
                <a:lnTo>
                  <a:pt x="1323975" y="3724275"/>
                </a:lnTo>
                <a:lnTo>
                  <a:pt x="1323975" y="3648075"/>
                </a:lnTo>
                <a:lnTo>
                  <a:pt x="1285875" y="3590925"/>
                </a:lnTo>
                <a:lnTo>
                  <a:pt x="1314450" y="3581400"/>
                </a:lnTo>
                <a:lnTo>
                  <a:pt x="1362075" y="3552825"/>
                </a:lnTo>
                <a:lnTo>
                  <a:pt x="1228725" y="3533775"/>
                </a:lnTo>
                <a:lnTo>
                  <a:pt x="1238250" y="3448050"/>
                </a:lnTo>
                <a:lnTo>
                  <a:pt x="1123950" y="3448050"/>
                </a:lnTo>
                <a:lnTo>
                  <a:pt x="1085850" y="3448050"/>
                </a:lnTo>
                <a:lnTo>
                  <a:pt x="1076325" y="3390900"/>
                </a:lnTo>
                <a:lnTo>
                  <a:pt x="1038225" y="3362325"/>
                </a:lnTo>
                <a:lnTo>
                  <a:pt x="1009650" y="3267075"/>
                </a:lnTo>
                <a:lnTo>
                  <a:pt x="952500" y="3209925"/>
                </a:lnTo>
                <a:lnTo>
                  <a:pt x="981075" y="3162300"/>
                </a:lnTo>
                <a:lnTo>
                  <a:pt x="914400" y="3162300"/>
                </a:lnTo>
                <a:lnTo>
                  <a:pt x="866775" y="3105150"/>
                </a:lnTo>
                <a:lnTo>
                  <a:pt x="819150" y="3048000"/>
                </a:lnTo>
                <a:lnTo>
                  <a:pt x="809625" y="2981325"/>
                </a:lnTo>
                <a:lnTo>
                  <a:pt x="762000" y="2886075"/>
                </a:lnTo>
                <a:lnTo>
                  <a:pt x="752475" y="2847975"/>
                </a:lnTo>
                <a:lnTo>
                  <a:pt x="685800" y="2790825"/>
                </a:lnTo>
                <a:lnTo>
                  <a:pt x="685800" y="2790825"/>
                </a:lnTo>
                <a:lnTo>
                  <a:pt x="685800" y="2733675"/>
                </a:lnTo>
                <a:lnTo>
                  <a:pt x="628650" y="2638425"/>
                </a:lnTo>
                <a:lnTo>
                  <a:pt x="581025" y="2609850"/>
                </a:lnTo>
                <a:lnTo>
                  <a:pt x="561975" y="2562225"/>
                </a:lnTo>
                <a:lnTo>
                  <a:pt x="561975" y="2505075"/>
                </a:lnTo>
                <a:lnTo>
                  <a:pt x="523875" y="2428875"/>
                </a:lnTo>
                <a:lnTo>
                  <a:pt x="504825" y="2438400"/>
                </a:lnTo>
                <a:lnTo>
                  <a:pt x="476250" y="2371725"/>
                </a:lnTo>
                <a:lnTo>
                  <a:pt x="428625" y="2324100"/>
                </a:lnTo>
                <a:lnTo>
                  <a:pt x="409575" y="2219325"/>
                </a:lnTo>
                <a:lnTo>
                  <a:pt x="381000" y="2209800"/>
                </a:lnTo>
                <a:lnTo>
                  <a:pt x="304800" y="2114550"/>
                </a:lnTo>
                <a:lnTo>
                  <a:pt x="304800" y="2076450"/>
                </a:lnTo>
                <a:lnTo>
                  <a:pt x="266700" y="2038350"/>
                </a:lnTo>
                <a:lnTo>
                  <a:pt x="228600" y="1981200"/>
                </a:lnTo>
                <a:lnTo>
                  <a:pt x="200025" y="1924050"/>
                </a:lnTo>
                <a:lnTo>
                  <a:pt x="190500" y="1847850"/>
                </a:lnTo>
                <a:lnTo>
                  <a:pt x="171450" y="1847850"/>
                </a:lnTo>
                <a:lnTo>
                  <a:pt x="104775" y="1809750"/>
                </a:lnTo>
                <a:lnTo>
                  <a:pt x="104775" y="1704975"/>
                </a:lnTo>
                <a:lnTo>
                  <a:pt x="28575" y="1714500"/>
                </a:lnTo>
                <a:lnTo>
                  <a:pt x="0" y="1619250"/>
                </a:lnTo>
                <a:lnTo>
                  <a:pt x="19050" y="1581150"/>
                </a:lnTo>
                <a:lnTo>
                  <a:pt x="47625" y="1552575"/>
                </a:lnTo>
                <a:lnTo>
                  <a:pt x="19050" y="1581150"/>
                </a:lnTo>
                <a:lnTo>
                  <a:pt x="66675" y="1524000"/>
                </a:lnTo>
                <a:lnTo>
                  <a:pt x="47625" y="1419225"/>
                </a:lnTo>
                <a:lnTo>
                  <a:pt x="123825" y="1419225"/>
                </a:lnTo>
                <a:lnTo>
                  <a:pt x="104775" y="1381125"/>
                </a:lnTo>
                <a:lnTo>
                  <a:pt x="104775" y="1333500"/>
                </a:lnTo>
                <a:lnTo>
                  <a:pt x="171450" y="1285875"/>
                </a:lnTo>
                <a:lnTo>
                  <a:pt x="123825" y="1276350"/>
                </a:lnTo>
                <a:lnTo>
                  <a:pt x="152400" y="1219200"/>
                </a:lnTo>
                <a:lnTo>
                  <a:pt x="142875" y="1162050"/>
                </a:lnTo>
                <a:lnTo>
                  <a:pt x="161925" y="1123950"/>
                </a:lnTo>
                <a:lnTo>
                  <a:pt x="180975" y="1114425"/>
                </a:lnTo>
                <a:lnTo>
                  <a:pt x="180975" y="1076325"/>
                </a:lnTo>
                <a:lnTo>
                  <a:pt x="238125" y="990600"/>
                </a:lnTo>
                <a:lnTo>
                  <a:pt x="247650" y="914400"/>
                </a:lnTo>
                <a:lnTo>
                  <a:pt x="247650" y="923925"/>
                </a:lnTo>
                <a:lnTo>
                  <a:pt x="266700" y="847725"/>
                </a:lnTo>
                <a:lnTo>
                  <a:pt x="276225" y="809625"/>
                </a:lnTo>
                <a:lnTo>
                  <a:pt x="295275" y="781050"/>
                </a:lnTo>
                <a:lnTo>
                  <a:pt x="304800" y="752475"/>
                </a:lnTo>
                <a:lnTo>
                  <a:pt x="295275" y="657225"/>
                </a:lnTo>
                <a:lnTo>
                  <a:pt x="304800" y="628650"/>
                </a:lnTo>
                <a:lnTo>
                  <a:pt x="361950" y="609600"/>
                </a:lnTo>
                <a:lnTo>
                  <a:pt x="361950" y="561975"/>
                </a:lnTo>
                <a:lnTo>
                  <a:pt x="381000" y="542925"/>
                </a:lnTo>
                <a:lnTo>
                  <a:pt x="342900" y="485775"/>
                </a:lnTo>
                <a:lnTo>
                  <a:pt x="409575" y="485775"/>
                </a:lnTo>
                <a:lnTo>
                  <a:pt x="419100" y="400050"/>
                </a:lnTo>
                <a:lnTo>
                  <a:pt x="428625" y="371475"/>
                </a:lnTo>
                <a:lnTo>
                  <a:pt x="419100" y="304800"/>
                </a:lnTo>
                <a:lnTo>
                  <a:pt x="523875" y="438150"/>
                </a:lnTo>
                <a:lnTo>
                  <a:pt x="571500" y="314325"/>
                </a:lnTo>
                <a:lnTo>
                  <a:pt x="695325" y="457200"/>
                </a:lnTo>
                <a:lnTo>
                  <a:pt x="685800" y="409575"/>
                </a:lnTo>
                <a:lnTo>
                  <a:pt x="781050" y="352425"/>
                </a:lnTo>
                <a:lnTo>
                  <a:pt x="800100" y="361950"/>
                </a:lnTo>
                <a:lnTo>
                  <a:pt x="914400" y="333375"/>
                </a:lnTo>
                <a:lnTo>
                  <a:pt x="1000125" y="257175"/>
                </a:lnTo>
                <a:lnTo>
                  <a:pt x="971550" y="371475"/>
                </a:lnTo>
                <a:lnTo>
                  <a:pt x="1038225" y="342900"/>
                </a:lnTo>
                <a:lnTo>
                  <a:pt x="1066800" y="285750"/>
                </a:lnTo>
                <a:lnTo>
                  <a:pt x="1181100" y="190500"/>
                </a:lnTo>
                <a:lnTo>
                  <a:pt x="1266825" y="209550"/>
                </a:lnTo>
                <a:lnTo>
                  <a:pt x="1247775" y="123825"/>
                </a:lnTo>
                <a:lnTo>
                  <a:pt x="1162050" y="123825"/>
                </a:lnTo>
                <a:lnTo>
                  <a:pt x="1181100" y="114300"/>
                </a:lnTo>
                <a:lnTo>
                  <a:pt x="1276350" y="142875"/>
                </a:lnTo>
                <a:lnTo>
                  <a:pt x="1295400" y="95250"/>
                </a:lnTo>
                <a:lnTo>
                  <a:pt x="1304925" y="114300"/>
                </a:lnTo>
                <a:lnTo>
                  <a:pt x="1371600" y="47625"/>
                </a:lnTo>
                <a:lnTo>
                  <a:pt x="1381125" y="76200"/>
                </a:lnTo>
                <a:lnTo>
                  <a:pt x="1419225" y="0"/>
                </a:lnTo>
                <a:lnTo>
                  <a:pt x="1428750" y="0"/>
                </a:lnTo>
                <a:lnTo>
                  <a:pt x="1428750" y="0"/>
                </a:lnTo>
                <a:lnTo>
                  <a:pt x="1466850" y="114300"/>
                </a:lnTo>
                <a:lnTo>
                  <a:pt x="1571625" y="76200"/>
                </a:lnTo>
                <a:lnTo>
                  <a:pt x="1581150" y="66675"/>
                </a:lnTo>
                <a:lnTo>
                  <a:pt x="1619250" y="76200"/>
                </a:lnTo>
                <a:lnTo>
                  <a:pt x="1571625" y="28575"/>
                </a:lnTo>
                <a:lnTo>
                  <a:pt x="1647825" y="57150"/>
                </a:lnTo>
                <a:lnTo>
                  <a:pt x="1724025" y="76200"/>
                </a:lnTo>
                <a:lnTo>
                  <a:pt x="1809750" y="66675"/>
                </a:lnTo>
                <a:lnTo>
                  <a:pt x="1809750" y="95250"/>
                </a:lnTo>
                <a:lnTo>
                  <a:pt x="1838325" y="104775"/>
                </a:lnTo>
                <a:lnTo>
                  <a:pt x="1866900" y="66675"/>
                </a:lnTo>
                <a:lnTo>
                  <a:pt x="1905000" y="104775"/>
                </a:lnTo>
                <a:lnTo>
                  <a:pt x="1981200" y="142875"/>
                </a:lnTo>
                <a:lnTo>
                  <a:pt x="2000250" y="152400"/>
                </a:lnTo>
                <a:lnTo>
                  <a:pt x="2028825" y="152400"/>
                </a:lnTo>
                <a:lnTo>
                  <a:pt x="2085975" y="152400"/>
                </a:lnTo>
                <a:lnTo>
                  <a:pt x="2152650" y="190500"/>
                </a:lnTo>
                <a:lnTo>
                  <a:pt x="2190750" y="161925"/>
                </a:lnTo>
                <a:lnTo>
                  <a:pt x="2219325" y="180975"/>
                </a:lnTo>
                <a:lnTo>
                  <a:pt x="2276475" y="180975"/>
                </a:lnTo>
                <a:lnTo>
                  <a:pt x="2314575" y="247650"/>
                </a:lnTo>
                <a:lnTo>
                  <a:pt x="2343150" y="219075"/>
                </a:lnTo>
                <a:lnTo>
                  <a:pt x="2343150" y="228600"/>
                </a:lnTo>
                <a:lnTo>
                  <a:pt x="2371725" y="228600"/>
                </a:lnTo>
                <a:lnTo>
                  <a:pt x="2466975" y="247650"/>
                </a:lnTo>
                <a:lnTo>
                  <a:pt x="2447925" y="247650"/>
                </a:lnTo>
                <a:lnTo>
                  <a:pt x="2476500" y="295275"/>
                </a:lnTo>
                <a:lnTo>
                  <a:pt x="2552700" y="266700"/>
                </a:lnTo>
                <a:lnTo>
                  <a:pt x="2552700" y="257175"/>
                </a:lnTo>
                <a:lnTo>
                  <a:pt x="2581275" y="314325"/>
                </a:lnTo>
                <a:lnTo>
                  <a:pt x="2667000" y="314325"/>
                </a:lnTo>
                <a:lnTo>
                  <a:pt x="2686050" y="333375"/>
                </a:lnTo>
                <a:lnTo>
                  <a:pt x="2714625" y="352425"/>
                </a:lnTo>
                <a:lnTo>
                  <a:pt x="2771775" y="352425"/>
                </a:lnTo>
                <a:lnTo>
                  <a:pt x="2790825" y="361950"/>
                </a:lnTo>
                <a:lnTo>
                  <a:pt x="2847975" y="390525"/>
                </a:lnTo>
                <a:lnTo>
                  <a:pt x="2876550" y="361950"/>
                </a:lnTo>
                <a:lnTo>
                  <a:pt x="2886075" y="390525"/>
                </a:lnTo>
                <a:lnTo>
                  <a:pt x="2933700" y="419100"/>
                </a:lnTo>
                <a:lnTo>
                  <a:pt x="2971800" y="371475"/>
                </a:lnTo>
                <a:lnTo>
                  <a:pt x="2886075" y="542925"/>
                </a:lnTo>
                <a:lnTo>
                  <a:pt x="3000375" y="609600"/>
                </a:lnTo>
                <a:lnTo>
                  <a:pt x="2895600" y="514350"/>
                </a:lnTo>
                <a:lnTo>
                  <a:pt x="2857500" y="676275"/>
                </a:lnTo>
                <a:lnTo>
                  <a:pt x="2828925" y="752475"/>
                </a:lnTo>
                <a:lnTo>
                  <a:pt x="2876550" y="733425"/>
                </a:lnTo>
                <a:lnTo>
                  <a:pt x="2857500" y="771525"/>
                </a:lnTo>
                <a:lnTo>
                  <a:pt x="2876550" y="781050"/>
                </a:lnTo>
                <a:lnTo>
                  <a:pt x="2943225" y="838200"/>
                </a:lnTo>
                <a:lnTo>
                  <a:pt x="2971800" y="933450"/>
                </a:lnTo>
                <a:lnTo>
                  <a:pt x="2962275" y="1019175"/>
                </a:lnTo>
                <a:lnTo>
                  <a:pt x="3038475" y="1047750"/>
                </a:lnTo>
                <a:lnTo>
                  <a:pt x="2990850" y="1095375"/>
                </a:lnTo>
                <a:lnTo>
                  <a:pt x="3057525" y="1085850"/>
                </a:lnTo>
                <a:lnTo>
                  <a:pt x="3057525" y="1076325"/>
                </a:lnTo>
                <a:lnTo>
                  <a:pt x="3028950" y="1085850"/>
                </a:lnTo>
                <a:lnTo>
                  <a:pt x="3028950" y="1076325"/>
                </a:lnTo>
                <a:lnTo>
                  <a:pt x="3000375" y="1209675"/>
                </a:lnTo>
                <a:lnTo>
                  <a:pt x="3000375" y="1285875"/>
                </a:lnTo>
                <a:lnTo>
                  <a:pt x="3000375" y="1200150"/>
                </a:lnTo>
                <a:lnTo>
                  <a:pt x="3009900" y="1314450"/>
                </a:lnTo>
                <a:lnTo>
                  <a:pt x="2990850" y="1333500"/>
                </a:lnTo>
                <a:lnTo>
                  <a:pt x="3028950" y="1381125"/>
                </a:lnTo>
                <a:lnTo>
                  <a:pt x="3019425" y="1409700"/>
                </a:lnTo>
                <a:lnTo>
                  <a:pt x="3076575" y="1428750"/>
                </a:lnTo>
                <a:lnTo>
                  <a:pt x="3000375" y="1495425"/>
                </a:lnTo>
                <a:lnTo>
                  <a:pt x="3028950" y="1562100"/>
                </a:lnTo>
                <a:lnTo>
                  <a:pt x="3019425" y="1685925"/>
                </a:lnTo>
                <a:lnTo>
                  <a:pt x="2990850" y="1733550"/>
                </a:lnTo>
                <a:lnTo>
                  <a:pt x="3009900" y="1781175"/>
                </a:lnTo>
                <a:lnTo>
                  <a:pt x="3028950" y="1819275"/>
                </a:lnTo>
                <a:lnTo>
                  <a:pt x="3038475" y="1885950"/>
                </a:lnTo>
                <a:lnTo>
                  <a:pt x="2971800" y="1866900"/>
                </a:lnTo>
                <a:lnTo>
                  <a:pt x="2895600" y="2028825"/>
                </a:lnTo>
                <a:lnTo>
                  <a:pt x="2876550" y="1981200"/>
                </a:lnTo>
                <a:lnTo>
                  <a:pt x="2867025" y="1971675"/>
                </a:lnTo>
                <a:lnTo>
                  <a:pt x="2981325" y="2114550"/>
                </a:lnTo>
                <a:lnTo>
                  <a:pt x="2828925" y="2200275"/>
                </a:lnTo>
                <a:lnTo>
                  <a:pt x="2847975" y="2219325"/>
                </a:lnTo>
                <a:lnTo>
                  <a:pt x="2762250" y="2219325"/>
                </a:lnTo>
                <a:lnTo>
                  <a:pt x="2762250" y="2152650"/>
                </a:lnTo>
                <a:lnTo>
                  <a:pt x="2876550" y="2152650"/>
                </a:lnTo>
                <a:lnTo>
                  <a:pt x="2876550" y="2219325"/>
                </a:lnTo>
                <a:lnTo>
                  <a:pt x="2886075" y="2314575"/>
                </a:lnTo>
                <a:lnTo>
                  <a:pt x="2952750" y="2295525"/>
                </a:lnTo>
                <a:lnTo>
                  <a:pt x="2990850" y="2371725"/>
                </a:lnTo>
                <a:lnTo>
                  <a:pt x="2962275" y="2447925"/>
                </a:lnTo>
                <a:lnTo>
                  <a:pt x="3019425" y="2552700"/>
                </a:lnTo>
                <a:lnTo>
                  <a:pt x="3028950" y="2676525"/>
                </a:lnTo>
                <a:lnTo>
                  <a:pt x="2971800" y="2590800"/>
                </a:lnTo>
                <a:lnTo>
                  <a:pt x="2905125" y="2657475"/>
                </a:lnTo>
                <a:lnTo>
                  <a:pt x="2933700" y="2686050"/>
                </a:lnTo>
                <a:lnTo>
                  <a:pt x="2962275" y="2743200"/>
                </a:lnTo>
                <a:lnTo>
                  <a:pt x="2943225" y="2790825"/>
                </a:lnTo>
                <a:lnTo>
                  <a:pt x="2962275" y="2828925"/>
                </a:lnTo>
                <a:lnTo>
                  <a:pt x="2981325" y="2838450"/>
                </a:lnTo>
                <a:lnTo>
                  <a:pt x="2886075" y="2800350"/>
                </a:lnTo>
                <a:lnTo>
                  <a:pt x="2886075" y="2895600"/>
                </a:lnTo>
                <a:lnTo>
                  <a:pt x="2838450" y="2914650"/>
                </a:lnTo>
                <a:lnTo>
                  <a:pt x="2819400" y="3009900"/>
                </a:lnTo>
                <a:lnTo>
                  <a:pt x="2800350" y="3057525"/>
                </a:lnTo>
                <a:lnTo>
                  <a:pt x="2762250" y="3067050"/>
                </a:lnTo>
                <a:lnTo>
                  <a:pt x="2752725" y="3095625"/>
                </a:lnTo>
                <a:lnTo>
                  <a:pt x="2800350" y="3124200"/>
                </a:lnTo>
                <a:lnTo>
                  <a:pt x="2819400" y="3209925"/>
                </a:lnTo>
                <a:lnTo>
                  <a:pt x="2809875" y="3209925"/>
                </a:lnTo>
                <a:lnTo>
                  <a:pt x="2695575" y="3333750"/>
                </a:lnTo>
                <a:lnTo>
                  <a:pt x="2676525" y="3352800"/>
                </a:lnTo>
                <a:lnTo>
                  <a:pt x="2705100" y="3438525"/>
                </a:lnTo>
                <a:lnTo>
                  <a:pt x="2600325" y="3495675"/>
                </a:lnTo>
                <a:lnTo>
                  <a:pt x="2647950" y="3457575"/>
                </a:lnTo>
                <a:lnTo>
                  <a:pt x="2657475" y="3429000"/>
                </a:lnTo>
                <a:lnTo>
                  <a:pt x="2543175" y="3514725"/>
                </a:lnTo>
                <a:lnTo>
                  <a:pt x="2543175" y="3533775"/>
                </a:lnTo>
                <a:lnTo>
                  <a:pt x="2457450" y="3619500"/>
                </a:lnTo>
                <a:lnTo>
                  <a:pt x="2419350" y="3705225"/>
                </a:lnTo>
                <a:lnTo>
                  <a:pt x="2390775" y="3714750"/>
                </a:lnTo>
                <a:lnTo>
                  <a:pt x="2390775" y="3733800"/>
                </a:lnTo>
                <a:lnTo>
                  <a:pt x="2362200" y="3752850"/>
                </a:lnTo>
                <a:lnTo>
                  <a:pt x="2333625" y="3838575"/>
                </a:lnTo>
                <a:lnTo>
                  <a:pt x="2324100" y="3895725"/>
                </a:lnTo>
                <a:lnTo>
                  <a:pt x="2305050" y="3838575"/>
                </a:lnTo>
                <a:lnTo>
                  <a:pt x="2352675" y="3914775"/>
                </a:lnTo>
                <a:lnTo>
                  <a:pt x="2371725" y="3914775"/>
                </a:lnTo>
                <a:lnTo>
                  <a:pt x="2333625" y="3962400"/>
                </a:lnTo>
                <a:lnTo>
                  <a:pt x="2266950" y="4067175"/>
                </a:lnTo>
                <a:lnTo>
                  <a:pt x="2276475" y="4095750"/>
                </a:lnTo>
                <a:lnTo>
                  <a:pt x="2190750" y="4124325"/>
                </a:lnTo>
                <a:lnTo>
                  <a:pt x="2238375" y="4152900"/>
                </a:lnTo>
                <a:lnTo>
                  <a:pt x="2190750" y="4229100"/>
                </a:lnTo>
                <a:lnTo>
                  <a:pt x="2200275" y="4267200"/>
                </a:lnTo>
                <a:lnTo>
                  <a:pt x="2143125" y="4286250"/>
                </a:lnTo>
                <a:lnTo>
                  <a:pt x="2124075" y="4295775"/>
                </a:lnTo>
                <a:lnTo>
                  <a:pt x="2114550" y="4381500"/>
                </a:lnTo>
                <a:lnTo>
                  <a:pt x="2057400" y="4429125"/>
                </a:lnTo>
                <a:close/>
              </a:path>
            </a:pathLst>
          </a:custGeom>
          <a:solidFill>
            <a:srgbClr val="14729E">
              <a:alpha val="1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2819400" y="3695700"/>
            <a:ext cx="3581400" cy="5153025"/>
          </a:xfrm>
          <a:custGeom>
            <a:avLst/>
            <a:gdLst/>
            <a:ahLst/>
            <a:cxnLst/>
            <a:rect l="l" t="t" r="r" b="b"/>
            <a:pathLst>
              <a:path w="3581400" h="5153025">
                <a:moveTo>
                  <a:pt x="2324100" y="5153025"/>
                </a:moveTo>
                <a:lnTo>
                  <a:pt x="2295525" y="4953000"/>
                </a:lnTo>
                <a:lnTo>
                  <a:pt x="2209800" y="5086350"/>
                </a:lnTo>
                <a:lnTo>
                  <a:pt x="2181225" y="4962525"/>
                </a:lnTo>
                <a:lnTo>
                  <a:pt x="2114550" y="4914900"/>
                </a:lnTo>
                <a:lnTo>
                  <a:pt x="2038350" y="4867275"/>
                </a:lnTo>
                <a:lnTo>
                  <a:pt x="1885950" y="4962525"/>
                </a:lnTo>
                <a:lnTo>
                  <a:pt x="1885950" y="4857750"/>
                </a:lnTo>
                <a:lnTo>
                  <a:pt x="1857375" y="4886325"/>
                </a:lnTo>
                <a:lnTo>
                  <a:pt x="1771650" y="4829175"/>
                </a:lnTo>
                <a:lnTo>
                  <a:pt x="1819275" y="4743450"/>
                </a:lnTo>
                <a:lnTo>
                  <a:pt x="1809750" y="4676775"/>
                </a:lnTo>
                <a:lnTo>
                  <a:pt x="1790700" y="4648200"/>
                </a:lnTo>
                <a:lnTo>
                  <a:pt x="1733550" y="4562475"/>
                </a:lnTo>
                <a:lnTo>
                  <a:pt x="1790700" y="4486275"/>
                </a:lnTo>
                <a:lnTo>
                  <a:pt x="1781175" y="4467225"/>
                </a:lnTo>
                <a:lnTo>
                  <a:pt x="1714500" y="4410075"/>
                </a:lnTo>
                <a:lnTo>
                  <a:pt x="1647825" y="4371975"/>
                </a:lnTo>
                <a:lnTo>
                  <a:pt x="1628775" y="4391025"/>
                </a:lnTo>
                <a:lnTo>
                  <a:pt x="1609725" y="4343400"/>
                </a:lnTo>
                <a:lnTo>
                  <a:pt x="1628775" y="4257675"/>
                </a:lnTo>
                <a:lnTo>
                  <a:pt x="1590675" y="4210050"/>
                </a:lnTo>
                <a:lnTo>
                  <a:pt x="1543050" y="4133850"/>
                </a:lnTo>
                <a:lnTo>
                  <a:pt x="1504950" y="4162425"/>
                </a:lnTo>
                <a:lnTo>
                  <a:pt x="1562100" y="4181475"/>
                </a:lnTo>
                <a:lnTo>
                  <a:pt x="1533525" y="4095750"/>
                </a:lnTo>
                <a:lnTo>
                  <a:pt x="1485900" y="4048125"/>
                </a:lnTo>
                <a:lnTo>
                  <a:pt x="1409700" y="4067175"/>
                </a:lnTo>
                <a:lnTo>
                  <a:pt x="1323975" y="3990975"/>
                </a:lnTo>
                <a:lnTo>
                  <a:pt x="1228725" y="3981450"/>
                </a:lnTo>
                <a:lnTo>
                  <a:pt x="1257300" y="3952875"/>
                </a:lnTo>
                <a:lnTo>
                  <a:pt x="1228725" y="3838575"/>
                </a:lnTo>
                <a:lnTo>
                  <a:pt x="1209675" y="3800475"/>
                </a:lnTo>
                <a:lnTo>
                  <a:pt x="1133475" y="3714750"/>
                </a:lnTo>
                <a:lnTo>
                  <a:pt x="1085850" y="3657600"/>
                </a:lnTo>
                <a:lnTo>
                  <a:pt x="1038225" y="3648075"/>
                </a:lnTo>
                <a:lnTo>
                  <a:pt x="990600" y="3600450"/>
                </a:lnTo>
                <a:lnTo>
                  <a:pt x="1000125" y="3533775"/>
                </a:lnTo>
                <a:lnTo>
                  <a:pt x="933450" y="3486150"/>
                </a:lnTo>
                <a:lnTo>
                  <a:pt x="923925" y="3381375"/>
                </a:lnTo>
                <a:lnTo>
                  <a:pt x="885825" y="3333750"/>
                </a:lnTo>
                <a:lnTo>
                  <a:pt x="838200" y="3219450"/>
                </a:lnTo>
                <a:lnTo>
                  <a:pt x="857250" y="3181350"/>
                </a:lnTo>
                <a:lnTo>
                  <a:pt x="800100" y="3124200"/>
                </a:lnTo>
                <a:lnTo>
                  <a:pt x="771525" y="3095625"/>
                </a:lnTo>
                <a:lnTo>
                  <a:pt x="704850" y="3028950"/>
                </a:lnTo>
                <a:lnTo>
                  <a:pt x="666750" y="2952750"/>
                </a:lnTo>
                <a:lnTo>
                  <a:pt x="647700" y="2876550"/>
                </a:lnTo>
                <a:lnTo>
                  <a:pt x="600075" y="2828925"/>
                </a:lnTo>
                <a:lnTo>
                  <a:pt x="571500" y="2828925"/>
                </a:lnTo>
                <a:lnTo>
                  <a:pt x="552450" y="2724150"/>
                </a:lnTo>
                <a:lnTo>
                  <a:pt x="542925" y="2695575"/>
                </a:lnTo>
                <a:lnTo>
                  <a:pt x="476250" y="2628900"/>
                </a:lnTo>
                <a:lnTo>
                  <a:pt x="400050" y="2524125"/>
                </a:lnTo>
                <a:lnTo>
                  <a:pt x="371475" y="2476500"/>
                </a:lnTo>
                <a:lnTo>
                  <a:pt x="390525" y="2419350"/>
                </a:lnTo>
                <a:lnTo>
                  <a:pt x="304800" y="2371725"/>
                </a:lnTo>
                <a:lnTo>
                  <a:pt x="276225" y="2333625"/>
                </a:lnTo>
                <a:lnTo>
                  <a:pt x="285750" y="2257425"/>
                </a:lnTo>
                <a:lnTo>
                  <a:pt x="200025" y="2200275"/>
                </a:lnTo>
                <a:lnTo>
                  <a:pt x="161925" y="2143125"/>
                </a:lnTo>
                <a:lnTo>
                  <a:pt x="171450" y="2105025"/>
                </a:lnTo>
                <a:lnTo>
                  <a:pt x="133350" y="2009775"/>
                </a:lnTo>
                <a:lnTo>
                  <a:pt x="57150" y="1943100"/>
                </a:lnTo>
                <a:lnTo>
                  <a:pt x="0" y="1905000"/>
                </a:lnTo>
                <a:lnTo>
                  <a:pt x="47625" y="1857375"/>
                </a:lnTo>
                <a:lnTo>
                  <a:pt x="66675" y="1828800"/>
                </a:lnTo>
                <a:lnTo>
                  <a:pt x="19050" y="1790700"/>
                </a:lnTo>
                <a:lnTo>
                  <a:pt x="95250" y="1714500"/>
                </a:lnTo>
                <a:lnTo>
                  <a:pt x="85725" y="1695450"/>
                </a:lnTo>
                <a:lnTo>
                  <a:pt x="123825" y="1647825"/>
                </a:lnTo>
                <a:lnTo>
                  <a:pt x="161925" y="1647825"/>
                </a:lnTo>
                <a:lnTo>
                  <a:pt x="171450" y="1581150"/>
                </a:lnTo>
                <a:lnTo>
                  <a:pt x="190500" y="1495425"/>
                </a:lnTo>
                <a:lnTo>
                  <a:pt x="171450" y="1476375"/>
                </a:lnTo>
                <a:lnTo>
                  <a:pt x="180975" y="1390650"/>
                </a:lnTo>
                <a:lnTo>
                  <a:pt x="209550" y="1362075"/>
                </a:lnTo>
                <a:lnTo>
                  <a:pt x="238125" y="1333500"/>
                </a:lnTo>
                <a:lnTo>
                  <a:pt x="228600" y="1266825"/>
                </a:lnTo>
                <a:lnTo>
                  <a:pt x="266700" y="1219200"/>
                </a:lnTo>
                <a:lnTo>
                  <a:pt x="276225" y="1143000"/>
                </a:lnTo>
                <a:lnTo>
                  <a:pt x="304800" y="1085850"/>
                </a:lnTo>
                <a:lnTo>
                  <a:pt x="285750" y="1095375"/>
                </a:lnTo>
                <a:lnTo>
                  <a:pt x="333375" y="1057275"/>
                </a:lnTo>
                <a:lnTo>
                  <a:pt x="342900" y="981075"/>
                </a:lnTo>
                <a:lnTo>
                  <a:pt x="342900" y="904875"/>
                </a:lnTo>
                <a:lnTo>
                  <a:pt x="361950" y="828675"/>
                </a:lnTo>
                <a:lnTo>
                  <a:pt x="409575" y="790575"/>
                </a:lnTo>
                <a:lnTo>
                  <a:pt x="371475" y="781050"/>
                </a:lnTo>
                <a:lnTo>
                  <a:pt x="409575" y="704850"/>
                </a:lnTo>
                <a:lnTo>
                  <a:pt x="428625" y="628650"/>
                </a:lnTo>
                <a:lnTo>
                  <a:pt x="419100" y="581025"/>
                </a:lnTo>
                <a:lnTo>
                  <a:pt x="457200" y="600075"/>
                </a:lnTo>
                <a:lnTo>
                  <a:pt x="495300" y="514350"/>
                </a:lnTo>
                <a:lnTo>
                  <a:pt x="495300" y="485775"/>
                </a:lnTo>
                <a:lnTo>
                  <a:pt x="533400" y="409575"/>
                </a:lnTo>
                <a:lnTo>
                  <a:pt x="533400" y="352425"/>
                </a:lnTo>
                <a:lnTo>
                  <a:pt x="447675" y="466725"/>
                </a:lnTo>
                <a:lnTo>
                  <a:pt x="504825" y="457200"/>
                </a:lnTo>
                <a:lnTo>
                  <a:pt x="638175" y="428625"/>
                </a:lnTo>
                <a:lnTo>
                  <a:pt x="838200" y="476250"/>
                </a:lnTo>
                <a:lnTo>
                  <a:pt x="847725" y="457200"/>
                </a:lnTo>
                <a:lnTo>
                  <a:pt x="914400" y="371475"/>
                </a:lnTo>
                <a:lnTo>
                  <a:pt x="1038225" y="352425"/>
                </a:lnTo>
                <a:lnTo>
                  <a:pt x="1162050" y="295275"/>
                </a:lnTo>
                <a:lnTo>
                  <a:pt x="1162050" y="257175"/>
                </a:lnTo>
                <a:lnTo>
                  <a:pt x="1181100" y="276225"/>
                </a:lnTo>
                <a:lnTo>
                  <a:pt x="1228725" y="247650"/>
                </a:lnTo>
                <a:lnTo>
                  <a:pt x="1362075" y="228600"/>
                </a:lnTo>
                <a:lnTo>
                  <a:pt x="1400175" y="200025"/>
                </a:lnTo>
                <a:lnTo>
                  <a:pt x="1466850" y="180975"/>
                </a:lnTo>
                <a:lnTo>
                  <a:pt x="1428750" y="142875"/>
                </a:lnTo>
                <a:lnTo>
                  <a:pt x="1352550" y="161925"/>
                </a:lnTo>
                <a:lnTo>
                  <a:pt x="1447800" y="28575"/>
                </a:lnTo>
                <a:lnTo>
                  <a:pt x="1466850" y="47625"/>
                </a:lnTo>
                <a:lnTo>
                  <a:pt x="1571625" y="95250"/>
                </a:lnTo>
                <a:lnTo>
                  <a:pt x="1609725" y="47625"/>
                </a:lnTo>
                <a:lnTo>
                  <a:pt x="1590675" y="28575"/>
                </a:lnTo>
                <a:lnTo>
                  <a:pt x="1619250" y="47625"/>
                </a:lnTo>
                <a:lnTo>
                  <a:pt x="1628775" y="57150"/>
                </a:lnTo>
                <a:lnTo>
                  <a:pt x="1685925" y="28575"/>
                </a:lnTo>
                <a:lnTo>
                  <a:pt x="1800225" y="0"/>
                </a:lnTo>
                <a:lnTo>
                  <a:pt x="1752600" y="47625"/>
                </a:lnTo>
                <a:lnTo>
                  <a:pt x="1771650" y="76200"/>
                </a:lnTo>
                <a:lnTo>
                  <a:pt x="1838325" y="85725"/>
                </a:lnTo>
                <a:lnTo>
                  <a:pt x="1943100" y="104775"/>
                </a:lnTo>
                <a:lnTo>
                  <a:pt x="1981200" y="123825"/>
                </a:lnTo>
                <a:lnTo>
                  <a:pt x="2009775" y="76200"/>
                </a:lnTo>
                <a:lnTo>
                  <a:pt x="2095500" y="123825"/>
                </a:lnTo>
                <a:lnTo>
                  <a:pt x="2133600" y="104775"/>
                </a:lnTo>
                <a:lnTo>
                  <a:pt x="2152650" y="95250"/>
                </a:lnTo>
                <a:lnTo>
                  <a:pt x="2209800" y="104775"/>
                </a:lnTo>
                <a:lnTo>
                  <a:pt x="2209800" y="114300"/>
                </a:lnTo>
                <a:lnTo>
                  <a:pt x="2286000" y="190500"/>
                </a:lnTo>
                <a:lnTo>
                  <a:pt x="2333625" y="152400"/>
                </a:lnTo>
                <a:lnTo>
                  <a:pt x="2390775" y="190500"/>
                </a:lnTo>
                <a:lnTo>
                  <a:pt x="2409825" y="190500"/>
                </a:lnTo>
                <a:lnTo>
                  <a:pt x="2486025" y="190500"/>
                </a:lnTo>
                <a:lnTo>
                  <a:pt x="2552700" y="209550"/>
                </a:lnTo>
                <a:lnTo>
                  <a:pt x="2609850" y="219075"/>
                </a:lnTo>
                <a:lnTo>
                  <a:pt x="2609850" y="219075"/>
                </a:lnTo>
                <a:lnTo>
                  <a:pt x="2647950" y="228600"/>
                </a:lnTo>
                <a:lnTo>
                  <a:pt x="2686050" y="238125"/>
                </a:lnTo>
                <a:lnTo>
                  <a:pt x="2771775" y="285750"/>
                </a:lnTo>
                <a:lnTo>
                  <a:pt x="2771775" y="266700"/>
                </a:lnTo>
                <a:lnTo>
                  <a:pt x="2838450" y="285750"/>
                </a:lnTo>
                <a:lnTo>
                  <a:pt x="2838450" y="266700"/>
                </a:lnTo>
                <a:lnTo>
                  <a:pt x="2886075" y="285750"/>
                </a:lnTo>
                <a:lnTo>
                  <a:pt x="2990850" y="285750"/>
                </a:lnTo>
                <a:lnTo>
                  <a:pt x="3038475" y="323850"/>
                </a:lnTo>
                <a:lnTo>
                  <a:pt x="3057525" y="323850"/>
                </a:lnTo>
                <a:lnTo>
                  <a:pt x="3095625" y="352425"/>
                </a:lnTo>
                <a:lnTo>
                  <a:pt x="3124200" y="400050"/>
                </a:lnTo>
                <a:lnTo>
                  <a:pt x="3190875" y="381000"/>
                </a:lnTo>
                <a:lnTo>
                  <a:pt x="3248025" y="390525"/>
                </a:lnTo>
                <a:lnTo>
                  <a:pt x="3238500" y="419100"/>
                </a:lnTo>
                <a:lnTo>
                  <a:pt x="3295650" y="447675"/>
                </a:lnTo>
                <a:lnTo>
                  <a:pt x="3362325" y="447675"/>
                </a:lnTo>
                <a:lnTo>
                  <a:pt x="3371850" y="457200"/>
                </a:lnTo>
                <a:lnTo>
                  <a:pt x="3438525" y="447675"/>
                </a:lnTo>
                <a:lnTo>
                  <a:pt x="3457575" y="438150"/>
                </a:lnTo>
                <a:lnTo>
                  <a:pt x="3400425" y="495300"/>
                </a:lnTo>
                <a:lnTo>
                  <a:pt x="3276600" y="590550"/>
                </a:lnTo>
                <a:lnTo>
                  <a:pt x="3286125" y="666750"/>
                </a:lnTo>
                <a:lnTo>
                  <a:pt x="3343275" y="781050"/>
                </a:lnTo>
                <a:lnTo>
                  <a:pt x="3419475" y="800100"/>
                </a:lnTo>
                <a:lnTo>
                  <a:pt x="3438525" y="866775"/>
                </a:lnTo>
                <a:lnTo>
                  <a:pt x="3438525" y="847725"/>
                </a:lnTo>
                <a:lnTo>
                  <a:pt x="3333750" y="914400"/>
                </a:lnTo>
                <a:lnTo>
                  <a:pt x="3371850" y="933450"/>
                </a:lnTo>
                <a:lnTo>
                  <a:pt x="3486150" y="1114425"/>
                </a:lnTo>
                <a:lnTo>
                  <a:pt x="3524250" y="1181100"/>
                </a:lnTo>
                <a:lnTo>
                  <a:pt x="3514725" y="1200150"/>
                </a:lnTo>
                <a:lnTo>
                  <a:pt x="3448050" y="1295400"/>
                </a:lnTo>
                <a:lnTo>
                  <a:pt x="3524250" y="1285875"/>
                </a:lnTo>
                <a:lnTo>
                  <a:pt x="3543300" y="1295400"/>
                </a:lnTo>
                <a:lnTo>
                  <a:pt x="3552825" y="1304925"/>
                </a:lnTo>
                <a:lnTo>
                  <a:pt x="3486150" y="1390650"/>
                </a:lnTo>
                <a:lnTo>
                  <a:pt x="3524250" y="1371600"/>
                </a:lnTo>
                <a:lnTo>
                  <a:pt x="3533775" y="1381125"/>
                </a:lnTo>
                <a:lnTo>
                  <a:pt x="3533775" y="1419225"/>
                </a:lnTo>
                <a:lnTo>
                  <a:pt x="3505200" y="1466850"/>
                </a:lnTo>
                <a:lnTo>
                  <a:pt x="3571875" y="1533525"/>
                </a:lnTo>
                <a:lnTo>
                  <a:pt x="3543300" y="1552575"/>
                </a:lnTo>
                <a:lnTo>
                  <a:pt x="3514725" y="1619250"/>
                </a:lnTo>
                <a:lnTo>
                  <a:pt x="3524250" y="1714500"/>
                </a:lnTo>
                <a:lnTo>
                  <a:pt x="3543300" y="1828800"/>
                </a:lnTo>
                <a:lnTo>
                  <a:pt x="3562350" y="1895475"/>
                </a:lnTo>
                <a:lnTo>
                  <a:pt x="3495675" y="1924050"/>
                </a:lnTo>
                <a:lnTo>
                  <a:pt x="3505200" y="1990725"/>
                </a:lnTo>
                <a:lnTo>
                  <a:pt x="3486150" y="2047875"/>
                </a:lnTo>
                <a:lnTo>
                  <a:pt x="3524250" y="2133600"/>
                </a:lnTo>
                <a:lnTo>
                  <a:pt x="3543300" y="2152650"/>
                </a:lnTo>
                <a:lnTo>
                  <a:pt x="3314700" y="2105025"/>
                </a:lnTo>
                <a:lnTo>
                  <a:pt x="3209925" y="2362200"/>
                </a:lnTo>
                <a:lnTo>
                  <a:pt x="3114675" y="2305050"/>
                </a:lnTo>
                <a:lnTo>
                  <a:pt x="3333750" y="2276475"/>
                </a:lnTo>
                <a:lnTo>
                  <a:pt x="3267075" y="2362200"/>
                </a:lnTo>
                <a:lnTo>
                  <a:pt x="3181350" y="2400300"/>
                </a:lnTo>
                <a:lnTo>
                  <a:pt x="3200400" y="2457450"/>
                </a:lnTo>
                <a:lnTo>
                  <a:pt x="3248025" y="2590800"/>
                </a:lnTo>
                <a:lnTo>
                  <a:pt x="3352800" y="2533650"/>
                </a:lnTo>
                <a:lnTo>
                  <a:pt x="3333750" y="2647950"/>
                </a:lnTo>
                <a:lnTo>
                  <a:pt x="3409950" y="2686050"/>
                </a:lnTo>
                <a:lnTo>
                  <a:pt x="3371850" y="2638425"/>
                </a:lnTo>
                <a:lnTo>
                  <a:pt x="3429000" y="2733675"/>
                </a:lnTo>
                <a:lnTo>
                  <a:pt x="3400425" y="2914650"/>
                </a:lnTo>
                <a:lnTo>
                  <a:pt x="3467100" y="2933700"/>
                </a:lnTo>
                <a:lnTo>
                  <a:pt x="3524250" y="2952750"/>
                </a:lnTo>
                <a:lnTo>
                  <a:pt x="3581400" y="2933700"/>
                </a:lnTo>
                <a:lnTo>
                  <a:pt x="3495675" y="3000375"/>
                </a:lnTo>
                <a:lnTo>
                  <a:pt x="3495675" y="3038475"/>
                </a:lnTo>
                <a:lnTo>
                  <a:pt x="3429000" y="3133725"/>
                </a:lnTo>
                <a:lnTo>
                  <a:pt x="3476625" y="3190875"/>
                </a:lnTo>
                <a:lnTo>
                  <a:pt x="3429000" y="3171825"/>
                </a:lnTo>
                <a:lnTo>
                  <a:pt x="3457575" y="3238500"/>
                </a:lnTo>
                <a:lnTo>
                  <a:pt x="3467100" y="3295650"/>
                </a:lnTo>
                <a:lnTo>
                  <a:pt x="3419475" y="3314700"/>
                </a:lnTo>
                <a:lnTo>
                  <a:pt x="3371850" y="3438525"/>
                </a:lnTo>
                <a:lnTo>
                  <a:pt x="3295650" y="3467100"/>
                </a:lnTo>
                <a:lnTo>
                  <a:pt x="3276600" y="3448050"/>
                </a:lnTo>
                <a:lnTo>
                  <a:pt x="3295650" y="3533775"/>
                </a:lnTo>
                <a:lnTo>
                  <a:pt x="3305175" y="3581400"/>
                </a:lnTo>
                <a:lnTo>
                  <a:pt x="3267075" y="3562350"/>
                </a:lnTo>
                <a:lnTo>
                  <a:pt x="3248025" y="3609975"/>
                </a:lnTo>
                <a:lnTo>
                  <a:pt x="3152775" y="3752850"/>
                </a:lnTo>
                <a:lnTo>
                  <a:pt x="3209925" y="3810000"/>
                </a:lnTo>
                <a:lnTo>
                  <a:pt x="3152775" y="3819525"/>
                </a:lnTo>
                <a:lnTo>
                  <a:pt x="3143250" y="3905250"/>
                </a:lnTo>
                <a:lnTo>
                  <a:pt x="3095625" y="3848100"/>
                </a:lnTo>
                <a:lnTo>
                  <a:pt x="3152775" y="4048125"/>
                </a:lnTo>
                <a:lnTo>
                  <a:pt x="3124200" y="4010025"/>
                </a:lnTo>
                <a:lnTo>
                  <a:pt x="3105150" y="3971925"/>
                </a:lnTo>
                <a:lnTo>
                  <a:pt x="3086100" y="4057650"/>
                </a:lnTo>
                <a:lnTo>
                  <a:pt x="3009900" y="4067175"/>
                </a:lnTo>
                <a:lnTo>
                  <a:pt x="2914650" y="4152900"/>
                </a:lnTo>
                <a:lnTo>
                  <a:pt x="2857500" y="4286250"/>
                </a:lnTo>
                <a:lnTo>
                  <a:pt x="2762250" y="4295775"/>
                </a:lnTo>
                <a:lnTo>
                  <a:pt x="2752725" y="4362450"/>
                </a:lnTo>
                <a:lnTo>
                  <a:pt x="2686050" y="4400550"/>
                </a:lnTo>
                <a:lnTo>
                  <a:pt x="2724150" y="4438650"/>
                </a:lnTo>
                <a:lnTo>
                  <a:pt x="2762250" y="4448175"/>
                </a:lnTo>
                <a:lnTo>
                  <a:pt x="2724150" y="4495800"/>
                </a:lnTo>
                <a:lnTo>
                  <a:pt x="2809875" y="4572000"/>
                </a:lnTo>
                <a:lnTo>
                  <a:pt x="2752725" y="4581525"/>
                </a:lnTo>
                <a:lnTo>
                  <a:pt x="2695575" y="4619625"/>
                </a:lnTo>
                <a:lnTo>
                  <a:pt x="2724150" y="4657725"/>
                </a:lnTo>
                <a:lnTo>
                  <a:pt x="2657475" y="4733925"/>
                </a:lnTo>
                <a:lnTo>
                  <a:pt x="2619375" y="4800600"/>
                </a:lnTo>
                <a:lnTo>
                  <a:pt x="2609850" y="4905375"/>
                </a:lnTo>
                <a:lnTo>
                  <a:pt x="2581275" y="4867275"/>
                </a:lnTo>
                <a:lnTo>
                  <a:pt x="2514600" y="4943475"/>
                </a:lnTo>
                <a:lnTo>
                  <a:pt x="2514600" y="4962525"/>
                </a:lnTo>
                <a:lnTo>
                  <a:pt x="2486025" y="5019675"/>
                </a:lnTo>
                <a:lnTo>
                  <a:pt x="2428875" y="5095875"/>
                </a:lnTo>
                <a:lnTo>
                  <a:pt x="2314575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-2800350" y="3667125"/>
            <a:ext cx="3600450" cy="5191125"/>
          </a:xfrm>
          <a:custGeom>
            <a:avLst/>
            <a:gdLst/>
            <a:ahLst/>
            <a:cxnLst/>
            <a:rect l="l" t="t" r="r" b="b"/>
            <a:pathLst>
              <a:path w="3600450" h="5191125">
                <a:moveTo>
                  <a:pt x="2286000" y="5191125"/>
                </a:moveTo>
                <a:lnTo>
                  <a:pt x="2152650" y="5153025"/>
                </a:lnTo>
                <a:lnTo>
                  <a:pt x="2143125" y="5000625"/>
                </a:lnTo>
                <a:lnTo>
                  <a:pt x="2152650" y="5038725"/>
                </a:lnTo>
                <a:lnTo>
                  <a:pt x="2085975" y="4905375"/>
                </a:lnTo>
                <a:lnTo>
                  <a:pt x="2000250" y="4810125"/>
                </a:lnTo>
                <a:lnTo>
                  <a:pt x="1924050" y="4876800"/>
                </a:lnTo>
                <a:lnTo>
                  <a:pt x="1838325" y="4905375"/>
                </a:lnTo>
                <a:lnTo>
                  <a:pt x="1819275" y="4914900"/>
                </a:lnTo>
                <a:lnTo>
                  <a:pt x="1924050" y="4876800"/>
                </a:lnTo>
                <a:lnTo>
                  <a:pt x="1885950" y="4791075"/>
                </a:lnTo>
                <a:lnTo>
                  <a:pt x="1857375" y="4733925"/>
                </a:lnTo>
                <a:lnTo>
                  <a:pt x="1790700" y="4667250"/>
                </a:lnTo>
                <a:lnTo>
                  <a:pt x="1828800" y="4629150"/>
                </a:lnTo>
                <a:lnTo>
                  <a:pt x="1790700" y="4543425"/>
                </a:lnTo>
                <a:lnTo>
                  <a:pt x="1724025" y="4476750"/>
                </a:lnTo>
                <a:lnTo>
                  <a:pt x="1704975" y="4467225"/>
                </a:lnTo>
                <a:lnTo>
                  <a:pt x="1714500" y="4343400"/>
                </a:lnTo>
                <a:lnTo>
                  <a:pt x="1638300" y="4314825"/>
                </a:lnTo>
                <a:lnTo>
                  <a:pt x="1638300" y="4400550"/>
                </a:lnTo>
                <a:lnTo>
                  <a:pt x="1581150" y="4305300"/>
                </a:lnTo>
                <a:lnTo>
                  <a:pt x="1562100" y="4238625"/>
                </a:lnTo>
                <a:lnTo>
                  <a:pt x="1514475" y="4238625"/>
                </a:lnTo>
                <a:lnTo>
                  <a:pt x="1552575" y="4238625"/>
                </a:lnTo>
                <a:lnTo>
                  <a:pt x="1524000" y="4219575"/>
                </a:lnTo>
                <a:lnTo>
                  <a:pt x="1438275" y="4152900"/>
                </a:lnTo>
                <a:lnTo>
                  <a:pt x="1409700" y="4114800"/>
                </a:lnTo>
                <a:lnTo>
                  <a:pt x="1343025" y="4086225"/>
                </a:lnTo>
                <a:lnTo>
                  <a:pt x="1266825" y="4019550"/>
                </a:lnTo>
                <a:lnTo>
                  <a:pt x="1257300" y="4000500"/>
                </a:lnTo>
                <a:lnTo>
                  <a:pt x="1266825" y="3971925"/>
                </a:lnTo>
                <a:lnTo>
                  <a:pt x="1190625" y="3914775"/>
                </a:lnTo>
                <a:lnTo>
                  <a:pt x="1152525" y="3857625"/>
                </a:lnTo>
                <a:lnTo>
                  <a:pt x="1171575" y="3810000"/>
                </a:lnTo>
                <a:lnTo>
                  <a:pt x="1114425" y="3762375"/>
                </a:lnTo>
                <a:lnTo>
                  <a:pt x="1047750" y="3695700"/>
                </a:lnTo>
                <a:lnTo>
                  <a:pt x="1019175" y="3619500"/>
                </a:lnTo>
                <a:lnTo>
                  <a:pt x="981075" y="3571875"/>
                </a:lnTo>
                <a:lnTo>
                  <a:pt x="962025" y="3495675"/>
                </a:lnTo>
                <a:lnTo>
                  <a:pt x="914400" y="3409950"/>
                </a:lnTo>
                <a:lnTo>
                  <a:pt x="895350" y="3343275"/>
                </a:lnTo>
                <a:lnTo>
                  <a:pt x="857250" y="3295650"/>
                </a:lnTo>
                <a:lnTo>
                  <a:pt x="828675" y="3200400"/>
                </a:lnTo>
                <a:lnTo>
                  <a:pt x="771525" y="3152775"/>
                </a:lnTo>
                <a:lnTo>
                  <a:pt x="723900" y="3105150"/>
                </a:lnTo>
                <a:lnTo>
                  <a:pt x="723900" y="3067050"/>
                </a:lnTo>
                <a:lnTo>
                  <a:pt x="647700" y="3009900"/>
                </a:lnTo>
                <a:lnTo>
                  <a:pt x="628650" y="2943225"/>
                </a:lnTo>
                <a:lnTo>
                  <a:pt x="581025" y="2895600"/>
                </a:lnTo>
                <a:lnTo>
                  <a:pt x="571500" y="2838450"/>
                </a:lnTo>
                <a:lnTo>
                  <a:pt x="533400" y="2743200"/>
                </a:lnTo>
                <a:lnTo>
                  <a:pt x="495300" y="2676525"/>
                </a:lnTo>
                <a:lnTo>
                  <a:pt x="485775" y="2647950"/>
                </a:lnTo>
                <a:lnTo>
                  <a:pt x="447675" y="2571750"/>
                </a:lnTo>
                <a:lnTo>
                  <a:pt x="390525" y="2505075"/>
                </a:lnTo>
                <a:lnTo>
                  <a:pt x="371475" y="2438400"/>
                </a:lnTo>
                <a:lnTo>
                  <a:pt x="323850" y="2390775"/>
                </a:lnTo>
                <a:lnTo>
                  <a:pt x="285750" y="2305050"/>
                </a:lnTo>
                <a:lnTo>
                  <a:pt x="219075" y="2238375"/>
                </a:lnTo>
                <a:lnTo>
                  <a:pt x="171450" y="2219325"/>
                </a:lnTo>
                <a:lnTo>
                  <a:pt x="152400" y="2171700"/>
                </a:lnTo>
                <a:lnTo>
                  <a:pt x="133350" y="2066925"/>
                </a:lnTo>
                <a:lnTo>
                  <a:pt x="114300" y="2047875"/>
                </a:lnTo>
                <a:lnTo>
                  <a:pt x="76200" y="1952625"/>
                </a:lnTo>
                <a:lnTo>
                  <a:pt x="0" y="1924050"/>
                </a:lnTo>
                <a:lnTo>
                  <a:pt x="38100" y="1905000"/>
                </a:lnTo>
                <a:lnTo>
                  <a:pt x="66675" y="1819275"/>
                </a:lnTo>
                <a:lnTo>
                  <a:pt x="28575" y="1790700"/>
                </a:lnTo>
                <a:lnTo>
                  <a:pt x="38100" y="1800225"/>
                </a:lnTo>
                <a:lnTo>
                  <a:pt x="142875" y="1752600"/>
                </a:lnTo>
                <a:lnTo>
                  <a:pt x="152400" y="1685925"/>
                </a:lnTo>
                <a:lnTo>
                  <a:pt x="161925" y="1647825"/>
                </a:lnTo>
                <a:lnTo>
                  <a:pt x="152400" y="1590675"/>
                </a:lnTo>
                <a:lnTo>
                  <a:pt x="123825" y="1533525"/>
                </a:lnTo>
                <a:lnTo>
                  <a:pt x="161925" y="1466850"/>
                </a:lnTo>
                <a:lnTo>
                  <a:pt x="152400" y="1428750"/>
                </a:lnTo>
                <a:lnTo>
                  <a:pt x="171450" y="1419225"/>
                </a:lnTo>
                <a:lnTo>
                  <a:pt x="171450" y="1304925"/>
                </a:lnTo>
                <a:lnTo>
                  <a:pt x="200025" y="1257300"/>
                </a:lnTo>
                <a:lnTo>
                  <a:pt x="209550" y="1209675"/>
                </a:lnTo>
                <a:lnTo>
                  <a:pt x="238125" y="1200150"/>
                </a:lnTo>
                <a:lnTo>
                  <a:pt x="247650" y="1152525"/>
                </a:lnTo>
                <a:lnTo>
                  <a:pt x="276225" y="1066800"/>
                </a:lnTo>
                <a:lnTo>
                  <a:pt x="304800" y="1066800"/>
                </a:lnTo>
                <a:lnTo>
                  <a:pt x="333375" y="1000125"/>
                </a:lnTo>
                <a:lnTo>
                  <a:pt x="352425" y="971550"/>
                </a:lnTo>
                <a:lnTo>
                  <a:pt x="323850" y="876300"/>
                </a:lnTo>
                <a:lnTo>
                  <a:pt x="371475" y="847725"/>
                </a:lnTo>
                <a:lnTo>
                  <a:pt x="381000" y="781050"/>
                </a:lnTo>
                <a:lnTo>
                  <a:pt x="352425" y="742950"/>
                </a:lnTo>
                <a:lnTo>
                  <a:pt x="409575" y="704850"/>
                </a:lnTo>
                <a:lnTo>
                  <a:pt x="438150" y="628650"/>
                </a:lnTo>
                <a:lnTo>
                  <a:pt x="400050" y="609600"/>
                </a:lnTo>
                <a:lnTo>
                  <a:pt x="447675" y="581025"/>
                </a:lnTo>
                <a:lnTo>
                  <a:pt x="495300" y="495300"/>
                </a:lnTo>
                <a:lnTo>
                  <a:pt x="466725" y="438150"/>
                </a:lnTo>
                <a:lnTo>
                  <a:pt x="504825" y="409575"/>
                </a:lnTo>
                <a:lnTo>
                  <a:pt x="685800" y="457200"/>
                </a:lnTo>
                <a:lnTo>
                  <a:pt x="781050" y="371475"/>
                </a:lnTo>
                <a:lnTo>
                  <a:pt x="752475" y="476250"/>
                </a:lnTo>
                <a:lnTo>
                  <a:pt x="809625" y="504825"/>
                </a:lnTo>
                <a:lnTo>
                  <a:pt x="895350" y="438150"/>
                </a:lnTo>
                <a:lnTo>
                  <a:pt x="990600" y="438150"/>
                </a:lnTo>
                <a:lnTo>
                  <a:pt x="1085850" y="371475"/>
                </a:lnTo>
                <a:lnTo>
                  <a:pt x="1133475" y="352425"/>
                </a:lnTo>
                <a:lnTo>
                  <a:pt x="1085850" y="247650"/>
                </a:lnTo>
                <a:lnTo>
                  <a:pt x="1143000" y="238125"/>
                </a:lnTo>
                <a:lnTo>
                  <a:pt x="1295400" y="209550"/>
                </a:lnTo>
                <a:lnTo>
                  <a:pt x="1362075" y="285750"/>
                </a:lnTo>
                <a:lnTo>
                  <a:pt x="1400175" y="285750"/>
                </a:lnTo>
                <a:lnTo>
                  <a:pt x="1381125" y="314325"/>
                </a:lnTo>
                <a:lnTo>
                  <a:pt x="1352550" y="209550"/>
                </a:lnTo>
                <a:lnTo>
                  <a:pt x="1333500" y="200025"/>
                </a:lnTo>
                <a:lnTo>
                  <a:pt x="1457325" y="171450"/>
                </a:lnTo>
                <a:lnTo>
                  <a:pt x="1524000" y="152400"/>
                </a:lnTo>
                <a:lnTo>
                  <a:pt x="1514475" y="161925"/>
                </a:lnTo>
                <a:lnTo>
                  <a:pt x="1590675" y="95250"/>
                </a:lnTo>
                <a:lnTo>
                  <a:pt x="1581150" y="47625"/>
                </a:lnTo>
                <a:lnTo>
                  <a:pt x="1581150" y="57150"/>
                </a:lnTo>
                <a:lnTo>
                  <a:pt x="1619250" y="57150"/>
                </a:lnTo>
                <a:lnTo>
                  <a:pt x="1647825" y="28575"/>
                </a:lnTo>
                <a:lnTo>
                  <a:pt x="1724025" y="0"/>
                </a:lnTo>
                <a:lnTo>
                  <a:pt x="1781175" y="85725"/>
                </a:lnTo>
                <a:lnTo>
                  <a:pt x="1809750" y="85725"/>
                </a:lnTo>
                <a:lnTo>
                  <a:pt x="1828800" y="133350"/>
                </a:lnTo>
                <a:lnTo>
                  <a:pt x="1952625" y="66675"/>
                </a:lnTo>
                <a:lnTo>
                  <a:pt x="1962150" y="95250"/>
                </a:lnTo>
                <a:lnTo>
                  <a:pt x="2019300" y="104775"/>
                </a:lnTo>
                <a:lnTo>
                  <a:pt x="2038350" y="142875"/>
                </a:lnTo>
                <a:lnTo>
                  <a:pt x="2114550" y="171450"/>
                </a:lnTo>
                <a:lnTo>
                  <a:pt x="2124075" y="123825"/>
                </a:lnTo>
                <a:lnTo>
                  <a:pt x="2143125" y="104775"/>
                </a:lnTo>
                <a:lnTo>
                  <a:pt x="2219325" y="161925"/>
                </a:lnTo>
                <a:lnTo>
                  <a:pt x="2247900" y="171450"/>
                </a:lnTo>
                <a:lnTo>
                  <a:pt x="2314575" y="180975"/>
                </a:lnTo>
                <a:lnTo>
                  <a:pt x="2333625" y="200025"/>
                </a:lnTo>
                <a:lnTo>
                  <a:pt x="2390775" y="219075"/>
                </a:lnTo>
                <a:lnTo>
                  <a:pt x="2466975" y="228600"/>
                </a:lnTo>
                <a:lnTo>
                  <a:pt x="2543175" y="257175"/>
                </a:lnTo>
                <a:lnTo>
                  <a:pt x="2581275" y="238125"/>
                </a:lnTo>
                <a:lnTo>
                  <a:pt x="2571750" y="247650"/>
                </a:lnTo>
                <a:lnTo>
                  <a:pt x="2676525" y="295275"/>
                </a:lnTo>
                <a:lnTo>
                  <a:pt x="2667000" y="285750"/>
                </a:lnTo>
                <a:lnTo>
                  <a:pt x="2705100" y="323850"/>
                </a:lnTo>
                <a:lnTo>
                  <a:pt x="2762250" y="304800"/>
                </a:lnTo>
                <a:lnTo>
                  <a:pt x="2819400" y="285750"/>
                </a:lnTo>
                <a:lnTo>
                  <a:pt x="2838450" y="304800"/>
                </a:lnTo>
                <a:lnTo>
                  <a:pt x="2924175" y="295275"/>
                </a:lnTo>
                <a:lnTo>
                  <a:pt x="2971800" y="304800"/>
                </a:lnTo>
                <a:lnTo>
                  <a:pt x="2971800" y="323850"/>
                </a:lnTo>
                <a:lnTo>
                  <a:pt x="3028950" y="352425"/>
                </a:lnTo>
                <a:lnTo>
                  <a:pt x="3067050" y="361950"/>
                </a:lnTo>
                <a:lnTo>
                  <a:pt x="3133725" y="428625"/>
                </a:lnTo>
                <a:lnTo>
                  <a:pt x="3133725" y="409575"/>
                </a:lnTo>
                <a:lnTo>
                  <a:pt x="3219450" y="400050"/>
                </a:lnTo>
                <a:lnTo>
                  <a:pt x="3238500" y="419100"/>
                </a:lnTo>
                <a:lnTo>
                  <a:pt x="3257550" y="428625"/>
                </a:lnTo>
                <a:lnTo>
                  <a:pt x="3305175" y="428625"/>
                </a:lnTo>
                <a:lnTo>
                  <a:pt x="3343275" y="466725"/>
                </a:lnTo>
                <a:lnTo>
                  <a:pt x="3390900" y="495300"/>
                </a:lnTo>
                <a:lnTo>
                  <a:pt x="3448050" y="457200"/>
                </a:lnTo>
                <a:lnTo>
                  <a:pt x="3429000" y="704850"/>
                </a:lnTo>
                <a:lnTo>
                  <a:pt x="3324225" y="666750"/>
                </a:lnTo>
                <a:lnTo>
                  <a:pt x="3228975" y="685800"/>
                </a:lnTo>
                <a:lnTo>
                  <a:pt x="3295650" y="752475"/>
                </a:lnTo>
                <a:lnTo>
                  <a:pt x="3238500" y="895350"/>
                </a:lnTo>
                <a:lnTo>
                  <a:pt x="3248025" y="904875"/>
                </a:lnTo>
                <a:lnTo>
                  <a:pt x="3267075" y="942975"/>
                </a:lnTo>
                <a:lnTo>
                  <a:pt x="3305175" y="923925"/>
                </a:lnTo>
                <a:lnTo>
                  <a:pt x="3362325" y="1066800"/>
                </a:lnTo>
                <a:lnTo>
                  <a:pt x="3409950" y="1076325"/>
                </a:lnTo>
                <a:lnTo>
                  <a:pt x="3419475" y="1152525"/>
                </a:lnTo>
                <a:lnTo>
                  <a:pt x="3495675" y="1247775"/>
                </a:lnTo>
                <a:lnTo>
                  <a:pt x="3543300" y="1247775"/>
                </a:lnTo>
                <a:lnTo>
                  <a:pt x="3533775" y="1295400"/>
                </a:lnTo>
                <a:lnTo>
                  <a:pt x="3467100" y="1314450"/>
                </a:lnTo>
                <a:lnTo>
                  <a:pt x="3514725" y="1314450"/>
                </a:lnTo>
                <a:lnTo>
                  <a:pt x="3543300" y="1314450"/>
                </a:lnTo>
                <a:lnTo>
                  <a:pt x="3524250" y="1381125"/>
                </a:lnTo>
                <a:lnTo>
                  <a:pt x="3495675" y="1428750"/>
                </a:lnTo>
                <a:lnTo>
                  <a:pt x="3486150" y="1466850"/>
                </a:lnTo>
                <a:lnTo>
                  <a:pt x="3486150" y="1495425"/>
                </a:lnTo>
                <a:lnTo>
                  <a:pt x="3457575" y="1543050"/>
                </a:lnTo>
                <a:lnTo>
                  <a:pt x="3429000" y="1619250"/>
                </a:lnTo>
                <a:lnTo>
                  <a:pt x="3495675" y="1666875"/>
                </a:lnTo>
                <a:lnTo>
                  <a:pt x="3476625" y="1695450"/>
                </a:lnTo>
                <a:lnTo>
                  <a:pt x="3486150" y="1752600"/>
                </a:lnTo>
                <a:lnTo>
                  <a:pt x="3457575" y="1857375"/>
                </a:lnTo>
                <a:lnTo>
                  <a:pt x="3495675" y="1981200"/>
                </a:lnTo>
                <a:lnTo>
                  <a:pt x="3457575" y="2009775"/>
                </a:lnTo>
                <a:lnTo>
                  <a:pt x="3448050" y="2066925"/>
                </a:lnTo>
                <a:lnTo>
                  <a:pt x="3486150" y="2143125"/>
                </a:lnTo>
                <a:lnTo>
                  <a:pt x="3467100" y="2181225"/>
                </a:lnTo>
                <a:lnTo>
                  <a:pt x="3362325" y="2305050"/>
                </a:lnTo>
                <a:lnTo>
                  <a:pt x="3381375" y="2276475"/>
                </a:lnTo>
                <a:lnTo>
                  <a:pt x="3305175" y="2305050"/>
                </a:lnTo>
                <a:lnTo>
                  <a:pt x="3314700" y="2286000"/>
                </a:lnTo>
                <a:lnTo>
                  <a:pt x="3343275" y="2276475"/>
                </a:lnTo>
                <a:lnTo>
                  <a:pt x="3429000" y="2314575"/>
                </a:lnTo>
                <a:lnTo>
                  <a:pt x="3352800" y="2495550"/>
                </a:lnTo>
                <a:lnTo>
                  <a:pt x="3209925" y="2619375"/>
                </a:lnTo>
                <a:lnTo>
                  <a:pt x="3362325" y="2714625"/>
                </a:lnTo>
                <a:lnTo>
                  <a:pt x="3276600" y="2714625"/>
                </a:lnTo>
                <a:lnTo>
                  <a:pt x="3371850" y="2686050"/>
                </a:lnTo>
                <a:lnTo>
                  <a:pt x="3390900" y="2657475"/>
                </a:lnTo>
                <a:lnTo>
                  <a:pt x="3438525" y="2762250"/>
                </a:lnTo>
                <a:lnTo>
                  <a:pt x="3467100" y="2847975"/>
                </a:lnTo>
                <a:lnTo>
                  <a:pt x="3514725" y="2905125"/>
                </a:lnTo>
                <a:lnTo>
                  <a:pt x="3486150" y="3028950"/>
                </a:lnTo>
                <a:lnTo>
                  <a:pt x="3543300" y="2981325"/>
                </a:lnTo>
                <a:lnTo>
                  <a:pt x="3600450" y="3000375"/>
                </a:lnTo>
                <a:lnTo>
                  <a:pt x="3571875" y="3057525"/>
                </a:lnTo>
                <a:lnTo>
                  <a:pt x="3400425" y="3124200"/>
                </a:lnTo>
                <a:lnTo>
                  <a:pt x="3371850" y="3228975"/>
                </a:lnTo>
                <a:lnTo>
                  <a:pt x="3409950" y="3286125"/>
                </a:lnTo>
                <a:lnTo>
                  <a:pt x="3457575" y="3343275"/>
                </a:lnTo>
                <a:lnTo>
                  <a:pt x="3486150" y="3362325"/>
                </a:lnTo>
                <a:lnTo>
                  <a:pt x="3362325" y="3352800"/>
                </a:lnTo>
                <a:lnTo>
                  <a:pt x="3314700" y="3343275"/>
                </a:lnTo>
                <a:lnTo>
                  <a:pt x="3333750" y="3400425"/>
                </a:lnTo>
                <a:lnTo>
                  <a:pt x="3276600" y="3505200"/>
                </a:lnTo>
                <a:lnTo>
                  <a:pt x="3286125" y="3552825"/>
                </a:lnTo>
                <a:lnTo>
                  <a:pt x="3276600" y="3571875"/>
                </a:lnTo>
                <a:lnTo>
                  <a:pt x="3286125" y="3619500"/>
                </a:lnTo>
                <a:lnTo>
                  <a:pt x="3267075" y="3667125"/>
                </a:lnTo>
                <a:lnTo>
                  <a:pt x="3267075" y="3762375"/>
                </a:lnTo>
                <a:lnTo>
                  <a:pt x="3314700" y="3819525"/>
                </a:lnTo>
                <a:lnTo>
                  <a:pt x="3295650" y="3886200"/>
                </a:lnTo>
                <a:lnTo>
                  <a:pt x="3095625" y="3943350"/>
                </a:lnTo>
                <a:lnTo>
                  <a:pt x="3105150" y="3990975"/>
                </a:lnTo>
                <a:lnTo>
                  <a:pt x="3086100" y="4010025"/>
                </a:lnTo>
                <a:lnTo>
                  <a:pt x="3067050" y="3990975"/>
                </a:lnTo>
                <a:lnTo>
                  <a:pt x="3057525" y="4048125"/>
                </a:lnTo>
                <a:lnTo>
                  <a:pt x="3086100" y="4086225"/>
                </a:lnTo>
                <a:lnTo>
                  <a:pt x="2990850" y="4143375"/>
                </a:lnTo>
                <a:lnTo>
                  <a:pt x="2914650" y="4257675"/>
                </a:lnTo>
                <a:lnTo>
                  <a:pt x="2809875" y="4286250"/>
                </a:lnTo>
                <a:lnTo>
                  <a:pt x="2819400" y="4352925"/>
                </a:lnTo>
                <a:lnTo>
                  <a:pt x="2771775" y="4391025"/>
                </a:lnTo>
                <a:lnTo>
                  <a:pt x="2714625" y="4429125"/>
                </a:lnTo>
                <a:lnTo>
                  <a:pt x="2667000" y="4467225"/>
                </a:lnTo>
                <a:lnTo>
                  <a:pt x="2657475" y="4448175"/>
                </a:lnTo>
                <a:lnTo>
                  <a:pt x="2667000" y="4476750"/>
                </a:lnTo>
                <a:lnTo>
                  <a:pt x="2733675" y="4495800"/>
                </a:lnTo>
                <a:lnTo>
                  <a:pt x="2733675" y="4600575"/>
                </a:lnTo>
                <a:lnTo>
                  <a:pt x="2667000" y="4695825"/>
                </a:lnTo>
                <a:lnTo>
                  <a:pt x="2667000" y="4714875"/>
                </a:lnTo>
                <a:lnTo>
                  <a:pt x="2619375" y="4791075"/>
                </a:lnTo>
                <a:lnTo>
                  <a:pt x="2562225" y="4838700"/>
                </a:lnTo>
                <a:lnTo>
                  <a:pt x="2524125" y="4914900"/>
                </a:lnTo>
                <a:lnTo>
                  <a:pt x="2524125" y="4924425"/>
                </a:lnTo>
                <a:lnTo>
                  <a:pt x="2514600" y="4924425"/>
                </a:lnTo>
                <a:lnTo>
                  <a:pt x="2486025" y="5010150"/>
                </a:lnTo>
                <a:lnTo>
                  <a:pt x="2419350" y="5000625"/>
                </a:lnTo>
                <a:lnTo>
                  <a:pt x="2390775" y="5133975"/>
                </a:lnTo>
                <a:lnTo>
                  <a:pt x="2362200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-2276475" y="4857750"/>
            <a:ext cx="1790700" cy="2619375"/>
          </a:xfrm>
          <a:custGeom>
            <a:avLst/>
            <a:gdLst/>
            <a:ahLst/>
            <a:cxnLst/>
            <a:rect l="l" t="t" r="r" b="b"/>
            <a:pathLst>
              <a:path w="1790700" h="2619375">
                <a:moveTo>
                  <a:pt x="1123950" y="2619375"/>
                </a:moveTo>
                <a:lnTo>
                  <a:pt x="1123950" y="2533650"/>
                </a:lnTo>
                <a:lnTo>
                  <a:pt x="1047750" y="2571750"/>
                </a:lnTo>
                <a:lnTo>
                  <a:pt x="1066800" y="2571750"/>
                </a:lnTo>
                <a:lnTo>
                  <a:pt x="1028700" y="2476500"/>
                </a:lnTo>
                <a:lnTo>
                  <a:pt x="952500" y="2409825"/>
                </a:lnTo>
                <a:lnTo>
                  <a:pt x="952500" y="2505075"/>
                </a:lnTo>
                <a:lnTo>
                  <a:pt x="962025" y="2495550"/>
                </a:lnTo>
                <a:lnTo>
                  <a:pt x="885825" y="2457450"/>
                </a:lnTo>
                <a:lnTo>
                  <a:pt x="876300" y="2419350"/>
                </a:lnTo>
                <a:lnTo>
                  <a:pt x="923925" y="2438400"/>
                </a:lnTo>
                <a:lnTo>
                  <a:pt x="857250" y="2438400"/>
                </a:lnTo>
                <a:lnTo>
                  <a:pt x="876300" y="2333625"/>
                </a:lnTo>
                <a:lnTo>
                  <a:pt x="895350" y="2343150"/>
                </a:lnTo>
                <a:lnTo>
                  <a:pt x="876300" y="2343150"/>
                </a:lnTo>
                <a:lnTo>
                  <a:pt x="885825" y="2257425"/>
                </a:lnTo>
                <a:lnTo>
                  <a:pt x="838200" y="2219325"/>
                </a:lnTo>
                <a:lnTo>
                  <a:pt x="847725" y="2171700"/>
                </a:lnTo>
                <a:lnTo>
                  <a:pt x="866775" y="2181225"/>
                </a:lnTo>
                <a:lnTo>
                  <a:pt x="838200" y="2133600"/>
                </a:lnTo>
                <a:lnTo>
                  <a:pt x="790575" y="2143125"/>
                </a:lnTo>
                <a:lnTo>
                  <a:pt x="723900" y="2181225"/>
                </a:lnTo>
                <a:lnTo>
                  <a:pt x="762000" y="2124075"/>
                </a:lnTo>
                <a:lnTo>
                  <a:pt x="762000" y="2105025"/>
                </a:lnTo>
                <a:lnTo>
                  <a:pt x="771525" y="2085975"/>
                </a:lnTo>
                <a:lnTo>
                  <a:pt x="771525" y="2095500"/>
                </a:lnTo>
                <a:lnTo>
                  <a:pt x="742950" y="2066925"/>
                </a:lnTo>
                <a:lnTo>
                  <a:pt x="676275" y="2066925"/>
                </a:lnTo>
                <a:lnTo>
                  <a:pt x="647700" y="2047875"/>
                </a:lnTo>
                <a:lnTo>
                  <a:pt x="600075" y="1962150"/>
                </a:lnTo>
                <a:lnTo>
                  <a:pt x="628650" y="1952625"/>
                </a:lnTo>
                <a:lnTo>
                  <a:pt x="609600" y="1933575"/>
                </a:lnTo>
                <a:lnTo>
                  <a:pt x="581025" y="1952625"/>
                </a:lnTo>
                <a:lnTo>
                  <a:pt x="561975" y="1924050"/>
                </a:lnTo>
                <a:lnTo>
                  <a:pt x="561975" y="1895475"/>
                </a:lnTo>
                <a:lnTo>
                  <a:pt x="542925" y="1838325"/>
                </a:lnTo>
                <a:lnTo>
                  <a:pt x="514350" y="1847850"/>
                </a:lnTo>
                <a:lnTo>
                  <a:pt x="504825" y="1800225"/>
                </a:lnTo>
                <a:lnTo>
                  <a:pt x="466725" y="1733550"/>
                </a:lnTo>
                <a:lnTo>
                  <a:pt x="457200" y="1714500"/>
                </a:lnTo>
                <a:lnTo>
                  <a:pt x="428625" y="1685925"/>
                </a:lnTo>
                <a:lnTo>
                  <a:pt x="400050" y="1647825"/>
                </a:lnTo>
                <a:lnTo>
                  <a:pt x="409575" y="1638300"/>
                </a:lnTo>
                <a:lnTo>
                  <a:pt x="371475" y="1600200"/>
                </a:lnTo>
                <a:lnTo>
                  <a:pt x="390525" y="1590675"/>
                </a:lnTo>
                <a:lnTo>
                  <a:pt x="342900" y="1562100"/>
                </a:lnTo>
                <a:lnTo>
                  <a:pt x="352425" y="1504950"/>
                </a:lnTo>
                <a:lnTo>
                  <a:pt x="323850" y="1476375"/>
                </a:lnTo>
                <a:lnTo>
                  <a:pt x="285750" y="1447800"/>
                </a:lnTo>
                <a:lnTo>
                  <a:pt x="323850" y="1409700"/>
                </a:lnTo>
                <a:lnTo>
                  <a:pt x="257175" y="1371600"/>
                </a:lnTo>
                <a:lnTo>
                  <a:pt x="257175" y="1352550"/>
                </a:lnTo>
                <a:lnTo>
                  <a:pt x="247650" y="1343025"/>
                </a:lnTo>
                <a:lnTo>
                  <a:pt x="219075" y="1276350"/>
                </a:lnTo>
                <a:lnTo>
                  <a:pt x="200025" y="1266825"/>
                </a:lnTo>
                <a:lnTo>
                  <a:pt x="161925" y="1247775"/>
                </a:lnTo>
                <a:lnTo>
                  <a:pt x="152400" y="1228725"/>
                </a:lnTo>
                <a:lnTo>
                  <a:pt x="142875" y="1181100"/>
                </a:lnTo>
                <a:lnTo>
                  <a:pt x="142875" y="1133475"/>
                </a:lnTo>
                <a:lnTo>
                  <a:pt x="95250" y="1133475"/>
                </a:lnTo>
                <a:lnTo>
                  <a:pt x="95250" y="1085850"/>
                </a:lnTo>
                <a:lnTo>
                  <a:pt x="57150" y="1076325"/>
                </a:lnTo>
                <a:lnTo>
                  <a:pt x="38100" y="1047750"/>
                </a:lnTo>
                <a:lnTo>
                  <a:pt x="19050" y="990600"/>
                </a:lnTo>
                <a:lnTo>
                  <a:pt x="0" y="971550"/>
                </a:lnTo>
                <a:lnTo>
                  <a:pt x="38100" y="981075"/>
                </a:lnTo>
                <a:lnTo>
                  <a:pt x="19050" y="962025"/>
                </a:lnTo>
                <a:lnTo>
                  <a:pt x="38100" y="914400"/>
                </a:lnTo>
                <a:lnTo>
                  <a:pt x="28575" y="914400"/>
                </a:lnTo>
                <a:lnTo>
                  <a:pt x="57150" y="904875"/>
                </a:lnTo>
                <a:lnTo>
                  <a:pt x="85725" y="866775"/>
                </a:lnTo>
                <a:lnTo>
                  <a:pt x="57150" y="838200"/>
                </a:lnTo>
                <a:lnTo>
                  <a:pt x="57150" y="838200"/>
                </a:lnTo>
                <a:lnTo>
                  <a:pt x="76200" y="819150"/>
                </a:lnTo>
                <a:lnTo>
                  <a:pt x="95250" y="781050"/>
                </a:lnTo>
                <a:lnTo>
                  <a:pt x="95250" y="762000"/>
                </a:lnTo>
                <a:lnTo>
                  <a:pt x="104775" y="723900"/>
                </a:lnTo>
                <a:lnTo>
                  <a:pt x="95250" y="704850"/>
                </a:lnTo>
                <a:lnTo>
                  <a:pt x="123825" y="657225"/>
                </a:lnTo>
                <a:lnTo>
                  <a:pt x="142875" y="647700"/>
                </a:lnTo>
                <a:lnTo>
                  <a:pt x="114300" y="628650"/>
                </a:lnTo>
                <a:lnTo>
                  <a:pt x="161925" y="600075"/>
                </a:lnTo>
                <a:lnTo>
                  <a:pt x="161925" y="561975"/>
                </a:lnTo>
                <a:lnTo>
                  <a:pt x="152400" y="571500"/>
                </a:lnTo>
                <a:lnTo>
                  <a:pt x="171450" y="542925"/>
                </a:lnTo>
                <a:lnTo>
                  <a:pt x="190500" y="514350"/>
                </a:lnTo>
                <a:lnTo>
                  <a:pt x="180975" y="466725"/>
                </a:lnTo>
                <a:lnTo>
                  <a:pt x="171450" y="438150"/>
                </a:lnTo>
                <a:lnTo>
                  <a:pt x="180975" y="409575"/>
                </a:lnTo>
                <a:lnTo>
                  <a:pt x="190500" y="390525"/>
                </a:lnTo>
                <a:lnTo>
                  <a:pt x="219075" y="361950"/>
                </a:lnTo>
                <a:lnTo>
                  <a:pt x="228600" y="371475"/>
                </a:lnTo>
                <a:lnTo>
                  <a:pt x="228600" y="333375"/>
                </a:lnTo>
                <a:lnTo>
                  <a:pt x="228600" y="323850"/>
                </a:lnTo>
                <a:lnTo>
                  <a:pt x="219075" y="304800"/>
                </a:lnTo>
                <a:lnTo>
                  <a:pt x="247650" y="266700"/>
                </a:lnTo>
                <a:lnTo>
                  <a:pt x="257175" y="266700"/>
                </a:lnTo>
                <a:lnTo>
                  <a:pt x="314325" y="219075"/>
                </a:lnTo>
                <a:lnTo>
                  <a:pt x="276225" y="304800"/>
                </a:lnTo>
                <a:lnTo>
                  <a:pt x="361950" y="247650"/>
                </a:lnTo>
                <a:lnTo>
                  <a:pt x="409575" y="266700"/>
                </a:lnTo>
                <a:lnTo>
                  <a:pt x="400050" y="257175"/>
                </a:lnTo>
                <a:lnTo>
                  <a:pt x="438150" y="266700"/>
                </a:lnTo>
                <a:lnTo>
                  <a:pt x="514350" y="238125"/>
                </a:lnTo>
                <a:lnTo>
                  <a:pt x="571500" y="219075"/>
                </a:lnTo>
                <a:lnTo>
                  <a:pt x="485775" y="238125"/>
                </a:lnTo>
                <a:lnTo>
                  <a:pt x="523875" y="247650"/>
                </a:lnTo>
                <a:lnTo>
                  <a:pt x="647700" y="266700"/>
                </a:lnTo>
                <a:lnTo>
                  <a:pt x="666750" y="171450"/>
                </a:lnTo>
                <a:lnTo>
                  <a:pt x="723900" y="152400"/>
                </a:lnTo>
                <a:lnTo>
                  <a:pt x="704850" y="152400"/>
                </a:lnTo>
                <a:lnTo>
                  <a:pt x="676275" y="114300"/>
                </a:lnTo>
                <a:lnTo>
                  <a:pt x="657225" y="123825"/>
                </a:lnTo>
                <a:lnTo>
                  <a:pt x="695325" y="114300"/>
                </a:lnTo>
                <a:lnTo>
                  <a:pt x="704850" y="66675"/>
                </a:lnTo>
                <a:lnTo>
                  <a:pt x="809625" y="0"/>
                </a:lnTo>
                <a:lnTo>
                  <a:pt x="762000" y="66675"/>
                </a:lnTo>
                <a:lnTo>
                  <a:pt x="828675" y="66675"/>
                </a:lnTo>
                <a:lnTo>
                  <a:pt x="838200" y="38100"/>
                </a:lnTo>
                <a:lnTo>
                  <a:pt x="838200" y="76200"/>
                </a:lnTo>
                <a:lnTo>
                  <a:pt x="819150" y="85725"/>
                </a:lnTo>
                <a:lnTo>
                  <a:pt x="828675" y="85725"/>
                </a:lnTo>
                <a:lnTo>
                  <a:pt x="800100" y="85725"/>
                </a:lnTo>
                <a:lnTo>
                  <a:pt x="838200" y="66675"/>
                </a:lnTo>
                <a:lnTo>
                  <a:pt x="895350" y="95250"/>
                </a:lnTo>
                <a:lnTo>
                  <a:pt x="904875" y="66675"/>
                </a:lnTo>
                <a:lnTo>
                  <a:pt x="933450" y="133350"/>
                </a:lnTo>
                <a:lnTo>
                  <a:pt x="971550" y="142875"/>
                </a:lnTo>
                <a:lnTo>
                  <a:pt x="1019175" y="114300"/>
                </a:lnTo>
                <a:lnTo>
                  <a:pt x="1009650" y="95250"/>
                </a:lnTo>
                <a:lnTo>
                  <a:pt x="1038225" y="114300"/>
                </a:lnTo>
                <a:lnTo>
                  <a:pt x="1057275" y="104775"/>
                </a:lnTo>
                <a:lnTo>
                  <a:pt x="1095375" y="142875"/>
                </a:lnTo>
                <a:lnTo>
                  <a:pt x="1114425" y="142875"/>
                </a:lnTo>
                <a:lnTo>
                  <a:pt x="1152525" y="123825"/>
                </a:lnTo>
                <a:lnTo>
                  <a:pt x="1171575" y="114300"/>
                </a:lnTo>
                <a:lnTo>
                  <a:pt x="1181100" y="152400"/>
                </a:lnTo>
                <a:lnTo>
                  <a:pt x="1228725" y="171450"/>
                </a:lnTo>
                <a:lnTo>
                  <a:pt x="1257300" y="142875"/>
                </a:lnTo>
                <a:lnTo>
                  <a:pt x="1276350" y="152400"/>
                </a:lnTo>
                <a:lnTo>
                  <a:pt x="1285875" y="171450"/>
                </a:lnTo>
                <a:lnTo>
                  <a:pt x="1314450" y="161925"/>
                </a:lnTo>
                <a:lnTo>
                  <a:pt x="1323975" y="200025"/>
                </a:lnTo>
                <a:lnTo>
                  <a:pt x="1362075" y="190500"/>
                </a:lnTo>
                <a:lnTo>
                  <a:pt x="1381125" y="180975"/>
                </a:lnTo>
                <a:lnTo>
                  <a:pt x="1371600" y="190500"/>
                </a:lnTo>
                <a:lnTo>
                  <a:pt x="1409700" y="171450"/>
                </a:lnTo>
                <a:lnTo>
                  <a:pt x="1419225" y="190500"/>
                </a:lnTo>
                <a:lnTo>
                  <a:pt x="1447800" y="209550"/>
                </a:lnTo>
                <a:lnTo>
                  <a:pt x="1447800" y="209550"/>
                </a:lnTo>
                <a:lnTo>
                  <a:pt x="1485900" y="228600"/>
                </a:lnTo>
                <a:lnTo>
                  <a:pt x="1533525" y="238125"/>
                </a:lnTo>
                <a:lnTo>
                  <a:pt x="1533525" y="228600"/>
                </a:lnTo>
                <a:lnTo>
                  <a:pt x="1571625" y="238125"/>
                </a:lnTo>
                <a:lnTo>
                  <a:pt x="1600200" y="266700"/>
                </a:lnTo>
                <a:lnTo>
                  <a:pt x="1609725" y="285750"/>
                </a:lnTo>
                <a:lnTo>
                  <a:pt x="1619250" y="276225"/>
                </a:lnTo>
                <a:lnTo>
                  <a:pt x="1628775" y="257175"/>
                </a:lnTo>
                <a:lnTo>
                  <a:pt x="1657350" y="257175"/>
                </a:lnTo>
                <a:lnTo>
                  <a:pt x="1695450" y="285750"/>
                </a:lnTo>
                <a:lnTo>
                  <a:pt x="1714500" y="266700"/>
                </a:lnTo>
                <a:lnTo>
                  <a:pt x="1600200" y="400050"/>
                </a:lnTo>
                <a:lnTo>
                  <a:pt x="1590675" y="533400"/>
                </a:lnTo>
                <a:lnTo>
                  <a:pt x="1647825" y="504825"/>
                </a:lnTo>
                <a:lnTo>
                  <a:pt x="1619250" y="419100"/>
                </a:lnTo>
                <a:lnTo>
                  <a:pt x="1552575" y="485775"/>
                </a:lnTo>
                <a:lnTo>
                  <a:pt x="1562100" y="504825"/>
                </a:lnTo>
                <a:lnTo>
                  <a:pt x="1619250" y="542925"/>
                </a:lnTo>
                <a:lnTo>
                  <a:pt x="1657350" y="485775"/>
                </a:lnTo>
                <a:lnTo>
                  <a:pt x="1704975" y="571500"/>
                </a:lnTo>
                <a:lnTo>
                  <a:pt x="1752600" y="619125"/>
                </a:lnTo>
                <a:lnTo>
                  <a:pt x="1724025" y="657225"/>
                </a:lnTo>
                <a:lnTo>
                  <a:pt x="1733550" y="666750"/>
                </a:lnTo>
                <a:lnTo>
                  <a:pt x="1781175" y="638175"/>
                </a:lnTo>
                <a:lnTo>
                  <a:pt x="1724025" y="666750"/>
                </a:lnTo>
                <a:lnTo>
                  <a:pt x="1714500" y="666750"/>
                </a:lnTo>
                <a:lnTo>
                  <a:pt x="1733550" y="695325"/>
                </a:lnTo>
                <a:lnTo>
                  <a:pt x="1724025" y="666750"/>
                </a:lnTo>
                <a:lnTo>
                  <a:pt x="1724025" y="733425"/>
                </a:lnTo>
                <a:lnTo>
                  <a:pt x="1724025" y="752475"/>
                </a:lnTo>
                <a:lnTo>
                  <a:pt x="1714500" y="762000"/>
                </a:lnTo>
                <a:lnTo>
                  <a:pt x="1695450" y="762000"/>
                </a:lnTo>
                <a:lnTo>
                  <a:pt x="1704975" y="742950"/>
                </a:lnTo>
                <a:lnTo>
                  <a:pt x="1743075" y="781050"/>
                </a:lnTo>
                <a:lnTo>
                  <a:pt x="1704975" y="857250"/>
                </a:lnTo>
                <a:lnTo>
                  <a:pt x="1724025" y="866775"/>
                </a:lnTo>
                <a:lnTo>
                  <a:pt x="1714500" y="914400"/>
                </a:lnTo>
                <a:lnTo>
                  <a:pt x="1714500" y="962025"/>
                </a:lnTo>
                <a:lnTo>
                  <a:pt x="1714500" y="1000125"/>
                </a:lnTo>
                <a:lnTo>
                  <a:pt x="1733550" y="1000125"/>
                </a:lnTo>
                <a:lnTo>
                  <a:pt x="1724025" y="1076325"/>
                </a:lnTo>
                <a:lnTo>
                  <a:pt x="1733550" y="1095375"/>
                </a:lnTo>
                <a:lnTo>
                  <a:pt x="1733550" y="1104900"/>
                </a:lnTo>
                <a:lnTo>
                  <a:pt x="1724025" y="1209675"/>
                </a:lnTo>
                <a:lnTo>
                  <a:pt x="1790700" y="1209675"/>
                </a:lnTo>
                <a:lnTo>
                  <a:pt x="1638300" y="1143000"/>
                </a:lnTo>
                <a:lnTo>
                  <a:pt x="1657350" y="1162050"/>
                </a:lnTo>
                <a:lnTo>
                  <a:pt x="1695450" y="1219200"/>
                </a:lnTo>
                <a:lnTo>
                  <a:pt x="1638300" y="1162050"/>
                </a:lnTo>
                <a:lnTo>
                  <a:pt x="1600200" y="1219200"/>
                </a:lnTo>
                <a:lnTo>
                  <a:pt x="1609725" y="1304925"/>
                </a:lnTo>
                <a:lnTo>
                  <a:pt x="1590675" y="1228725"/>
                </a:lnTo>
                <a:lnTo>
                  <a:pt x="1590675" y="1285875"/>
                </a:lnTo>
                <a:lnTo>
                  <a:pt x="1724025" y="1295400"/>
                </a:lnTo>
                <a:lnTo>
                  <a:pt x="1666875" y="1352550"/>
                </a:lnTo>
                <a:lnTo>
                  <a:pt x="1724025" y="1428750"/>
                </a:lnTo>
                <a:lnTo>
                  <a:pt x="1714500" y="1485900"/>
                </a:lnTo>
                <a:lnTo>
                  <a:pt x="1733550" y="1533525"/>
                </a:lnTo>
                <a:lnTo>
                  <a:pt x="1714500" y="1504950"/>
                </a:lnTo>
                <a:lnTo>
                  <a:pt x="1647825" y="1524000"/>
                </a:lnTo>
                <a:lnTo>
                  <a:pt x="1666875" y="1514475"/>
                </a:lnTo>
                <a:lnTo>
                  <a:pt x="1676400" y="1552575"/>
                </a:lnTo>
                <a:lnTo>
                  <a:pt x="1695450" y="1571625"/>
                </a:lnTo>
                <a:lnTo>
                  <a:pt x="1676400" y="1590675"/>
                </a:lnTo>
                <a:lnTo>
                  <a:pt x="1666875" y="1638300"/>
                </a:lnTo>
                <a:lnTo>
                  <a:pt x="1695450" y="1647825"/>
                </a:lnTo>
                <a:lnTo>
                  <a:pt x="1714500" y="1685925"/>
                </a:lnTo>
                <a:lnTo>
                  <a:pt x="1695450" y="1666875"/>
                </a:lnTo>
                <a:lnTo>
                  <a:pt x="1714500" y="1685925"/>
                </a:lnTo>
                <a:lnTo>
                  <a:pt x="1657350" y="1762125"/>
                </a:lnTo>
                <a:lnTo>
                  <a:pt x="1619250" y="1771650"/>
                </a:lnTo>
                <a:lnTo>
                  <a:pt x="1647825" y="1771650"/>
                </a:lnTo>
                <a:lnTo>
                  <a:pt x="1628775" y="1838325"/>
                </a:lnTo>
                <a:lnTo>
                  <a:pt x="1619250" y="1828800"/>
                </a:lnTo>
                <a:lnTo>
                  <a:pt x="1619250" y="1857375"/>
                </a:lnTo>
                <a:lnTo>
                  <a:pt x="1571625" y="1885950"/>
                </a:lnTo>
                <a:lnTo>
                  <a:pt x="1600200" y="1924050"/>
                </a:lnTo>
                <a:lnTo>
                  <a:pt x="1609725" y="1962150"/>
                </a:lnTo>
                <a:lnTo>
                  <a:pt x="1524000" y="1971675"/>
                </a:lnTo>
                <a:lnTo>
                  <a:pt x="1581150" y="1990725"/>
                </a:lnTo>
                <a:lnTo>
                  <a:pt x="1552575" y="1990725"/>
                </a:lnTo>
                <a:lnTo>
                  <a:pt x="1543050" y="1962150"/>
                </a:lnTo>
                <a:lnTo>
                  <a:pt x="1533525" y="2028825"/>
                </a:lnTo>
                <a:lnTo>
                  <a:pt x="1543050" y="2047875"/>
                </a:lnTo>
                <a:lnTo>
                  <a:pt x="1457325" y="2124075"/>
                </a:lnTo>
                <a:lnTo>
                  <a:pt x="1447800" y="2114550"/>
                </a:lnTo>
                <a:lnTo>
                  <a:pt x="1390650" y="2143125"/>
                </a:lnTo>
                <a:lnTo>
                  <a:pt x="1381125" y="2181225"/>
                </a:lnTo>
                <a:lnTo>
                  <a:pt x="1343025" y="2190750"/>
                </a:lnTo>
                <a:lnTo>
                  <a:pt x="1352550" y="2228850"/>
                </a:lnTo>
                <a:lnTo>
                  <a:pt x="1323975" y="2247900"/>
                </a:lnTo>
                <a:lnTo>
                  <a:pt x="1381125" y="2305050"/>
                </a:lnTo>
                <a:lnTo>
                  <a:pt x="1419225" y="2333625"/>
                </a:lnTo>
                <a:lnTo>
                  <a:pt x="1371600" y="2305050"/>
                </a:lnTo>
                <a:lnTo>
                  <a:pt x="1343025" y="2305050"/>
                </a:lnTo>
                <a:lnTo>
                  <a:pt x="1333500" y="2333625"/>
                </a:lnTo>
                <a:lnTo>
                  <a:pt x="1295400" y="2314575"/>
                </a:lnTo>
                <a:lnTo>
                  <a:pt x="1295400" y="2371725"/>
                </a:lnTo>
                <a:lnTo>
                  <a:pt x="1285875" y="2438400"/>
                </a:lnTo>
                <a:lnTo>
                  <a:pt x="1314450" y="2476500"/>
                </a:lnTo>
                <a:lnTo>
                  <a:pt x="1257300" y="2476500"/>
                </a:lnTo>
                <a:lnTo>
                  <a:pt x="1276350" y="2476500"/>
                </a:lnTo>
                <a:lnTo>
                  <a:pt x="1247775" y="2486025"/>
                </a:lnTo>
                <a:lnTo>
                  <a:pt x="1247775" y="2495550"/>
                </a:lnTo>
                <a:lnTo>
                  <a:pt x="1219200" y="2552700"/>
                </a:lnTo>
                <a:lnTo>
                  <a:pt x="1200150" y="25812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-2181225" y="4762500"/>
            <a:ext cx="1762125" cy="2524125"/>
          </a:xfrm>
          <a:custGeom>
            <a:avLst/>
            <a:gdLst/>
            <a:ahLst/>
            <a:cxnLst/>
            <a:rect l="l" t="t" r="r" b="b"/>
            <a:pathLst>
              <a:path w="1762125" h="2524125">
                <a:moveTo>
                  <a:pt x="1123950" y="2524125"/>
                </a:moveTo>
                <a:lnTo>
                  <a:pt x="1171575" y="2447925"/>
                </a:lnTo>
                <a:lnTo>
                  <a:pt x="1162050" y="2428875"/>
                </a:lnTo>
                <a:lnTo>
                  <a:pt x="1028700" y="2390775"/>
                </a:lnTo>
                <a:lnTo>
                  <a:pt x="1000125" y="2381250"/>
                </a:lnTo>
                <a:lnTo>
                  <a:pt x="952500" y="2447925"/>
                </a:lnTo>
                <a:lnTo>
                  <a:pt x="1057275" y="2457450"/>
                </a:lnTo>
                <a:lnTo>
                  <a:pt x="1009650" y="2352675"/>
                </a:lnTo>
                <a:lnTo>
                  <a:pt x="857250" y="2352675"/>
                </a:lnTo>
                <a:lnTo>
                  <a:pt x="933450" y="2314575"/>
                </a:lnTo>
                <a:lnTo>
                  <a:pt x="904875" y="2276475"/>
                </a:lnTo>
                <a:lnTo>
                  <a:pt x="857250" y="2266950"/>
                </a:lnTo>
                <a:lnTo>
                  <a:pt x="857250" y="2257425"/>
                </a:lnTo>
                <a:lnTo>
                  <a:pt x="866775" y="2238375"/>
                </a:lnTo>
                <a:lnTo>
                  <a:pt x="828675" y="2200275"/>
                </a:lnTo>
                <a:lnTo>
                  <a:pt x="828675" y="2181225"/>
                </a:lnTo>
                <a:lnTo>
                  <a:pt x="819150" y="2152650"/>
                </a:lnTo>
                <a:lnTo>
                  <a:pt x="752475" y="2152650"/>
                </a:lnTo>
                <a:lnTo>
                  <a:pt x="809625" y="2133600"/>
                </a:lnTo>
                <a:lnTo>
                  <a:pt x="781050" y="2105025"/>
                </a:lnTo>
                <a:lnTo>
                  <a:pt x="762000" y="2057400"/>
                </a:lnTo>
                <a:lnTo>
                  <a:pt x="800100" y="2057400"/>
                </a:lnTo>
                <a:lnTo>
                  <a:pt x="771525" y="2047875"/>
                </a:lnTo>
                <a:lnTo>
                  <a:pt x="742950" y="2009775"/>
                </a:lnTo>
                <a:lnTo>
                  <a:pt x="714375" y="2000250"/>
                </a:lnTo>
                <a:lnTo>
                  <a:pt x="714375" y="1981200"/>
                </a:lnTo>
                <a:lnTo>
                  <a:pt x="676275" y="1971675"/>
                </a:lnTo>
                <a:lnTo>
                  <a:pt x="638175" y="1971675"/>
                </a:lnTo>
                <a:lnTo>
                  <a:pt x="638175" y="1943100"/>
                </a:lnTo>
                <a:lnTo>
                  <a:pt x="609600" y="1924050"/>
                </a:lnTo>
                <a:lnTo>
                  <a:pt x="581025" y="1924050"/>
                </a:lnTo>
                <a:lnTo>
                  <a:pt x="552450" y="1866900"/>
                </a:lnTo>
                <a:lnTo>
                  <a:pt x="552450" y="1857375"/>
                </a:lnTo>
                <a:lnTo>
                  <a:pt x="514350" y="1800225"/>
                </a:lnTo>
                <a:lnTo>
                  <a:pt x="504825" y="1781175"/>
                </a:lnTo>
                <a:lnTo>
                  <a:pt x="495300" y="1781175"/>
                </a:lnTo>
                <a:lnTo>
                  <a:pt x="495300" y="1752600"/>
                </a:lnTo>
                <a:lnTo>
                  <a:pt x="447675" y="1733550"/>
                </a:lnTo>
                <a:lnTo>
                  <a:pt x="438150" y="1695450"/>
                </a:lnTo>
                <a:lnTo>
                  <a:pt x="428625" y="1628775"/>
                </a:lnTo>
                <a:lnTo>
                  <a:pt x="428625" y="1609725"/>
                </a:lnTo>
                <a:lnTo>
                  <a:pt x="400050" y="1571625"/>
                </a:lnTo>
                <a:lnTo>
                  <a:pt x="390525" y="1533525"/>
                </a:lnTo>
                <a:lnTo>
                  <a:pt x="390525" y="1514475"/>
                </a:lnTo>
                <a:lnTo>
                  <a:pt x="352425" y="1476375"/>
                </a:lnTo>
                <a:lnTo>
                  <a:pt x="304800" y="1476375"/>
                </a:lnTo>
                <a:lnTo>
                  <a:pt x="285750" y="1438275"/>
                </a:lnTo>
                <a:lnTo>
                  <a:pt x="304800" y="1409700"/>
                </a:lnTo>
                <a:lnTo>
                  <a:pt x="276225" y="1371600"/>
                </a:lnTo>
                <a:lnTo>
                  <a:pt x="266700" y="1343025"/>
                </a:lnTo>
                <a:lnTo>
                  <a:pt x="228600" y="1314450"/>
                </a:lnTo>
                <a:lnTo>
                  <a:pt x="209550" y="1276350"/>
                </a:lnTo>
                <a:lnTo>
                  <a:pt x="228600" y="1266825"/>
                </a:lnTo>
                <a:lnTo>
                  <a:pt x="209550" y="1209675"/>
                </a:lnTo>
                <a:lnTo>
                  <a:pt x="171450" y="1190625"/>
                </a:lnTo>
                <a:lnTo>
                  <a:pt x="161925" y="1143000"/>
                </a:lnTo>
                <a:lnTo>
                  <a:pt x="152400" y="1162050"/>
                </a:lnTo>
                <a:lnTo>
                  <a:pt x="142875" y="1114425"/>
                </a:lnTo>
                <a:lnTo>
                  <a:pt x="114300" y="1104900"/>
                </a:lnTo>
                <a:lnTo>
                  <a:pt x="114300" y="1057275"/>
                </a:lnTo>
                <a:lnTo>
                  <a:pt x="85725" y="1047750"/>
                </a:lnTo>
                <a:lnTo>
                  <a:pt x="47625" y="1000125"/>
                </a:lnTo>
                <a:lnTo>
                  <a:pt x="57150" y="981075"/>
                </a:lnTo>
                <a:lnTo>
                  <a:pt x="28575" y="952500"/>
                </a:lnTo>
                <a:lnTo>
                  <a:pt x="19050" y="933450"/>
                </a:lnTo>
                <a:lnTo>
                  <a:pt x="47625" y="914400"/>
                </a:lnTo>
                <a:lnTo>
                  <a:pt x="38100" y="904875"/>
                </a:lnTo>
                <a:lnTo>
                  <a:pt x="19050" y="857250"/>
                </a:lnTo>
                <a:lnTo>
                  <a:pt x="0" y="857250"/>
                </a:lnTo>
                <a:lnTo>
                  <a:pt x="19050" y="819150"/>
                </a:lnTo>
                <a:lnTo>
                  <a:pt x="28575" y="819150"/>
                </a:lnTo>
                <a:lnTo>
                  <a:pt x="38100" y="771525"/>
                </a:lnTo>
                <a:lnTo>
                  <a:pt x="57150" y="781050"/>
                </a:lnTo>
                <a:lnTo>
                  <a:pt x="47625" y="742950"/>
                </a:lnTo>
                <a:lnTo>
                  <a:pt x="57150" y="714375"/>
                </a:lnTo>
                <a:lnTo>
                  <a:pt x="76200" y="685800"/>
                </a:lnTo>
                <a:lnTo>
                  <a:pt x="76200" y="676275"/>
                </a:lnTo>
                <a:lnTo>
                  <a:pt x="85725" y="666750"/>
                </a:lnTo>
                <a:lnTo>
                  <a:pt x="114300" y="600075"/>
                </a:lnTo>
                <a:lnTo>
                  <a:pt x="95250" y="571500"/>
                </a:lnTo>
                <a:lnTo>
                  <a:pt x="123825" y="552450"/>
                </a:lnTo>
                <a:lnTo>
                  <a:pt x="104775" y="533400"/>
                </a:lnTo>
                <a:lnTo>
                  <a:pt x="123825" y="533400"/>
                </a:lnTo>
                <a:lnTo>
                  <a:pt x="142875" y="514350"/>
                </a:lnTo>
                <a:lnTo>
                  <a:pt x="171450" y="466725"/>
                </a:lnTo>
                <a:lnTo>
                  <a:pt x="142875" y="438150"/>
                </a:lnTo>
                <a:lnTo>
                  <a:pt x="161925" y="419100"/>
                </a:lnTo>
                <a:lnTo>
                  <a:pt x="161925" y="371475"/>
                </a:lnTo>
                <a:lnTo>
                  <a:pt x="190500" y="352425"/>
                </a:lnTo>
                <a:lnTo>
                  <a:pt x="200025" y="352425"/>
                </a:lnTo>
                <a:lnTo>
                  <a:pt x="209550" y="323850"/>
                </a:lnTo>
                <a:lnTo>
                  <a:pt x="171450" y="304800"/>
                </a:lnTo>
                <a:lnTo>
                  <a:pt x="190500" y="276225"/>
                </a:lnTo>
                <a:lnTo>
                  <a:pt x="209550" y="257175"/>
                </a:lnTo>
                <a:lnTo>
                  <a:pt x="209550" y="228600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333375" y="200025"/>
                </a:lnTo>
                <a:lnTo>
                  <a:pt x="390525" y="209550"/>
                </a:lnTo>
                <a:lnTo>
                  <a:pt x="457200" y="200025"/>
                </a:lnTo>
                <a:lnTo>
                  <a:pt x="381000" y="219075"/>
                </a:lnTo>
                <a:lnTo>
                  <a:pt x="371475" y="219075"/>
                </a:lnTo>
                <a:lnTo>
                  <a:pt x="447675" y="238125"/>
                </a:lnTo>
                <a:lnTo>
                  <a:pt x="495300" y="190500"/>
                </a:lnTo>
                <a:lnTo>
                  <a:pt x="552450" y="171450"/>
                </a:lnTo>
                <a:lnTo>
                  <a:pt x="571500" y="38100"/>
                </a:lnTo>
                <a:lnTo>
                  <a:pt x="638175" y="142875"/>
                </a:lnTo>
                <a:lnTo>
                  <a:pt x="609600" y="104775"/>
                </a:lnTo>
                <a:lnTo>
                  <a:pt x="638175" y="104775"/>
                </a:lnTo>
                <a:lnTo>
                  <a:pt x="619125" y="123825"/>
                </a:lnTo>
                <a:lnTo>
                  <a:pt x="581025" y="85725"/>
                </a:lnTo>
                <a:lnTo>
                  <a:pt x="619125" y="38100"/>
                </a:lnTo>
                <a:lnTo>
                  <a:pt x="628650" y="57150"/>
                </a:lnTo>
                <a:lnTo>
                  <a:pt x="657225" y="114300"/>
                </a:lnTo>
                <a:lnTo>
                  <a:pt x="666750" y="104775"/>
                </a:lnTo>
                <a:lnTo>
                  <a:pt x="714375" y="95250"/>
                </a:lnTo>
                <a:lnTo>
                  <a:pt x="752475" y="19050"/>
                </a:lnTo>
                <a:lnTo>
                  <a:pt x="771525" y="9525"/>
                </a:lnTo>
                <a:lnTo>
                  <a:pt x="733425" y="66675"/>
                </a:lnTo>
                <a:lnTo>
                  <a:pt x="762000" y="38100"/>
                </a:lnTo>
                <a:lnTo>
                  <a:pt x="800100" y="9525"/>
                </a:lnTo>
                <a:lnTo>
                  <a:pt x="847725" y="38100"/>
                </a:lnTo>
                <a:lnTo>
                  <a:pt x="857250" y="47625"/>
                </a:lnTo>
                <a:lnTo>
                  <a:pt x="885825" y="38100"/>
                </a:lnTo>
                <a:lnTo>
                  <a:pt x="885825" y="47625"/>
                </a:lnTo>
                <a:lnTo>
                  <a:pt x="904875" y="28575"/>
                </a:lnTo>
                <a:lnTo>
                  <a:pt x="933450" y="0"/>
                </a:lnTo>
                <a:lnTo>
                  <a:pt x="942975" y="19050"/>
                </a:lnTo>
                <a:lnTo>
                  <a:pt x="1000125" y="66675"/>
                </a:lnTo>
                <a:lnTo>
                  <a:pt x="971550" y="76200"/>
                </a:lnTo>
                <a:lnTo>
                  <a:pt x="1047750" y="57150"/>
                </a:lnTo>
                <a:lnTo>
                  <a:pt x="1019175" y="66675"/>
                </a:lnTo>
                <a:lnTo>
                  <a:pt x="1066800" y="66675"/>
                </a:lnTo>
                <a:lnTo>
                  <a:pt x="1104900" y="57150"/>
                </a:lnTo>
                <a:lnTo>
                  <a:pt x="1133475" y="76200"/>
                </a:lnTo>
                <a:lnTo>
                  <a:pt x="1152525" y="95250"/>
                </a:lnTo>
                <a:lnTo>
                  <a:pt x="1171575" y="76200"/>
                </a:lnTo>
                <a:lnTo>
                  <a:pt x="1152525" y="85725"/>
                </a:lnTo>
                <a:lnTo>
                  <a:pt x="1209675" y="104775"/>
                </a:lnTo>
                <a:lnTo>
                  <a:pt x="1219200" y="133350"/>
                </a:lnTo>
                <a:lnTo>
                  <a:pt x="1247775" y="114300"/>
                </a:lnTo>
                <a:lnTo>
                  <a:pt x="1266825" y="114300"/>
                </a:lnTo>
                <a:lnTo>
                  <a:pt x="1304925" y="142875"/>
                </a:lnTo>
                <a:lnTo>
                  <a:pt x="1314450" y="152400"/>
                </a:lnTo>
                <a:lnTo>
                  <a:pt x="1333500" y="133350"/>
                </a:lnTo>
                <a:lnTo>
                  <a:pt x="1381125" y="142875"/>
                </a:lnTo>
                <a:lnTo>
                  <a:pt x="1343025" y="133350"/>
                </a:lnTo>
                <a:lnTo>
                  <a:pt x="1390650" y="161925"/>
                </a:lnTo>
                <a:lnTo>
                  <a:pt x="1419225" y="152400"/>
                </a:lnTo>
                <a:lnTo>
                  <a:pt x="1428750" y="152400"/>
                </a:lnTo>
                <a:lnTo>
                  <a:pt x="1428750" y="152400"/>
                </a:lnTo>
                <a:lnTo>
                  <a:pt x="1457325" y="161925"/>
                </a:lnTo>
                <a:lnTo>
                  <a:pt x="1504950" y="161925"/>
                </a:lnTo>
                <a:lnTo>
                  <a:pt x="1504950" y="209550"/>
                </a:lnTo>
                <a:lnTo>
                  <a:pt x="1524000" y="209550"/>
                </a:lnTo>
                <a:lnTo>
                  <a:pt x="1571625" y="209550"/>
                </a:lnTo>
                <a:lnTo>
                  <a:pt x="1581150" y="20002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628775" y="228600"/>
                </a:lnTo>
                <a:lnTo>
                  <a:pt x="1647825" y="209550"/>
                </a:lnTo>
                <a:lnTo>
                  <a:pt x="1600200" y="295275"/>
                </a:lnTo>
                <a:lnTo>
                  <a:pt x="1609725" y="314325"/>
                </a:lnTo>
                <a:lnTo>
                  <a:pt x="1600200" y="304800"/>
                </a:lnTo>
                <a:lnTo>
                  <a:pt x="1581150" y="371475"/>
                </a:lnTo>
                <a:lnTo>
                  <a:pt x="1628775" y="390525"/>
                </a:lnTo>
                <a:lnTo>
                  <a:pt x="1647825" y="428625"/>
                </a:lnTo>
                <a:lnTo>
                  <a:pt x="1619250" y="381000"/>
                </a:lnTo>
                <a:lnTo>
                  <a:pt x="1609725" y="419100"/>
                </a:lnTo>
                <a:lnTo>
                  <a:pt x="1676400" y="533400"/>
                </a:lnTo>
                <a:lnTo>
                  <a:pt x="1724025" y="495300"/>
                </a:lnTo>
                <a:lnTo>
                  <a:pt x="1724025" y="581025"/>
                </a:lnTo>
                <a:lnTo>
                  <a:pt x="1695450" y="561975"/>
                </a:lnTo>
                <a:lnTo>
                  <a:pt x="1695450" y="600075"/>
                </a:lnTo>
                <a:lnTo>
                  <a:pt x="1657350" y="600075"/>
                </a:lnTo>
                <a:lnTo>
                  <a:pt x="1647825" y="619125"/>
                </a:lnTo>
                <a:lnTo>
                  <a:pt x="1676400" y="609600"/>
                </a:lnTo>
                <a:lnTo>
                  <a:pt x="1704975" y="609600"/>
                </a:lnTo>
                <a:lnTo>
                  <a:pt x="1762125" y="638175"/>
                </a:lnTo>
                <a:lnTo>
                  <a:pt x="1714500" y="695325"/>
                </a:lnTo>
                <a:lnTo>
                  <a:pt x="1676400" y="695325"/>
                </a:lnTo>
                <a:lnTo>
                  <a:pt x="1685925" y="723900"/>
                </a:lnTo>
                <a:lnTo>
                  <a:pt x="1704975" y="723900"/>
                </a:lnTo>
                <a:lnTo>
                  <a:pt x="1695450" y="752475"/>
                </a:lnTo>
                <a:lnTo>
                  <a:pt x="1685925" y="790575"/>
                </a:lnTo>
                <a:lnTo>
                  <a:pt x="1638300" y="800100"/>
                </a:lnTo>
                <a:lnTo>
                  <a:pt x="1657350" y="828675"/>
                </a:lnTo>
                <a:lnTo>
                  <a:pt x="1628775" y="866775"/>
                </a:lnTo>
                <a:lnTo>
                  <a:pt x="1685925" y="914400"/>
                </a:lnTo>
                <a:lnTo>
                  <a:pt x="1704975" y="942975"/>
                </a:lnTo>
                <a:lnTo>
                  <a:pt x="1666875" y="990600"/>
                </a:lnTo>
                <a:lnTo>
                  <a:pt x="1666875" y="1019175"/>
                </a:lnTo>
                <a:lnTo>
                  <a:pt x="1685925" y="1057275"/>
                </a:lnTo>
                <a:lnTo>
                  <a:pt x="1695450" y="1162050"/>
                </a:lnTo>
                <a:lnTo>
                  <a:pt x="1600200" y="1238250"/>
                </a:lnTo>
                <a:lnTo>
                  <a:pt x="1571625" y="1162050"/>
                </a:lnTo>
                <a:lnTo>
                  <a:pt x="1600200" y="1095375"/>
                </a:lnTo>
                <a:lnTo>
                  <a:pt x="1552575" y="1209675"/>
                </a:lnTo>
                <a:lnTo>
                  <a:pt x="1562100" y="1276350"/>
                </a:lnTo>
                <a:lnTo>
                  <a:pt x="1504950" y="1190625"/>
                </a:lnTo>
                <a:lnTo>
                  <a:pt x="1562100" y="1257300"/>
                </a:lnTo>
                <a:lnTo>
                  <a:pt x="1609725" y="1247775"/>
                </a:lnTo>
                <a:lnTo>
                  <a:pt x="1562100" y="1238250"/>
                </a:lnTo>
                <a:lnTo>
                  <a:pt x="1657350" y="1295400"/>
                </a:lnTo>
                <a:lnTo>
                  <a:pt x="1619250" y="1295400"/>
                </a:lnTo>
                <a:lnTo>
                  <a:pt x="1609725" y="1276350"/>
                </a:lnTo>
                <a:lnTo>
                  <a:pt x="1619250" y="1390650"/>
                </a:lnTo>
                <a:lnTo>
                  <a:pt x="1695450" y="1419225"/>
                </a:lnTo>
                <a:lnTo>
                  <a:pt x="1695450" y="1457325"/>
                </a:lnTo>
                <a:lnTo>
                  <a:pt x="1704975" y="1419225"/>
                </a:lnTo>
                <a:lnTo>
                  <a:pt x="1628775" y="1457325"/>
                </a:lnTo>
                <a:lnTo>
                  <a:pt x="1619250" y="1485900"/>
                </a:lnTo>
                <a:lnTo>
                  <a:pt x="1628775" y="1485900"/>
                </a:lnTo>
                <a:lnTo>
                  <a:pt x="1619250" y="1543050"/>
                </a:lnTo>
                <a:lnTo>
                  <a:pt x="1638300" y="1514475"/>
                </a:lnTo>
                <a:lnTo>
                  <a:pt x="1676400" y="1543050"/>
                </a:lnTo>
                <a:lnTo>
                  <a:pt x="1676400" y="1600200"/>
                </a:lnTo>
                <a:lnTo>
                  <a:pt x="1647825" y="1628775"/>
                </a:lnTo>
                <a:lnTo>
                  <a:pt x="1619250" y="1657350"/>
                </a:lnTo>
                <a:lnTo>
                  <a:pt x="1581150" y="1685925"/>
                </a:lnTo>
                <a:lnTo>
                  <a:pt x="1581150" y="1657350"/>
                </a:lnTo>
                <a:lnTo>
                  <a:pt x="1609725" y="1724025"/>
                </a:lnTo>
                <a:lnTo>
                  <a:pt x="1552575" y="1743075"/>
                </a:lnTo>
                <a:lnTo>
                  <a:pt x="1581150" y="1733550"/>
                </a:lnTo>
                <a:lnTo>
                  <a:pt x="1543050" y="1771650"/>
                </a:lnTo>
                <a:lnTo>
                  <a:pt x="1533525" y="1924050"/>
                </a:lnTo>
                <a:lnTo>
                  <a:pt x="1495425" y="1838325"/>
                </a:lnTo>
                <a:lnTo>
                  <a:pt x="1495425" y="1838325"/>
                </a:lnTo>
                <a:lnTo>
                  <a:pt x="1514475" y="1866900"/>
                </a:lnTo>
                <a:lnTo>
                  <a:pt x="1466850" y="1885950"/>
                </a:lnTo>
                <a:lnTo>
                  <a:pt x="1457325" y="1971675"/>
                </a:lnTo>
                <a:lnTo>
                  <a:pt x="1495425" y="1933575"/>
                </a:lnTo>
                <a:lnTo>
                  <a:pt x="1466850" y="1933575"/>
                </a:lnTo>
                <a:lnTo>
                  <a:pt x="1381125" y="1924050"/>
                </a:lnTo>
                <a:lnTo>
                  <a:pt x="1390650" y="1962150"/>
                </a:lnTo>
                <a:lnTo>
                  <a:pt x="1362075" y="2019300"/>
                </a:lnTo>
                <a:lnTo>
                  <a:pt x="1343025" y="2076450"/>
                </a:lnTo>
                <a:lnTo>
                  <a:pt x="1381125" y="2066925"/>
                </a:lnTo>
                <a:lnTo>
                  <a:pt x="1343025" y="2105025"/>
                </a:lnTo>
                <a:lnTo>
                  <a:pt x="1323975" y="2105025"/>
                </a:lnTo>
                <a:lnTo>
                  <a:pt x="1314450" y="2162175"/>
                </a:lnTo>
                <a:lnTo>
                  <a:pt x="1381125" y="2143125"/>
                </a:lnTo>
                <a:lnTo>
                  <a:pt x="1257300" y="2152650"/>
                </a:lnTo>
                <a:lnTo>
                  <a:pt x="1276350" y="2133600"/>
                </a:lnTo>
                <a:lnTo>
                  <a:pt x="1304925" y="2209800"/>
                </a:lnTo>
                <a:lnTo>
                  <a:pt x="1276350" y="2228850"/>
                </a:lnTo>
                <a:lnTo>
                  <a:pt x="1276350" y="2257425"/>
                </a:lnTo>
                <a:lnTo>
                  <a:pt x="1257300" y="2286000"/>
                </a:lnTo>
                <a:lnTo>
                  <a:pt x="1238250" y="2343150"/>
                </a:lnTo>
                <a:lnTo>
                  <a:pt x="1266825" y="2381250"/>
                </a:lnTo>
                <a:lnTo>
                  <a:pt x="1228725" y="2371725"/>
                </a:lnTo>
                <a:lnTo>
                  <a:pt x="1247775" y="2343150"/>
                </a:lnTo>
                <a:lnTo>
                  <a:pt x="1219200" y="2428875"/>
                </a:lnTo>
                <a:lnTo>
                  <a:pt x="1181100" y="2428875"/>
                </a:lnTo>
                <a:lnTo>
                  <a:pt x="1123950" y="2495550"/>
                </a:lnTo>
                <a:lnTo>
                  <a:pt x="1133475" y="252412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-19050" y="7267575"/>
            <a:ext cx="209550" cy="276225"/>
          </a:xfrm>
          <a:custGeom>
            <a:avLst/>
            <a:gdLst/>
            <a:ahLst/>
            <a:cxnLst/>
            <a:rect l="l" t="t" r="r" b="b"/>
            <a:pathLst>
              <a:path w="209550" h="276225">
                <a:moveTo>
                  <a:pt x="209550" y="133350"/>
                </a:moveTo>
                <a:lnTo>
                  <a:pt x="161925" y="200025"/>
                </a:lnTo>
                <a:lnTo>
                  <a:pt x="104775" y="276225"/>
                </a:lnTo>
                <a:lnTo>
                  <a:pt x="47625" y="247650"/>
                </a:lnTo>
                <a:lnTo>
                  <a:pt x="0" y="228600"/>
                </a:lnTo>
                <a:lnTo>
                  <a:pt x="0" y="152400"/>
                </a:lnTo>
                <a:lnTo>
                  <a:pt x="9525" y="66675"/>
                </a:lnTo>
                <a:lnTo>
                  <a:pt x="85725" y="38100"/>
                </a:lnTo>
                <a:lnTo>
                  <a:pt x="104775" y="0"/>
                </a:lnTo>
                <a:lnTo>
                  <a:pt x="171450" y="666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1438275" y="7496175"/>
            <a:ext cx="314325" cy="276225"/>
          </a:xfrm>
          <a:custGeom>
            <a:avLst/>
            <a:gdLst/>
            <a:ahLst/>
            <a:cxnLst/>
            <a:rect l="l" t="t" r="r" b="b"/>
            <a:pathLst>
              <a:path w="314325" h="276225">
                <a:moveTo>
                  <a:pt x="314325" y="152400"/>
                </a:moveTo>
                <a:lnTo>
                  <a:pt x="266700" y="200025"/>
                </a:lnTo>
                <a:lnTo>
                  <a:pt x="200025" y="276225"/>
                </a:lnTo>
                <a:lnTo>
                  <a:pt x="95250" y="257175"/>
                </a:lnTo>
                <a:lnTo>
                  <a:pt x="0" y="257175"/>
                </a:lnTo>
                <a:lnTo>
                  <a:pt x="19050" y="190500"/>
                </a:lnTo>
                <a:lnTo>
                  <a:pt x="47625" y="104775"/>
                </a:lnTo>
                <a:lnTo>
                  <a:pt x="142875" y="19050"/>
                </a:lnTo>
                <a:lnTo>
                  <a:pt x="200025" y="0"/>
                </a:lnTo>
                <a:lnTo>
                  <a:pt x="257175" y="85725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-266700" y="4152900"/>
            <a:ext cx="219075" cy="266700"/>
          </a:xfrm>
          <a:custGeom>
            <a:avLst/>
            <a:gdLst/>
            <a:ahLst/>
            <a:cxnLst/>
            <a:rect l="l" t="t" r="r" b="b"/>
            <a:pathLst>
              <a:path w="219075" h="266700">
                <a:moveTo>
                  <a:pt x="219075" y="133350"/>
                </a:moveTo>
                <a:lnTo>
                  <a:pt x="171450" y="200025"/>
                </a:lnTo>
                <a:lnTo>
                  <a:pt x="161925" y="257175"/>
                </a:lnTo>
                <a:lnTo>
                  <a:pt x="57150" y="266700"/>
                </a:lnTo>
                <a:lnTo>
                  <a:pt x="0" y="247650"/>
                </a:lnTo>
                <a:lnTo>
                  <a:pt x="9525" y="133350"/>
                </a:lnTo>
                <a:lnTo>
                  <a:pt x="9525" y="9525"/>
                </a:lnTo>
                <a:lnTo>
                  <a:pt x="104775" y="0"/>
                </a:lnTo>
                <a:lnTo>
                  <a:pt x="171450" y="9525"/>
                </a:lnTo>
                <a:lnTo>
                  <a:pt x="200025" y="9525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-9525" y="7343775"/>
            <a:ext cx="190500" cy="200025"/>
          </a:xfrm>
          <a:custGeom>
            <a:avLst/>
            <a:gdLst/>
            <a:ahLst/>
            <a:cxnLst/>
            <a:rect l="l" t="t" r="r" b="b"/>
            <a:pathLst>
              <a:path w="190500" h="200025">
                <a:moveTo>
                  <a:pt x="190500" y="114300"/>
                </a:moveTo>
                <a:lnTo>
                  <a:pt x="161925" y="152400"/>
                </a:lnTo>
                <a:lnTo>
                  <a:pt x="123825" y="190500"/>
                </a:lnTo>
                <a:lnTo>
                  <a:pt x="66675" y="180975"/>
                </a:lnTo>
                <a:lnTo>
                  <a:pt x="0" y="200025"/>
                </a:lnTo>
                <a:lnTo>
                  <a:pt x="9525" y="114300"/>
                </a:lnTo>
                <a:lnTo>
                  <a:pt x="28575" y="57150"/>
                </a:lnTo>
                <a:lnTo>
                  <a:pt x="76200" y="38100"/>
                </a:lnTo>
                <a:lnTo>
                  <a:pt x="123825" y="0"/>
                </a:lnTo>
                <a:lnTo>
                  <a:pt x="171450" y="7620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23850" y="43338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95250"/>
                </a:moveTo>
                <a:lnTo>
                  <a:pt x="114300" y="142875"/>
                </a:lnTo>
                <a:lnTo>
                  <a:pt x="85725" y="171450"/>
                </a:lnTo>
                <a:lnTo>
                  <a:pt x="38100" y="142875"/>
                </a:lnTo>
                <a:lnTo>
                  <a:pt x="0" y="133350"/>
                </a:lnTo>
                <a:lnTo>
                  <a:pt x="19050" y="76200"/>
                </a:lnTo>
                <a:lnTo>
                  <a:pt x="19050" y="47625"/>
                </a:lnTo>
                <a:lnTo>
                  <a:pt x="57150" y="38100"/>
                </a:lnTo>
                <a:lnTo>
                  <a:pt x="95250" y="0"/>
                </a:lnTo>
                <a:lnTo>
                  <a:pt x="123825" y="47625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8700" y="4581525"/>
            <a:ext cx="171450" cy="200025"/>
          </a:xfrm>
          <a:custGeom>
            <a:avLst/>
            <a:gdLst/>
            <a:ahLst/>
            <a:cxnLst/>
            <a:rect l="l" t="t" r="r" b="b"/>
            <a:pathLst>
              <a:path w="171450" h="200025">
                <a:moveTo>
                  <a:pt x="171450" y="76200"/>
                </a:moveTo>
                <a:lnTo>
                  <a:pt x="142875" y="133350"/>
                </a:lnTo>
                <a:lnTo>
                  <a:pt x="123825" y="200025"/>
                </a:lnTo>
                <a:lnTo>
                  <a:pt x="47625" y="180975"/>
                </a:lnTo>
                <a:lnTo>
                  <a:pt x="0" y="133350"/>
                </a:lnTo>
                <a:lnTo>
                  <a:pt x="19050" y="76200"/>
                </a:lnTo>
                <a:lnTo>
                  <a:pt x="28575" y="28575"/>
                </a:lnTo>
                <a:lnTo>
                  <a:pt x="66675" y="28575"/>
                </a:lnTo>
                <a:lnTo>
                  <a:pt x="114300" y="0"/>
                </a:lnTo>
                <a:lnTo>
                  <a:pt x="142875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-2572703" y="4151947"/>
            <a:ext cx="3777615" cy="3592830"/>
          </a:xfrm>
          <a:custGeom>
            <a:avLst/>
            <a:gdLst/>
            <a:ahLst/>
            <a:cxnLst/>
            <a:rect l="l" t="t" r="r" b="b"/>
            <a:pathLst>
              <a:path w="3777615" h="3592830">
                <a:moveTo>
                  <a:pt x="2648903" y="0"/>
                </a:moveTo>
                <a:lnTo>
                  <a:pt x="2668905" y="20003"/>
                </a:lnTo>
                <a:lnTo>
                  <a:pt x="2648903" y="40005"/>
                </a:lnTo>
                <a:lnTo>
                  <a:pt x="2628900" y="20003"/>
                </a:lnTo>
                <a:close/>
                <a:moveTo>
                  <a:pt x="3449003" y="1736408"/>
                </a:moveTo>
                <a:lnTo>
                  <a:pt x="3456623" y="1744028"/>
                </a:lnTo>
                <a:lnTo>
                  <a:pt x="3449003" y="1751647"/>
                </a:lnTo>
                <a:lnTo>
                  <a:pt x="3441383" y="1744028"/>
                </a:lnTo>
                <a:close/>
                <a:moveTo>
                  <a:pt x="572453" y="454343"/>
                </a:moveTo>
                <a:lnTo>
                  <a:pt x="585788" y="467678"/>
                </a:lnTo>
                <a:lnTo>
                  <a:pt x="572453" y="481012"/>
                </a:lnTo>
                <a:lnTo>
                  <a:pt x="559118" y="467678"/>
                </a:lnTo>
                <a:close/>
                <a:moveTo>
                  <a:pt x="1420178" y="3552825"/>
                </a:moveTo>
                <a:lnTo>
                  <a:pt x="1440180" y="3572828"/>
                </a:lnTo>
                <a:lnTo>
                  <a:pt x="1420178" y="3592830"/>
                </a:lnTo>
                <a:lnTo>
                  <a:pt x="1400175" y="3572828"/>
                </a:lnTo>
                <a:close/>
                <a:moveTo>
                  <a:pt x="2753678" y="858203"/>
                </a:moveTo>
                <a:lnTo>
                  <a:pt x="2763203" y="867728"/>
                </a:lnTo>
                <a:lnTo>
                  <a:pt x="2753678" y="877253"/>
                </a:lnTo>
                <a:lnTo>
                  <a:pt x="2744153" y="867728"/>
                </a:lnTo>
                <a:close/>
                <a:moveTo>
                  <a:pt x="648653" y="1415415"/>
                </a:moveTo>
                <a:lnTo>
                  <a:pt x="662940" y="1429703"/>
                </a:lnTo>
                <a:lnTo>
                  <a:pt x="648653" y="1443990"/>
                </a:lnTo>
                <a:lnTo>
                  <a:pt x="634365" y="1429703"/>
                </a:lnTo>
                <a:close/>
                <a:moveTo>
                  <a:pt x="277178" y="1313497"/>
                </a:moveTo>
                <a:lnTo>
                  <a:pt x="298133" y="1334453"/>
                </a:lnTo>
                <a:lnTo>
                  <a:pt x="277178" y="1355408"/>
                </a:lnTo>
                <a:lnTo>
                  <a:pt x="256223" y="1334453"/>
                </a:lnTo>
                <a:close/>
                <a:moveTo>
                  <a:pt x="1753553" y="417195"/>
                </a:moveTo>
                <a:lnTo>
                  <a:pt x="1765935" y="429578"/>
                </a:lnTo>
                <a:lnTo>
                  <a:pt x="1753553" y="441960"/>
                </a:lnTo>
                <a:lnTo>
                  <a:pt x="1741170" y="429578"/>
                </a:lnTo>
                <a:close/>
                <a:moveTo>
                  <a:pt x="3115628" y="1956435"/>
                </a:moveTo>
                <a:lnTo>
                  <a:pt x="3131820" y="1972628"/>
                </a:lnTo>
                <a:lnTo>
                  <a:pt x="3115628" y="1988820"/>
                </a:lnTo>
                <a:lnTo>
                  <a:pt x="3099435" y="1972628"/>
                </a:lnTo>
                <a:close/>
                <a:moveTo>
                  <a:pt x="58103" y="2118360"/>
                </a:moveTo>
                <a:lnTo>
                  <a:pt x="74295" y="2134553"/>
                </a:lnTo>
                <a:lnTo>
                  <a:pt x="58103" y="2150745"/>
                </a:lnTo>
                <a:lnTo>
                  <a:pt x="41910" y="2134553"/>
                </a:lnTo>
                <a:close/>
                <a:moveTo>
                  <a:pt x="239078" y="1140143"/>
                </a:moveTo>
                <a:lnTo>
                  <a:pt x="252413" y="1153478"/>
                </a:lnTo>
                <a:lnTo>
                  <a:pt x="239078" y="1166813"/>
                </a:lnTo>
                <a:lnTo>
                  <a:pt x="225743" y="1153478"/>
                </a:lnTo>
                <a:close/>
                <a:moveTo>
                  <a:pt x="2848928" y="1144905"/>
                </a:moveTo>
                <a:lnTo>
                  <a:pt x="2867025" y="1163003"/>
                </a:lnTo>
                <a:lnTo>
                  <a:pt x="2848928" y="1181100"/>
                </a:lnTo>
                <a:lnTo>
                  <a:pt x="2830830" y="1163003"/>
                </a:lnTo>
                <a:close/>
                <a:moveTo>
                  <a:pt x="1801178" y="607695"/>
                </a:moveTo>
                <a:lnTo>
                  <a:pt x="1813560" y="620078"/>
                </a:lnTo>
                <a:lnTo>
                  <a:pt x="1801178" y="632460"/>
                </a:lnTo>
                <a:lnTo>
                  <a:pt x="1788795" y="620078"/>
                </a:lnTo>
                <a:close/>
                <a:moveTo>
                  <a:pt x="2477453" y="2830830"/>
                </a:moveTo>
                <a:lnTo>
                  <a:pt x="2495550" y="2848928"/>
                </a:lnTo>
                <a:lnTo>
                  <a:pt x="2477453" y="2867025"/>
                </a:lnTo>
                <a:lnTo>
                  <a:pt x="2459355" y="2848928"/>
                </a:lnTo>
                <a:close/>
                <a:moveTo>
                  <a:pt x="2372678" y="2954655"/>
                </a:moveTo>
                <a:lnTo>
                  <a:pt x="2390775" y="2972753"/>
                </a:lnTo>
                <a:lnTo>
                  <a:pt x="2372678" y="2990850"/>
                </a:lnTo>
                <a:lnTo>
                  <a:pt x="2354580" y="2972753"/>
                </a:lnTo>
                <a:close/>
                <a:moveTo>
                  <a:pt x="258128" y="988695"/>
                </a:moveTo>
                <a:lnTo>
                  <a:pt x="280035" y="1010603"/>
                </a:lnTo>
                <a:lnTo>
                  <a:pt x="258128" y="1032510"/>
                </a:lnTo>
                <a:lnTo>
                  <a:pt x="236220" y="1010603"/>
                </a:lnTo>
                <a:close/>
                <a:moveTo>
                  <a:pt x="3610928" y="1496378"/>
                </a:moveTo>
                <a:lnTo>
                  <a:pt x="3620453" y="1505903"/>
                </a:lnTo>
                <a:lnTo>
                  <a:pt x="3610928" y="1515428"/>
                </a:lnTo>
                <a:lnTo>
                  <a:pt x="3601403" y="1505903"/>
                </a:lnTo>
                <a:close/>
                <a:moveTo>
                  <a:pt x="3239453" y="1676400"/>
                </a:moveTo>
                <a:lnTo>
                  <a:pt x="3259455" y="1696403"/>
                </a:lnTo>
                <a:lnTo>
                  <a:pt x="3239453" y="1716405"/>
                </a:lnTo>
                <a:lnTo>
                  <a:pt x="3219450" y="1696403"/>
                </a:lnTo>
                <a:close/>
                <a:moveTo>
                  <a:pt x="2839403" y="841058"/>
                </a:moveTo>
                <a:lnTo>
                  <a:pt x="2847023" y="848678"/>
                </a:lnTo>
                <a:lnTo>
                  <a:pt x="2839403" y="856297"/>
                </a:lnTo>
                <a:lnTo>
                  <a:pt x="2831783" y="848678"/>
                </a:lnTo>
                <a:close/>
                <a:moveTo>
                  <a:pt x="1496378" y="3069908"/>
                </a:moveTo>
                <a:lnTo>
                  <a:pt x="1503998" y="3077528"/>
                </a:lnTo>
                <a:lnTo>
                  <a:pt x="1496378" y="3085147"/>
                </a:lnTo>
                <a:lnTo>
                  <a:pt x="1488758" y="3077528"/>
                </a:lnTo>
                <a:close/>
                <a:moveTo>
                  <a:pt x="486728" y="2292668"/>
                </a:moveTo>
                <a:lnTo>
                  <a:pt x="500063" y="2306003"/>
                </a:lnTo>
                <a:lnTo>
                  <a:pt x="486728" y="2319338"/>
                </a:lnTo>
                <a:lnTo>
                  <a:pt x="473393" y="2306003"/>
                </a:lnTo>
                <a:close/>
                <a:moveTo>
                  <a:pt x="3468053" y="1122045"/>
                </a:moveTo>
                <a:lnTo>
                  <a:pt x="3480435" y="1134428"/>
                </a:lnTo>
                <a:lnTo>
                  <a:pt x="3468053" y="1146810"/>
                </a:lnTo>
                <a:lnTo>
                  <a:pt x="3455670" y="1134428"/>
                </a:lnTo>
                <a:close/>
                <a:moveTo>
                  <a:pt x="3315653" y="732472"/>
                </a:moveTo>
                <a:lnTo>
                  <a:pt x="3336608" y="753428"/>
                </a:lnTo>
                <a:lnTo>
                  <a:pt x="3315653" y="774383"/>
                </a:lnTo>
                <a:lnTo>
                  <a:pt x="3294698" y="753428"/>
                </a:lnTo>
                <a:close/>
                <a:moveTo>
                  <a:pt x="1439228" y="3276600"/>
                </a:moveTo>
                <a:lnTo>
                  <a:pt x="1449705" y="3287078"/>
                </a:lnTo>
                <a:lnTo>
                  <a:pt x="1439228" y="3297555"/>
                </a:lnTo>
                <a:lnTo>
                  <a:pt x="1428750" y="3287078"/>
                </a:lnTo>
                <a:close/>
                <a:moveTo>
                  <a:pt x="2153603" y="3164205"/>
                </a:moveTo>
                <a:lnTo>
                  <a:pt x="2162175" y="3172778"/>
                </a:lnTo>
                <a:lnTo>
                  <a:pt x="2153603" y="3181350"/>
                </a:lnTo>
                <a:lnTo>
                  <a:pt x="2145030" y="3172778"/>
                </a:lnTo>
                <a:close/>
                <a:moveTo>
                  <a:pt x="10478" y="2047875"/>
                </a:moveTo>
                <a:lnTo>
                  <a:pt x="20955" y="2058353"/>
                </a:lnTo>
                <a:lnTo>
                  <a:pt x="10478" y="2068830"/>
                </a:lnTo>
                <a:lnTo>
                  <a:pt x="0" y="2058353"/>
                </a:lnTo>
                <a:close/>
                <a:moveTo>
                  <a:pt x="3182303" y="2729865"/>
                </a:moveTo>
                <a:lnTo>
                  <a:pt x="3196590" y="2744153"/>
                </a:lnTo>
                <a:lnTo>
                  <a:pt x="3182303" y="2758440"/>
                </a:lnTo>
                <a:lnTo>
                  <a:pt x="3168015" y="2744153"/>
                </a:lnTo>
                <a:close/>
                <a:moveTo>
                  <a:pt x="3553778" y="1727835"/>
                </a:moveTo>
                <a:lnTo>
                  <a:pt x="3569970" y="1744028"/>
                </a:lnTo>
                <a:lnTo>
                  <a:pt x="3553778" y="1760220"/>
                </a:lnTo>
                <a:lnTo>
                  <a:pt x="3537585" y="1744028"/>
                </a:lnTo>
                <a:close/>
                <a:moveTo>
                  <a:pt x="934403" y="2906078"/>
                </a:moveTo>
                <a:lnTo>
                  <a:pt x="953453" y="2925128"/>
                </a:lnTo>
                <a:lnTo>
                  <a:pt x="934403" y="2944178"/>
                </a:lnTo>
                <a:lnTo>
                  <a:pt x="915353" y="2925128"/>
                </a:lnTo>
                <a:close/>
                <a:moveTo>
                  <a:pt x="734378" y="2345055"/>
                </a:moveTo>
                <a:lnTo>
                  <a:pt x="752475" y="2363153"/>
                </a:lnTo>
                <a:lnTo>
                  <a:pt x="734378" y="2381250"/>
                </a:lnTo>
                <a:lnTo>
                  <a:pt x="716280" y="2363153"/>
                </a:lnTo>
                <a:close/>
                <a:moveTo>
                  <a:pt x="648653" y="2046922"/>
                </a:moveTo>
                <a:lnTo>
                  <a:pt x="660083" y="2058353"/>
                </a:lnTo>
                <a:lnTo>
                  <a:pt x="648653" y="2069783"/>
                </a:lnTo>
                <a:lnTo>
                  <a:pt x="637223" y="2058353"/>
                </a:lnTo>
                <a:close/>
                <a:moveTo>
                  <a:pt x="3287078" y="1689735"/>
                </a:moveTo>
                <a:lnTo>
                  <a:pt x="3293745" y="1696403"/>
                </a:lnTo>
                <a:lnTo>
                  <a:pt x="3287078" y="1703070"/>
                </a:lnTo>
                <a:lnTo>
                  <a:pt x="3280410" y="1696403"/>
                </a:lnTo>
                <a:close/>
                <a:moveTo>
                  <a:pt x="3744278" y="2379345"/>
                </a:moveTo>
                <a:lnTo>
                  <a:pt x="3766185" y="2401253"/>
                </a:lnTo>
                <a:lnTo>
                  <a:pt x="3744278" y="2423160"/>
                </a:lnTo>
                <a:lnTo>
                  <a:pt x="3722370" y="2401253"/>
                </a:lnTo>
                <a:close/>
                <a:moveTo>
                  <a:pt x="2420303" y="3476625"/>
                </a:moveTo>
                <a:lnTo>
                  <a:pt x="2440305" y="3496628"/>
                </a:lnTo>
                <a:lnTo>
                  <a:pt x="2420303" y="3516630"/>
                </a:lnTo>
                <a:lnTo>
                  <a:pt x="2400300" y="3496628"/>
                </a:lnTo>
                <a:close/>
                <a:moveTo>
                  <a:pt x="2763203" y="2964180"/>
                </a:moveTo>
                <a:lnTo>
                  <a:pt x="2781300" y="2982278"/>
                </a:lnTo>
                <a:lnTo>
                  <a:pt x="2763203" y="3000375"/>
                </a:lnTo>
                <a:lnTo>
                  <a:pt x="2745105" y="2982278"/>
                </a:lnTo>
                <a:close/>
                <a:moveTo>
                  <a:pt x="1134428" y="2998470"/>
                </a:moveTo>
                <a:lnTo>
                  <a:pt x="1146810" y="3010853"/>
                </a:lnTo>
                <a:lnTo>
                  <a:pt x="1134428" y="3023235"/>
                </a:lnTo>
                <a:lnTo>
                  <a:pt x="1122045" y="3010853"/>
                </a:lnTo>
                <a:close/>
                <a:moveTo>
                  <a:pt x="229553" y="2444115"/>
                </a:moveTo>
                <a:lnTo>
                  <a:pt x="243840" y="2458403"/>
                </a:lnTo>
                <a:lnTo>
                  <a:pt x="229553" y="2472690"/>
                </a:lnTo>
                <a:lnTo>
                  <a:pt x="215265" y="2458403"/>
                </a:lnTo>
                <a:close/>
                <a:moveTo>
                  <a:pt x="3020378" y="3288983"/>
                </a:moveTo>
                <a:lnTo>
                  <a:pt x="3027998" y="3296603"/>
                </a:lnTo>
                <a:lnTo>
                  <a:pt x="3020378" y="3304223"/>
                </a:lnTo>
                <a:lnTo>
                  <a:pt x="3012758" y="3296603"/>
                </a:lnTo>
                <a:close/>
                <a:moveTo>
                  <a:pt x="1667828" y="489585"/>
                </a:moveTo>
                <a:lnTo>
                  <a:pt x="1684020" y="505778"/>
                </a:lnTo>
                <a:lnTo>
                  <a:pt x="1667828" y="521970"/>
                </a:lnTo>
                <a:lnTo>
                  <a:pt x="1651635" y="505778"/>
                </a:lnTo>
                <a:close/>
                <a:moveTo>
                  <a:pt x="3144203" y="2507933"/>
                </a:moveTo>
                <a:lnTo>
                  <a:pt x="3151823" y="2515553"/>
                </a:lnTo>
                <a:lnTo>
                  <a:pt x="3144203" y="2523173"/>
                </a:lnTo>
                <a:lnTo>
                  <a:pt x="3136583" y="2515553"/>
                </a:lnTo>
                <a:close/>
                <a:moveTo>
                  <a:pt x="3239453" y="745808"/>
                </a:moveTo>
                <a:lnTo>
                  <a:pt x="3247073" y="753428"/>
                </a:lnTo>
                <a:lnTo>
                  <a:pt x="3239453" y="761047"/>
                </a:lnTo>
                <a:lnTo>
                  <a:pt x="3231833" y="753428"/>
                </a:lnTo>
                <a:close/>
                <a:moveTo>
                  <a:pt x="1210628" y="2945130"/>
                </a:moveTo>
                <a:lnTo>
                  <a:pt x="1219200" y="2953703"/>
                </a:lnTo>
                <a:lnTo>
                  <a:pt x="1210628" y="2962275"/>
                </a:lnTo>
                <a:lnTo>
                  <a:pt x="1202055" y="2953703"/>
                </a:lnTo>
                <a:close/>
                <a:moveTo>
                  <a:pt x="1953578" y="2979420"/>
                </a:moveTo>
                <a:lnTo>
                  <a:pt x="1975485" y="3001328"/>
                </a:lnTo>
                <a:lnTo>
                  <a:pt x="1953578" y="3023235"/>
                </a:lnTo>
                <a:lnTo>
                  <a:pt x="1931670" y="3001328"/>
                </a:lnTo>
                <a:close/>
                <a:moveTo>
                  <a:pt x="3763328" y="1634490"/>
                </a:moveTo>
                <a:lnTo>
                  <a:pt x="3777615" y="1648778"/>
                </a:lnTo>
                <a:lnTo>
                  <a:pt x="3763328" y="1663065"/>
                </a:lnTo>
                <a:lnTo>
                  <a:pt x="3749040" y="1648778"/>
                </a:lnTo>
                <a:close/>
                <a:moveTo>
                  <a:pt x="858203" y="1086803"/>
                </a:moveTo>
                <a:lnTo>
                  <a:pt x="877253" y="1105853"/>
                </a:lnTo>
                <a:lnTo>
                  <a:pt x="858203" y="1124903"/>
                </a:lnTo>
                <a:lnTo>
                  <a:pt x="839153" y="1105853"/>
                </a:lnTo>
                <a:close/>
                <a:moveTo>
                  <a:pt x="1258253" y="458153"/>
                </a:moveTo>
                <a:lnTo>
                  <a:pt x="1277303" y="477203"/>
                </a:lnTo>
                <a:lnTo>
                  <a:pt x="1258253" y="496253"/>
                </a:lnTo>
                <a:lnTo>
                  <a:pt x="1239203" y="477203"/>
                </a:lnTo>
                <a:close/>
                <a:moveTo>
                  <a:pt x="534353" y="2623185"/>
                </a:moveTo>
                <a:lnTo>
                  <a:pt x="550545" y="2639378"/>
                </a:lnTo>
                <a:lnTo>
                  <a:pt x="534353" y="2655570"/>
                </a:lnTo>
                <a:lnTo>
                  <a:pt x="518160" y="2639378"/>
                </a:lnTo>
                <a:close/>
                <a:moveTo>
                  <a:pt x="2306003" y="642938"/>
                </a:moveTo>
                <a:lnTo>
                  <a:pt x="2321243" y="658178"/>
                </a:lnTo>
                <a:lnTo>
                  <a:pt x="2306003" y="673418"/>
                </a:lnTo>
                <a:lnTo>
                  <a:pt x="2290763" y="658178"/>
                </a:lnTo>
                <a:close/>
                <a:moveTo>
                  <a:pt x="2058353" y="676275"/>
                </a:moveTo>
                <a:lnTo>
                  <a:pt x="2068830" y="686753"/>
                </a:lnTo>
                <a:lnTo>
                  <a:pt x="2058353" y="697230"/>
                </a:lnTo>
                <a:lnTo>
                  <a:pt x="2047875" y="686753"/>
                </a:lnTo>
                <a:close/>
                <a:moveTo>
                  <a:pt x="2877503" y="3189923"/>
                </a:moveTo>
                <a:lnTo>
                  <a:pt x="2888933" y="3201353"/>
                </a:lnTo>
                <a:lnTo>
                  <a:pt x="2877503" y="3212783"/>
                </a:lnTo>
                <a:lnTo>
                  <a:pt x="2866073" y="3201353"/>
                </a:lnTo>
                <a:close/>
                <a:moveTo>
                  <a:pt x="867728" y="2442210"/>
                </a:moveTo>
                <a:lnTo>
                  <a:pt x="883920" y="2458403"/>
                </a:lnTo>
                <a:lnTo>
                  <a:pt x="867728" y="2474595"/>
                </a:lnTo>
                <a:lnTo>
                  <a:pt x="851535" y="2458403"/>
                </a:lnTo>
                <a:close/>
                <a:moveTo>
                  <a:pt x="762953" y="668655"/>
                </a:moveTo>
                <a:lnTo>
                  <a:pt x="771525" y="677228"/>
                </a:lnTo>
                <a:lnTo>
                  <a:pt x="762953" y="685800"/>
                </a:lnTo>
                <a:lnTo>
                  <a:pt x="754380" y="677228"/>
                </a:lnTo>
                <a:close/>
                <a:moveTo>
                  <a:pt x="820103" y="1117283"/>
                </a:moveTo>
                <a:lnTo>
                  <a:pt x="837248" y="1134428"/>
                </a:lnTo>
                <a:lnTo>
                  <a:pt x="820103" y="1151572"/>
                </a:lnTo>
                <a:lnTo>
                  <a:pt x="802958" y="1134428"/>
                </a:lnTo>
                <a:close/>
                <a:moveTo>
                  <a:pt x="2410778" y="447675"/>
                </a:moveTo>
                <a:lnTo>
                  <a:pt x="2421255" y="458153"/>
                </a:lnTo>
                <a:lnTo>
                  <a:pt x="2410778" y="468630"/>
                </a:lnTo>
                <a:lnTo>
                  <a:pt x="2400300" y="458153"/>
                </a:lnTo>
                <a:close/>
                <a:moveTo>
                  <a:pt x="1934528" y="3547110"/>
                </a:moveTo>
                <a:lnTo>
                  <a:pt x="1941195" y="3553778"/>
                </a:lnTo>
                <a:lnTo>
                  <a:pt x="1934528" y="3560445"/>
                </a:lnTo>
                <a:lnTo>
                  <a:pt x="1927860" y="3553778"/>
                </a:lnTo>
                <a:close/>
                <a:moveTo>
                  <a:pt x="743903" y="706755"/>
                </a:moveTo>
                <a:lnTo>
                  <a:pt x="752475" y="715328"/>
                </a:lnTo>
                <a:lnTo>
                  <a:pt x="743903" y="723900"/>
                </a:lnTo>
                <a:lnTo>
                  <a:pt x="735330" y="715328"/>
                </a:lnTo>
                <a:close/>
                <a:moveTo>
                  <a:pt x="2782253" y="2616518"/>
                </a:moveTo>
                <a:lnTo>
                  <a:pt x="2795588" y="2629853"/>
                </a:lnTo>
                <a:lnTo>
                  <a:pt x="2782253" y="2643188"/>
                </a:lnTo>
                <a:lnTo>
                  <a:pt x="2768918" y="2629853"/>
                </a:lnTo>
                <a:close/>
                <a:moveTo>
                  <a:pt x="3106103" y="354330"/>
                </a:moveTo>
                <a:lnTo>
                  <a:pt x="3114675" y="362903"/>
                </a:lnTo>
                <a:lnTo>
                  <a:pt x="3106103" y="371475"/>
                </a:lnTo>
                <a:lnTo>
                  <a:pt x="3097530" y="362903"/>
                </a:lnTo>
                <a:close/>
                <a:moveTo>
                  <a:pt x="639128" y="1343025"/>
                </a:moveTo>
                <a:lnTo>
                  <a:pt x="649605" y="1353503"/>
                </a:lnTo>
                <a:lnTo>
                  <a:pt x="639128" y="1363980"/>
                </a:lnTo>
                <a:lnTo>
                  <a:pt x="628650" y="1353503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-1573530" y="5133975"/>
            <a:ext cx="1885950" cy="1832610"/>
          </a:xfrm>
          <a:custGeom>
            <a:avLst/>
            <a:gdLst/>
            <a:ahLst/>
            <a:cxnLst/>
            <a:rect l="l" t="t" r="r" b="b"/>
            <a:pathLst>
              <a:path w="1885950" h="1832610">
                <a:moveTo>
                  <a:pt x="1135380" y="1492568"/>
                </a:moveTo>
                <a:lnTo>
                  <a:pt x="1147763" y="1504950"/>
                </a:lnTo>
                <a:lnTo>
                  <a:pt x="1135380" y="1517332"/>
                </a:lnTo>
                <a:lnTo>
                  <a:pt x="1122998" y="1504950"/>
                </a:lnTo>
                <a:close/>
                <a:moveTo>
                  <a:pt x="1497330" y="1271588"/>
                </a:moveTo>
                <a:lnTo>
                  <a:pt x="1511618" y="1285875"/>
                </a:lnTo>
                <a:lnTo>
                  <a:pt x="1497330" y="1300163"/>
                </a:lnTo>
                <a:lnTo>
                  <a:pt x="1483043" y="1285875"/>
                </a:lnTo>
                <a:close/>
                <a:moveTo>
                  <a:pt x="1602105" y="0"/>
                </a:moveTo>
                <a:lnTo>
                  <a:pt x="1621155" y="19050"/>
                </a:lnTo>
                <a:lnTo>
                  <a:pt x="1602105" y="38100"/>
                </a:lnTo>
                <a:lnTo>
                  <a:pt x="1583055" y="19050"/>
                </a:lnTo>
                <a:close/>
                <a:moveTo>
                  <a:pt x="1868805" y="563880"/>
                </a:moveTo>
                <a:lnTo>
                  <a:pt x="1885950" y="581025"/>
                </a:lnTo>
                <a:lnTo>
                  <a:pt x="1868805" y="598170"/>
                </a:lnTo>
                <a:lnTo>
                  <a:pt x="1851660" y="581025"/>
                </a:lnTo>
                <a:close/>
                <a:moveTo>
                  <a:pt x="506730" y="20003"/>
                </a:moveTo>
                <a:lnTo>
                  <a:pt x="524827" y="38100"/>
                </a:lnTo>
                <a:lnTo>
                  <a:pt x="506730" y="56197"/>
                </a:lnTo>
                <a:lnTo>
                  <a:pt x="488632" y="38100"/>
                </a:lnTo>
                <a:close/>
                <a:moveTo>
                  <a:pt x="830580" y="1174432"/>
                </a:moveTo>
                <a:lnTo>
                  <a:pt x="846772" y="1190625"/>
                </a:lnTo>
                <a:lnTo>
                  <a:pt x="830580" y="1206818"/>
                </a:lnTo>
                <a:lnTo>
                  <a:pt x="814387" y="1190625"/>
                </a:lnTo>
                <a:close/>
                <a:moveTo>
                  <a:pt x="1430655" y="586740"/>
                </a:moveTo>
                <a:lnTo>
                  <a:pt x="1443990" y="600075"/>
                </a:lnTo>
                <a:lnTo>
                  <a:pt x="1430655" y="613410"/>
                </a:lnTo>
                <a:lnTo>
                  <a:pt x="1417320" y="600075"/>
                </a:lnTo>
                <a:close/>
                <a:moveTo>
                  <a:pt x="20955" y="588645"/>
                </a:moveTo>
                <a:lnTo>
                  <a:pt x="41910" y="609600"/>
                </a:lnTo>
                <a:lnTo>
                  <a:pt x="20955" y="630555"/>
                </a:lnTo>
                <a:lnTo>
                  <a:pt x="0" y="609600"/>
                </a:lnTo>
                <a:close/>
                <a:moveTo>
                  <a:pt x="1183005" y="1294447"/>
                </a:moveTo>
                <a:lnTo>
                  <a:pt x="1193482" y="1304925"/>
                </a:lnTo>
                <a:lnTo>
                  <a:pt x="1183005" y="1315403"/>
                </a:lnTo>
                <a:lnTo>
                  <a:pt x="1172528" y="1304925"/>
                </a:lnTo>
                <a:close/>
                <a:moveTo>
                  <a:pt x="1764030" y="1266825"/>
                </a:moveTo>
                <a:lnTo>
                  <a:pt x="1773555" y="1276350"/>
                </a:lnTo>
                <a:lnTo>
                  <a:pt x="1764030" y="1285875"/>
                </a:lnTo>
                <a:lnTo>
                  <a:pt x="1754505" y="1276350"/>
                </a:lnTo>
                <a:close/>
                <a:moveTo>
                  <a:pt x="1449705" y="485775"/>
                </a:moveTo>
                <a:lnTo>
                  <a:pt x="1468755" y="504825"/>
                </a:lnTo>
                <a:lnTo>
                  <a:pt x="1449705" y="523875"/>
                </a:lnTo>
                <a:lnTo>
                  <a:pt x="1430655" y="504825"/>
                </a:lnTo>
                <a:close/>
                <a:moveTo>
                  <a:pt x="1430655" y="300990"/>
                </a:moveTo>
                <a:lnTo>
                  <a:pt x="1453515" y="323850"/>
                </a:lnTo>
                <a:lnTo>
                  <a:pt x="1430655" y="346710"/>
                </a:lnTo>
                <a:lnTo>
                  <a:pt x="1407795" y="323850"/>
                </a:lnTo>
                <a:close/>
                <a:moveTo>
                  <a:pt x="973455" y="1019175"/>
                </a:moveTo>
                <a:lnTo>
                  <a:pt x="992505" y="1038225"/>
                </a:lnTo>
                <a:lnTo>
                  <a:pt x="973455" y="1057275"/>
                </a:lnTo>
                <a:lnTo>
                  <a:pt x="954405" y="1038225"/>
                </a:lnTo>
                <a:close/>
                <a:moveTo>
                  <a:pt x="735330" y="1725930"/>
                </a:moveTo>
                <a:lnTo>
                  <a:pt x="752475" y="1743075"/>
                </a:lnTo>
                <a:lnTo>
                  <a:pt x="735330" y="1760220"/>
                </a:lnTo>
                <a:lnTo>
                  <a:pt x="718185" y="1743075"/>
                </a:lnTo>
                <a:close/>
                <a:moveTo>
                  <a:pt x="859155" y="225743"/>
                </a:moveTo>
                <a:lnTo>
                  <a:pt x="881062" y="247650"/>
                </a:lnTo>
                <a:lnTo>
                  <a:pt x="859155" y="269557"/>
                </a:lnTo>
                <a:lnTo>
                  <a:pt x="837247" y="247650"/>
                </a:lnTo>
                <a:close/>
                <a:moveTo>
                  <a:pt x="916305" y="731520"/>
                </a:moveTo>
                <a:lnTo>
                  <a:pt x="937260" y="752475"/>
                </a:lnTo>
                <a:lnTo>
                  <a:pt x="916305" y="773430"/>
                </a:lnTo>
                <a:lnTo>
                  <a:pt x="895350" y="752475"/>
                </a:lnTo>
                <a:close/>
                <a:moveTo>
                  <a:pt x="868680" y="1786890"/>
                </a:moveTo>
                <a:lnTo>
                  <a:pt x="891540" y="1809750"/>
                </a:lnTo>
                <a:lnTo>
                  <a:pt x="868680" y="1832610"/>
                </a:lnTo>
                <a:lnTo>
                  <a:pt x="845820" y="1809750"/>
                </a:lnTo>
                <a:close/>
                <a:moveTo>
                  <a:pt x="868680" y="1124903"/>
                </a:moveTo>
                <a:lnTo>
                  <a:pt x="886778" y="1143000"/>
                </a:lnTo>
                <a:lnTo>
                  <a:pt x="868680" y="1161097"/>
                </a:lnTo>
                <a:lnTo>
                  <a:pt x="850582" y="1143000"/>
                </a:lnTo>
                <a:close/>
                <a:moveTo>
                  <a:pt x="840105" y="541972"/>
                </a:moveTo>
                <a:lnTo>
                  <a:pt x="860107" y="561975"/>
                </a:lnTo>
                <a:lnTo>
                  <a:pt x="840105" y="581978"/>
                </a:lnTo>
                <a:lnTo>
                  <a:pt x="820103" y="561975"/>
                </a:lnTo>
                <a:close/>
                <a:moveTo>
                  <a:pt x="735330" y="1780222"/>
                </a:moveTo>
                <a:lnTo>
                  <a:pt x="755332" y="1800225"/>
                </a:lnTo>
                <a:lnTo>
                  <a:pt x="735330" y="1820228"/>
                </a:lnTo>
                <a:lnTo>
                  <a:pt x="715328" y="1800225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2492692" y="4829175"/>
            <a:ext cx="3251835" cy="2927032"/>
          </a:xfrm>
          <a:custGeom>
            <a:avLst/>
            <a:gdLst/>
            <a:ahLst/>
            <a:cxnLst/>
            <a:rect l="l" t="t" r="r" b="b"/>
            <a:pathLst>
              <a:path w="3251835" h="2927032">
                <a:moveTo>
                  <a:pt x="3235643" y="908685"/>
                </a:moveTo>
                <a:lnTo>
                  <a:pt x="3250882" y="923925"/>
                </a:lnTo>
                <a:lnTo>
                  <a:pt x="3235643" y="939165"/>
                </a:lnTo>
                <a:lnTo>
                  <a:pt x="3220403" y="923925"/>
                </a:lnTo>
                <a:close/>
                <a:moveTo>
                  <a:pt x="1283018" y="2354580"/>
                </a:moveTo>
                <a:lnTo>
                  <a:pt x="1290638" y="2362200"/>
                </a:lnTo>
                <a:lnTo>
                  <a:pt x="1283018" y="2369820"/>
                </a:lnTo>
                <a:lnTo>
                  <a:pt x="1275397" y="2362200"/>
                </a:lnTo>
                <a:close/>
                <a:moveTo>
                  <a:pt x="16192" y="1679257"/>
                </a:moveTo>
                <a:lnTo>
                  <a:pt x="32385" y="1695450"/>
                </a:lnTo>
                <a:lnTo>
                  <a:pt x="16192" y="1711643"/>
                </a:lnTo>
                <a:lnTo>
                  <a:pt x="0" y="1695450"/>
                </a:lnTo>
                <a:close/>
                <a:moveTo>
                  <a:pt x="749617" y="2503170"/>
                </a:moveTo>
                <a:lnTo>
                  <a:pt x="761047" y="2514600"/>
                </a:lnTo>
                <a:lnTo>
                  <a:pt x="749617" y="2526030"/>
                </a:lnTo>
                <a:lnTo>
                  <a:pt x="738188" y="2514600"/>
                </a:lnTo>
                <a:close/>
                <a:moveTo>
                  <a:pt x="311467" y="617220"/>
                </a:moveTo>
                <a:lnTo>
                  <a:pt x="332422" y="638175"/>
                </a:lnTo>
                <a:lnTo>
                  <a:pt x="311467" y="659130"/>
                </a:lnTo>
                <a:lnTo>
                  <a:pt x="290513" y="638175"/>
                </a:lnTo>
                <a:close/>
                <a:moveTo>
                  <a:pt x="2930843" y="765810"/>
                </a:moveTo>
                <a:lnTo>
                  <a:pt x="2946083" y="781050"/>
                </a:lnTo>
                <a:lnTo>
                  <a:pt x="2930843" y="796290"/>
                </a:lnTo>
                <a:lnTo>
                  <a:pt x="2915602" y="781050"/>
                </a:lnTo>
                <a:close/>
                <a:moveTo>
                  <a:pt x="3245168" y="393382"/>
                </a:moveTo>
                <a:lnTo>
                  <a:pt x="3251835" y="400050"/>
                </a:lnTo>
                <a:lnTo>
                  <a:pt x="3245168" y="406718"/>
                </a:lnTo>
                <a:lnTo>
                  <a:pt x="3238500" y="400050"/>
                </a:lnTo>
                <a:close/>
                <a:moveTo>
                  <a:pt x="1206817" y="0"/>
                </a:moveTo>
                <a:lnTo>
                  <a:pt x="1225868" y="19050"/>
                </a:lnTo>
                <a:lnTo>
                  <a:pt x="1206817" y="38100"/>
                </a:lnTo>
                <a:lnTo>
                  <a:pt x="1187768" y="19050"/>
                </a:lnTo>
                <a:close/>
                <a:moveTo>
                  <a:pt x="1349692" y="96203"/>
                </a:moveTo>
                <a:lnTo>
                  <a:pt x="1358265" y="104775"/>
                </a:lnTo>
                <a:lnTo>
                  <a:pt x="1349692" y="113347"/>
                </a:lnTo>
                <a:lnTo>
                  <a:pt x="1341120" y="104775"/>
                </a:lnTo>
                <a:close/>
                <a:moveTo>
                  <a:pt x="2273618" y="2883218"/>
                </a:moveTo>
                <a:lnTo>
                  <a:pt x="2295525" y="2905125"/>
                </a:lnTo>
                <a:lnTo>
                  <a:pt x="2273618" y="2927032"/>
                </a:lnTo>
                <a:lnTo>
                  <a:pt x="2251710" y="2905125"/>
                </a:lnTo>
                <a:close/>
                <a:moveTo>
                  <a:pt x="2826067" y="2035493"/>
                </a:moveTo>
                <a:lnTo>
                  <a:pt x="2847975" y="2057400"/>
                </a:lnTo>
                <a:lnTo>
                  <a:pt x="2826067" y="2079307"/>
                </a:lnTo>
                <a:lnTo>
                  <a:pt x="2804160" y="2057400"/>
                </a:lnTo>
                <a:close/>
                <a:moveTo>
                  <a:pt x="2426017" y="2523173"/>
                </a:moveTo>
                <a:lnTo>
                  <a:pt x="2446020" y="2543175"/>
                </a:lnTo>
                <a:lnTo>
                  <a:pt x="2426017" y="2563178"/>
                </a:lnTo>
                <a:lnTo>
                  <a:pt x="2406015" y="2543175"/>
                </a:lnTo>
                <a:close/>
                <a:moveTo>
                  <a:pt x="1159193" y="797243"/>
                </a:moveTo>
                <a:lnTo>
                  <a:pt x="1181100" y="819150"/>
                </a:lnTo>
                <a:lnTo>
                  <a:pt x="1159193" y="841057"/>
                </a:lnTo>
                <a:lnTo>
                  <a:pt x="1137285" y="819150"/>
                </a:lnTo>
                <a:close/>
                <a:moveTo>
                  <a:pt x="2064068" y="95250"/>
                </a:moveTo>
                <a:lnTo>
                  <a:pt x="2073593" y="104775"/>
                </a:lnTo>
                <a:lnTo>
                  <a:pt x="2064068" y="114300"/>
                </a:lnTo>
                <a:lnTo>
                  <a:pt x="2054542" y="104775"/>
                </a:lnTo>
                <a:close/>
                <a:moveTo>
                  <a:pt x="2635568" y="492443"/>
                </a:moveTo>
                <a:lnTo>
                  <a:pt x="2647950" y="504825"/>
                </a:lnTo>
                <a:lnTo>
                  <a:pt x="2635568" y="517207"/>
                </a:lnTo>
                <a:lnTo>
                  <a:pt x="2623185" y="50482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-2647950" y="3981450"/>
            <a:ext cx="3924300" cy="3724275"/>
          </a:xfrm>
          <a:custGeom>
            <a:avLst/>
            <a:gdLst/>
            <a:ahLst/>
            <a:cxnLst/>
            <a:rect l="l" t="t" r="r" b="b"/>
            <a:pathLst>
              <a:path w="3924300" h="3724275">
                <a:moveTo>
                  <a:pt x="3867150" y="1933575"/>
                </a:moveTo>
                <a:quadBezTo>
                  <a:pt x="3895725" y="2009775"/>
                  <a:pt x="3924300" y="2124075"/>
                </a:quadBezTo>
                <a:moveTo>
                  <a:pt x="1638300" y="19050"/>
                </a:moveTo>
                <a:quadBezTo>
                  <a:pt x="1685925" y="0"/>
                  <a:pt x="1743075" y="19050"/>
                </a:quadBezTo>
                <a:moveTo>
                  <a:pt x="295275" y="1685925"/>
                </a:moveTo>
                <a:quadBezTo>
                  <a:pt x="314325" y="1562100"/>
                  <a:pt x="342900" y="1476375"/>
                </a:quadBezTo>
                <a:moveTo>
                  <a:pt x="171450" y="2790825"/>
                </a:moveTo>
                <a:quadBezTo>
                  <a:pt x="85725" y="2667000"/>
                  <a:pt x="0" y="2571750"/>
                </a:quadBezTo>
                <a:moveTo>
                  <a:pt x="3590925" y="1095375"/>
                </a:moveTo>
                <a:quadBezTo>
                  <a:pt x="3619500" y="1123950"/>
                  <a:pt x="3648075" y="1200150"/>
                </a:quadBezTo>
                <a:moveTo>
                  <a:pt x="1371600" y="3724275"/>
                </a:moveTo>
                <a:quadBezTo>
                  <a:pt x="1257300" y="3657600"/>
                  <a:pt x="1133475" y="3619500"/>
                </a:quadBezTo>
                <a:moveTo>
                  <a:pt x="3190875" y="2295525"/>
                </a:moveTo>
                <a:quadBezTo>
                  <a:pt x="3190875" y="2333625"/>
                  <a:pt x="3190875" y="2419350"/>
                </a:quadBezTo>
                <a:moveTo>
                  <a:pt x="3648075" y="1419225"/>
                </a:moveTo>
                <a:quadBezTo>
                  <a:pt x="3676650" y="1447800"/>
                  <a:pt x="3705225" y="1504950"/>
                </a:quadBezTo>
                <a:moveTo>
                  <a:pt x="495300" y="1628775"/>
                </a:moveTo>
                <a:quadBezTo>
                  <a:pt x="514350" y="1485900"/>
                  <a:pt x="533400" y="1381125"/>
                </a:quadBezTo>
                <a:moveTo>
                  <a:pt x="3019425" y="352425"/>
                </a:moveTo>
                <a:quadBezTo>
                  <a:pt x="3133725" y="428625"/>
                  <a:pt x="3238500" y="542925"/>
                </a:quadBezTo>
                <a:moveTo>
                  <a:pt x="3181350" y="2162175"/>
                </a:moveTo>
                <a:quadBezTo>
                  <a:pt x="3152775" y="2247900"/>
                  <a:pt x="3124200" y="2381250"/>
                </a:quadBezTo>
                <a:moveTo>
                  <a:pt x="3867150" y="1485900"/>
                </a:moveTo>
                <a:quadBezTo>
                  <a:pt x="3876675" y="1609725"/>
                  <a:pt x="3886200" y="1771650"/>
                </a:quadBezTo>
                <a:moveTo>
                  <a:pt x="3133725" y="1181100"/>
                </a:moveTo>
                <a:quadBezTo>
                  <a:pt x="3181350" y="1238250"/>
                  <a:pt x="3238500" y="1343025"/>
                </a:quadBezTo>
                <a:moveTo>
                  <a:pt x="3219450" y="2933700"/>
                </a:moveTo>
                <a:quadBezTo>
                  <a:pt x="3162300" y="3028950"/>
                  <a:pt x="3105150" y="31527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514350" y="5743575"/>
            <a:ext cx="1619250" cy="1685925"/>
          </a:xfrm>
          <a:custGeom>
            <a:avLst/>
            <a:gdLst/>
            <a:ahLst/>
            <a:cxnLst/>
            <a:rect l="l" t="t" r="r" b="b"/>
            <a:pathLst>
              <a:path w="1619250" h="1685925">
                <a:moveTo>
                  <a:pt x="1028700" y="57150"/>
                </a:moveTo>
                <a:lnTo>
                  <a:pt x="733425" y="457200"/>
                </a:lnTo>
                <a:moveTo>
                  <a:pt x="1000125" y="38100"/>
                </a:moveTo>
                <a:lnTo>
                  <a:pt x="762000" y="352425"/>
                </a:lnTo>
                <a:moveTo>
                  <a:pt x="971550" y="19050"/>
                </a:moveTo>
                <a:lnTo>
                  <a:pt x="695325" y="390525"/>
                </a:lnTo>
                <a:moveTo>
                  <a:pt x="942975" y="0"/>
                </a:moveTo>
                <a:lnTo>
                  <a:pt x="723900" y="295275"/>
                </a:lnTo>
                <a:moveTo>
                  <a:pt x="457200" y="1238250"/>
                </a:moveTo>
                <a:lnTo>
                  <a:pt x="180975" y="1600200"/>
                </a:lnTo>
                <a:moveTo>
                  <a:pt x="438150" y="1228725"/>
                </a:moveTo>
                <a:lnTo>
                  <a:pt x="152400" y="1600200"/>
                </a:lnTo>
                <a:moveTo>
                  <a:pt x="419100" y="1209675"/>
                </a:moveTo>
                <a:lnTo>
                  <a:pt x="66675" y="1666875"/>
                </a:lnTo>
                <a:moveTo>
                  <a:pt x="390525" y="1181100"/>
                </a:moveTo>
                <a:lnTo>
                  <a:pt x="0" y="1685925"/>
                </a:lnTo>
                <a:moveTo>
                  <a:pt x="1343025" y="895350"/>
                </a:moveTo>
                <a:lnTo>
                  <a:pt x="1590675" y="1333500"/>
                </a:lnTo>
                <a:moveTo>
                  <a:pt x="1314450" y="914400"/>
                </a:moveTo>
                <a:lnTo>
                  <a:pt x="1619250" y="1447800"/>
                </a:lnTo>
                <a:moveTo>
                  <a:pt x="1285875" y="933450"/>
                </a:moveTo>
                <a:lnTo>
                  <a:pt x="1552575" y="1400175"/>
                </a:lnTo>
                <a:moveTo>
                  <a:pt x="1266825" y="942975"/>
                </a:moveTo>
                <a:lnTo>
                  <a:pt x="1504950" y="13525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01375" y="864870"/>
            <a:ext cx="80010" cy="354330"/>
          </a:xfrm>
          <a:custGeom>
            <a:avLst/>
            <a:gdLst/>
            <a:ahLst/>
            <a:cxnLst/>
            <a:rect l="l" t="t" r="r" b="b"/>
            <a:pathLst>
              <a:path w="80010" h="354330">
                <a:moveTo>
                  <a:pt x="0" y="354330"/>
                </a:moveTo>
                <a:quadBezTo>
                  <a:pt x="80010" y="182880"/>
                  <a:pt x="57150" y="0"/>
                </a:quadBezTo>
              </a:path>
            </a:pathLst>
          </a:custGeom>
          <a:noFill/>
          <a:ln w="11430">
            <a:solidFill>
              <a:srgbClr val="14729E">
                <a:alpha val="4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50880" y="1002030"/>
            <a:ext cx="190500" cy="102870"/>
          </a:xfrm>
          <a:custGeom>
            <a:avLst/>
            <a:gdLst/>
            <a:ahLst/>
            <a:cxnLst/>
            <a:rect l="l" t="t" r="r" b="b"/>
            <a:pathLst>
              <a:path w="190500" h="102870">
                <a:moveTo>
                  <a:pt x="190500" y="102870"/>
                </a:moveTo>
                <a:quadBezTo>
                  <a:pt x="57150" y="80010"/>
                  <a:pt x="0" y="11430"/>
                </a:quadBezTo>
                <a:quadBezTo>
                  <a:pt x="152400" y="0"/>
                  <a:pt x="190500" y="102870"/>
                </a:quadBezTo>
                <a:close/>
              </a:path>
            </a:pathLst>
          </a:custGeom>
          <a:solidFill>
            <a:srgbClr val="14729E">
              <a:alpha val="3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064240" y="967740"/>
            <a:ext cx="228600" cy="91440"/>
          </a:xfrm>
          <a:custGeom>
            <a:avLst/>
            <a:gdLst/>
            <a:ahLst/>
            <a:cxnLst/>
            <a:rect l="l" t="t" r="r" b="b"/>
            <a:pathLst>
              <a:path w="228600" h="91440">
                <a:moveTo>
                  <a:pt x="0" y="45720"/>
                </a:moveTo>
                <a:quadBezTo>
                  <a:pt x="142875" y="0"/>
                  <a:pt x="228600" y="22860"/>
                </a:quadBezTo>
                <a:quadBezTo>
                  <a:pt x="152400" y="91440"/>
                  <a:pt x="0" y="45720"/>
                </a:quadBezTo>
                <a:close/>
              </a:path>
            </a:pathLst>
          </a:custGeom>
          <a:solidFill>
            <a:srgbClr val="14729E">
              <a:alpha val="29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925175" y="819150"/>
            <a:ext cx="133350" cy="102870"/>
          </a:xfrm>
          <a:custGeom>
            <a:avLst/>
            <a:gdLst/>
            <a:ahLst/>
            <a:cxnLst/>
            <a:rect l="l" t="t" r="r" b="b"/>
            <a:pathLst>
              <a:path w="133350" h="102870">
                <a:moveTo>
                  <a:pt x="133350" y="102870"/>
                </a:moveTo>
                <a:quadBezTo>
                  <a:pt x="19050" y="68580"/>
                  <a:pt x="0" y="0"/>
                </a:quadBezTo>
                <a:quadBezTo>
                  <a:pt x="133350" y="0"/>
                  <a:pt x="133350" y="102870"/>
                </a:quadBezTo>
                <a:close/>
              </a:path>
            </a:pathLst>
          </a:custGeom>
          <a:solidFill>
            <a:srgbClr val="14729E">
              <a:alpha val="31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我的捉蟹妙招</a:t>
            </a:r>
            <a:endParaRPr lang="en-US" sz="3300" dirty="0"/>
          </a:p>
        </p:txBody>
      </p:sp>
      <p:sp>
        <p:nvSpPr>
          <p:cNvPr id="58" name="svg2pptx-0056-blk0003-0000"/>
          <p:cNvSpPr/>
          <p:nvPr/>
        </p:nvSpPr>
        <p:spPr>
          <a:xfrm>
            <a:off x="914400" y="2919032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59" name="svg2pptx-0057-blk0003-0000"/>
          <p:cNvSpPr/>
          <p:nvPr/>
        </p:nvSpPr>
        <p:spPr>
          <a:xfrm>
            <a:off x="1143000" y="3147632"/>
            <a:ext cx="266700" cy="266700"/>
          </a:xfrm>
          <a:prstGeom prst="ellipse">
            <a:avLst/>
          </a:prstGeom>
          <a:solidFill>
            <a:srgbClr val="14729E"/>
          </a:solidFill>
          <a:ln/>
        </p:spPr>
      </p:sp>
      <p:sp>
        <p:nvSpPr>
          <p:cNvPr id="60" name="svg2pptx-0058-blk0003-0000"/>
          <p:cNvSpPr/>
          <p:nvPr/>
        </p:nvSpPr>
        <p:spPr>
          <a:xfrm>
            <a:off x="914400" y="3206687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svg2pptx-0059-blk0003-0000"/>
          <p:cNvSpPr/>
          <p:nvPr/>
        </p:nvSpPr>
        <p:spPr>
          <a:xfrm>
            <a:off x="1143000" y="3562922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碰运气</a:t>
            </a:r>
            <a:endParaRPr lang="en-US" sz="1350" dirty="0"/>
          </a:p>
        </p:txBody>
      </p:sp>
      <p:sp>
        <p:nvSpPr>
          <p:cNvPr id="62" name="svg2pptx-0060-blk0003-0000"/>
          <p:cNvSpPr/>
          <p:nvPr/>
        </p:nvSpPr>
        <p:spPr>
          <a:xfrm>
            <a:off x="1143000" y="3869627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一开始什么也没抓到</a:t>
            </a:r>
            <a:endParaRPr lang="en-US" sz="1050" dirty="0"/>
          </a:p>
        </p:txBody>
      </p:sp>
      <p:sp>
        <p:nvSpPr>
          <p:cNvPr id="63" name="svg2pptx-0061-blk0003-0000"/>
          <p:cNvSpPr/>
          <p:nvPr/>
        </p:nvSpPr>
        <p:spPr>
          <a:xfrm>
            <a:off x="3600450" y="2919032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4" name="svg2pptx-0062-blk0003-0000"/>
          <p:cNvSpPr/>
          <p:nvPr/>
        </p:nvSpPr>
        <p:spPr>
          <a:xfrm>
            <a:off x="3829050" y="3147632"/>
            <a:ext cx="266700" cy="266700"/>
          </a:xfrm>
          <a:prstGeom prst="ellipse">
            <a:avLst/>
          </a:prstGeom>
          <a:solidFill>
            <a:srgbClr val="14729E"/>
          </a:solidFill>
          <a:ln/>
        </p:spPr>
      </p:sp>
      <p:sp>
        <p:nvSpPr>
          <p:cNvPr id="65" name="svg2pptx-0063-blk0003-0000"/>
          <p:cNvSpPr/>
          <p:nvPr/>
        </p:nvSpPr>
        <p:spPr>
          <a:xfrm>
            <a:off x="914400" y="3206687"/>
            <a:ext cx="6096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66" name="svg2pptx-0064-blk0003-0000"/>
          <p:cNvSpPr/>
          <p:nvPr/>
        </p:nvSpPr>
        <p:spPr>
          <a:xfrm>
            <a:off x="3829050" y="3562922"/>
            <a:ext cx="92773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守株待兔</a:t>
            </a:r>
            <a:endParaRPr lang="en-US" sz="1350" dirty="0"/>
          </a:p>
        </p:txBody>
      </p:sp>
      <p:sp>
        <p:nvSpPr>
          <p:cNvPr id="67" name="svg2pptx-0065-blk0003-0000"/>
          <p:cNvSpPr/>
          <p:nvPr/>
        </p:nvSpPr>
        <p:spPr>
          <a:xfrm>
            <a:off x="3829050" y="3869627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坐在礁石上等海水退潮</a:t>
            </a:r>
            <a:endParaRPr lang="en-US" sz="1050" dirty="0"/>
          </a:p>
        </p:txBody>
      </p:sp>
      <p:sp>
        <p:nvSpPr>
          <p:cNvPr id="68" name="svg2pptx-0066-blk0003-0000"/>
          <p:cNvSpPr/>
          <p:nvPr/>
        </p:nvSpPr>
        <p:spPr>
          <a:xfrm>
            <a:off x="6286500" y="2919032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9" name="svg2pptx-0067-blk0003-0000"/>
          <p:cNvSpPr/>
          <p:nvPr/>
        </p:nvSpPr>
        <p:spPr>
          <a:xfrm>
            <a:off x="6515100" y="3147632"/>
            <a:ext cx="266700" cy="266700"/>
          </a:xfrm>
          <a:prstGeom prst="ellipse">
            <a:avLst/>
          </a:prstGeom>
          <a:solidFill>
            <a:srgbClr val="14729E"/>
          </a:solidFill>
          <a:ln/>
        </p:spPr>
      </p:sp>
      <p:sp>
        <p:nvSpPr>
          <p:cNvPr id="70" name="svg2pptx-0068-blk0003-0000"/>
          <p:cNvSpPr/>
          <p:nvPr/>
        </p:nvSpPr>
        <p:spPr>
          <a:xfrm>
            <a:off x="914400" y="3206687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71" name="svg2pptx-0069-blk0003-0000"/>
          <p:cNvSpPr/>
          <p:nvPr/>
        </p:nvSpPr>
        <p:spPr>
          <a:xfrm>
            <a:off x="6515100" y="3562922"/>
            <a:ext cx="659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搬石头</a:t>
            </a:r>
            <a:endParaRPr lang="en-US" sz="1350" dirty="0"/>
          </a:p>
        </p:txBody>
      </p:sp>
      <p:sp>
        <p:nvSpPr>
          <p:cNvPr id="72" name="svg2pptx-0070-blk0003-0000"/>
          <p:cNvSpPr/>
          <p:nvPr/>
        </p:nvSpPr>
        <p:spPr>
          <a:xfrm>
            <a:off x="6515100" y="3869627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石头缝里有水就立刻搬开</a:t>
            </a:r>
            <a:endParaRPr lang="en-US" sz="1050" dirty="0"/>
          </a:p>
        </p:txBody>
      </p:sp>
      <p:sp>
        <p:nvSpPr>
          <p:cNvPr id="73" name="svg2pptx-0071-blk0003-0000"/>
          <p:cNvSpPr/>
          <p:nvPr/>
        </p:nvSpPr>
        <p:spPr>
          <a:xfrm>
            <a:off x="8972550" y="2919032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74" name="svg2pptx-0072-blk0003-0000"/>
          <p:cNvSpPr/>
          <p:nvPr/>
        </p:nvSpPr>
        <p:spPr>
          <a:xfrm>
            <a:off x="9201150" y="3147632"/>
            <a:ext cx="266700" cy="266700"/>
          </a:xfrm>
          <a:prstGeom prst="ellipse">
            <a:avLst/>
          </a:prstGeom>
          <a:solidFill>
            <a:srgbClr val="14729E"/>
          </a:solidFill>
          <a:ln/>
        </p:spPr>
      </p:sp>
      <p:sp>
        <p:nvSpPr>
          <p:cNvPr id="75" name="svg2pptx-0073-blk0003-0000"/>
          <p:cNvSpPr/>
          <p:nvPr/>
        </p:nvSpPr>
        <p:spPr>
          <a:xfrm>
            <a:off x="5562600" y="3206687"/>
            <a:ext cx="7543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76" name="svg2pptx-0074-blk0003-0000"/>
          <p:cNvSpPr/>
          <p:nvPr/>
        </p:nvSpPr>
        <p:spPr>
          <a:xfrm>
            <a:off x="9201150" y="3562922"/>
            <a:ext cx="3905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照水面</a:t>
            </a:r>
            <a:endParaRPr lang="en-US" sz="1350" dirty="0"/>
          </a:p>
        </p:txBody>
      </p:sp>
      <p:sp>
        <p:nvSpPr>
          <p:cNvPr id="77" name="svg2pptx-0075-blk0003-0000"/>
          <p:cNvSpPr/>
          <p:nvPr/>
        </p:nvSpPr>
        <p:spPr>
          <a:xfrm>
            <a:off x="9201150" y="3869627"/>
            <a:ext cx="39052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探照灯下有波纹就马上夹住</a:t>
            </a:r>
            <a:endParaRPr lang="en-US" sz="1050" dirty="0"/>
          </a:p>
        </p:txBody>
      </p:sp>
      <p:sp>
        <p:nvSpPr>
          <p:cNvPr id="78" name="svg2pptx-0076-blk0003-0000"/>
          <p:cNvSpPr/>
          <p:nvPr/>
        </p:nvSpPr>
        <p:spPr>
          <a:xfrm>
            <a:off x="3295650" y="3571494"/>
            <a:ext cx="152400" cy="0"/>
          </a:xfrm>
          <a:prstGeom prst="line">
            <a:avLst/>
          </a:prstGeom>
          <a:noFill/>
          <a:ln w="14288">
            <a:solidFill>
              <a:srgbClr val="35576D"/>
            </a:solidFill>
            <a:prstDash val="solid"/>
          </a:ln>
        </p:spPr>
      </p:sp>
      <p:sp>
        <p:nvSpPr>
          <p:cNvPr id="79" name="svg2pptx-0077-blk0003-0000"/>
          <p:cNvSpPr/>
          <p:nvPr/>
        </p:nvSpPr>
        <p:spPr>
          <a:xfrm>
            <a:off x="3448050" y="35333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35576D"/>
          </a:solidFill>
          <a:ln/>
        </p:spPr>
      </p:sp>
      <p:sp>
        <p:nvSpPr>
          <p:cNvPr id="80" name="svg2pptx-0078-blk0003-0000"/>
          <p:cNvSpPr/>
          <p:nvPr/>
        </p:nvSpPr>
        <p:spPr>
          <a:xfrm>
            <a:off x="5981700" y="3571494"/>
            <a:ext cx="152400" cy="0"/>
          </a:xfrm>
          <a:prstGeom prst="line">
            <a:avLst/>
          </a:prstGeom>
          <a:noFill/>
          <a:ln w="14288">
            <a:solidFill>
              <a:srgbClr val="35576D"/>
            </a:solidFill>
            <a:prstDash val="solid"/>
          </a:ln>
        </p:spPr>
      </p:sp>
      <p:sp>
        <p:nvSpPr>
          <p:cNvPr id="81" name="svg2pptx-0079-blk0003-0000"/>
          <p:cNvSpPr/>
          <p:nvPr/>
        </p:nvSpPr>
        <p:spPr>
          <a:xfrm>
            <a:off x="6134100" y="35333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35576D"/>
          </a:solidFill>
          <a:ln/>
        </p:spPr>
      </p:sp>
      <p:sp>
        <p:nvSpPr>
          <p:cNvPr id="82" name="svg2pptx-0080-blk0003-0000"/>
          <p:cNvSpPr/>
          <p:nvPr/>
        </p:nvSpPr>
        <p:spPr>
          <a:xfrm>
            <a:off x="8667750" y="3571494"/>
            <a:ext cx="152400" cy="0"/>
          </a:xfrm>
          <a:prstGeom prst="line">
            <a:avLst/>
          </a:prstGeom>
          <a:noFill/>
          <a:ln w="14288">
            <a:solidFill>
              <a:srgbClr val="35576D"/>
            </a:solidFill>
            <a:prstDash val="solid"/>
          </a:ln>
        </p:spPr>
      </p:sp>
      <p:sp>
        <p:nvSpPr>
          <p:cNvPr id="83" name="svg2pptx-0081-blk0003-0000"/>
          <p:cNvSpPr/>
          <p:nvPr/>
        </p:nvSpPr>
        <p:spPr>
          <a:xfrm>
            <a:off x="8820150" y="35333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35576D"/>
          </a:solidFill>
          <a:ln/>
        </p:spPr>
      </p:sp>
      <p:sp>
        <p:nvSpPr>
          <p:cNvPr id="84" name="Shape 8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E4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· 三年级演讲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9FC"/>
          </a:solidFill>
          <a:ln/>
        </p:spPr>
      </p:sp>
      <p:sp>
        <p:nvSpPr>
          <p:cNvPr id="3" name="Shape 1"/>
          <p:cNvSpPr/>
          <p:nvPr/>
        </p:nvSpPr>
        <p:spPr>
          <a:xfrm>
            <a:off x="11687175" y="-1104900"/>
            <a:ext cx="2514600" cy="4105275"/>
          </a:xfrm>
          <a:custGeom>
            <a:avLst/>
            <a:gdLst/>
            <a:ahLst/>
            <a:cxnLst/>
            <a:rect l="l" t="t" r="r" b="b"/>
            <a:pathLst>
              <a:path w="2514600" h="4105275">
                <a:moveTo>
                  <a:pt x="1066800" y="4105275"/>
                </a:moveTo>
                <a:lnTo>
                  <a:pt x="1076325" y="4067175"/>
                </a:lnTo>
                <a:lnTo>
                  <a:pt x="1038225" y="4057650"/>
                </a:lnTo>
                <a:lnTo>
                  <a:pt x="1009650" y="4057650"/>
                </a:lnTo>
                <a:lnTo>
                  <a:pt x="962025" y="4000500"/>
                </a:lnTo>
                <a:lnTo>
                  <a:pt x="942975" y="3990975"/>
                </a:lnTo>
                <a:lnTo>
                  <a:pt x="933450" y="3943350"/>
                </a:lnTo>
                <a:lnTo>
                  <a:pt x="866775" y="3914775"/>
                </a:lnTo>
                <a:lnTo>
                  <a:pt x="847725" y="3895725"/>
                </a:lnTo>
                <a:lnTo>
                  <a:pt x="828675" y="3876675"/>
                </a:lnTo>
                <a:lnTo>
                  <a:pt x="800100" y="3810000"/>
                </a:lnTo>
                <a:lnTo>
                  <a:pt x="714375" y="3781425"/>
                </a:lnTo>
                <a:lnTo>
                  <a:pt x="723900" y="3752850"/>
                </a:lnTo>
                <a:lnTo>
                  <a:pt x="676275" y="3724275"/>
                </a:lnTo>
                <a:lnTo>
                  <a:pt x="647700" y="3676650"/>
                </a:lnTo>
                <a:lnTo>
                  <a:pt x="609600" y="3638550"/>
                </a:lnTo>
                <a:lnTo>
                  <a:pt x="609600" y="3619500"/>
                </a:lnTo>
                <a:lnTo>
                  <a:pt x="523875" y="3581400"/>
                </a:lnTo>
                <a:lnTo>
                  <a:pt x="552450" y="3514725"/>
                </a:lnTo>
                <a:lnTo>
                  <a:pt x="466725" y="3524250"/>
                </a:lnTo>
                <a:lnTo>
                  <a:pt x="476250" y="3448050"/>
                </a:lnTo>
                <a:lnTo>
                  <a:pt x="438150" y="3429000"/>
                </a:lnTo>
                <a:lnTo>
                  <a:pt x="428625" y="3381375"/>
                </a:lnTo>
                <a:lnTo>
                  <a:pt x="381000" y="3400425"/>
                </a:lnTo>
                <a:lnTo>
                  <a:pt x="361950" y="3343275"/>
                </a:lnTo>
                <a:lnTo>
                  <a:pt x="314325" y="3305175"/>
                </a:lnTo>
                <a:lnTo>
                  <a:pt x="285750" y="3276600"/>
                </a:lnTo>
                <a:lnTo>
                  <a:pt x="247650" y="3257550"/>
                </a:lnTo>
                <a:lnTo>
                  <a:pt x="228600" y="3219450"/>
                </a:lnTo>
                <a:lnTo>
                  <a:pt x="200025" y="3171825"/>
                </a:lnTo>
                <a:lnTo>
                  <a:pt x="142875" y="3162300"/>
                </a:lnTo>
                <a:lnTo>
                  <a:pt x="133350" y="3095625"/>
                </a:lnTo>
                <a:lnTo>
                  <a:pt x="104775" y="3038475"/>
                </a:lnTo>
                <a:lnTo>
                  <a:pt x="276225" y="3086100"/>
                </a:lnTo>
                <a:lnTo>
                  <a:pt x="142875" y="2886075"/>
                </a:lnTo>
                <a:lnTo>
                  <a:pt x="390525" y="2828925"/>
                </a:lnTo>
                <a:lnTo>
                  <a:pt x="371475" y="2867025"/>
                </a:lnTo>
                <a:lnTo>
                  <a:pt x="276225" y="2762250"/>
                </a:lnTo>
                <a:lnTo>
                  <a:pt x="257175" y="2924175"/>
                </a:lnTo>
                <a:lnTo>
                  <a:pt x="161925" y="2800350"/>
                </a:lnTo>
                <a:lnTo>
                  <a:pt x="104775" y="2733675"/>
                </a:lnTo>
                <a:lnTo>
                  <a:pt x="114300" y="2676525"/>
                </a:lnTo>
                <a:lnTo>
                  <a:pt x="142875" y="2657475"/>
                </a:lnTo>
                <a:lnTo>
                  <a:pt x="152400" y="2514600"/>
                </a:lnTo>
                <a:lnTo>
                  <a:pt x="142875" y="2486025"/>
                </a:lnTo>
                <a:lnTo>
                  <a:pt x="152400" y="2486025"/>
                </a:lnTo>
                <a:lnTo>
                  <a:pt x="95250" y="2390775"/>
                </a:lnTo>
                <a:lnTo>
                  <a:pt x="190500" y="2428875"/>
                </a:lnTo>
                <a:lnTo>
                  <a:pt x="190500" y="2362200"/>
                </a:lnTo>
                <a:lnTo>
                  <a:pt x="180975" y="2343150"/>
                </a:lnTo>
                <a:lnTo>
                  <a:pt x="209550" y="2305050"/>
                </a:lnTo>
                <a:lnTo>
                  <a:pt x="152400" y="2238375"/>
                </a:lnTo>
                <a:lnTo>
                  <a:pt x="114300" y="2162175"/>
                </a:lnTo>
                <a:lnTo>
                  <a:pt x="104775" y="2143125"/>
                </a:lnTo>
                <a:lnTo>
                  <a:pt x="152400" y="2019300"/>
                </a:lnTo>
                <a:lnTo>
                  <a:pt x="142875" y="1962150"/>
                </a:lnTo>
                <a:lnTo>
                  <a:pt x="76200" y="1866900"/>
                </a:lnTo>
                <a:lnTo>
                  <a:pt x="76200" y="1857375"/>
                </a:lnTo>
                <a:lnTo>
                  <a:pt x="95250" y="1828800"/>
                </a:lnTo>
                <a:lnTo>
                  <a:pt x="66675" y="1790700"/>
                </a:lnTo>
                <a:lnTo>
                  <a:pt x="38100" y="1743075"/>
                </a:lnTo>
                <a:lnTo>
                  <a:pt x="28575" y="1704975"/>
                </a:lnTo>
                <a:lnTo>
                  <a:pt x="9525" y="1628775"/>
                </a:lnTo>
                <a:lnTo>
                  <a:pt x="0" y="1590675"/>
                </a:lnTo>
                <a:lnTo>
                  <a:pt x="19050" y="1524000"/>
                </a:lnTo>
                <a:lnTo>
                  <a:pt x="76200" y="1457325"/>
                </a:lnTo>
                <a:lnTo>
                  <a:pt x="76200" y="1390650"/>
                </a:lnTo>
                <a:lnTo>
                  <a:pt x="123825" y="1371600"/>
                </a:lnTo>
                <a:lnTo>
                  <a:pt x="161925" y="1285875"/>
                </a:lnTo>
                <a:lnTo>
                  <a:pt x="190500" y="1285875"/>
                </a:lnTo>
                <a:lnTo>
                  <a:pt x="200025" y="1228725"/>
                </a:lnTo>
                <a:lnTo>
                  <a:pt x="161925" y="1228725"/>
                </a:lnTo>
                <a:lnTo>
                  <a:pt x="161925" y="1162050"/>
                </a:lnTo>
                <a:lnTo>
                  <a:pt x="180975" y="1123950"/>
                </a:lnTo>
                <a:lnTo>
                  <a:pt x="200025" y="1085850"/>
                </a:lnTo>
                <a:lnTo>
                  <a:pt x="219075" y="1038225"/>
                </a:lnTo>
                <a:lnTo>
                  <a:pt x="180975" y="981075"/>
                </a:lnTo>
                <a:lnTo>
                  <a:pt x="238125" y="981075"/>
                </a:lnTo>
                <a:lnTo>
                  <a:pt x="247650" y="971550"/>
                </a:lnTo>
                <a:lnTo>
                  <a:pt x="295275" y="895350"/>
                </a:lnTo>
                <a:lnTo>
                  <a:pt x="323850" y="904875"/>
                </a:lnTo>
                <a:lnTo>
                  <a:pt x="314325" y="790575"/>
                </a:lnTo>
                <a:lnTo>
                  <a:pt x="257175" y="771525"/>
                </a:lnTo>
                <a:lnTo>
                  <a:pt x="295275" y="752475"/>
                </a:lnTo>
                <a:lnTo>
                  <a:pt x="323850" y="742950"/>
                </a:lnTo>
                <a:lnTo>
                  <a:pt x="333375" y="685800"/>
                </a:lnTo>
                <a:lnTo>
                  <a:pt x="361950" y="685800"/>
                </a:lnTo>
                <a:lnTo>
                  <a:pt x="419100" y="590550"/>
                </a:lnTo>
                <a:lnTo>
                  <a:pt x="390525" y="581025"/>
                </a:lnTo>
                <a:lnTo>
                  <a:pt x="390525" y="552450"/>
                </a:lnTo>
                <a:lnTo>
                  <a:pt x="419100" y="495300"/>
                </a:lnTo>
                <a:lnTo>
                  <a:pt x="466725" y="447675"/>
                </a:lnTo>
                <a:lnTo>
                  <a:pt x="447675" y="457200"/>
                </a:lnTo>
                <a:lnTo>
                  <a:pt x="495300" y="371475"/>
                </a:lnTo>
                <a:lnTo>
                  <a:pt x="514350" y="371475"/>
                </a:lnTo>
                <a:lnTo>
                  <a:pt x="495300" y="295275"/>
                </a:lnTo>
                <a:lnTo>
                  <a:pt x="571500" y="257175"/>
                </a:lnTo>
                <a:lnTo>
                  <a:pt x="571500" y="285750"/>
                </a:lnTo>
                <a:lnTo>
                  <a:pt x="628650" y="257175"/>
                </a:lnTo>
                <a:lnTo>
                  <a:pt x="609600" y="228600"/>
                </a:lnTo>
                <a:lnTo>
                  <a:pt x="666750" y="209550"/>
                </a:lnTo>
                <a:lnTo>
                  <a:pt x="647700" y="190500"/>
                </a:lnTo>
                <a:lnTo>
                  <a:pt x="723900" y="219075"/>
                </a:lnTo>
                <a:lnTo>
                  <a:pt x="733425" y="171450"/>
                </a:lnTo>
                <a:lnTo>
                  <a:pt x="742950" y="152400"/>
                </a:lnTo>
                <a:lnTo>
                  <a:pt x="771525" y="209550"/>
                </a:lnTo>
                <a:lnTo>
                  <a:pt x="800100" y="200025"/>
                </a:lnTo>
                <a:lnTo>
                  <a:pt x="800100" y="180975"/>
                </a:lnTo>
                <a:lnTo>
                  <a:pt x="847725" y="180975"/>
                </a:lnTo>
                <a:lnTo>
                  <a:pt x="866775" y="161925"/>
                </a:lnTo>
                <a:lnTo>
                  <a:pt x="885825" y="142875"/>
                </a:lnTo>
                <a:lnTo>
                  <a:pt x="914400" y="123825"/>
                </a:lnTo>
                <a:lnTo>
                  <a:pt x="923925" y="114300"/>
                </a:lnTo>
                <a:lnTo>
                  <a:pt x="962025" y="142875"/>
                </a:lnTo>
                <a:lnTo>
                  <a:pt x="962025" y="104775"/>
                </a:lnTo>
                <a:lnTo>
                  <a:pt x="1000125" y="95250"/>
                </a:lnTo>
                <a:lnTo>
                  <a:pt x="1057275" y="95250"/>
                </a:lnTo>
                <a:lnTo>
                  <a:pt x="1076325" y="76200"/>
                </a:lnTo>
                <a:lnTo>
                  <a:pt x="1057275" y="95250"/>
                </a:lnTo>
                <a:lnTo>
                  <a:pt x="1114425" y="38100"/>
                </a:lnTo>
                <a:lnTo>
                  <a:pt x="1095375" y="76200"/>
                </a:lnTo>
                <a:lnTo>
                  <a:pt x="1133475" y="19050"/>
                </a:lnTo>
                <a:lnTo>
                  <a:pt x="1143000" y="38100"/>
                </a:lnTo>
                <a:lnTo>
                  <a:pt x="1162050" y="47625"/>
                </a:lnTo>
                <a:lnTo>
                  <a:pt x="1200150" y="9525"/>
                </a:lnTo>
                <a:lnTo>
                  <a:pt x="1171575" y="9525"/>
                </a:lnTo>
                <a:lnTo>
                  <a:pt x="1238250" y="0"/>
                </a:lnTo>
                <a:lnTo>
                  <a:pt x="1238250" y="9525"/>
                </a:lnTo>
                <a:lnTo>
                  <a:pt x="1247775" y="0"/>
                </a:lnTo>
                <a:lnTo>
                  <a:pt x="1219200" y="9525"/>
                </a:lnTo>
                <a:lnTo>
                  <a:pt x="1104900" y="66675"/>
                </a:lnTo>
                <a:lnTo>
                  <a:pt x="1181100" y="104775"/>
                </a:lnTo>
                <a:lnTo>
                  <a:pt x="1276350" y="114300"/>
                </a:lnTo>
                <a:lnTo>
                  <a:pt x="1323975" y="142875"/>
                </a:lnTo>
                <a:lnTo>
                  <a:pt x="1400175" y="133350"/>
                </a:lnTo>
                <a:lnTo>
                  <a:pt x="1495425" y="152400"/>
                </a:lnTo>
                <a:lnTo>
                  <a:pt x="1543050" y="104775"/>
                </a:lnTo>
                <a:lnTo>
                  <a:pt x="1504950" y="180975"/>
                </a:lnTo>
                <a:lnTo>
                  <a:pt x="1543050" y="142875"/>
                </a:lnTo>
                <a:lnTo>
                  <a:pt x="1628775" y="228600"/>
                </a:lnTo>
                <a:lnTo>
                  <a:pt x="1647825" y="276225"/>
                </a:lnTo>
                <a:lnTo>
                  <a:pt x="1714500" y="247650"/>
                </a:lnTo>
                <a:lnTo>
                  <a:pt x="1685925" y="276225"/>
                </a:lnTo>
                <a:lnTo>
                  <a:pt x="1685925" y="257175"/>
                </a:lnTo>
                <a:lnTo>
                  <a:pt x="1695450" y="285750"/>
                </a:lnTo>
                <a:lnTo>
                  <a:pt x="1819275" y="295275"/>
                </a:lnTo>
                <a:lnTo>
                  <a:pt x="1781175" y="266700"/>
                </a:lnTo>
                <a:lnTo>
                  <a:pt x="1828800" y="333375"/>
                </a:lnTo>
                <a:lnTo>
                  <a:pt x="1885950" y="419100"/>
                </a:lnTo>
                <a:lnTo>
                  <a:pt x="1866900" y="523875"/>
                </a:lnTo>
                <a:lnTo>
                  <a:pt x="1885950" y="428625"/>
                </a:lnTo>
                <a:lnTo>
                  <a:pt x="1885950" y="476250"/>
                </a:lnTo>
                <a:lnTo>
                  <a:pt x="1914525" y="447675"/>
                </a:lnTo>
                <a:lnTo>
                  <a:pt x="1933575" y="409575"/>
                </a:lnTo>
                <a:lnTo>
                  <a:pt x="1924050" y="438150"/>
                </a:lnTo>
                <a:lnTo>
                  <a:pt x="2000250" y="504825"/>
                </a:lnTo>
                <a:lnTo>
                  <a:pt x="1971675" y="476250"/>
                </a:lnTo>
                <a:lnTo>
                  <a:pt x="2019300" y="514350"/>
                </a:lnTo>
                <a:lnTo>
                  <a:pt x="2076450" y="600075"/>
                </a:lnTo>
                <a:lnTo>
                  <a:pt x="2095500" y="628650"/>
                </a:lnTo>
                <a:lnTo>
                  <a:pt x="2114550" y="647700"/>
                </a:lnTo>
                <a:lnTo>
                  <a:pt x="2171700" y="695325"/>
                </a:lnTo>
                <a:lnTo>
                  <a:pt x="2124075" y="771525"/>
                </a:lnTo>
                <a:lnTo>
                  <a:pt x="2085975" y="790575"/>
                </a:lnTo>
                <a:lnTo>
                  <a:pt x="2171700" y="771525"/>
                </a:lnTo>
                <a:lnTo>
                  <a:pt x="2085975" y="762000"/>
                </a:lnTo>
                <a:lnTo>
                  <a:pt x="2152650" y="819150"/>
                </a:lnTo>
                <a:lnTo>
                  <a:pt x="2228850" y="838200"/>
                </a:lnTo>
                <a:lnTo>
                  <a:pt x="2247900" y="923925"/>
                </a:lnTo>
                <a:lnTo>
                  <a:pt x="2209800" y="962025"/>
                </a:lnTo>
                <a:lnTo>
                  <a:pt x="2200275" y="923925"/>
                </a:lnTo>
                <a:lnTo>
                  <a:pt x="2152650" y="1038225"/>
                </a:lnTo>
                <a:lnTo>
                  <a:pt x="2219325" y="1009650"/>
                </a:lnTo>
                <a:lnTo>
                  <a:pt x="2200275" y="1038225"/>
                </a:lnTo>
                <a:lnTo>
                  <a:pt x="2238375" y="1171575"/>
                </a:lnTo>
                <a:lnTo>
                  <a:pt x="2276475" y="1219200"/>
                </a:lnTo>
                <a:lnTo>
                  <a:pt x="2305050" y="1228725"/>
                </a:lnTo>
                <a:lnTo>
                  <a:pt x="2362200" y="1285875"/>
                </a:lnTo>
                <a:lnTo>
                  <a:pt x="2314575" y="1314450"/>
                </a:lnTo>
                <a:lnTo>
                  <a:pt x="2362200" y="1314450"/>
                </a:lnTo>
                <a:lnTo>
                  <a:pt x="2371725" y="1447800"/>
                </a:lnTo>
                <a:lnTo>
                  <a:pt x="2371725" y="1457325"/>
                </a:lnTo>
                <a:lnTo>
                  <a:pt x="2400300" y="1438275"/>
                </a:lnTo>
                <a:lnTo>
                  <a:pt x="2457450" y="1562100"/>
                </a:lnTo>
                <a:lnTo>
                  <a:pt x="2447925" y="1590675"/>
                </a:lnTo>
                <a:lnTo>
                  <a:pt x="2514600" y="1600200"/>
                </a:lnTo>
                <a:lnTo>
                  <a:pt x="2476500" y="1647825"/>
                </a:lnTo>
                <a:lnTo>
                  <a:pt x="2495550" y="1638300"/>
                </a:lnTo>
                <a:lnTo>
                  <a:pt x="2466975" y="1647825"/>
                </a:lnTo>
                <a:lnTo>
                  <a:pt x="2486025" y="1676400"/>
                </a:lnTo>
                <a:lnTo>
                  <a:pt x="2514600" y="1733550"/>
                </a:lnTo>
                <a:lnTo>
                  <a:pt x="2505075" y="1733550"/>
                </a:lnTo>
                <a:lnTo>
                  <a:pt x="2514600" y="1800225"/>
                </a:lnTo>
                <a:lnTo>
                  <a:pt x="2505075" y="1562100"/>
                </a:lnTo>
                <a:lnTo>
                  <a:pt x="2362200" y="1743075"/>
                </a:lnTo>
                <a:lnTo>
                  <a:pt x="2419350" y="1819275"/>
                </a:lnTo>
                <a:lnTo>
                  <a:pt x="2457450" y="1838325"/>
                </a:lnTo>
                <a:lnTo>
                  <a:pt x="2419350" y="1933575"/>
                </a:lnTo>
                <a:lnTo>
                  <a:pt x="2428875" y="2085975"/>
                </a:lnTo>
                <a:lnTo>
                  <a:pt x="2400300" y="2133600"/>
                </a:lnTo>
                <a:lnTo>
                  <a:pt x="2381250" y="2257425"/>
                </a:lnTo>
                <a:lnTo>
                  <a:pt x="2352675" y="2276475"/>
                </a:lnTo>
                <a:lnTo>
                  <a:pt x="2352675" y="2286000"/>
                </a:lnTo>
                <a:lnTo>
                  <a:pt x="2295525" y="2362200"/>
                </a:lnTo>
                <a:lnTo>
                  <a:pt x="2305050" y="2476500"/>
                </a:lnTo>
                <a:lnTo>
                  <a:pt x="2295525" y="2524125"/>
                </a:lnTo>
                <a:lnTo>
                  <a:pt x="2305050" y="2581275"/>
                </a:lnTo>
                <a:lnTo>
                  <a:pt x="2266950" y="2628900"/>
                </a:lnTo>
                <a:lnTo>
                  <a:pt x="2228850" y="2724150"/>
                </a:lnTo>
                <a:lnTo>
                  <a:pt x="2286000" y="2724150"/>
                </a:lnTo>
                <a:lnTo>
                  <a:pt x="2257425" y="2714625"/>
                </a:lnTo>
                <a:lnTo>
                  <a:pt x="2257425" y="2800350"/>
                </a:lnTo>
                <a:lnTo>
                  <a:pt x="2209800" y="2924175"/>
                </a:lnTo>
                <a:lnTo>
                  <a:pt x="2219325" y="2952750"/>
                </a:lnTo>
                <a:lnTo>
                  <a:pt x="2247900" y="3019425"/>
                </a:lnTo>
                <a:lnTo>
                  <a:pt x="2247900" y="3086100"/>
                </a:lnTo>
                <a:lnTo>
                  <a:pt x="2276475" y="3152775"/>
                </a:lnTo>
                <a:lnTo>
                  <a:pt x="2238375" y="3257550"/>
                </a:lnTo>
                <a:lnTo>
                  <a:pt x="2181225" y="3295650"/>
                </a:lnTo>
                <a:lnTo>
                  <a:pt x="2200275" y="3295650"/>
                </a:lnTo>
                <a:lnTo>
                  <a:pt x="2209800" y="3371850"/>
                </a:lnTo>
                <a:lnTo>
                  <a:pt x="2162175" y="3495675"/>
                </a:lnTo>
                <a:lnTo>
                  <a:pt x="2171700" y="3533775"/>
                </a:lnTo>
                <a:lnTo>
                  <a:pt x="2143125" y="3590925"/>
                </a:lnTo>
                <a:lnTo>
                  <a:pt x="2133600" y="3638550"/>
                </a:lnTo>
                <a:lnTo>
                  <a:pt x="2124075" y="3676650"/>
                </a:lnTo>
                <a:lnTo>
                  <a:pt x="2085975" y="3676650"/>
                </a:lnTo>
                <a:lnTo>
                  <a:pt x="2028825" y="3676650"/>
                </a:lnTo>
                <a:lnTo>
                  <a:pt x="2000250" y="3695700"/>
                </a:lnTo>
                <a:lnTo>
                  <a:pt x="1962150" y="3676650"/>
                </a:lnTo>
                <a:lnTo>
                  <a:pt x="1952625" y="3705225"/>
                </a:lnTo>
                <a:lnTo>
                  <a:pt x="1895475" y="3752850"/>
                </a:lnTo>
                <a:lnTo>
                  <a:pt x="1885950" y="3724275"/>
                </a:lnTo>
                <a:lnTo>
                  <a:pt x="1838325" y="3771900"/>
                </a:lnTo>
                <a:lnTo>
                  <a:pt x="1847850" y="3790950"/>
                </a:lnTo>
                <a:lnTo>
                  <a:pt x="1819275" y="3752850"/>
                </a:lnTo>
                <a:lnTo>
                  <a:pt x="1762125" y="3800475"/>
                </a:lnTo>
                <a:lnTo>
                  <a:pt x="1704975" y="3790950"/>
                </a:lnTo>
                <a:lnTo>
                  <a:pt x="1685925" y="3819525"/>
                </a:lnTo>
                <a:lnTo>
                  <a:pt x="1647825" y="3819525"/>
                </a:lnTo>
                <a:lnTo>
                  <a:pt x="1638300" y="3867150"/>
                </a:lnTo>
                <a:lnTo>
                  <a:pt x="1590675" y="3895725"/>
                </a:lnTo>
                <a:lnTo>
                  <a:pt x="1562100" y="3924300"/>
                </a:lnTo>
                <a:lnTo>
                  <a:pt x="1571625" y="3914775"/>
                </a:lnTo>
                <a:lnTo>
                  <a:pt x="1514475" y="3943350"/>
                </a:lnTo>
                <a:lnTo>
                  <a:pt x="1476375" y="3943350"/>
                </a:lnTo>
                <a:lnTo>
                  <a:pt x="1409700" y="3990975"/>
                </a:lnTo>
                <a:lnTo>
                  <a:pt x="1409700" y="3971925"/>
                </a:lnTo>
                <a:lnTo>
                  <a:pt x="1371600" y="3971925"/>
                </a:lnTo>
                <a:lnTo>
                  <a:pt x="1323975" y="3990975"/>
                </a:lnTo>
                <a:lnTo>
                  <a:pt x="1333500" y="4048125"/>
                </a:lnTo>
                <a:lnTo>
                  <a:pt x="1295400" y="4029075"/>
                </a:lnTo>
                <a:lnTo>
                  <a:pt x="1266825" y="4076700"/>
                </a:lnTo>
                <a:lnTo>
                  <a:pt x="1209675" y="4067175"/>
                </a:lnTo>
                <a:lnTo>
                  <a:pt x="1162050" y="4105275"/>
                </a:lnTo>
                <a:lnTo>
                  <a:pt x="1133475" y="4095750"/>
                </a:lnTo>
                <a:close/>
              </a:path>
            </a:pathLst>
          </a:custGeom>
          <a:solidFill>
            <a:srgbClr val="F7B733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34775" y="-1485900"/>
            <a:ext cx="2905125" cy="4905375"/>
          </a:xfrm>
          <a:custGeom>
            <a:avLst/>
            <a:gdLst/>
            <a:ahLst/>
            <a:cxnLst/>
            <a:rect l="l" t="t" r="r" b="b"/>
            <a:pathLst>
              <a:path w="2905125" h="4905375">
                <a:moveTo>
                  <a:pt x="1238250" y="4905375"/>
                </a:moveTo>
                <a:lnTo>
                  <a:pt x="1152525" y="4886325"/>
                </a:lnTo>
                <a:lnTo>
                  <a:pt x="1152525" y="4857750"/>
                </a:lnTo>
                <a:lnTo>
                  <a:pt x="1162050" y="4829175"/>
                </a:lnTo>
                <a:lnTo>
                  <a:pt x="1114425" y="4762500"/>
                </a:lnTo>
                <a:lnTo>
                  <a:pt x="1019175" y="4733925"/>
                </a:lnTo>
                <a:lnTo>
                  <a:pt x="1019175" y="4705350"/>
                </a:lnTo>
                <a:lnTo>
                  <a:pt x="990600" y="4676775"/>
                </a:lnTo>
                <a:lnTo>
                  <a:pt x="962025" y="4610100"/>
                </a:lnTo>
                <a:lnTo>
                  <a:pt x="885825" y="4572000"/>
                </a:lnTo>
                <a:lnTo>
                  <a:pt x="876300" y="4552950"/>
                </a:lnTo>
                <a:lnTo>
                  <a:pt x="819150" y="4533900"/>
                </a:lnTo>
                <a:lnTo>
                  <a:pt x="800100" y="4467225"/>
                </a:lnTo>
                <a:lnTo>
                  <a:pt x="733425" y="4429125"/>
                </a:lnTo>
                <a:lnTo>
                  <a:pt x="742950" y="4419600"/>
                </a:lnTo>
                <a:lnTo>
                  <a:pt x="676275" y="4362450"/>
                </a:lnTo>
                <a:lnTo>
                  <a:pt x="619125" y="4324350"/>
                </a:lnTo>
                <a:lnTo>
                  <a:pt x="600075" y="4286250"/>
                </a:lnTo>
                <a:lnTo>
                  <a:pt x="571500" y="4248150"/>
                </a:lnTo>
                <a:lnTo>
                  <a:pt x="542925" y="4181475"/>
                </a:lnTo>
                <a:lnTo>
                  <a:pt x="495300" y="4181475"/>
                </a:lnTo>
                <a:lnTo>
                  <a:pt x="476250" y="4105275"/>
                </a:lnTo>
                <a:lnTo>
                  <a:pt x="438150" y="4086225"/>
                </a:lnTo>
                <a:lnTo>
                  <a:pt x="400050" y="4000500"/>
                </a:lnTo>
                <a:lnTo>
                  <a:pt x="342900" y="3990975"/>
                </a:lnTo>
                <a:lnTo>
                  <a:pt x="314325" y="3971925"/>
                </a:lnTo>
                <a:lnTo>
                  <a:pt x="295275" y="3924300"/>
                </a:lnTo>
                <a:lnTo>
                  <a:pt x="228600" y="3876675"/>
                </a:lnTo>
                <a:lnTo>
                  <a:pt x="209550" y="3848100"/>
                </a:lnTo>
                <a:lnTo>
                  <a:pt x="152400" y="3819525"/>
                </a:lnTo>
                <a:lnTo>
                  <a:pt x="114300" y="3762375"/>
                </a:lnTo>
                <a:lnTo>
                  <a:pt x="114300" y="3724275"/>
                </a:lnTo>
                <a:lnTo>
                  <a:pt x="76200" y="3676650"/>
                </a:lnTo>
                <a:lnTo>
                  <a:pt x="209550" y="3524250"/>
                </a:lnTo>
                <a:lnTo>
                  <a:pt x="323850" y="3295650"/>
                </a:lnTo>
                <a:lnTo>
                  <a:pt x="295275" y="3514725"/>
                </a:lnTo>
                <a:lnTo>
                  <a:pt x="342900" y="3438525"/>
                </a:lnTo>
                <a:lnTo>
                  <a:pt x="257175" y="3390900"/>
                </a:lnTo>
                <a:lnTo>
                  <a:pt x="209550" y="3390900"/>
                </a:lnTo>
                <a:lnTo>
                  <a:pt x="209550" y="3324225"/>
                </a:lnTo>
                <a:lnTo>
                  <a:pt x="76200" y="3257550"/>
                </a:lnTo>
                <a:lnTo>
                  <a:pt x="0" y="3257550"/>
                </a:lnTo>
                <a:lnTo>
                  <a:pt x="133350" y="3133725"/>
                </a:lnTo>
                <a:lnTo>
                  <a:pt x="85725" y="3038475"/>
                </a:lnTo>
                <a:lnTo>
                  <a:pt x="85725" y="2962275"/>
                </a:lnTo>
                <a:lnTo>
                  <a:pt x="190500" y="3019425"/>
                </a:lnTo>
                <a:lnTo>
                  <a:pt x="152400" y="2895600"/>
                </a:lnTo>
                <a:lnTo>
                  <a:pt x="171450" y="2895600"/>
                </a:lnTo>
                <a:lnTo>
                  <a:pt x="190500" y="2847975"/>
                </a:lnTo>
                <a:lnTo>
                  <a:pt x="200025" y="2790825"/>
                </a:lnTo>
                <a:lnTo>
                  <a:pt x="76200" y="2752725"/>
                </a:lnTo>
                <a:lnTo>
                  <a:pt x="85725" y="2724150"/>
                </a:lnTo>
                <a:lnTo>
                  <a:pt x="57150" y="2667000"/>
                </a:lnTo>
                <a:lnTo>
                  <a:pt x="66675" y="2600325"/>
                </a:lnTo>
                <a:lnTo>
                  <a:pt x="95250" y="2514600"/>
                </a:lnTo>
                <a:lnTo>
                  <a:pt x="9525" y="2400300"/>
                </a:lnTo>
                <a:lnTo>
                  <a:pt x="28575" y="2314575"/>
                </a:lnTo>
                <a:lnTo>
                  <a:pt x="19050" y="2266950"/>
                </a:lnTo>
                <a:lnTo>
                  <a:pt x="57150" y="2228850"/>
                </a:lnTo>
                <a:lnTo>
                  <a:pt x="9525" y="2152650"/>
                </a:lnTo>
                <a:lnTo>
                  <a:pt x="47625" y="2133600"/>
                </a:lnTo>
                <a:lnTo>
                  <a:pt x="57150" y="2076450"/>
                </a:lnTo>
                <a:lnTo>
                  <a:pt x="19050" y="2047875"/>
                </a:lnTo>
                <a:lnTo>
                  <a:pt x="28575" y="1962150"/>
                </a:lnTo>
                <a:lnTo>
                  <a:pt x="9525" y="1914525"/>
                </a:lnTo>
                <a:lnTo>
                  <a:pt x="142875" y="1924050"/>
                </a:lnTo>
                <a:lnTo>
                  <a:pt x="95250" y="1762125"/>
                </a:lnTo>
                <a:lnTo>
                  <a:pt x="76200" y="1704975"/>
                </a:lnTo>
                <a:lnTo>
                  <a:pt x="95250" y="1590675"/>
                </a:lnTo>
                <a:lnTo>
                  <a:pt x="142875" y="1581150"/>
                </a:lnTo>
                <a:lnTo>
                  <a:pt x="142875" y="1590675"/>
                </a:lnTo>
                <a:lnTo>
                  <a:pt x="142875" y="1485900"/>
                </a:lnTo>
                <a:lnTo>
                  <a:pt x="190500" y="1447800"/>
                </a:lnTo>
                <a:lnTo>
                  <a:pt x="171450" y="1400175"/>
                </a:lnTo>
                <a:lnTo>
                  <a:pt x="161925" y="1390650"/>
                </a:lnTo>
                <a:lnTo>
                  <a:pt x="152400" y="1343025"/>
                </a:lnTo>
                <a:lnTo>
                  <a:pt x="180975" y="1295400"/>
                </a:lnTo>
                <a:lnTo>
                  <a:pt x="238125" y="1295400"/>
                </a:lnTo>
                <a:lnTo>
                  <a:pt x="257175" y="1228725"/>
                </a:lnTo>
                <a:lnTo>
                  <a:pt x="314325" y="1238250"/>
                </a:lnTo>
                <a:lnTo>
                  <a:pt x="314325" y="1162050"/>
                </a:lnTo>
                <a:lnTo>
                  <a:pt x="352425" y="1200150"/>
                </a:lnTo>
                <a:lnTo>
                  <a:pt x="323850" y="1114425"/>
                </a:lnTo>
                <a:lnTo>
                  <a:pt x="342900" y="1066800"/>
                </a:lnTo>
                <a:lnTo>
                  <a:pt x="342900" y="1000125"/>
                </a:lnTo>
                <a:lnTo>
                  <a:pt x="371475" y="895350"/>
                </a:lnTo>
                <a:lnTo>
                  <a:pt x="409575" y="866775"/>
                </a:lnTo>
                <a:lnTo>
                  <a:pt x="419100" y="809625"/>
                </a:lnTo>
                <a:lnTo>
                  <a:pt x="438150" y="781050"/>
                </a:lnTo>
                <a:lnTo>
                  <a:pt x="457200" y="714375"/>
                </a:lnTo>
                <a:lnTo>
                  <a:pt x="514350" y="676275"/>
                </a:lnTo>
                <a:lnTo>
                  <a:pt x="533400" y="638175"/>
                </a:lnTo>
                <a:lnTo>
                  <a:pt x="476250" y="609600"/>
                </a:lnTo>
                <a:lnTo>
                  <a:pt x="485775" y="542925"/>
                </a:lnTo>
                <a:lnTo>
                  <a:pt x="533400" y="514350"/>
                </a:lnTo>
                <a:lnTo>
                  <a:pt x="581025" y="466725"/>
                </a:lnTo>
                <a:lnTo>
                  <a:pt x="581025" y="419100"/>
                </a:lnTo>
                <a:lnTo>
                  <a:pt x="619125" y="447675"/>
                </a:lnTo>
                <a:lnTo>
                  <a:pt x="685800" y="390525"/>
                </a:lnTo>
                <a:lnTo>
                  <a:pt x="657225" y="371475"/>
                </a:lnTo>
                <a:lnTo>
                  <a:pt x="723900" y="371475"/>
                </a:lnTo>
                <a:lnTo>
                  <a:pt x="742950" y="381000"/>
                </a:lnTo>
                <a:lnTo>
                  <a:pt x="781050" y="333375"/>
                </a:lnTo>
                <a:lnTo>
                  <a:pt x="809625" y="314325"/>
                </a:lnTo>
                <a:lnTo>
                  <a:pt x="847725" y="304800"/>
                </a:lnTo>
                <a:lnTo>
                  <a:pt x="857250" y="295275"/>
                </a:lnTo>
                <a:lnTo>
                  <a:pt x="904875" y="333375"/>
                </a:lnTo>
                <a:lnTo>
                  <a:pt x="933450" y="304800"/>
                </a:lnTo>
                <a:lnTo>
                  <a:pt x="942975" y="314325"/>
                </a:lnTo>
                <a:lnTo>
                  <a:pt x="933450" y="285750"/>
                </a:lnTo>
                <a:lnTo>
                  <a:pt x="971550" y="304800"/>
                </a:lnTo>
                <a:lnTo>
                  <a:pt x="1000125" y="285750"/>
                </a:lnTo>
                <a:lnTo>
                  <a:pt x="1047750" y="257175"/>
                </a:lnTo>
                <a:lnTo>
                  <a:pt x="1066800" y="276225"/>
                </a:lnTo>
                <a:lnTo>
                  <a:pt x="1095375" y="209550"/>
                </a:lnTo>
                <a:lnTo>
                  <a:pt x="1133475" y="219075"/>
                </a:lnTo>
                <a:lnTo>
                  <a:pt x="1181100" y="219075"/>
                </a:lnTo>
                <a:lnTo>
                  <a:pt x="1181100" y="219075"/>
                </a:lnTo>
                <a:lnTo>
                  <a:pt x="1181100" y="190500"/>
                </a:lnTo>
                <a:lnTo>
                  <a:pt x="1228725" y="190500"/>
                </a:lnTo>
                <a:lnTo>
                  <a:pt x="1257300" y="161925"/>
                </a:lnTo>
                <a:lnTo>
                  <a:pt x="1247775" y="180975"/>
                </a:lnTo>
                <a:lnTo>
                  <a:pt x="1295400" y="142875"/>
                </a:lnTo>
                <a:lnTo>
                  <a:pt x="1295400" y="152400"/>
                </a:lnTo>
                <a:lnTo>
                  <a:pt x="1333500" y="142875"/>
                </a:lnTo>
                <a:lnTo>
                  <a:pt x="1352550" y="114300"/>
                </a:lnTo>
                <a:lnTo>
                  <a:pt x="1343025" y="95250"/>
                </a:lnTo>
                <a:lnTo>
                  <a:pt x="1390650" y="133350"/>
                </a:lnTo>
                <a:lnTo>
                  <a:pt x="1409700" y="104775"/>
                </a:lnTo>
                <a:lnTo>
                  <a:pt x="1409700" y="0"/>
                </a:lnTo>
                <a:lnTo>
                  <a:pt x="1466850" y="276225"/>
                </a:lnTo>
                <a:lnTo>
                  <a:pt x="1419225" y="209550"/>
                </a:lnTo>
                <a:lnTo>
                  <a:pt x="1447800" y="247650"/>
                </a:lnTo>
                <a:lnTo>
                  <a:pt x="1600200" y="323850"/>
                </a:lnTo>
                <a:lnTo>
                  <a:pt x="1581150" y="381000"/>
                </a:lnTo>
                <a:lnTo>
                  <a:pt x="1619250" y="304800"/>
                </a:lnTo>
                <a:lnTo>
                  <a:pt x="1743075" y="276225"/>
                </a:lnTo>
                <a:lnTo>
                  <a:pt x="1704975" y="257175"/>
                </a:lnTo>
                <a:lnTo>
                  <a:pt x="1847850" y="333375"/>
                </a:lnTo>
                <a:lnTo>
                  <a:pt x="1847850" y="361950"/>
                </a:lnTo>
                <a:lnTo>
                  <a:pt x="1924050" y="381000"/>
                </a:lnTo>
                <a:lnTo>
                  <a:pt x="1990725" y="419100"/>
                </a:lnTo>
                <a:lnTo>
                  <a:pt x="1990725" y="381000"/>
                </a:lnTo>
                <a:lnTo>
                  <a:pt x="1990725" y="438150"/>
                </a:lnTo>
                <a:lnTo>
                  <a:pt x="1943100" y="485775"/>
                </a:lnTo>
                <a:lnTo>
                  <a:pt x="2076450" y="561975"/>
                </a:lnTo>
                <a:lnTo>
                  <a:pt x="2076450" y="581025"/>
                </a:lnTo>
                <a:lnTo>
                  <a:pt x="2114550" y="590550"/>
                </a:lnTo>
                <a:lnTo>
                  <a:pt x="2162175" y="647700"/>
                </a:lnTo>
                <a:lnTo>
                  <a:pt x="2219325" y="628650"/>
                </a:lnTo>
                <a:lnTo>
                  <a:pt x="2238375" y="657225"/>
                </a:lnTo>
                <a:lnTo>
                  <a:pt x="2228850" y="638175"/>
                </a:lnTo>
                <a:lnTo>
                  <a:pt x="2181225" y="628650"/>
                </a:lnTo>
                <a:lnTo>
                  <a:pt x="2200275" y="619125"/>
                </a:lnTo>
                <a:lnTo>
                  <a:pt x="2228850" y="666750"/>
                </a:lnTo>
                <a:lnTo>
                  <a:pt x="2257425" y="666750"/>
                </a:lnTo>
                <a:lnTo>
                  <a:pt x="2266950" y="695325"/>
                </a:lnTo>
                <a:lnTo>
                  <a:pt x="2314575" y="742950"/>
                </a:lnTo>
                <a:lnTo>
                  <a:pt x="2324100" y="762000"/>
                </a:lnTo>
                <a:lnTo>
                  <a:pt x="2409825" y="819150"/>
                </a:lnTo>
                <a:lnTo>
                  <a:pt x="2447925" y="876300"/>
                </a:lnTo>
                <a:lnTo>
                  <a:pt x="2428875" y="1019175"/>
                </a:lnTo>
                <a:lnTo>
                  <a:pt x="2466975" y="1076325"/>
                </a:lnTo>
                <a:lnTo>
                  <a:pt x="2505075" y="1038225"/>
                </a:lnTo>
                <a:lnTo>
                  <a:pt x="2457450" y="1019175"/>
                </a:lnTo>
                <a:lnTo>
                  <a:pt x="2533650" y="1009650"/>
                </a:lnTo>
                <a:lnTo>
                  <a:pt x="2590800" y="1066800"/>
                </a:lnTo>
                <a:lnTo>
                  <a:pt x="2647950" y="1123950"/>
                </a:lnTo>
                <a:lnTo>
                  <a:pt x="2571750" y="1162050"/>
                </a:lnTo>
                <a:lnTo>
                  <a:pt x="2667000" y="1238250"/>
                </a:lnTo>
                <a:lnTo>
                  <a:pt x="2543175" y="1295400"/>
                </a:lnTo>
                <a:lnTo>
                  <a:pt x="2543175" y="1295400"/>
                </a:lnTo>
                <a:lnTo>
                  <a:pt x="2552700" y="1295400"/>
                </a:lnTo>
                <a:lnTo>
                  <a:pt x="2552700" y="1352550"/>
                </a:lnTo>
                <a:lnTo>
                  <a:pt x="2533650" y="1400175"/>
                </a:lnTo>
                <a:lnTo>
                  <a:pt x="2628900" y="1476375"/>
                </a:lnTo>
                <a:lnTo>
                  <a:pt x="2619375" y="1581150"/>
                </a:lnTo>
                <a:lnTo>
                  <a:pt x="2752725" y="1600200"/>
                </a:lnTo>
                <a:lnTo>
                  <a:pt x="2752725" y="1752600"/>
                </a:lnTo>
                <a:lnTo>
                  <a:pt x="2743200" y="1733550"/>
                </a:lnTo>
                <a:lnTo>
                  <a:pt x="2714625" y="1743075"/>
                </a:lnTo>
                <a:lnTo>
                  <a:pt x="2752725" y="1838325"/>
                </a:lnTo>
                <a:lnTo>
                  <a:pt x="2733675" y="1876425"/>
                </a:lnTo>
                <a:lnTo>
                  <a:pt x="2800350" y="1914525"/>
                </a:lnTo>
                <a:lnTo>
                  <a:pt x="2762250" y="1971675"/>
                </a:lnTo>
                <a:lnTo>
                  <a:pt x="2771775" y="1962150"/>
                </a:lnTo>
                <a:lnTo>
                  <a:pt x="2809875" y="2009775"/>
                </a:lnTo>
                <a:lnTo>
                  <a:pt x="2790825" y="2000250"/>
                </a:lnTo>
                <a:lnTo>
                  <a:pt x="2800350" y="2028825"/>
                </a:lnTo>
                <a:lnTo>
                  <a:pt x="2828925" y="2105025"/>
                </a:lnTo>
                <a:lnTo>
                  <a:pt x="2857500" y="2105025"/>
                </a:lnTo>
                <a:lnTo>
                  <a:pt x="2857500" y="2143125"/>
                </a:lnTo>
                <a:lnTo>
                  <a:pt x="2905125" y="2190750"/>
                </a:lnTo>
                <a:lnTo>
                  <a:pt x="2686050" y="2095500"/>
                </a:lnTo>
                <a:lnTo>
                  <a:pt x="2895600" y="2247900"/>
                </a:lnTo>
                <a:lnTo>
                  <a:pt x="2876550" y="2247900"/>
                </a:lnTo>
                <a:lnTo>
                  <a:pt x="2781300" y="2238375"/>
                </a:lnTo>
                <a:lnTo>
                  <a:pt x="2647950" y="2457450"/>
                </a:lnTo>
                <a:lnTo>
                  <a:pt x="2705100" y="2524125"/>
                </a:lnTo>
                <a:lnTo>
                  <a:pt x="2695575" y="2647950"/>
                </a:lnTo>
                <a:lnTo>
                  <a:pt x="2724150" y="2686050"/>
                </a:lnTo>
                <a:lnTo>
                  <a:pt x="2657475" y="2886075"/>
                </a:lnTo>
                <a:lnTo>
                  <a:pt x="2562225" y="2857500"/>
                </a:lnTo>
                <a:lnTo>
                  <a:pt x="2581275" y="2886075"/>
                </a:lnTo>
                <a:lnTo>
                  <a:pt x="2638425" y="2962275"/>
                </a:lnTo>
                <a:lnTo>
                  <a:pt x="2590800" y="3105150"/>
                </a:lnTo>
                <a:lnTo>
                  <a:pt x="2571750" y="3114675"/>
                </a:lnTo>
                <a:lnTo>
                  <a:pt x="2552700" y="3190875"/>
                </a:lnTo>
                <a:lnTo>
                  <a:pt x="2543175" y="3238500"/>
                </a:lnTo>
                <a:lnTo>
                  <a:pt x="2457450" y="3429000"/>
                </a:lnTo>
                <a:lnTo>
                  <a:pt x="2486025" y="3429000"/>
                </a:lnTo>
                <a:lnTo>
                  <a:pt x="2524125" y="3543300"/>
                </a:lnTo>
                <a:lnTo>
                  <a:pt x="2533650" y="3467100"/>
                </a:lnTo>
                <a:lnTo>
                  <a:pt x="2581275" y="3562350"/>
                </a:lnTo>
                <a:lnTo>
                  <a:pt x="2552700" y="3590925"/>
                </a:lnTo>
                <a:lnTo>
                  <a:pt x="2571750" y="3705225"/>
                </a:lnTo>
                <a:lnTo>
                  <a:pt x="2590800" y="3724275"/>
                </a:lnTo>
                <a:lnTo>
                  <a:pt x="2533650" y="3762375"/>
                </a:lnTo>
                <a:lnTo>
                  <a:pt x="2552700" y="3848100"/>
                </a:lnTo>
                <a:lnTo>
                  <a:pt x="2571750" y="3943350"/>
                </a:lnTo>
                <a:lnTo>
                  <a:pt x="2533650" y="4057650"/>
                </a:lnTo>
                <a:lnTo>
                  <a:pt x="2505075" y="4095750"/>
                </a:lnTo>
                <a:lnTo>
                  <a:pt x="2486025" y="4133850"/>
                </a:lnTo>
                <a:lnTo>
                  <a:pt x="2438400" y="4238625"/>
                </a:lnTo>
                <a:lnTo>
                  <a:pt x="2457450" y="4314825"/>
                </a:lnTo>
                <a:lnTo>
                  <a:pt x="2362200" y="4343400"/>
                </a:lnTo>
                <a:lnTo>
                  <a:pt x="2400300" y="4362450"/>
                </a:lnTo>
                <a:lnTo>
                  <a:pt x="2324100" y="4362450"/>
                </a:lnTo>
                <a:lnTo>
                  <a:pt x="2266950" y="4371975"/>
                </a:lnTo>
                <a:lnTo>
                  <a:pt x="2247900" y="4381500"/>
                </a:lnTo>
                <a:lnTo>
                  <a:pt x="2228850" y="4419600"/>
                </a:lnTo>
                <a:lnTo>
                  <a:pt x="2162175" y="4438650"/>
                </a:lnTo>
                <a:lnTo>
                  <a:pt x="2152650" y="4486275"/>
                </a:lnTo>
                <a:lnTo>
                  <a:pt x="2095500" y="4457700"/>
                </a:lnTo>
                <a:lnTo>
                  <a:pt x="2076450" y="4514850"/>
                </a:lnTo>
                <a:lnTo>
                  <a:pt x="2019300" y="4524375"/>
                </a:lnTo>
                <a:lnTo>
                  <a:pt x="1990725" y="4533900"/>
                </a:lnTo>
                <a:lnTo>
                  <a:pt x="1943100" y="4533900"/>
                </a:lnTo>
                <a:lnTo>
                  <a:pt x="1914525" y="4552950"/>
                </a:lnTo>
                <a:lnTo>
                  <a:pt x="1905000" y="4610100"/>
                </a:lnTo>
                <a:lnTo>
                  <a:pt x="1876425" y="4610100"/>
                </a:lnTo>
                <a:lnTo>
                  <a:pt x="1838325" y="4629150"/>
                </a:lnTo>
                <a:lnTo>
                  <a:pt x="1809750" y="4638675"/>
                </a:lnTo>
                <a:lnTo>
                  <a:pt x="1771650" y="4657725"/>
                </a:lnTo>
                <a:lnTo>
                  <a:pt x="1724025" y="4714875"/>
                </a:lnTo>
                <a:lnTo>
                  <a:pt x="1685925" y="4724400"/>
                </a:lnTo>
                <a:lnTo>
                  <a:pt x="1600200" y="4695825"/>
                </a:lnTo>
                <a:lnTo>
                  <a:pt x="1609725" y="4752975"/>
                </a:lnTo>
                <a:lnTo>
                  <a:pt x="1524000" y="4752975"/>
                </a:lnTo>
                <a:lnTo>
                  <a:pt x="1514475" y="4781550"/>
                </a:lnTo>
                <a:lnTo>
                  <a:pt x="1457325" y="4762500"/>
                </a:lnTo>
                <a:lnTo>
                  <a:pt x="1409700" y="4829175"/>
                </a:lnTo>
                <a:lnTo>
                  <a:pt x="1390650" y="4848225"/>
                </a:lnTo>
                <a:lnTo>
                  <a:pt x="1381125" y="4857750"/>
                </a:lnTo>
                <a:lnTo>
                  <a:pt x="1314450" y="4857750"/>
                </a:lnTo>
                <a:lnTo>
                  <a:pt x="1295400" y="49053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0" y="-1400175"/>
            <a:ext cx="3038475" cy="4829175"/>
          </a:xfrm>
          <a:custGeom>
            <a:avLst/>
            <a:gdLst/>
            <a:ahLst/>
            <a:cxnLst/>
            <a:rect l="l" t="t" r="r" b="b"/>
            <a:pathLst>
              <a:path w="3038475" h="4829175">
                <a:moveTo>
                  <a:pt x="1219200" y="4810125"/>
                </a:moveTo>
                <a:lnTo>
                  <a:pt x="1162050" y="4752975"/>
                </a:lnTo>
                <a:lnTo>
                  <a:pt x="1209675" y="4791075"/>
                </a:lnTo>
                <a:lnTo>
                  <a:pt x="1152525" y="4762500"/>
                </a:lnTo>
                <a:lnTo>
                  <a:pt x="1095375" y="4667250"/>
                </a:lnTo>
                <a:lnTo>
                  <a:pt x="1076325" y="4657725"/>
                </a:lnTo>
                <a:lnTo>
                  <a:pt x="1009650" y="4619625"/>
                </a:lnTo>
                <a:lnTo>
                  <a:pt x="1019175" y="4572000"/>
                </a:lnTo>
                <a:lnTo>
                  <a:pt x="952500" y="4533900"/>
                </a:lnTo>
                <a:lnTo>
                  <a:pt x="904875" y="4533900"/>
                </a:lnTo>
                <a:lnTo>
                  <a:pt x="885825" y="4495800"/>
                </a:lnTo>
                <a:lnTo>
                  <a:pt x="866775" y="4429125"/>
                </a:lnTo>
                <a:lnTo>
                  <a:pt x="800100" y="4371975"/>
                </a:lnTo>
                <a:lnTo>
                  <a:pt x="790575" y="4324350"/>
                </a:lnTo>
                <a:lnTo>
                  <a:pt x="723900" y="4305300"/>
                </a:lnTo>
                <a:lnTo>
                  <a:pt x="685800" y="4238625"/>
                </a:lnTo>
                <a:lnTo>
                  <a:pt x="647700" y="4200525"/>
                </a:lnTo>
                <a:lnTo>
                  <a:pt x="628650" y="4181475"/>
                </a:lnTo>
                <a:lnTo>
                  <a:pt x="600075" y="4124325"/>
                </a:lnTo>
                <a:lnTo>
                  <a:pt x="561975" y="4124325"/>
                </a:lnTo>
                <a:lnTo>
                  <a:pt x="542925" y="4048125"/>
                </a:lnTo>
                <a:lnTo>
                  <a:pt x="485775" y="4048125"/>
                </a:lnTo>
                <a:lnTo>
                  <a:pt x="409575" y="3962400"/>
                </a:lnTo>
                <a:lnTo>
                  <a:pt x="428625" y="3924300"/>
                </a:lnTo>
                <a:lnTo>
                  <a:pt x="381000" y="3924300"/>
                </a:lnTo>
                <a:lnTo>
                  <a:pt x="295275" y="3848100"/>
                </a:lnTo>
                <a:lnTo>
                  <a:pt x="257175" y="3848100"/>
                </a:lnTo>
                <a:lnTo>
                  <a:pt x="276225" y="3810000"/>
                </a:lnTo>
                <a:lnTo>
                  <a:pt x="200025" y="3743325"/>
                </a:lnTo>
                <a:lnTo>
                  <a:pt x="190500" y="3714750"/>
                </a:lnTo>
                <a:lnTo>
                  <a:pt x="133350" y="3676650"/>
                </a:lnTo>
                <a:lnTo>
                  <a:pt x="104775" y="3609975"/>
                </a:lnTo>
                <a:lnTo>
                  <a:pt x="85725" y="3590925"/>
                </a:lnTo>
                <a:lnTo>
                  <a:pt x="180975" y="3581400"/>
                </a:lnTo>
                <a:lnTo>
                  <a:pt x="304800" y="3619500"/>
                </a:lnTo>
                <a:lnTo>
                  <a:pt x="333375" y="3381375"/>
                </a:lnTo>
                <a:lnTo>
                  <a:pt x="342900" y="3333750"/>
                </a:lnTo>
                <a:lnTo>
                  <a:pt x="200025" y="3219450"/>
                </a:lnTo>
                <a:lnTo>
                  <a:pt x="228600" y="3152775"/>
                </a:lnTo>
                <a:lnTo>
                  <a:pt x="161925" y="3143250"/>
                </a:lnTo>
                <a:lnTo>
                  <a:pt x="95250" y="3200400"/>
                </a:lnTo>
                <a:lnTo>
                  <a:pt x="228600" y="3095625"/>
                </a:lnTo>
                <a:lnTo>
                  <a:pt x="190500" y="3105150"/>
                </a:lnTo>
                <a:lnTo>
                  <a:pt x="171450" y="3076575"/>
                </a:lnTo>
                <a:lnTo>
                  <a:pt x="85725" y="2867025"/>
                </a:lnTo>
                <a:lnTo>
                  <a:pt x="85725" y="2895600"/>
                </a:lnTo>
                <a:lnTo>
                  <a:pt x="123825" y="2838450"/>
                </a:lnTo>
                <a:lnTo>
                  <a:pt x="133350" y="2819400"/>
                </a:lnTo>
                <a:lnTo>
                  <a:pt x="161925" y="2781300"/>
                </a:lnTo>
                <a:lnTo>
                  <a:pt x="95250" y="2752725"/>
                </a:lnTo>
                <a:lnTo>
                  <a:pt x="114300" y="2676525"/>
                </a:lnTo>
                <a:lnTo>
                  <a:pt x="57150" y="2657475"/>
                </a:lnTo>
                <a:lnTo>
                  <a:pt x="76200" y="2543175"/>
                </a:lnTo>
                <a:lnTo>
                  <a:pt x="104775" y="2495550"/>
                </a:lnTo>
                <a:lnTo>
                  <a:pt x="28575" y="2381250"/>
                </a:lnTo>
                <a:lnTo>
                  <a:pt x="47625" y="2286000"/>
                </a:lnTo>
                <a:lnTo>
                  <a:pt x="66675" y="2228850"/>
                </a:lnTo>
                <a:lnTo>
                  <a:pt x="0" y="2171700"/>
                </a:lnTo>
                <a:lnTo>
                  <a:pt x="38100" y="2076450"/>
                </a:lnTo>
                <a:lnTo>
                  <a:pt x="0" y="2047875"/>
                </a:lnTo>
                <a:lnTo>
                  <a:pt x="19050" y="2028825"/>
                </a:lnTo>
                <a:lnTo>
                  <a:pt x="9525" y="2000250"/>
                </a:lnTo>
                <a:lnTo>
                  <a:pt x="0" y="1905000"/>
                </a:lnTo>
                <a:lnTo>
                  <a:pt x="9525" y="1857375"/>
                </a:lnTo>
                <a:lnTo>
                  <a:pt x="19050" y="1819275"/>
                </a:lnTo>
                <a:lnTo>
                  <a:pt x="47625" y="1609725"/>
                </a:lnTo>
                <a:lnTo>
                  <a:pt x="133350" y="1628775"/>
                </a:lnTo>
                <a:lnTo>
                  <a:pt x="123825" y="1619250"/>
                </a:lnTo>
                <a:lnTo>
                  <a:pt x="95250" y="1514475"/>
                </a:lnTo>
                <a:lnTo>
                  <a:pt x="104775" y="1438275"/>
                </a:lnTo>
                <a:lnTo>
                  <a:pt x="142875" y="1438275"/>
                </a:lnTo>
                <a:lnTo>
                  <a:pt x="190500" y="1419225"/>
                </a:lnTo>
                <a:lnTo>
                  <a:pt x="180975" y="1409700"/>
                </a:lnTo>
                <a:lnTo>
                  <a:pt x="200025" y="1257300"/>
                </a:lnTo>
                <a:lnTo>
                  <a:pt x="257175" y="1304925"/>
                </a:lnTo>
                <a:lnTo>
                  <a:pt x="200025" y="1200150"/>
                </a:lnTo>
                <a:lnTo>
                  <a:pt x="171450" y="1200150"/>
                </a:lnTo>
                <a:lnTo>
                  <a:pt x="219075" y="1181100"/>
                </a:lnTo>
                <a:lnTo>
                  <a:pt x="257175" y="1133475"/>
                </a:lnTo>
                <a:lnTo>
                  <a:pt x="323850" y="1104900"/>
                </a:lnTo>
                <a:lnTo>
                  <a:pt x="352425" y="1085850"/>
                </a:lnTo>
                <a:lnTo>
                  <a:pt x="381000" y="1076325"/>
                </a:lnTo>
                <a:lnTo>
                  <a:pt x="361950" y="952500"/>
                </a:lnTo>
                <a:lnTo>
                  <a:pt x="295275" y="923925"/>
                </a:lnTo>
                <a:lnTo>
                  <a:pt x="342900" y="885825"/>
                </a:lnTo>
                <a:lnTo>
                  <a:pt x="381000" y="866775"/>
                </a:lnTo>
                <a:lnTo>
                  <a:pt x="409575" y="809625"/>
                </a:lnTo>
                <a:lnTo>
                  <a:pt x="428625" y="733425"/>
                </a:lnTo>
                <a:lnTo>
                  <a:pt x="428625" y="685800"/>
                </a:lnTo>
                <a:lnTo>
                  <a:pt x="447675" y="723900"/>
                </a:lnTo>
                <a:lnTo>
                  <a:pt x="504825" y="657225"/>
                </a:lnTo>
                <a:lnTo>
                  <a:pt x="514350" y="581025"/>
                </a:lnTo>
                <a:lnTo>
                  <a:pt x="523875" y="514350"/>
                </a:lnTo>
                <a:lnTo>
                  <a:pt x="523875" y="495300"/>
                </a:lnTo>
                <a:lnTo>
                  <a:pt x="600075" y="466725"/>
                </a:lnTo>
                <a:lnTo>
                  <a:pt x="581025" y="400050"/>
                </a:lnTo>
                <a:lnTo>
                  <a:pt x="628650" y="323850"/>
                </a:lnTo>
                <a:lnTo>
                  <a:pt x="609600" y="295275"/>
                </a:lnTo>
                <a:lnTo>
                  <a:pt x="666750" y="304800"/>
                </a:lnTo>
                <a:lnTo>
                  <a:pt x="695325" y="314325"/>
                </a:lnTo>
                <a:lnTo>
                  <a:pt x="704850" y="276225"/>
                </a:lnTo>
                <a:lnTo>
                  <a:pt x="733425" y="295275"/>
                </a:lnTo>
                <a:lnTo>
                  <a:pt x="819150" y="266700"/>
                </a:lnTo>
                <a:lnTo>
                  <a:pt x="790575" y="209550"/>
                </a:lnTo>
                <a:lnTo>
                  <a:pt x="857250" y="228600"/>
                </a:lnTo>
                <a:lnTo>
                  <a:pt x="904875" y="238125"/>
                </a:lnTo>
                <a:lnTo>
                  <a:pt x="857250" y="228600"/>
                </a:lnTo>
                <a:lnTo>
                  <a:pt x="895350" y="219075"/>
                </a:lnTo>
                <a:lnTo>
                  <a:pt x="933450" y="228600"/>
                </a:lnTo>
                <a:lnTo>
                  <a:pt x="962025" y="209550"/>
                </a:lnTo>
                <a:lnTo>
                  <a:pt x="1028700" y="219075"/>
                </a:lnTo>
                <a:lnTo>
                  <a:pt x="1038225" y="171450"/>
                </a:lnTo>
                <a:lnTo>
                  <a:pt x="1057275" y="190500"/>
                </a:lnTo>
                <a:lnTo>
                  <a:pt x="1057275" y="152400"/>
                </a:lnTo>
                <a:lnTo>
                  <a:pt x="1133475" y="180975"/>
                </a:lnTo>
                <a:lnTo>
                  <a:pt x="1171575" y="152400"/>
                </a:lnTo>
                <a:lnTo>
                  <a:pt x="1181100" y="123825"/>
                </a:lnTo>
                <a:lnTo>
                  <a:pt x="1200150" y="133350"/>
                </a:lnTo>
                <a:lnTo>
                  <a:pt x="1171575" y="133350"/>
                </a:lnTo>
                <a:lnTo>
                  <a:pt x="1219200" y="85725"/>
                </a:lnTo>
                <a:lnTo>
                  <a:pt x="1238250" y="66675"/>
                </a:lnTo>
                <a:lnTo>
                  <a:pt x="1314450" y="66675"/>
                </a:lnTo>
                <a:lnTo>
                  <a:pt x="1323975" y="76200"/>
                </a:lnTo>
                <a:lnTo>
                  <a:pt x="1343025" y="76200"/>
                </a:lnTo>
                <a:lnTo>
                  <a:pt x="1323975" y="66675"/>
                </a:lnTo>
                <a:lnTo>
                  <a:pt x="1343025" y="19050"/>
                </a:lnTo>
                <a:lnTo>
                  <a:pt x="1381125" y="38100"/>
                </a:lnTo>
                <a:lnTo>
                  <a:pt x="1381125" y="0"/>
                </a:lnTo>
                <a:lnTo>
                  <a:pt x="1428750" y="28575"/>
                </a:lnTo>
                <a:lnTo>
                  <a:pt x="1514475" y="85725"/>
                </a:lnTo>
                <a:lnTo>
                  <a:pt x="1504950" y="123825"/>
                </a:lnTo>
                <a:lnTo>
                  <a:pt x="1438275" y="133350"/>
                </a:lnTo>
                <a:lnTo>
                  <a:pt x="1428750" y="161925"/>
                </a:lnTo>
                <a:lnTo>
                  <a:pt x="1419225" y="209550"/>
                </a:lnTo>
                <a:lnTo>
                  <a:pt x="1514475" y="161925"/>
                </a:lnTo>
                <a:lnTo>
                  <a:pt x="1676400" y="152400"/>
                </a:lnTo>
                <a:lnTo>
                  <a:pt x="1733550" y="190500"/>
                </a:lnTo>
                <a:lnTo>
                  <a:pt x="1809750" y="161925"/>
                </a:lnTo>
                <a:lnTo>
                  <a:pt x="1819275" y="171450"/>
                </a:lnTo>
                <a:lnTo>
                  <a:pt x="1847850" y="342900"/>
                </a:lnTo>
                <a:lnTo>
                  <a:pt x="1885950" y="342900"/>
                </a:lnTo>
                <a:lnTo>
                  <a:pt x="1952625" y="314325"/>
                </a:lnTo>
                <a:lnTo>
                  <a:pt x="1914525" y="352425"/>
                </a:lnTo>
                <a:lnTo>
                  <a:pt x="1905000" y="400050"/>
                </a:lnTo>
                <a:lnTo>
                  <a:pt x="1952625" y="400050"/>
                </a:lnTo>
                <a:lnTo>
                  <a:pt x="2085975" y="457200"/>
                </a:lnTo>
                <a:lnTo>
                  <a:pt x="2190750" y="457200"/>
                </a:lnTo>
                <a:lnTo>
                  <a:pt x="2162175" y="419100"/>
                </a:lnTo>
                <a:lnTo>
                  <a:pt x="2152650" y="552450"/>
                </a:lnTo>
                <a:lnTo>
                  <a:pt x="2143125" y="561975"/>
                </a:lnTo>
                <a:lnTo>
                  <a:pt x="2190750" y="561975"/>
                </a:lnTo>
                <a:lnTo>
                  <a:pt x="2238375" y="533400"/>
                </a:lnTo>
                <a:lnTo>
                  <a:pt x="2190750" y="523875"/>
                </a:lnTo>
                <a:lnTo>
                  <a:pt x="2190750" y="533400"/>
                </a:lnTo>
                <a:lnTo>
                  <a:pt x="2219325" y="561975"/>
                </a:lnTo>
                <a:lnTo>
                  <a:pt x="2257425" y="571500"/>
                </a:lnTo>
                <a:lnTo>
                  <a:pt x="2257425" y="619125"/>
                </a:lnTo>
                <a:lnTo>
                  <a:pt x="2314575" y="666750"/>
                </a:lnTo>
                <a:lnTo>
                  <a:pt x="2324100" y="685800"/>
                </a:lnTo>
                <a:lnTo>
                  <a:pt x="2400300" y="762000"/>
                </a:lnTo>
                <a:lnTo>
                  <a:pt x="2447925" y="800100"/>
                </a:lnTo>
                <a:lnTo>
                  <a:pt x="2524125" y="876300"/>
                </a:lnTo>
                <a:lnTo>
                  <a:pt x="2419350" y="952500"/>
                </a:lnTo>
                <a:lnTo>
                  <a:pt x="2486025" y="866775"/>
                </a:lnTo>
                <a:lnTo>
                  <a:pt x="2495550" y="914400"/>
                </a:lnTo>
                <a:lnTo>
                  <a:pt x="2505075" y="1047750"/>
                </a:lnTo>
                <a:lnTo>
                  <a:pt x="2533650" y="1047750"/>
                </a:lnTo>
                <a:lnTo>
                  <a:pt x="2552700" y="1057275"/>
                </a:lnTo>
                <a:lnTo>
                  <a:pt x="2609850" y="1038225"/>
                </a:lnTo>
                <a:lnTo>
                  <a:pt x="2562225" y="1000125"/>
                </a:lnTo>
                <a:lnTo>
                  <a:pt x="2628900" y="1152525"/>
                </a:lnTo>
                <a:lnTo>
                  <a:pt x="2638425" y="1228725"/>
                </a:lnTo>
                <a:lnTo>
                  <a:pt x="2571750" y="1209675"/>
                </a:lnTo>
                <a:lnTo>
                  <a:pt x="2590800" y="1352550"/>
                </a:lnTo>
                <a:lnTo>
                  <a:pt x="2600325" y="1323975"/>
                </a:lnTo>
                <a:lnTo>
                  <a:pt x="2600325" y="1390650"/>
                </a:lnTo>
                <a:lnTo>
                  <a:pt x="2657475" y="1447800"/>
                </a:lnTo>
                <a:lnTo>
                  <a:pt x="2752725" y="1514475"/>
                </a:lnTo>
                <a:lnTo>
                  <a:pt x="2743200" y="1543050"/>
                </a:lnTo>
                <a:lnTo>
                  <a:pt x="2762250" y="1619250"/>
                </a:lnTo>
                <a:lnTo>
                  <a:pt x="2695575" y="1685925"/>
                </a:lnTo>
                <a:lnTo>
                  <a:pt x="2790825" y="1743075"/>
                </a:lnTo>
                <a:lnTo>
                  <a:pt x="2752725" y="1781175"/>
                </a:lnTo>
                <a:lnTo>
                  <a:pt x="2819400" y="1857375"/>
                </a:lnTo>
                <a:lnTo>
                  <a:pt x="2828925" y="1885950"/>
                </a:lnTo>
                <a:lnTo>
                  <a:pt x="2771775" y="1933575"/>
                </a:lnTo>
                <a:lnTo>
                  <a:pt x="2800350" y="1924050"/>
                </a:lnTo>
                <a:lnTo>
                  <a:pt x="2781300" y="1962150"/>
                </a:lnTo>
                <a:lnTo>
                  <a:pt x="2819400" y="1933575"/>
                </a:lnTo>
                <a:lnTo>
                  <a:pt x="2867025" y="1971675"/>
                </a:lnTo>
                <a:lnTo>
                  <a:pt x="2914650" y="2028825"/>
                </a:lnTo>
                <a:lnTo>
                  <a:pt x="2876550" y="2038350"/>
                </a:lnTo>
                <a:lnTo>
                  <a:pt x="2905125" y="2095500"/>
                </a:lnTo>
                <a:lnTo>
                  <a:pt x="3009900" y="2266950"/>
                </a:lnTo>
                <a:lnTo>
                  <a:pt x="3038475" y="2257425"/>
                </a:lnTo>
                <a:lnTo>
                  <a:pt x="2981325" y="2162175"/>
                </a:lnTo>
                <a:lnTo>
                  <a:pt x="2800350" y="2171700"/>
                </a:lnTo>
                <a:lnTo>
                  <a:pt x="2743200" y="2257425"/>
                </a:lnTo>
                <a:lnTo>
                  <a:pt x="2743200" y="2371725"/>
                </a:lnTo>
                <a:lnTo>
                  <a:pt x="2800350" y="2505075"/>
                </a:lnTo>
                <a:lnTo>
                  <a:pt x="2705100" y="2590800"/>
                </a:lnTo>
                <a:lnTo>
                  <a:pt x="2638425" y="2695575"/>
                </a:lnTo>
                <a:lnTo>
                  <a:pt x="2600325" y="2743200"/>
                </a:lnTo>
                <a:lnTo>
                  <a:pt x="2590800" y="2819400"/>
                </a:lnTo>
                <a:lnTo>
                  <a:pt x="2600325" y="2895600"/>
                </a:lnTo>
                <a:lnTo>
                  <a:pt x="2562225" y="2905125"/>
                </a:lnTo>
                <a:lnTo>
                  <a:pt x="2533650" y="3019425"/>
                </a:lnTo>
                <a:lnTo>
                  <a:pt x="2581275" y="3048000"/>
                </a:lnTo>
                <a:lnTo>
                  <a:pt x="2581275" y="3181350"/>
                </a:lnTo>
                <a:lnTo>
                  <a:pt x="2581275" y="3190875"/>
                </a:lnTo>
                <a:lnTo>
                  <a:pt x="2543175" y="3286125"/>
                </a:lnTo>
                <a:lnTo>
                  <a:pt x="2505075" y="3362325"/>
                </a:lnTo>
                <a:lnTo>
                  <a:pt x="2514600" y="3390900"/>
                </a:lnTo>
                <a:lnTo>
                  <a:pt x="2552700" y="3486150"/>
                </a:lnTo>
                <a:lnTo>
                  <a:pt x="2590800" y="3486150"/>
                </a:lnTo>
                <a:lnTo>
                  <a:pt x="2609850" y="3571875"/>
                </a:lnTo>
                <a:lnTo>
                  <a:pt x="2600325" y="3667125"/>
                </a:lnTo>
                <a:lnTo>
                  <a:pt x="2505075" y="3762375"/>
                </a:lnTo>
                <a:lnTo>
                  <a:pt x="2533650" y="3781425"/>
                </a:lnTo>
                <a:lnTo>
                  <a:pt x="2495550" y="3886200"/>
                </a:lnTo>
                <a:lnTo>
                  <a:pt x="2543175" y="3952875"/>
                </a:lnTo>
                <a:lnTo>
                  <a:pt x="2466975" y="3971925"/>
                </a:lnTo>
                <a:lnTo>
                  <a:pt x="2457450" y="4038600"/>
                </a:lnTo>
                <a:lnTo>
                  <a:pt x="2447925" y="4133850"/>
                </a:lnTo>
                <a:lnTo>
                  <a:pt x="2447925" y="4210050"/>
                </a:lnTo>
                <a:lnTo>
                  <a:pt x="2419350" y="4229100"/>
                </a:lnTo>
                <a:lnTo>
                  <a:pt x="2419350" y="4286250"/>
                </a:lnTo>
                <a:lnTo>
                  <a:pt x="2371725" y="4295775"/>
                </a:lnTo>
                <a:lnTo>
                  <a:pt x="2266950" y="4295775"/>
                </a:lnTo>
                <a:lnTo>
                  <a:pt x="2276475" y="4295775"/>
                </a:lnTo>
                <a:lnTo>
                  <a:pt x="2247900" y="4333875"/>
                </a:lnTo>
                <a:lnTo>
                  <a:pt x="2200275" y="4343400"/>
                </a:lnTo>
                <a:lnTo>
                  <a:pt x="2171700" y="4362450"/>
                </a:lnTo>
                <a:lnTo>
                  <a:pt x="2124075" y="4371975"/>
                </a:lnTo>
                <a:lnTo>
                  <a:pt x="2095500" y="4381500"/>
                </a:lnTo>
                <a:lnTo>
                  <a:pt x="2028825" y="4419600"/>
                </a:lnTo>
                <a:lnTo>
                  <a:pt x="2019300" y="4429125"/>
                </a:lnTo>
                <a:lnTo>
                  <a:pt x="1962150" y="4438650"/>
                </a:lnTo>
                <a:lnTo>
                  <a:pt x="1914525" y="4476750"/>
                </a:lnTo>
                <a:lnTo>
                  <a:pt x="1914525" y="4514850"/>
                </a:lnTo>
                <a:lnTo>
                  <a:pt x="1847850" y="4524375"/>
                </a:lnTo>
                <a:lnTo>
                  <a:pt x="1819275" y="4562475"/>
                </a:lnTo>
                <a:lnTo>
                  <a:pt x="1800225" y="4591050"/>
                </a:lnTo>
                <a:lnTo>
                  <a:pt x="1752600" y="4562475"/>
                </a:lnTo>
                <a:lnTo>
                  <a:pt x="1733550" y="4629150"/>
                </a:lnTo>
                <a:lnTo>
                  <a:pt x="1704975" y="4591050"/>
                </a:lnTo>
                <a:lnTo>
                  <a:pt x="1647825" y="4610100"/>
                </a:lnTo>
                <a:lnTo>
                  <a:pt x="1619250" y="4638675"/>
                </a:lnTo>
                <a:lnTo>
                  <a:pt x="1581150" y="4676775"/>
                </a:lnTo>
                <a:lnTo>
                  <a:pt x="1514475" y="4686300"/>
                </a:lnTo>
                <a:lnTo>
                  <a:pt x="1514475" y="4714875"/>
                </a:lnTo>
                <a:lnTo>
                  <a:pt x="1428750" y="4695825"/>
                </a:lnTo>
                <a:lnTo>
                  <a:pt x="1428750" y="4752975"/>
                </a:lnTo>
                <a:lnTo>
                  <a:pt x="1371600" y="4724400"/>
                </a:lnTo>
                <a:lnTo>
                  <a:pt x="1304925" y="4800600"/>
                </a:lnTo>
                <a:lnTo>
                  <a:pt x="1266825" y="4829175"/>
                </a:lnTo>
                <a:close/>
              </a:path>
            </a:pathLst>
          </a:custGeom>
          <a:solidFill>
            <a:srgbClr val="F7B733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649200" y="57150"/>
            <a:ext cx="1371600" cy="2152650"/>
          </a:xfrm>
          <a:custGeom>
            <a:avLst/>
            <a:gdLst/>
            <a:ahLst/>
            <a:cxnLst/>
            <a:rect l="l" t="t" r="r" b="b"/>
            <a:pathLst>
              <a:path w="1371600" h="2152650">
                <a:moveTo>
                  <a:pt x="552450" y="2152650"/>
                </a:moveTo>
                <a:lnTo>
                  <a:pt x="552450" y="2143125"/>
                </a:lnTo>
                <a:lnTo>
                  <a:pt x="523875" y="2105025"/>
                </a:lnTo>
                <a:lnTo>
                  <a:pt x="514350" y="2095500"/>
                </a:lnTo>
                <a:lnTo>
                  <a:pt x="523875" y="2076450"/>
                </a:lnTo>
                <a:lnTo>
                  <a:pt x="485775" y="2085975"/>
                </a:lnTo>
                <a:lnTo>
                  <a:pt x="485775" y="2066925"/>
                </a:lnTo>
                <a:lnTo>
                  <a:pt x="466725" y="2047875"/>
                </a:lnTo>
                <a:lnTo>
                  <a:pt x="438150" y="2038350"/>
                </a:lnTo>
                <a:lnTo>
                  <a:pt x="428625" y="2038350"/>
                </a:lnTo>
                <a:lnTo>
                  <a:pt x="419100" y="1981200"/>
                </a:lnTo>
                <a:lnTo>
                  <a:pt x="409575" y="1971675"/>
                </a:lnTo>
                <a:lnTo>
                  <a:pt x="352425" y="1943100"/>
                </a:lnTo>
                <a:lnTo>
                  <a:pt x="381000" y="1943100"/>
                </a:lnTo>
                <a:lnTo>
                  <a:pt x="342900" y="1933575"/>
                </a:lnTo>
                <a:lnTo>
                  <a:pt x="304800" y="1924050"/>
                </a:lnTo>
                <a:lnTo>
                  <a:pt x="304800" y="1866900"/>
                </a:lnTo>
                <a:lnTo>
                  <a:pt x="314325" y="1857375"/>
                </a:lnTo>
                <a:lnTo>
                  <a:pt x="285750" y="1838325"/>
                </a:lnTo>
                <a:lnTo>
                  <a:pt x="257175" y="1838325"/>
                </a:lnTo>
                <a:lnTo>
                  <a:pt x="247650" y="1809750"/>
                </a:lnTo>
                <a:lnTo>
                  <a:pt x="219075" y="1800225"/>
                </a:lnTo>
                <a:lnTo>
                  <a:pt x="209550" y="1771650"/>
                </a:lnTo>
                <a:lnTo>
                  <a:pt x="209550" y="1762125"/>
                </a:lnTo>
                <a:lnTo>
                  <a:pt x="190500" y="1762125"/>
                </a:lnTo>
                <a:lnTo>
                  <a:pt x="152400" y="1704975"/>
                </a:lnTo>
                <a:lnTo>
                  <a:pt x="161925" y="1685925"/>
                </a:lnTo>
                <a:lnTo>
                  <a:pt x="133350" y="1685925"/>
                </a:lnTo>
                <a:lnTo>
                  <a:pt x="95250" y="1666875"/>
                </a:lnTo>
                <a:lnTo>
                  <a:pt x="114300" y="1647825"/>
                </a:lnTo>
                <a:lnTo>
                  <a:pt x="76200" y="1628775"/>
                </a:lnTo>
                <a:lnTo>
                  <a:pt x="66675" y="1609725"/>
                </a:lnTo>
                <a:lnTo>
                  <a:pt x="66675" y="1600200"/>
                </a:lnTo>
                <a:lnTo>
                  <a:pt x="152400" y="1609725"/>
                </a:lnTo>
                <a:lnTo>
                  <a:pt x="85725" y="1571625"/>
                </a:lnTo>
                <a:lnTo>
                  <a:pt x="123825" y="1581150"/>
                </a:lnTo>
                <a:lnTo>
                  <a:pt x="161925" y="1504950"/>
                </a:lnTo>
                <a:lnTo>
                  <a:pt x="57150" y="1438275"/>
                </a:lnTo>
                <a:lnTo>
                  <a:pt x="142875" y="1419225"/>
                </a:lnTo>
                <a:lnTo>
                  <a:pt x="104775" y="1495425"/>
                </a:lnTo>
                <a:lnTo>
                  <a:pt x="76200" y="1438275"/>
                </a:lnTo>
                <a:lnTo>
                  <a:pt x="38100" y="1390650"/>
                </a:lnTo>
                <a:lnTo>
                  <a:pt x="66675" y="1381125"/>
                </a:lnTo>
                <a:lnTo>
                  <a:pt x="76200" y="1276350"/>
                </a:lnTo>
                <a:lnTo>
                  <a:pt x="57150" y="1304925"/>
                </a:lnTo>
                <a:lnTo>
                  <a:pt x="38100" y="1238250"/>
                </a:lnTo>
                <a:lnTo>
                  <a:pt x="76200" y="1285875"/>
                </a:lnTo>
                <a:lnTo>
                  <a:pt x="85725" y="1238250"/>
                </a:lnTo>
                <a:lnTo>
                  <a:pt x="85725" y="1238250"/>
                </a:lnTo>
                <a:lnTo>
                  <a:pt x="161925" y="1238250"/>
                </a:lnTo>
                <a:lnTo>
                  <a:pt x="180975" y="1247775"/>
                </a:lnTo>
                <a:lnTo>
                  <a:pt x="133350" y="1228725"/>
                </a:lnTo>
                <a:lnTo>
                  <a:pt x="38100" y="1152525"/>
                </a:lnTo>
                <a:lnTo>
                  <a:pt x="66675" y="1143000"/>
                </a:lnTo>
                <a:lnTo>
                  <a:pt x="57150" y="1095375"/>
                </a:lnTo>
                <a:lnTo>
                  <a:pt x="47625" y="1047750"/>
                </a:lnTo>
                <a:lnTo>
                  <a:pt x="47625" y="1000125"/>
                </a:lnTo>
                <a:lnTo>
                  <a:pt x="9525" y="981075"/>
                </a:lnTo>
                <a:lnTo>
                  <a:pt x="38100" y="990600"/>
                </a:lnTo>
                <a:lnTo>
                  <a:pt x="0" y="952500"/>
                </a:lnTo>
                <a:lnTo>
                  <a:pt x="28575" y="914400"/>
                </a:lnTo>
                <a:lnTo>
                  <a:pt x="28575" y="904875"/>
                </a:lnTo>
                <a:lnTo>
                  <a:pt x="0" y="895350"/>
                </a:lnTo>
                <a:lnTo>
                  <a:pt x="9525" y="857250"/>
                </a:lnTo>
                <a:lnTo>
                  <a:pt x="9525" y="838200"/>
                </a:lnTo>
                <a:lnTo>
                  <a:pt x="85725" y="762000"/>
                </a:lnTo>
                <a:lnTo>
                  <a:pt x="66675" y="733425"/>
                </a:lnTo>
                <a:lnTo>
                  <a:pt x="47625" y="723900"/>
                </a:lnTo>
                <a:lnTo>
                  <a:pt x="66675" y="704850"/>
                </a:lnTo>
                <a:lnTo>
                  <a:pt x="104775" y="714375"/>
                </a:lnTo>
                <a:lnTo>
                  <a:pt x="85725" y="666750"/>
                </a:lnTo>
                <a:lnTo>
                  <a:pt x="57150" y="666750"/>
                </a:lnTo>
                <a:lnTo>
                  <a:pt x="104775" y="647700"/>
                </a:lnTo>
                <a:lnTo>
                  <a:pt x="57150" y="619125"/>
                </a:lnTo>
                <a:lnTo>
                  <a:pt x="85725" y="561975"/>
                </a:lnTo>
                <a:lnTo>
                  <a:pt x="95250" y="552450"/>
                </a:lnTo>
                <a:lnTo>
                  <a:pt x="95250" y="533400"/>
                </a:lnTo>
                <a:lnTo>
                  <a:pt x="114300" y="552450"/>
                </a:lnTo>
                <a:lnTo>
                  <a:pt x="161925" y="571500"/>
                </a:lnTo>
                <a:lnTo>
                  <a:pt x="171450" y="542925"/>
                </a:lnTo>
                <a:lnTo>
                  <a:pt x="161925" y="514350"/>
                </a:lnTo>
                <a:lnTo>
                  <a:pt x="219075" y="428625"/>
                </a:lnTo>
                <a:lnTo>
                  <a:pt x="219075" y="447675"/>
                </a:lnTo>
                <a:lnTo>
                  <a:pt x="209550" y="466725"/>
                </a:lnTo>
                <a:lnTo>
                  <a:pt x="200025" y="419100"/>
                </a:lnTo>
                <a:lnTo>
                  <a:pt x="190500" y="400050"/>
                </a:lnTo>
                <a:lnTo>
                  <a:pt x="190500" y="390525"/>
                </a:lnTo>
                <a:lnTo>
                  <a:pt x="209550" y="333375"/>
                </a:lnTo>
                <a:lnTo>
                  <a:pt x="200025" y="323850"/>
                </a:lnTo>
                <a:lnTo>
                  <a:pt x="228600" y="295275"/>
                </a:lnTo>
                <a:lnTo>
                  <a:pt x="228600" y="323850"/>
                </a:lnTo>
                <a:lnTo>
                  <a:pt x="228600" y="276225"/>
                </a:lnTo>
                <a:lnTo>
                  <a:pt x="257175" y="257175"/>
                </a:lnTo>
                <a:lnTo>
                  <a:pt x="266700" y="276225"/>
                </a:lnTo>
                <a:lnTo>
                  <a:pt x="276225" y="238125"/>
                </a:lnTo>
                <a:lnTo>
                  <a:pt x="285750" y="228600"/>
                </a:lnTo>
                <a:lnTo>
                  <a:pt x="304800" y="161925"/>
                </a:lnTo>
                <a:lnTo>
                  <a:pt x="295275" y="161925"/>
                </a:lnTo>
                <a:lnTo>
                  <a:pt x="295275" y="161925"/>
                </a:lnTo>
                <a:lnTo>
                  <a:pt x="342900" y="171450"/>
                </a:lnTo>
                <a:lnTo>
                  <a:pt x="314325" y="142875"/>
                </a:lnTo>
                <a:lnTo>
                  <a:pt x="342900" y="152400"/>
                </a:lnTo>
                <a:lnTo>
                  <a:pt x="361950" y="161925"/>
                </a:lnTo>
                <a:lnTo>
                  <a:pt x="381000" y="133350"/>
                </a:lnTo>
                <a:lnTo>
                  <a:pt x="381000" y="123825"/>
                </a:lnTo>
                <a:lnTo>
                  <a:pt x="409575" y="104775"/>
                </a:lnTo>
                <a:lnTo>
                  <a:pt x="390525" y="142875"/>
                </a:lnTo>
                <a:lnTo>
                  <a:pt x="409575" y="142875"/>
                </a:lnTo>
                <a:lnTo>
                  <a:pt x="428625" y="123825"/>
                </a:lnTo>
                <a:lnTo>
                  <a:pt x="457200" y="123825"/>
                </a:lnTo>
                <a:lnTo>
                  <a:pt x="457200" y="104775"/>
                </a:lnTo>
                <a:lnTo>
                  <a:pt x="485775" y="123825"/>
                </a:lnTo>
                <a:lnTo>
                  <a:pt x="485775" y="114300"/>
                </a:lnTo>
                <a:lnTo>
                  <a:pt x="476250" y="114300"/>
                </a:lnTo>
                <a:lnTo>
                  <a:pt x="514350" y="95250"/>
                </a:lnTo>
                <a:lnTo>
                  <a:pt x="523875" y="95250"/>
                </a:lnTo>
                <a:lnTo>
                  <a:pt x="523875" y="76200"/>
                </a:lnTo>
                <a:lnTo>
                  <a:pt x="552450" y="85725"/>
                </a:lnTo>
                <a:lnTo>
                  <a:pt x="552450" y="76200"/>
                </a:lnTo>
                <a:lnTo>
                  <a:pt x="590550" y="57150"/>
                </a:lnTo>
                <a:lnTo>
                  <a:pt x="581025" y="57150"/>
                </a:lnTo>
                <a:lnTo>
                  <a:pt x="571500" y="57150"/>
                </a:lnTo>
                <a:lnTo>
                  <a:pt x="571500" y="57150"/>
                </a:lnTo>
                <a:lnTo>
                  <a:pt x="600075" y="57150"/>
                </a:lnTo>
                <a:lnTo>
                  <a:pt x="619125" y="28575"/>
                </a:lnTo>
                <a:lnTo>
                  <a:pt x="619125" y="47625"/>
                </a:lnTo>
                <a:lnTo>
                  <a:pt x="609600" y="38100"/>
                </a:lnTo>
                <a:lnTo>
                  <a:pt x="647700" y="47625"/>
                </a:lnTo>
                <a:lnTo>
                  <a:pt x="638175" y="28575"/>
                </a:lnTo>
                <a:lnTo>
                  <a:pt x="666750" y="19050"/>
                </a:lnTo>
                <a:lnTo>
                  <a:pt x="581025" y="0"/>
                </a:lnTo>
                <a:lnTo>
                  <a:pt x="571500" y="28575"/>
                </a:lnTo>
                <a:lnTo>
                  <a:pt x="638175" y="114300"/>
                </a:lnTo>
                <a:lnTo>
                  <a:pt x="704850" y="76200"/>
                </a:lnTo>
                <a:lnTo>
                  <a:pt x="790575" y="85725"/>
                </a:lnTo>
                <a:lnTo>
                  <a:pt x="742950" y="123825"/>
                </a:lnTo>
                <a:lnTo>
                  <a:pt x="790575" y="123825"/>
                </a:lnTo>
                <a:lnTo>
                  <a:pt x="762000" y="76200"/>
                </a:lnTo>
                <a:lnTo>
                  <a:pt x="819150" y="114300"/>
                </a:lnTo>
                <a:lnTo>
                  <a:pt x="876300" y="123825"/>
                </a:lnTo>
                <a:lnTo>
                  <a:pt x="876300" y="180975"/>
                </a:lnTo>
                <a:lnTo>
                  <a:pt x="857250" y="180975"/>
                </a:lnTo>
                <a:lnTo>
                  <a:pt x="847725" y="161925"/>
                </a:lnTo>
                <a:lnTo>
                  <a:pt x="866775" y="190500"/>
                </a:lnTo>
                <a:lnTo>
                  <a:pt x="885825" y="180975"/>
                </a:lnTo>
                <a:lnTo>
                  <a:pt x="885825" y="123825"/>
                </a:lnTo>
                <a:lnTo>
                  <a:pt x="942975" y="228600"/>
                </a:lnTo>
                <a:lnTo>
                  <a:pt x="962025" y="276225"/>
                </a:lnTo>
                <a:lnTo>
                  <a:pt x="971550" y="285750"/>
                </a:lnTo>
                <a:lnTo>
                  <a:pt x="942975" y="228600"/>
                </a:lnTo>
                <a:lnTo>
                  <a:pt x="962025" y="247650"/>
                </a:lnTo>
                <a:lnTo>
                  <a:pt x="1000125" y="238125"/>
                </a:lnTo>
                <a:lnTo>
                  <a:pt x="990600" y="266700"/>
                </a:lnTo>
                <a:lnTo>
                  <a:pt x="990600" y="285750"/>
                </a:lnTo>
                <a:lnTo>
                  <a:pt x="952500" y="266700"/>
                </a:lnTo>
                <a:lnTo>
                  <a:pt x="990600" y="266700"/>
                </a:lnTo>
                <a:lnTo>
                  <a:pt x="1000125" y="285750"/>
                </a:lnTo>
                <a:lnTo>
                  <a:pt x="1000125" y="314325"/>
                </a:lnTo>
                <a:lnTo>
                  <a:pt x="1057275" y="314325"/>
                </a:lnTo>
                <a:lnTo>
                  <a:pt x="1066800" y="342900"/>
                </a:lnTo>
                <a:lnTo>
                  <a:pt x="1095375" y="390525"/>
                </a:lnTo>
                <a:lnTo>
                  <a:pt x="1028700" y="400050"/>
                </a:lnTo>
                <a:lnTo>
                  <a:pt x="1104900" y="447675"/>
                </a:lnTo>
                <a:lnTo>
                  <a:pt x="1047750" y="447675"/>
                </a:lnTo>
                <a:lnTo>
                  <a:pt x="1085850" y="457200"/>
                </a:lnTo>
                <a:lnTo>
                  <a:pt x="1123950" y="485775"/>
                </a:lnTo>
                <a:lnTo>
                  <a:pt x="1114425" y="466725"/>
                </a:lnTo>
                <a:lnTo>
                  <a:pt x="1123950" y="514350"/>
                </a:lnTo>
                <a:lnTo>
                  <a:pt x="1171575" y="495300"/>
                </a:lnTo>
                <a:lnTo>
                  <a:pt x="1123950" y="495300"/>
                </a:lnTo>
                <a:lnTo>
                  <a:pt x="1143000" y="523875"/>
                </a:lnTo>
                <a:lnTo>
                  <a:pt x="1143000" y="590550"/>
                </a:lnTo>
                <a:lnTo>
                  <a:pt x="1152525" y="571500"/>
                </a:lnTo>
                <a:lnTo>
                  <a:pt x="1181100" y="609600"/>
                </a:lnTo>
                <a:lnTo>
                  <a:pt x="1171575" y="590550"/>
                </a:lnTo>
                <a:lnTo>
                  <a:pt x="1190625" y="657225"/>
                </a:lnTo>
                <a:lnTo>
                  <a:pt x="1200150" y="666750"/>
                </a:lnTo>
                <a:lnTo>
                  <a:pt x="1152525" y="704850"/>
                </a:lnTo>
                <a:lnTo>
                  <a:pt x="1238250" y="723900"/>
                </a:lnTo>
                <a:lnTo>
                  <a:pt x="1238250" y="742950"/>
                </a:lnTo>
                <a:lnTo>
                  <a:pt x="1219200" y="771525"/>
                </a:lnTo>
                <a:lnTo>
                  <a:pt x="1209675" y="781050"/>
                </a:lnTo>
                <a:lnTo>
                  <a:pt x="1228725" y="828675"/>
                </a:lnTo>
                <a:lnTo>
                  <a:pt x="1238250" y="828675"/>
                </a:lnTo>
                <a:lnTo>
                  <a:pt x="1228725" y="847725"/>
                </a:lnTo>
                <a:lnTo>
                  <a:pt x="1247775" y="876300"/>
                </a:lnTo>
                <a:lnTo>
                  <a:pt x="1257300" y="847725"/>
                </a:lnTo>
                <a:lnTo>
                  <a:pt x="1247775" y="876300"/>
                </a:lnTo>
                <a:lnTo>
                  <a:pt x="1247775" y="885825"/>
                </a:lnTo>
                <a:lnTo>
                  <a:pt x="1276350" y="923925"/>
                </a:lnTo>
                <a:lnTo>
                  <a:pt x="1285875" y="895350"/>
                </a:lnTo>
                <a:lnTo>
                  <a:pt x="1304925" y="923925"/>
                </a:lnTo>
                <a:lnTo>
                  <a:pt x="1285875" y="942975"/>
                </a:lnTo>
                <a:lnTo>
                  <a:pt x="1371600" y="1028700"/>
                </a:lnTo>
                <a:lnTo>
                  <a:pt x="1219200" y="1038225"/>
                </a:lnTo>
                <a:lnTo>
                  <a:pt x="1247775" y="1019175"/>
                </a:lnTo>
                <a:lnTo>
                  <a:pt x="1257300" y="952500"/>
                </a:lnTo>
                <a:lnTo>
                  <a:pt x="1171575" y="1009650"/>
                </a:lnTo>
                <a:lnTo>
                  <a:pt x="1190625" y="1047750"/>
                </a:lnTo>
                <a:lnTo>
                  <a:pt x="1181100" y="1114425"/>
                </a:lnTo>
                <a:lnTo>
                  <a:pt x="1219200" y="1181100"/>
                </a:lnTo>
                <a:lnTo>
                  <a:pt x="1219200" y="1200150"/>
                </a:lnTo>
                <a:lnTo>
                  <a:pt x="1162050" y="1247775"/>
                </a:lnTo>
                <a:lnTo>
                  <a:pt x="1143000" y="1295400"/>
                </a:lnTo>
                <a:lnTo>
                  <a:pt x="1181100" y="1295400"/>
                </a:lnTo>
                <a:lnTo>
                  <a:pt x="1171575" y="1381125"/>
                </a:lnTo>
                <a:lnTo>
                  <a:pt x="1162050" y="1343025"/>
                </a:lnTo>
                <a:lnTo>
                  <a:pt x="1133475" y="1381125"/>
                </a:lnTo>
                <a:lnTo>
                  <a:pt x="1143000" y="1409700"/>
                </a:lnTo>
                <a:lnTo>
                  <a:pt x="1143000" y="1438275"/>
                </a:lnTo>
                <a:lnTo>
                  <a:pt x="1200150" y="1495425"/>
                </a:lnTo>
                <a:lnTo>
                  <a:pt x="1152525" y="1552575"/>
                </a:lnTo>
                <a:lnTo>
                  <a:pt x="1123950" y="1543050"/>
                </a:lnTo>
                <a:lnTo>
                  <a:pt x="1104900" y="1533525"/>
                </a:lnTo>
                <a:lnTo>
                  <a:pt x="1133475" y="1562100"/>
                </a:lnTo>
                <a:lnTo>
                  <a:pt x="1181100" y="1581150"/>
                </a:lnTo>
                <a:lnTo>
                  <a:pt x="1171575" y="1647825"/>
                </a:lnTo>
                <a:lnTo>
                  <a:pt x="1143000" y="1685925"/>
                </a:lnTo>
                <a:lnTo>
                  <a:pt x="1143000" y="1676400"/>
                </a:lnTo>
                <a:lnTo>
                  <a:pt x="1162050" y="1752600"/>
                </a:lnTo>
                <a:lnTo>
                  <a:pt x="1143000" y="1771650"/>
                </a:lnTo>
                <a:lnTo>
                  <a:pt x="1133475" y="1809750"/>
                </a:lnTo>
                <a:lnTo>
                  <a:pt x="1133475" y="1828800"/>
                </a:lnTo>
                <a:lnTo>
                  <a:pt x="1123950" y="1819275"/>
                </a:lnTo>
                <a:lnTo>
                  <a:pt x="1085850" y="1876425"/>
                </a:lnTo>
                <a:lnTo>
                  <a:pt x="1085850" y="1914525"/>
                </a:lnTo>
                <a:lnTo>
                  <a:pt x="1057275" y="1895475"/>
                </a:lnTo>
                <a:lnTo>
                  <a:pt x="1028700" y="1933575"/>
                </a:lnTo>
                <a:lnTo>
                  <a:pt x="1038225" y="1914525"/>
                </a:lnTo>
                <a:lnTo>
                  <a:pt x="1000125" y="1933575"/>
                </a:lnTo>
                <a:lnTo>
                  <a:pt x="971550" y="1952625"/>
                </a:lnTo>
                <a:lnTo>
                  <a:pt x="962025" y="1933575"/>
                </a:lnTo>
                <a:lnTo>
                  <a:pt x="962025" y="1933575"/>
                </a:lnTo>
                <a:lnTo>
                  <a:pt x="933450" y="1962150"/>
                </a:lnTo>
                <a:lnTo>
                  <a:pt x="942975" y="1952625"/>
                </a:lnTo>
                <a:lnTo>
                  <a:pt x="914400" y="1962150"/>
                </a:lnTo>
                <a:lnTo>
                  <a:pt x="904875" y="1990725"/>
                </a:lnTo>
                <a:lnTo>
                  <a:pt x="876300" y="2000250"/>
                </a:lnTo>
                <a:lnTo>
                  <a:pt x="885825" y="2000250"/>
                </a:lnTo>
                <a:lnTo>
                  <a:pt x="838200" y="1990725"/>
                </a:lnTo>
                <a:lnTo>
                  <a:pt x="828675" y="2019300"/>
                </a:lnTo>
                <a:lnTo>
                  <a:pt x="819150" y="2019300"/>
                </a:lnTo>
                <a:lnTo>
                  <a:pt x="800100" y="2028825"/>
                </a:lnTo>
                <a:lnTo>
                  <a:pt x="771525" y="2047875"/>
                </a:lnTo>
                <a:lnTo>
                  <a:pt x="790575" y="2047875"/>
                </a:lnTo>
                <a:lnTo>
                  <a:pt x="752475" y="2066925"/>
                </a:lnTo>
                <a:lnTo>
                  <a:pt x="733425" y="2057400"/>
                </a:lnTo>
                <a:lnTo>
                  <a:pt x="733425" y="2066925"/>
                </a:lnTo>
                <a:lnTo>
                  <a:pt x="695325" y="2066925"/>
                </a:lnTo>
                <a:lnTo>
                  <a:pt x="685800" y="2095500"/>
                </a:lnTo>
                <a:lnTo>
                  <a:pt x="676275" y="2076450"/>
                </a:lnTo>
                <a:lnTo>
                  <a:pt x="647700" y="2114550"/>
                </a:lnTo>
                <a:lnTo>
                  <a:pt x="647700" y="2095500"/>
                </a:lnTo>
                <a:lnTo>
                  <a:pt x="628650" y="2133600"/>
                </a:lnTo>
                <a:lnTo>
                  <a:pt x="609600" y="2133600"/>
                </a:lnTo>
                <a:lnTo>
                  <a:pt x="581025" y="21240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487275" y="-438150"/>
            <a:ext cx="1314450" cy="2057400"/>
          </a:xfrm>
          <a:custGeom>
            <a:avLst/>
            <a:gdLst/>
            <a:ahLst/>
            <a:cxnLst/>
            <a:rect l="l" t="t" r="r" b="b"/>
            <a:pathLst>
              <a:path w="1314450" h="2057400">
                <a:moveTo>
                  <a:pt x="561975" y="2057400"/>
                </a:moveTo>
                <a:lnTo>
                  <a:pt x="561975" y="2019300"/>
                </a:lnTo>
                <a:lnTo>
                  <a:pt x="533400" y="2000250"/>
                </a:lnTo>
                <a:lnTo>
                  <a:pt x="514350" y="1981200"/>
                </a:lnTo>
                <a:lnTo>
                  <a:pt x="504825" y="2000250"/>
                </a:lnTo>
                <a:lnTo>
                  <a:pt x="466725" y="1990725"/>
                </a:lnTo>
                <a:lnTo>
                  <a:pt x="485775" y="1981200"/>
                </a:lnTo>
                <a:lnTo>
                  <a:pt x="438150" y="1933575"/>
                </a:lnTo>
                <a:lnTo>
                  <a:pt x="447675" y="1933575"/>
                </a:lnTo>
                <a:lnTo>
                  <a:pt x="409575" y="1914525"/>
                </a:lnTo>
                <a:lnTo>
                  <a:pt x="390525" y="1914525"/>
                </a:lnTo>
                <a:lnTo>
                  <a:pt x="381000" y="1866900"/>
                </a:lnTo>
                <a:lnTo>
                  <a:pt x="361950" y="1857375"/>
                </a:lnTo>
                <a:lnTo>
                  <a:pt x="361950" y="1857375"/>
                </a:lnTo>
                <a:lnTo>
                  <a:pt x="342900" y="1847850"/>
                </a:lnTo>
                <a:lnTo>
                  <a:pt x="333375" y="1809750"/>
                </a:lnTo>
                <a:lnTo>
                  <a:pt x="333375" y="1800225"/>
                </a:lnTo>
                <a:lnTo>
                  <a:pt x="276225" y="1790700"/>
                </a:lnTo>
                <a:lnTo>
                  <a:pt x="276225" y="1781175"/>
                </a:lnTo>
                <a:lnTo>
                  <a:pt x="285750" y="1762125"/>
                </a:lnTo>
                <a:lnTo>
                  <a:pt x="247650" y="1733550"/>
                </a:lnTo>
                <a:lnTo>
                  <a:pt x="228600" y="1714500"/>
                </a:lnTo>
                <a:lnTo>
                  <a:pt x="228600" y="1676400"/>
                </a:lnTo>
                <a:lnTo>
                  <a:pt x="190500" y="1685925"/>
                </a:lnTo>
                <a:lnTo>
                  <a:pt x="171450" y="1666875"/>
                </a:lnTo>
                <a:lnTo>
                  <a:pt x="161925" y="1638300"/>
                </a:lnTo>
                <a:lnTo>
                  <a:pt x="171450" y="1609725"/>
                </a:lnTo>
                <a:lnTo>
                  <a:pt x="142875" y="1600200"/>
                </a:lnTo>
                <a:lnTo>
                  <a:pt x="133350" y="1609725"/>
                </a:lnTo>
                <a:lnTo>
                  <a:pt x="114300" y="1571625"/>
                </a:lnTo>
                <a:lnTo>
                  <a:pt x="104775" y="1543050"/>
                </a:lnTo>
                <a:lnTo>
                  <a:pt x="95250" y="1552575"/>
                </a:lnTo>
                <a:lnTo>
                  <a:pt x="76200" y="1524000"/>
                </a:lnTo>
                <a:lnTo>
                  <a:pt x="85725" y="1457325"/>
                </a:lnTo>
                <a:lnTo>
                  <a:pt x="57150" y="1514475"/>
                </a:lnTo>
                <a:lnTo>
                  <a:pt x="66675" y="1476375"/>
                </a:lnTo>
                <a:lnTo>
                  <a:pt x="180975" y="1438275"/>
                </a:lnTo>
                <a:lnTo>
                  <a:pt x="209550" y="1362075"/>
                </a:lnTo>
                <a:lnTo>
                  <a:pt x="133350" y="1352550"/>
                </a:lnTo>
                <a:lnTo>
                  <a:pt x="76200" y="1333500"/>
                </a:lnTo>
                <a:lnTo>
                  <a:pt x="57150" y="1352550"/>
                </a:lnTo>
                <a:lnTo>
                  <a:pt x="57150" y="1323975"/>
                </a:lnTo>
                <a:lnTo>
                  <a:pt x="57150" y="1238250"/>
                </a:lnTo>
                <a:lnTo>
                  <a:pt x="19050" y="1200150"/>
                </a:lnTo>
                <a:lnTo>
                  <a:pt x="66675" y="1219200"/>
                </a:lnTo>
                <a:lnTo>
                  <a:pt x="85725" y="1247775"/>
                </a:lnTo>
                <a:lnTo>
                  <a:pt x="114300" y="1190625"/>
                </a:lnTo>
                <a:lnTo>
                  <a:pt x="104775" y="1200150"/>
                </a:lnTo>
                <a:lnTo>
                  <a:pt x="104775" y="1181100"/>
                </a:lnTo>
                <a:lnTo>
                  <a:pt x="47625" y="1114425"/>
                </a:lnTo>
                <a:lnTo>
                  <a:pt x="57150" y="1057275"/>
                </a:lnTo>
                <a:lnTo>
                  <a:pt x="76200" y="1114425"/>
                </a:lnTo>
                <a:lnTo>
                  <a:pt x="66675" y="1085850"/>
                </a:lnTo>
                <a:lnTo>
                  <a:pt x="28575" y="1000125"/>
                </a:lnTo>
                <a:lnTo>
                  <a:pt x="0" y="1038225"/>
                </a:lnTo>
                <a:lnTo>
                  <a:pt x="19050" y="971550"/>
                </a:lnTo>
                <a:lnTo>
                  <a:pt x="38100" y="933450"/>
                </a:lnTo>
                <a:lnTo>
                  <a:pt x="57150" y="914400"/>
                </a:lnTo>
                <a:lnTo>
                  <a:pt x="47625" y="914400"/>
                </a:lnTo>
                <a:lnTo>
                  <a:pt x="76200" y="942975"/>
                </a:lnTo>
                <a:lnTo>
                  <a:pt x="47625" y="857250"/>
                </a:lnTo>
                <a:lnTo>
                  <a:pt x="47625" y="828675"/>
                </a:lnTo>
                <a:lnTo>
                  <a:pt x="66675" y="819150"/>
                </a:lnTo>
                <a:lnTo>
                  <a:pt x="66675" y="771525"/>
                </a:lnTo>
                <a:lnTo>
                  <a:pt x="47625" y="752475"/>
                </a:lnTo>
                <a:lnTo>
                  <a:pt x="47625" y="704850"/>
                </a:lnTo>
                <a:lnTo>
                  <a:pt x="76200" y="666750"/>
                </a:lnTo>
                <a:lnTo>
                  <a:pt x="38100" y="638175"/>
                </a:lnTo>
                <a:lnTo>
                  <a:pt x="104775" y="657225"/>
                </a:lnTo>
                <a:lnTo>
                  <a:pt x="142875" y="657225"/>
                </a:lnTo>
                <a:lnTo>
                  <a:pt x="85725" y="619125"/>
                </a:lnTo>
                <a:lnTo>
                  <a:pt x="76200" y="590550"/>
                </a:lnTo>
                <a:lnTo>
                  <a:pt x="104775" y="581025"/>
                </a:lnTo>
                <a:lnTo>
                  <a:pt x="76200" y="533400"/>
                </a:lnTo>
                <a:lnTo>
                  <a:pt x="161925" y="504825"/>
                </a:lnTo>
                <a:lnTo>
                  <a:pt x="142875" y="514350"/>
                </a:lnTo>
                <a:lnTo>
                  <a:pt x="123825" y="514350"/>
                </a:lnTo>
                <a:lnTo>
                  <a:pt x="171450" y="457200"/>
                </a:lnTo>
                <a:lnTo>
                  <a:pt x="142875" y="457200"/>
                </a:lnTo>
                <a:lnTo>
                  <a:pt x="142875" y="476250"/>
                </a:lnTo>
                <a:lnTo>
                  <a:pt x="190500" y="466725"/>
                </a:lnTo>
                <a:lnTo>
                  <a:pt x="171450" y="495300"/>
                </a:lnTo>
                <a:lnTo>
                  <a:pt x="161925" y="409575"/>
                </a:lnTo>
                <a:lnTo>
                  <a:pt x="200025" y="409575"/>
                </a:lnTo>
                <a:lnTo>
                  <a:pt x="180975" y="371475"/>
                </a:lnTo>
                <a:lnTo>
                  <a:pt x="228600" y="342900"/>
                </a:lnTo>
                <a:lnTo>
                  <a:pt x="200025" y="314325"/>
                </a:lnTo>
                <a:lnTo>
                  <a:pt x="200025" y="323850"/>
                </a:lnTo>
                <a:lnTo>
                  <a:pt x="209550" y="304800"/>
                </a:lnTo>
                <a:lnTo>
                  <a:pt x="238125" y="285750"/>
                </a:lnTo>
                <a:lnTo>
                  <a:pt x="257175" y="257175"/>
                </a:lnTo>
                <a:lnTo>
                  <a:pt x="238125" y="238125"/>
                </a:lnTo>
                <a:lnTo>
                  <a:pt x="238125" y="219075"/>
                </a:lnTo>
                <a:lnTo>
                  <a:pt x="276225" y="209550"/>
                </a:lnTo>
                <a:lnTo>
                  <a:pt x="257175" y="161925"/>
                </a:lnTo>
                <a:lnTo>
                  <a:pt x="304800" y="152400"/>
                </a:lnTo>
                <a:lnTo>
                  <a:pt x="295275" y="142875"/>
                </a:lnTo>
                <a:lnTo>
                  <a:pt x="342900" y="142875"/>
                </a:lnTo>
                <a:lnTo>
                  <a:pt x="314325" y="142875"/>
                </a:lnTo>
                <a:lnTo>
                  <a:pt x="352425" y="133350"/>
                </a:lnTo>
                <a:lnTo>
                  <a:pt x="323850" y="142875"/>
                </a:lnTo>
                <a:lnTo>
                  <a:pt x="333375" y="123825"/>
                </a:lnTo>
                <a:lnTo>
                  <a:pt x="352425" y="104775"/>
                </a:lnTo>
                <a:lnTo>
                  <a:pt x="390525" y="104775"/>
                </a:lnTo>
                <a:lnTo>
                  <a:pt x="381000" y="95250"/>
                </a:lnTo>
                <a:lnTo>
                  <a:pt x="400050" y="114300"/>
                </a:lnTo>
                <a:lnTo>
                  <a:pt x="419100" y="104775"/>
                </a:lnTo>
                <a:lnTo>
                  <a:pt x="428625" y="76200"/>
                </a:lnTo>
                <a:lnTo>
                  <a:pt x="447675" y="95250"/>
                </a:lnTo>
                <a:lnTo>
                  <a:pt x="447675" y="85725"/>
                </a:lnTo>
                <a:lnTo>
                  <a:pt x="466725" y="95250"/>
                </a:lnTo>
                <a:lnTo>
                  <a:pt x="476250" y="85725"/>
                </a:lnTo>
                <a:lnTo>
                  <a:pt x="476250" y="85725"/>
                </a:lnTo>
                <a:lnTo>
                  <a:pt x="504825" y="76200"/>
                </a:lnTo>
                <a:lnTo>
                  <a:pt x="514350" y="66675"/>
                </a:lnTo>
                <a:lnTo>
                  <a:pt x="533400" y="38100"/>
                </a:lnTo>
                <a:lnTo>
                  <a:pt x="533400" y="38100"/>
                </a:lnTo>
                <a:lnTo>
                  <a:pt x="561975" y="57150"/>
                </a:lnTo>
                <a:lnTo>
                  <a:pt x="571500" y="47625"/>
                </a:lnTo>
                <a:lnTo>
                  <a:pt x="552450" y="57150"/>
                </a:lnTo>
                <a:lnTo>
                  <a:pt x="581025" y="38100"/>
                </a:lnTo>
                <a:lnTo>
                  <a:pt x="581025" y="28575"/>
                </a:lnTo>
                <a:lnTo>
                  <a:pt x="571500" y="28575"/>
                </a:lnTo>
                <a:lnTo>
                  <a:pt x="590550" y="19050"/>
                </a:lnTo>
                <a:lnTo>
                  <a:pt x="590550" y="0"/>
                </a:lnTo>
                <a:lnTo>
                  <a:pt x="609600" y="38100"/>
                </a:lnTo>
                <a:lnTo>
                  <a:pt x="647700" y="0"/>
                </a:lnTo>
                <a:lnTo>
                  <a:pt x="638175" y="28575"/>
                </a:lnTo>
                <a:lnTo>
                  <a:pt x="657225" y="0"/>
                </a:lnTo>
                <a:lnTo>
                  <a:pt x="638175" y="47625"/>
                </a:lnTo>
                <a:lnTo>
                  <a:pt x="666750" y="0"/>
                </a:lnTo>
                <a:lnTo>
                  <a:pt x="733425" y="38100"/>
                </a:lnTo>
                <a:lnTo>
                  <a:pt x="657225" y="95250"/>
                </a:lnTo>
                <a:lnTo>
                  <a:pt x="628650" y="19050"/>
                </a:lnTo>
                <a:lnTo>
                  <a:pt x="695325" y="47625"/>
                </a:lnTo>
                <a:lnTo>
                  <a:pt x="742950" y="66675"/>
                </a:lnTo>
                <a:lnTo>
                  <a:pt x="752475" y="76200"/>
                </a:lnTo>
                <a:lnTo>
                  <a:pt x="800100" y="114300"/>
                </a:lnTo>
                <a:lnTo>
                  <a:pt x="800100" y="66675"/>
                </a:lnTo>
                <a:lnTo>
                  <a:pt x="819150" y="142875"/>
                </a:lnTo>
                <a:lnTo>
                  <a:pt x="857250" y="142875"/>
                </a:lnTo>
                <a:lnTo>
                  <a:pt x="819150" y="152400"/>
                </a:lnTo>
                <a:lnTo>
                  <a:pt x="828675" y="171450"/>
                </a:lnTo>
                <a:lnTo>
                  <a:pt x="828675" y="152400"/>
                </a:lnTo>
                <a:lnTo>
                  <a:pt x="876300" y="180975"/>
                </a:lnTo>
                <a:lnTo>
                  <a:pt x="809625" y="200025"/>
                </a:lnTo>
                <a:lnTo>
                  <a:pt x="857250" y="190500"/>
                </a:lnTo>
                <a:lnTo>
                  <a:pt x="904875" y="219075"/>
                </a:lnTo>
                <a:lnTo>
                  <a:pt x="942975" y="209550"/>
                </a:lnTo>
                <a:lnTo>
                  <a:pt x="971550" y="209550"/>
                </a:lnTo>
                <a:lnTo>
                  <a:pt x="952500" y="219075"/>
                </a:lnTo>
                <a:lnTo>
                  <a:pt x="981075" y="238125"/>
                </a:lnTo>
                <a:lnTo>
                  <a:pt x="971550" y="238125"/>
                </a:lnTo>
                <a:lnTo>
                  <a:pt x="981075" y="180975"/>
                </a:lnTo>
                <a:lnTo>
                  <a:pt x="971550" y="209550"/>
                </a:lnTo>
                <a:lnTo>
                  <a:pt x="981075" y="238125"/>
                </a:lnTo>
                <a:lnTo>
                  <a:pt x="1000125" y="247650"/>
                </a:lnTo>
                <a:lnTo>
                  <a:pt x="1009650" y="266700"/>
                </a:lnTo>
                <a:lnTo>
                  <a:pt x="1028700" y="304800"/>
                </a:lnTo>
                <a:lnTo>
                  <a:pt x="1047750" y="295275"/>
                </a:lnTo>
                <a:lnTo>
                  <a:pt x="1085850" y="333375"/>
                </a:lnTo>
                <a:lnTo>
                  <a:pt x="1143000" y="323850"/>
                </a:lnTo>
                <a:lnTo>
                  <a:pt x="1095375" y="409575"/>
                </a:lnTo>
                <a:lnTo>
                  <a:pt x="1066800" y="419100"/>
                </a:lnTo>
                <a:lnTo>
                  <a:pt x="1104900" y="409575"/>
                </a:lnTo>
                <a:lnTo>
                  <a:pt x="1114425" y="400050"/>
                </a:lnTo>
                <a:lnTo>
                  <a:pt x="1143000" y="447675"/>
                </a:lnTo>
                <a:lnTo>
                  <a:pt x="1095375" y="457200"/>
                </a:lnTo>
                <a:lnTo>
                  <a:pt x="1143000" y="466725"/>
                </a:lnTo>
                <a:lnTo>
                  <a:pt x="1057275" y="409575"/>
                </a:lnTo>
                <a:lnTo>
                  <a:pt x="1143000" y="447675"/>
                </a:lnTo>
                <a:lnTo>
                  <a:pt x="1152525" y="504825"/>
                </a:lnTo>
                <a:lnTo>
                  <a:pt x="1114425" y="514350"/>
                </a:lnTo>
                <a:lnTo>
                  <a:pt x="1123950" y="533400"/>
                </a:lnTo>
                <a:lnTo>
                  <a:pt x="1133475" y="542925"/>
                </a:lnTo>
                <a:lnTo>
                  <a:pt x="1143000" y="600075"/>
                </a:lnTo>
                <a:lnTo>
                  <a:pt x="1171575" y="638175"/>
                </a:lnTo>
                <a:lnTo>
                  <a:pt x="1181100" y="676275"/>
                </a:lnTo>
                <a:lnTo>
                  <a:pt x="1200150" y="723900"/>
                </a:lnTo>
                <a:lnTo>
                  <a:pt x="1238250" y="733425"/>
                </a:lnTo>
                <a:lnTo>
                  <a:pt x="1190625" y="704850"/>
                </a:lnTo>
                <a:lnTo>
                  <a:pt x="1181100" y="752475"/>
                </a:lnTo>
                <a:lnTo>
                  <a:pt x="1190625" y="771525"/>
                </a:lnTo>
                <a:lnTo>
                  <a:pt x="1190625" y="771525"/>
                </a:lnTo>
                <a:lnTo>
                  <a:pt x="1228725" y="809625"/>
                </a:lnTo>
                <a:lnTo>
                  <a:pt x="1219200" y="828675"/>
                </a:lnTo>
                <a:lnTo>
                  <a:pt x="1247775" y="828675"/>
                </a:lnTo>
                <a:lnTo>
                  <a:pt x="1247775" y="828675"/>
                </a:lnTo>
                <a:lnTo>
                  <a:pt x="1228725" y="819150"/>
                </a:lnTo>
                <a:lnTo>
                  <a:pt x="1266825" y="857250"/>
                </a:lnTo>
                <a:lnTo>
                  <a:pt x="1257300" y="838200"/>
                </a:lnTo>
                <a:lnTo>
                  <a:pt x="1295400" y="866775"/>
                </a:lnTo>
                <a:lnTo>
                  <a:pt x="1285875" y="885825"/>
                </a:lnTo>
                <a:lnTo>
                  <a:pt x="1314450" y="847725"/>
                </a:lnTo>
                <a:lnTo>
                  <a:pt x="1285875" y="895350"/>
                </a:lnTo>
                <a:lnTo>
                  <a:pt x="1238250" y="800100"/>
                </a:lnTo>
                <a:lnTo>
                  <a:pt x="1228725" y="914400"/>
                </a:lnTo>
                <a:lnTo>
                  <a:pt x="1190625" y="962025"/>
                </a:lnTo>
                <a:lnTo>
                  <a:pt x="1181100" y="1019175"/>
                </a:lnTo>
                <a:lnTo>
                  <a:pt x="1143000" y="1095375"/>
                </a:lnTo>
                <a:lnTo>
                  <a:pt x="1190625" y="1123950"/>
                </a:lnTo>
                <a:lnTo>
                  <a:pt x="1257300" y="1104900"/>
                </a:lnTo>
                <a:lnTo>
                  <a:pt x="1190625" y="1181100"/>
                </a:lnTo>
                <a:lnTo>
                  <a:pt x="1200150" y="1171575"/>
                </a:lnTo>
                <a:lnTo>
                  <a:pt x="1143000" y="1238250"/>
                </a:lnTo>
                <a:lnTo>
                  <a:pt x="1162050" y="1238250"/>
                </a:lnTo>
                <a:lnTo>
                  <a:pt x="1143000" y="1276350"/>
                </a:lnTo>
                <a:lnTo>
                  <a:pt x="1143000" y="1285875"/>
                </a:lnTo>
                <a:lnTo>
                  <a:pt x="1104900" y="1352550"/>
                </a:lnTo>
                <a:lnTo>
                  <a:pt x="1000125" y="1409700"/>
                </a:lnTo>
                <a:lnTo>
                  <a:pt x="1095375" y="1419225"/>
                </a:lnTo>
                <a:lnTo>
                  <a:pt x="1076325" y="1409700"/>
                </a:lnTo>
                <a:lnTo>
                  <a:pt x="1114425" y="1466850"/>
                </a:lnTo>
                <a:lnTo>
                  <a:pt x="1133475" y="1495425"/>
                </a:lnTo>
                <a:lnTo>
                  <a:pt x="1152525" y="1495425"/>
                </a:lnTo>
                <a:lnTo>
                  <a:pt x="1114425" y="1543050"/>
                </a:lnTo>
                <a:lnTo>
                  <a:pt x="1133475" y="1552575"/>
                </a:lnTo>
                <a:lnTo>
                  <a:pt x="1181100" y="1524000"/>
                </a:lnTo>
                <a:lnTo>
                  <a:pt x="1171575" y="1628775"/>
                </a:lnTo>
                <a:lnTo>
                  <a:pt x="1123950" y="1657350"/>
                </a:lnTo>
                <a:lnTo>
                  <a:pt x="1123950" y="1685925"/>
                </a:lnTo>
                <a:lnTo>
                  <a:pt x="1095375" y="1714500"/>
                </a:lnTo>
                <a:lnTo>
                  <a:pt x="1104900" y="1743075"/>
                </a:lnTo>
                <a:lnTo>
                  <a:pt x="1076325" y="1762125"/>
                </a:lnTo>
                <a:lnTo>
                  <a:pt x="1085850" y="1809750"/>
                </a:lnTo>
                <a:lnTo>
                  <a:pt x="1095375" y="1790700"/>
                </a:lnTo>
                <a:lnTo>
                  <a:pt x="1076325" y="1800225"/>
                </a:lnTo>
                <a:lnTo>
                  <a:pt x="1047750" y="1800225"/>
                </a:lnTo>
                <a:lnTo>
                  <a:pt x="1009650" y="1838325"/>
                </a:lnTo>
                <a:lnTo>
                  <a:pt x="990600" y="1819275"/>
                </a:lnTo>
                <a:lnTo>
                  <a:pt x="971550" y="1857375"/>
                </a:lnTo>
                <a:lnTo>
                  <a:pt x="952500" y="1857375"/>
                </a:lnTo>
                <a:lnTo>
                  <a:pt x="971550" y="1857375"/>
                </a:lnTo>
                <a:lnTo>
                  <a:pt x="942975" y="1857375"/>
                </a:lnTo>
                <a:lnTo>
                  <a:pt x="933450" y="1857375"/>
                </a:lnTo>
                <a:lnTo>
                  <a:pt x="904875" y="1885950"/>
                </a:lnTo>
                <a:lnTo>
                  <a:pt x="876300" y="1895475"/>
                </a:lnTo>
                <a:lnTo>
                  <a:pt x="885825" y="1895475"/>
                </a:lnTo>
                <a:lnTo>
                  <a:pt x="857250" y="1924050"/>
                </a:lnTo>
                <a:lnTo>
                  <a:pt x="819150" y="1895475"/>
                </a:lnTo>
                <a:lnTo>
                  <a:pt x="819150" y="1905000"/>
                </a:lnTo>
                <a:lnTo>
                  <a:pt x="828675" y="1943100"/>
                </a:lnTo>
                <a:lnTo>
                  <a:pt x="800100" y="1952625"/>
                </a:lnTo>
                <a:lnTo>
                  <a:pt x="800100" y="1933575"/>
                </a:lnTo>
                <a:lnTo>
                  <a:pt x="771525" y="1952625"/>
                </a:lnTo>
                <a:lnTo>
                  <a:pt x="742950" y="1943100"/>
                </a:lnTo>
                <a:lnTo>
                  <a:pt x="714375" y="1981200"/>
                </a:lnTo>
                <a:lnTo>
                  <a:pt x="714375" y="2000250"/>
                </a:lnTo>
                <a:lnTo>
                  <a:pt x="685800" y="1962150"/>
                </a:lnTo>
                <a:lnTo>
                  <a:pt x="676275" y="2000250"/>
                </a:lnTo>
                <a:lnTo>
                  <a:pt x="657225" y="2019300"/>
                </a:lnTo>
                <a:lnTo>
                  <a:pt x="657225" y="2019300"/>
                </a:lnTo>
                <a:lnTo>
                  <a:pt x="647700" y="2009775"/>
                </a:lnTo>
                <a:lnTo>
                  <a:pt x="600075" y="2019300"/>
                </a:lnTo>
                <a:lnTo>
                  <a:pt x="590550" y="2028825"/>
                </a:lnTo>
                <a:lnTo>
                  <a:pt x="600075" y="203835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01575" y="-219075"/>
            <a:ext cx="1219200" cy="1876425"/>
          </a:xfrm>
          <a:custGeom>
            <a:avLst/>
            <a:gdLst/>
            <a:ahLst/>
            <a:cxnLst/>
            <a:rect l="l" t="t" r="r" b="b"/>
            <a:pathLst>
              <a:path w="1219200" h="1876425">
                <a:moveTo>
                  <a:pt x="504825" y="1876425"/>
                </a:moveTo>
                <a:lnTo>
                  <a:pt x="485775" y="1828800"/>
                </a:lnTo>
                <a:lnTo>
                  <a:pt x="485775" y="1838325"/>
                </a:lnTo>
                <a:lnTo>
                  <a:pt x="485775" y="1857375"/>
                </a:lnTo>
                <a:lnTo>
                  <a:pt x="447675" y="1800225"/>
                </a:lnTo>
                <a:lnTo>
                  <a:pt x="447675" y="1800225"/>
                </a:lnTo>
                <a:lnTo>
                  <a:pt x="457200" y="1800225"/>
                </a:lnTo>
                <a:lnTo>
                  <a:pt x="400050" y="1771650"/>
                </a:lnTo>
                <a:lnTo>
                  <a:pt x="409575" y="1752600"/>
                </a:lnTo>
                <a:lnTo>
                  <a:pt x="371475" y="1771650"/>
                </a:lnTo>
                <a:lnTo>
                  <a:pt x="352425" y="1752600"/>
                </a:lnTo>
                <a:lnTo>
                  <a:pt x="342900" y="1724025"/>
                </a:lnTo>
                <a:lnTo>
                  <a:pt x="323850" y="1685925"/>
                </a:lnTo>
                <a:lnTo>
                  <a:pt x="304800" y="1685925"/>
                </a:lnTo>
                <a:lnTo>
                  <a:pt x="323850" y="1657350"/>
                </a:lnTo>
                <a:lnTo>
                  <a:pt x="295275" y="1666875"/>
                </a:lnTo>
                <a:lnTo>
                  <a:pt x="276225" y="1638300"/>
                </a:lnTo>
                <a:lnTo>
                  <a:pt x="257175" y="1628775"/>
                </a:lnTo>
                <a:lnTo>
                  <a:pt x="247650" y="1619250"/>
                </a:lnTo>
                <a:lnTo>
                  <a:pt x="247650" y="1609725"/>
                </a:lnTo>
                <a:lnTo>
                  <a:pt x="228600" y="1562100"/>
                </a:lnTo>
                <a:lnTo>
                  <a:pt x="200025" y="1571625"/>
                </a:lnTo>
                <a:lnTo>
                  <a:pt x="209550" y="1533525"/>
                </a:lnTo>
                <a:lnTo>
                  <a:pt x="171450" y="1533525"/>
                </a:lnTo>
                <a:lnTo>
                  <a:pt x="180975" y="1495425"/>
                </a:lnTo>
                <a:lnTo>
                  <a:pt x="180975" y="1504950"/>
                </a:lnTo>
                <a:lnTo>
                  <a:pt x="142875" y="1495425"/>
                </a:lnTo>
                <a:lnTo>
                  <a:pt x="133350" y="1485900"/>
                </a:lnTo>
                <a:lnTo>
                  <a:pt x="95250" y="1476375"/>
                </a:lnTo>
                <a:lnTo>
                  <a:pt x="85725" y="1457325"/>
                </a:lnTo>
                <a:lnTo>
                  <a:pt x="104775" y="1419225"/>
                </a:lnTo>
                <a:lnTo>
                  <a:pt x="95250" y="1409700"/>
                </a:lnTo>
                <a:lnTo>
                  <a:pt x="57150" y="1390650"/>
                </a:lnTo>
                <a:lnTo>
                  <a:pt x="133350" y="1400175"/>
                </a:lnTo>
                <a:lnTo>
                  <a:pt x="247650" y="1400175"/>
                </a:lnTo>
                <a:lnTo>
                  <a:pt x="266700" y="1352550"/>
                </a:lnTo>
                <a:lnTo>
                  <a:pt x="180975" y="1276350"/>
                </a:lnTo>
                <a:lnTo>
                  <a:pt x="219075" y="1381125"/>
                </a:lnTo>
                <a:lnTo>
                  <a:pt x="152400" y="1343025"/>
                </a:lnTo>
                <a:lnTo>
                  <a:pt x="114300" y="1295400"/>
                </a:lnTo>
                <a:lnTo>
                  <a:pt x="76200" y="1238250"/>
                </a:lnTo>
                <a:lnTo>
                  <a:pt x="0" y="1171575"/>
                </a:lnTo>
                <a:lnTo>
                  <a:pt x="76200" y="1219200"/>
                </a:lnTo>
                <a:lnTo>
                  <a:pt x="85725" y="1190625"/>
                </a:lnTo>
                <a:lnTo>
                  <a:pt x="76200" y="1133475"/>
                </a:lnTo>
                <a:lnTo>
                  <a:pt x="76200" y="1095375"/>
                </a:lnTo>
                <a:lnTo>
                  <a:pt x="47625" y="1114425"/>
                </a:lnTo>
                <a:lnTo>
                  <a:pt x="85725" y="1066800"/>
                </a:lnTo>
                <a:lnTo>
                  <a:pt x="123825" y="1085850"/>
                </a:lnTo>
                <a:lnTo>
                  <a:pt x="66675" y="1057275"/>
                </a:lnTo>
                <a:lnTo>
                  <a:pt x="57150" y="1019175"/>
                </a:lnTo>
                <a:lnTo>
                  <a:pt x="38100" y="1009650"/>
                </a:lnTo>
                <a:lnTo>
                  <a:pt x="66675" y="1000125"/>
                </a:lnTo>
                <a:lnTo>
                  <a:pt x="104775" y="1000125"/>
                </a:lnTo>
                <a:lnTo>
                  <a:pt x="38100" y="914400"/>
                </a:lnTo>
                <a:lnTo>
                  <a:pt x="57150" y="895350"/>
                </a:lnTo>
                <a:lnTo>
                  <a:pt x="66675" y="857250"/>
                </a:lnTo>
                <a:lnTo>
                  <a:pt x="76200" y="885825"/>
                </a:lnTo>
                <a:lnTo>
                  <a:pt x="66675" y="857250"/>
                </a:lnTo>
                <a:lnTo>
                  <a:pt x="47625" y="819150"/>
                </a:lnTo>
                <a:lnTo>
                  <a:pt x="57150" y="781050"/>
                </a:lnTo>
                <a:lnTo>
                  <a:pt x="47625" y="771525"/>
                </a:lnTo>
                <a:lnTo>
                  <a:pt x="47625" y="752475"/>
                </a:lnTo>
                <a:lnTo>
                  <a:pt x="66675" y="723900"/>
                </a:lnTo>
                <a:lnTo>
                  <a:pt x="38100" y="685800"/>
                </a:lnTo>
                <a:lnTo>
                  <a:pt x="9525" y="704850"/>
                </a:lnTo>
                <a:lnTo>
                  <a:pt x="19050" y="666750"/>
                </a:lnTo>
                <a:lnTo>
                  <a:pt x="57150" y="657225"/>
                </a:lnTo>
                <a:lnTo>
                  <a:pt x="95250" y="600075"/>
                </a:lnTo>
                <a:lnTo>
                  <a:pt x="114300" y="571500"/>
                </a:lnTo>
                <a:lnTo>
                  <a:pt x="104775" y="552450"/>
                </a:lnTo>
                <a:lnTo>
                  <a:pt x="95250" y="571500"/>
                </a:lnTo>
                <a:lnTo>
                  <a:pt x="85725" y="533400"/>
                </a:lnTo>
                <a:lnTo>
                  <a:pt x="95250" y="514350"/>
                </a:lnTo>
                <a:lnTo>
                  <a:pt x="85725" y="504825"/>
                </a:lnTo>
                <a:lnTo>
                  <a:pt x="66675" y="504825"/>
                </a:lnTo>
                <a:lnTo>
                  <a:pt x="123825" y="457200"/>
                </a:lnTo>
                <a:lnTo>
                  <a:pt x="123825" y="438150"/>
                </a:lnTo>
                <a:lnTo>
                  <a:pt x="142875" y="457200"/>
                </a:lnTo>
                <a:lnTo>
                  <a:pt x="152400" y="428625"/>
                </a:lnTo>
                <a:lnTo>
                  <a:pt x="152400" y="409575"/>
                </a:lnTo>
                <a:lnTo>
                  <a:pt x="180975" y="409575"/>
                </a:lnTo>
                <a:lnTo>
                  <a:pt x="133350" y="409575"/>
                </a:lnTo>
                <a:lnTo>
                  <a:pt x="142875" y="361950"/>
                </a:lnTo>
                <a:lnTo>
                  <a:pt x="161925" y="333375"/>
                </a:lnTo>
                <a:lnTo>
                  <a:pt x="161925" y="323850"/>
                </a:lnTo>
                <a:lnTo>
                  <a:pt x="200025" y="323850"/>
                </a:lnTo>
                <a:lnTo>
                  <a:pt x="190500" y="314325"/>
                </a:lnTo>
                <a:lnTo>
                  <a:pt x="200025" y="266700"/>
                </a:lnTo>
                <a:lnTo>
                  <a:pt x="228600" y="257175"/>
                </a:lnTo>
                <a:lnTo>
                  <a:pt x="228600" y="228600"/>
                </a:lnTo>
                <a:lnTo>
                  <a:pt x="247650" y="228600"/>
                </a:lnTo>
                <a:lnTo>
                  <a:pt x="228600" y="200025"/>
                </a:lnTo>
                <a:lnTo>
                  <a:pt x="238125" y="200025"/>
                </a:lnTo>
                <a:lnTo>
                  <a:pt x="238125" y="142875"/>
                </a:lnTo>
                <a:lnTo>
                  <a:pt x="247650" y="152400"/>
                </a:lnTo>
                <a:lnTo>
                  <a:pt x="285750" y="133350"/>
                </a:lnTo>
                <a:lnTo>
                  <a:pt x="276225" y="142875"/>
                </a:lnTo>
                <a:lnTo>
                  <a:pt x="295275" y="133350"/>
                </a:lnTo>
                <a:lnTo>
                  <a:pt x="285750" y="123825"/>
                </a:lnTo>
                <a:lnTo>
                  <a:pt x="295275" y="104775"/>
                </a:lnTo>
                <a:lnTo>
                  <a:pt x="323850" y="123825"/>
                </a:lnTo>
                <a:lnTo>
                  <a:pt x="352425" y="95250"/>
                </a:lnTo>
                <a:lnTo>
                  <a:pt x="352425" y="114300"/>
                </a:lnTo>
                <a:lnTo>
                  <a:pt x="342900" y="95250"/>
                </a:lnTo>
                <a:lnTo>
                  <a:pt x="361950" y="95250"/>
                </a:lnTo>
                <a:lnTo>
                  <a:pt x="352425" y="76200"/>
                </a:lnTo>
                <a:lnTo>
                  <a:pt x="381000" y="104775"/>
                </a:lnTo>
                <a:lnTo>
                  <a:pt x="400050" y="95250"/>
                </a:lnTo>
                <a:lnTo>
                  <a:pt x="390525" y="76200"/>
                </a:lnTo>
                <a:lnTo>
                  <a:pt x="400050" y="10477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38150" y="85725"/>
                </a:lnTo>
                <a:lnTo>
                  <a:pt x="485775" y="76200"/>
                </a:lnTo>
                <a:lnTo>
                  <a:pt x="495300" y="57150"/>
                </a:lnTo>
                <a:lnTo>
                  <a:pt x="495300" y="57150"/>
                </a:lnTo>
                <a:lnTo>
                  <a:pt x="466725" y="57150"/>
                </a:lnTo>
                <a:lnTo>
                  <a:pt x="485775" y="47625"/>
                </a:lnTo>
                <a:lnTo>
                  <a:pt x="485775" y="47625"/>
                </a:lnTo>
                <a:lnTo>
                  <a:pt x="523875" y="38100"/>
                </a:lnTo>
                <a:lnTo>
                  <a:pt x="542925" y="38100"/>
                </a:lnTo>
                <a:lnTo>
                  <a:pt x="552450" y="28575"/>
                </a:lnTo>
                <a:lnTo>
                  <a:pt x="533400" y="38100"/>
                </a:lnTo>
                <a:lnTo>
                  <a:pt x="552450" y="38100"/>
                </a:lnTo>
                <a:lnTo>
                  <a:pt x="542925" y="9525"/>
                </a:lnTo>
                <a:lnTo>
                  <a:pt x="552450" y="9525"/>
                </a:lnTo>
                <a:lnTo>
                  <a:pt x="590550" y="0"/>
                </a:lnTo>
                <a:lnTo>
                  <a:pt x="600075" y="19050"/>
                </a:lnTo>
                <a:lnTo>
                  <a:pt x="533400" y="19050"/>
                </a:lnTo>
                <a:lnTo>
                  <a:pt x="504825" y="76200"/>
                </a:lnTo>
                <a:lnTo>
                  <a:pt x="542925" y="123825"/>
                </a:lnTo>
                <a:lnTo>
                  <a:pt x="590550" y="76200"/>
                </a:lnTo>
                <a:lnTo>
                  <a:pt x="638175" y="47625"/>
                </a:lnTo>
                <a:lnTo>
                  <a:pt x="628650" y="28575"/>
                </a:lnTo>
                <a:lnTo>
                  <a:pt x="676275" y="76200"/>
                </a:lnTo>
                <a:lnTo>
                  <a:pt x="704850" y="66675"/>
                </a:lnTo>
                <a:lnTo>
                  <a:pt x="704850" y="85725"/>
                </a:lnTo>
                <a:lnTo>
                  <a:pt x="752475" y="104775"/>
                </a:lnTo>
                <a:lnTo>
                  <a:pt x="733425" y="95250"/>
                </a:lnTo>
                <a:lnTo>
                  <a:pt x="781050" y="133350"/>
                </a:lnTo>
                <a:lnTo>
                  <a:pt x="762000" y="114300"/>
                </a:lnTo>
                <a:lnTo>
                  <a:pt x="790575" y="142875"/>
                </a:lnTo>
                <a:lnTo>
                  <a:pt x="781050" y="152400"/>
                </a:lnTo>
                <a:lnTo>
                  <a:pt x="781050" y="161925"/>
                </a:lnTo>
                <a:lnTo>
                  <a:pt x="847725" y="161925"/>
                </a:lnTo>
                <a:lnTo>
                  <a:pt x="790575" y="152400"/>
                </a:lnTo>
                <a:lnTo>
                  <a:pt x="819150" y="190500"/>
                </a:lnTo>
                <a:lnTo>
                  <a:pt x="857250" y="238125"/>
                </a:lnTo>
                <a:lnTo>
                  <a:pt x="885825" y="219075"/>
                </a:lnTo>
                <a:lnTo>
                  <a:pt x="885825" y="238125"/>
                </a:lnTo>
                <a:lnTo>
                  <a:pt x="885825" y="228600"/>
                </a:lnTo>
                <a:lnTo>
                  <a:pt x="895350" y="219075"/>
                </a:lnTo>
                <a:lnTo>
                  <a:pt x="857250" y="190500"/>
                </a:lnTo>
                <a:lnTo>
                  <a:pt x="885825" y="180975"/>
                </a:lnTo>
                <a:lnTo>
                  <a:pt x="885825" y="219075"/>
                </a:lnTo>
                <a:lnTo>
                  <a:pt x="895350" y="228600"/>
                </a:lnTo>
                <a:lnTo>
                  <a:pt x="962025" y="285750"/>
                </a:lnTo>
                <a:lnTo>
                  <a:pt x="962025" y="295275"/>
                </a:lnTo>
                <a:lnTo>
                  <a:pt x="981075" y="304800"/>
                </a:lnTo>
                <a:lnTo>
                  <a:pt x="962025" y="314325"/>
                </a:lnTo>
                <a:lnTo>
                  <a:pt x="1028700" y="323850"/>
                </a:lnTo>
                <a:lnTo>
                  <a:pt x="1038225" y="361950"/>
                </a:lnTo>
                <a:lnTo>
                  <a:pt x="1028700" y="342900"/>
                </a:lnTo>
                <a:lnTo>
                  <a:pt x="1000125" y="371475"/>
                </a:lnTo>
                <a:lnTo>
                  <a:pt x="990600" y="371475"/>
                </a:lnTo>
                <a:lnTo>
                  <a:pt x="1009650" y="428625"/>
                </a:lnTo>
                <a:lnTo>
                  <a:pt x="1009650" y="400050"/>
                </a:lnTo>
                <a:lnTo>
                  <a:pt x="1047750" y="4191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28700" y="476250"/>
                </a:lnTo>
                <a:lnTo>
                  <a:pt x="1028700" y="495300"/>
                </a:lnTo>
                <a:lnTo>
                  <a:pt x="1038225" y="514350"/>
                </a:lnTo>
                <a:lnTo>
                  <a:pt x="1038225" y="542925"/>
                </a:lnTo>
                <a:lnTo>
                  <a:pt x="1076325" y="590550"/>
                </a:lnTo>
                <a:lnTo>
                  <a:pt x="1057275" y="571500"/>
                </a:lnTo>
                <a:lnTo>
                  <a:pt x="1076325" y="638175"/>
                </a:lnTo>
                <a:lnTo>
                  <a:pt x="1085850" y="571500"/>
                </a:lnTo>
                <a:lnTo>
                  <a:pt x="1095375" y="638175"/>
                </a:lnTo>
                <a:lnTo>
                  <a:pt x="1066800" y="647700"/>
                </a:lnTo>
                <a:lnTo>
                  <a:pt x="1114425" y="695325"/>
                </a:lnTo>
                <a:lnTo>
                  <a:pt x="1085850" y="676275"/>
                </a:lnTo>
                <a:lnTo>
                  <a:pt x="1095375" y="704850"/>
                </a:lnTo>
                <a:lnTo>
                  <a:pt x="1133475" y="742950"/>
                </a:lnTo>
                <a:lnTo>
                  <a:pt x="1123950" y="752475"/>
                </a:lnTo>
                <a:lnTo>
                  <a:pt x="1114425" y="723900"/>
                </a:lnTo>
                <a:lnTo>
                  <a:pt x="1095375" y="733425"/>
                </a:lnTo>
                <a:lnTo>
                  <a:pt x="1133475" y="771525"/>
                </a:lnTo>
                <a:lnTo>
                  <a:pt x="1133475" y="781050"/>
                </a:lnTo>
                <a:lnTo>
                  <a:pt x="1123950" y="800100"/>
                </a:lnTo>
                <a:lnTo>
                  <a:pt x="1152525" y="781050"/>
                </a:lnTo>
                <a:lnTo>
                  <a:pt x="1143000" y="800100"/>
                </a:lnTo>
                <a:lnTo>
                  <a:pt x="1104900" y="933450"/>
                </a:lnTo>
                <a:lnTo>
                  <a:pt x="1085850" y="828675"/>
                </a:lnTo>
                <a:lnTo>
                  <a:pt x="1095375" y="866775"/>
                </a:lnTo>
                <a:lnTo>
                  <a:pt x="1114425" y="847725"/>
                </a:lnTo>
                <a:lnTo>
                  <a:pt x="1219200" y="923925"/>
                </a:lnTo>
                <a:lnTo>
                  <a:pt x="1143000" y="962025"/>
                </a:lnTo>
                <a:lnTo>
                  <a:pt x="1143000" y="971550"/>
                </a:lnTo>
                <a:lnTo>
                  <a:pt x="1104900" y="1009650"/>
                </a:lnTo>
                <a:lnTo>
                  <a:pt x="1028700" y="981075"/>
                </a:lnTo>
                <a:lnTo>
                  <a:pt x="1114425" y="1047750"/>
                </a:lnTo>
                <a:lnTo>
                  <a:pt x="1076325" y="1095375"/>
                </a:lnTo>
                <a:lnTo>
                  <a:pt x="1057275" y="1133475"/>
                </a:lnTo>
                <a:lnTo>
                  <a:pt x="1066800" y="1114425"/>
                </a:lnTo>
                <a:lnTo>
                  <a:pt x="1047750" y="1190625"/>
                </a:lnTo>
                <a:lnTo>
                  <a:pt x="1057275" y="1219200"/>
                </a:lnTo>
                <a:lnTo>
                  <a:pt x="1009650" y="1238250"/>
                </a:lnTo>
                <a:lnTo>
                  <a:pt x="1038225" y="1257300"/>
                </a:lnTo>
                <a:lnTo>
                  <a:pt x="1038225" y="1314450"/>
                </a:lnTo>
                <a:lnTo>
                  <a:pt x="1066800" y="1314450"/>
                </a:lnTo>
                <a:lnTo>
                  <a:pt x="1009650" y="1304925"/>
                </a:lnTo>
                <a:lnTo>
                  <a:pt x="1038225" y="1343025"/>
                </a:lnTo>
                <a:lnTo>
                  <a:pt x="1038225" y="1390650"/>
                </a:lnTo>
                <a:lnTo>
                  <a:pt x="1057275" y="1409700"/>
                </a:lnTo>
                <a:lnTo>
                  <a:pt x="1038225" y="1419225"/>
                </a:lnTo>
                <a:lnTo>
                  <a:pt x="1009650" y="1428750"/>
                </a:lnTo>
                <a:lnTo>
                  <a:pt x="981075" y="1466850"/>
                </a:lnTo>
                <a:lnTo>
                  <a:pt x="1019175" y="1466850"/>
                </a:lnTo>
                <a:lnTo>
                  <a:pt x="1000125" y="1543050"/>
                </a:lnTo>
                <a:lnTo>
                  <a:pt x="1009650" y="1562100"/>
                </a:lnTo>
                <a:lnTo>
                  <a:pt x="1019175" y="1562100"/>
                </a:lnTo>
                <a:lnTo>
                  <a:pt x="1000125" y="1571625"/>
                </a:lnTo>
                <a:lnTo>
                  <a:pt x="971550" y="1647825"/>
                </a:lnTo>
                <a:lnTo>
                  <a:pt x="942975" y="1638300"/>
                </a:lnTo>
                <a:lnTo>
                  <a:pt x="923925" y="1647825"/>
                </a:lnTo>
                <a:lnTo>
                  <a:pt x="923925" y="1647825"/>
                </a:lnTo>
                <a:lnTo>
                  <a:pt x="914400" y="1657350"/>
                </a:lnTo>
                <a:lnTo>
                  <a:pt x="885825" y="1676400"/>
                </a:lnTo>
                <a:lnTo>
                  <a:pt x="866775" y="1704975"/>
                </a:lnTo>
                <a:lnTo>
                  <a:pt x="885825" y="1685925"/>
                </a:lnTo>
                <a:lnTo>
                  <a:pt x="866775" y="1714500"/>
                </a:lnTo>
                <a:lnTo>
                  <a:pt x="857250" y="1704975"/>
                </a:lnTo>
                <a:lnTo>
                  <a:pt x="828675" y="1733550"/>
                </a:lnTo>
                <a:lnTo>
                  <a:pt x="809625" y="1733550"/>
                </a:lnTo>
                <a:lnTo>
                  <a:pt x="800100" y="1714500"/>
                </a:lnTo>
                <a:lnTo>
                  <a:pt x="790575" y="1733550"/>
                </a:lnTo>
                <a:lnTo>
                  <a:pt x="771525" y="1724025"/>
                </a:lnTo>
                <a:lnTo>
                  <a:pt x="771525" y="1733550"/>
                </a:lnTo>
                <a:lnTo>
                  <a:pt x="762000" y="1752600"/>
                </a:lnTo>
                <a:lnTo>
                  <a:pt x="762000" y="1771650"/>
                </a:lnTo>
                <a:lnTo>
                  <a:pt x="704850" y="1752600"/>
                </a:lnTo>
                <a:lnTo>
                  <a:pt x="695325" y="1800225"/>
                </a:lnTo>
                <a:lnTo>
                  <a:pt x="685800" y="1809750"/>
                </a:lnTo>
                <a:lnTo>
                  <a:pt x="666750" y="1809750"/>
                </a:lnTo>
                <a:lnTo>
                  <a:pt x="657225" y="1809750"/>
                </a:lnTo>
                <a:lnTo>
                  <a:pt x="657225" y="1800225"/>
                </a:lnTo>
                <a:lnTo>
                  <a:pt x="638175" y="1819275"/>
                </a:lnTo>
                <a:lnTo>
                  <a:pt x="628650" y="1819275"/>
                </a:lnTo>
                <a:lnTo>
                  <a:pt x="581025" y="1809750"/>
                </a:lnTo>
                <a:lnTo>
                  <a:pt x="590550" y="1847850"/>
                </a:lnTo>
                <a:lnTo>
                  <a:pt x="561975" y="1828800"/>
                </a:lnTo>
                <a:lnTo>
                  <a:pt x="561975" y="1847850"/>
                </a:lnTo>
                <a:lnTo>
                  <a:pt x="561975" y="1866900"/>
                </a:lnTo>
                <a:lnTo>
                  <a:pt x="542925" y="18669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935075" y="-1143000"/>
            <a:ext cx="114300" cy="104775"/>
          </a:xfrm>
          <a:custGeom>
            <a:avLst/>
            <a:gdLst/>
            <a:ahLst/>
            <a:cxnLst/>
            <a:rect l="l" t="t" r="r" b="b"/>
            <a:pathLst>
              <a:path w="114300" h="104775">
                <a:moveTo>
                  <a:pt x="114300" y="38100"/>
                </a:moveTo>
                <a:lnTo>
                  <a:pt x="104775" y="66675"/>
                </a:lnTo>
                <a:lnTo>
                  <a:pt x="95250" y="95250"/>
                </a:lnTo>
                <a:lnTo>
                  <a:pt x="47625" y="104775"/>
                </a:lnTo>
                <a:lnTo>
                  <a:pt x="9525" y="95250"/>
                </a:lnTo>
                <a:lnTo>
                  <a:pt x="0" y="57150"/>
                </a:lnTo>
                <a:lnTo>
                  <a:pt x="19050" y="0"/>
                </a:lnTo>
                <a:lnTo>
                  <a:pt x="47625" y="0"/>
                </a:lnTo>
                <a:lnTo>
                  <a:pt x="76200" y="0"/>
                </a:lnTo>
                <a:lnTo>
                  <a:pt x="95250" y="2857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582775" y="-3810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219075" y="85725"/>
                </a:moveTo>
                <a:lnTo>
                  <a:pt x="171450" y="114300"/>
                </a:lnTo>
                <a:lnTo>
                  <a:pt x="142875" y="152400"/>
                </a:lnTo>
                <a:lnTo>
                  <a:pt x="66675" y="123825"/>
                </a:lnTo>
                <a:lnTo>
                  <a:pt x="9525" y="133350"/>
                </a:lnTo>
                <a:lnTo>
                  <a:pt x="0" y="76200"/>
                </a:lnTo>
                <a:lnTo>
                  <a:pt x="9525" y="19050"/>
                </a:lnTo>
                <a:lnTo>
                  <a:pt x="66675" y="19050"/>
                </a:lnTo>
                <a:lnTo>
                  <a:pt x="142875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44650" y="-962025"/>
            <a:ext cx="152400" cy="209550"/>
          </a:xfrm>
          <a:custGeom>
            <a:avLst/>
            <a:gdLst/>
            <a:ahLst/>
            <a:cxnLst/>
            <a:rect l="l" t="t" r="r" b="b"/>
            <a:pathLst>
              <a:path w="152400" h="209550">
                <a:moveTo>
                  <a:pt x="152400" y="104775"/>
                </a:moveTo>
                <a:lnTo>
                  <a:pt x="142875" y="161925"/>
                </a:lnTo>
                <a:lnTo>
                  <a:pt x="104775" y="209550"/>
                </a:lnTo>
                <a:lnTo>
                  <a:pt x="57150" y="200025"/>
                </a:lnTo>
                <a:lnTo>
                  <a:pt x="0" y="161925"/>
                </a:lnTo>
                <a:lnTo>
                  <a:pt x="9525" y="114300"/>
                </a:lnTo>
                <a:lnTo>
                  <a:pt x="19050" y="57150"/>
                </a:lnTo>
                <a:lnTo>
                  <a:pt x="76200" y="38100"/>
                </a:lnTo>
                <a:lnTo>
                  <a:pt x="104775" y="0"/>
                </a:lnTo>
                <a:lnTo>
                  <a:pt x="133350" y="4762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582525" y="-1428750"/>
            <a:ext cx="152400" cy="200025"/>
          </a:xfrm>
          <a:custGeom>
            <a:avLst/>
            <a:gdLst/>
            <a:ahLst/>
            <a:cxnLst/>
            <a:rect l="l" t="t" r="r" b="b"/>
            <a:pathLst>
              <a:path w="152400" h="200025">
                <a:moveTo>
                  <a:pt x="152400" y="104775"/>
                </a:moveTo>
                <a:lnTo>
                  <a:pt x="133350" y="142875"/>
                </a:lnTo>
                <a:lnTo>
                  <a:pt x="123825" y="200025"/>
                </a:lnTo>
                <a:lnTo>
                  <a:pt x="47625" y="161925"/>
                </a:lnTo>
                <a:lnTo>
                  <a:pt x="0" y="133350"/>
                </a:lnTo>
                <a:lnTo>
                  <a:pt x="9525" y="85725"/>
                </a:lnTo>
                <a:lnTo>
                  <a:pt x="19050" y="57150"/>
                </a:lnTo>
                <a:lnTo>
                  <a:pt x="66675" y="19050"/>
                </a:lnTo>
                <a:lnTo>
                  <a:pt x="123825" y="0"/>
                </a:lnTo>
                <a:lnTo>
                  <a:pt x="142875" y="47625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82525" y="2143125"/>
            <a:ext cx="161925" cy="171450"/>
          </a:xfrm>
          <a:custGeom>
            <a:avLst/>
            <a:gdLst/>
            <a:ahLst/>
            <a:cxnLst/>
            <a:rect l="l" t="t" r="r" b="b"/>
            <a:pathLst>
              <a:path w="161925" h="171450">
                <a:moveTo>
                  <a:pt x="161925" y="95250"/>
                </a:moveTo>
                <a:lnTo>
                  <a:pt x="114300" y="133350"/>
                </a:lnTo>
                <a:lnTo>
                  <a:pt x="104775" y="171450"/>
                </a:lnTo>
                <a:lnTo>
                  <a:pt x="66675" y="152400"/>
                </a:lnTo>
                <a:lnTo>
                  <a:pt x="28575" y="133350"/>
                </a:lnTo>
                <a:lnTo>
                  <a:pt x="19050" y="104775"/>
                </a:lnTo>
                <a:lnTo>
                  <a:pt x="0" y="47625"/>
                </a:lnTo>
                <a:lnTo>
                  <a:pt x="66675" y="28575"/>
                </a:lnTo>
                <a:lnTo>
                  <a:pt x="104775" y="0"/>
                </a:lnTo>
                <a:lnTo>
                  <a:pt x="142875" y="5715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839825" y="2305050"/>
            <a:ext cx="228600" cy="133350"/>
          </a:xfrm>
          <a:custGeom>
            <a:avLst/>
            <a:gdLst/>
            <a:ahLst/>
            <a:cxnLst/>
            <a:rect l="l" t="t" r="r" b="b"/>
            <a:pathLst>
              <a:path w="228600" h="133350">
                <a:moveTo>
                  <a:pt x="228600" y="66675"/>
                </a:moveTo>
                <a:lnTo>
                  <a:pt x="180975" y="95250"/>
                </a:lnTo>
                <a:lnTo>
                  <a:pt x="114300" y="133350"/>
                </a:lnTo>
                <a:lnTo>
                  <a:pt x="66675" y="114300"/>
                </a:lnTo>
                <a:lnTo>
                  <a:pt x="28575" y="114300"/>
                </a:lnTo>
                <a:lnTo>
                  <a:pt x="9525" y="66675"/>
                </a:lnTo>
                <a:lnTo>
                  <a:pt x="0" y="9525"/>
                </a:lnTo>
                <a:lnTo>
                  <a:pt x="76200" y="9525"/>
                </a:lnTo>
                <a:lnTo>
                  <a:pt x="133350" y="0"/>
                </a:lnTo>
                <a:lnTo>
                  <a:pt x="161925" y="2857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58525" y="-1327785"/>
            <a:ext cx="3653790" cy="3782378"/>
          </a:xfrm>
          <a:custGeom>
            <a:avLst/>
            <a:gdLst/>
            <a:ahLst/>
            <a:cxnLst/>
            <a:rect l="l" t="t" r="r" b="b"/>
            <a:pathLst>
              <a:path w="3653790" h="3782378">
                <a:moveTo>
                  <a:pt x="2371725" y="874395"/>
                </a:moveTo>
                <a:lnTo>
                  <a:pt x="2386965" y="889635"/>
                </a:lnTo>
                <a:lnTo>
                  <a:pt x="2371725" y="904875"/>
                </a:lnTo>
                <a:lnTo>
                  <a:pt x="2356485" y="889635"/>
                </a:lnTo>
                <a:close/>
                <a:moveTo>
                  <a:pt x="3333750" y="2261235"/>
                </a:moveTo>
                <a:lnTo>
                  <a:pt x="3343275" y="2270760"/>
                </a:lnTo>
                <a:lnTo>
                  <a:pt x="3333750" y="2280285"/>
                </a:lnTo>
                <a:lnTo>
                  <a:pt x="3324225" y="2270760"/>
                </a:lnTo>
                <a:close/>
                <a:moveTo>
                  <a:pt x="647700" y="2794635"/>
                </a:moveTo>
                <a:lnTo>
                  <a:pt x="666750" y="2813685"/>
                </a:lnTo>
                <a:lnTo>
                  <a:pt x="647700" y="2832735"/>
                </a:lnTo>
                <a:lnTo>
                  <a:pt x="628650" y="2813685"/>
                </a:lnTo>
                <a:close/>
                <a:moveTo>
                  <a:pt x="2657475" y="2984183"/>
                </a:moveTo>
                <a:lnTo>
                  <a:pt x="2667952" y="2994660"/>
                </a:lnTo>
                <a:lnTo>
                  <a:pt x="2657475" y="3005138"/>
                </a:lnTo>
                <a:lnTo>
                  <a:pt x="2646998" y="2994660"/>
                </a:lnTo>
                <a:close/>
                <a:moveTo>
                  <a:pt x="3638550" y="2017395"/>
                </a:moveTo>
                <a:lnTo>
                  <a:pt x="3653790" y="2032635"/>
                </a:lnTo>
                <a:lnTo>
                  <a:pt x="3638550" y="2047875"/>
                </a:lnTo>
                <a:lnTo>
                  <a:pt x="3623310" y="2032635"/>
                </a:lnTo>
                <a:close/>
                <a:moveTo>
                  <a:pt x="3524250" y="2483167"/>
                </a:moveTo>
                <a:lnTo>
                  <a:pt x="3540443" y="2499360"/>
                </a:lnTo>
                <a:lnTo>
                  <a:pt x="3524250" y="2515553"/>
                </a:lnTo>
                <a:lnTo>
                  <a:pt x="3508057" y="2499360"/>
                </a:lnTo>
                <a:close/>
                <a:moveTo>
                  <a:pt x="2638425" y="262890"/>
                </a:moveTo>
                <a:lnTo>
                  <a:pt x="2655570" y="280035"/>
                </a:lnTo>
                <a:lnTo>
                  <a:pt x="2638425" y="297180"/>
                </a:lnTo>
                <a:lnTo>
                  <a:pt x="2621280" y="280035"/>
                </a:lnTo>
                <a:close/>
                <a:moveTo>
                  <a:pt x="2819400" y="997268"/>
                </a:moveTo>
                <a:lnTo>
                  <a:pt x="2826068" y="1003935"/>
                </a:lnTo>
                <a:lnTo>
                  <a:pt x="2819400" y="1010603"/>
                </a:lnTo>
                <a:lnTo>
                  <a:pt x="2812732" y="1003935"/>
                </a:lnTo>
                <a:close/>
                <a:moveTo>
                  <a:pt x="1162050" y="160973"/>
                </a:moveTo>
                <a:lnTo>
                  <a:pt x="1176338" y="175260"/>
                </a:lnTo>
                <a:lnTo>
                  <a:pt x="1162050" y="189548"/>
                </a:lnTo>
                <a:lnTo>
                  <a:pt x="1147763" y="175260"/>
                </a:lnTo>
                <a:close/>
                <a:moveTo>
                  <a:pt x="2686050" y="790575"/>
                </a:moveTo>
                <a:lnTo>
                  <a:pt x="2699385" y="803910"/>
                </a:lnTo>
                <a:lnTo>
                  <a:pt x="2686050" y="817245"/>
                </a:lnTo>
                <a:lnTo>
                  <a:pt x="2672715" y="803910"/>
                </a:lnTo>
                <a:close/>
                <a:moveTo>
                  <a:pt x="2381250" y="3035618"/>
                </a:moveTo>
                <a:lnTo>
                  <a:pt x="2397443" y="3051810"/>
                </a:lnTo>
                <a:lnTo>
                  <a:pt x="2381250" y="3068003"/>
                </a:lnTo>
                <a:lnTo>
                  <a:pt x="2365057" y="3051810"/>
                </a:lnTo>
                <a:close/>
                <a:moveTo>
                  <a:pt x="3419475" y="1918335"/>
                </a:moveTo>
                <a:lnTo>
                  <a:pt x="3429000" y="1927860"/>
                </a:lnTo>
                <a:lnTo>
                  <a:pt x="3419475" y="1937385"/>
                </a:lnTo>
                <a:lnTo>
                  <a:pt x="3409950" y="1927860"/>
                </a:lnTo>
                <a:close/>
                <a:moveTo>
                  <a:pt x="1104900" y="563880"/>
                </a:moveTo>
                <a:lnTo>
                  <a:pt x="1116330" y="575310"/>
                </a:lnTo>
                <a:lnTo>
                  <a:pt x="1104900" y="586740"/>
                </a:lnTo>
                <a:lnTo>
                  <a:pt x="1093470" y="575310"/>
                </a:lnTo>
                <a:close/>
                <a:moveTo>
                  <a:pt x="1057275" y="810578"/>
                </a:moveTo>
                <a:lnTo>
                  <a:pt x="1069657" y="822960"/>
                </a:lnTo>
                <a:lnTo>
                  <a:pt x="1057275" y="835343"/>
                </a:lnTo>
                <a:lnTo>
                  <a:pt x="1044893" y="822960"/>
                </a:lnTo>
                <a:close/>
                <a:moveTo>
                  <a:pt x="2524125" y="519113"/>
                </a:moveTo>
                <a:lnTo>
                  <a:pt x="2542223" y="537210"/>
                </a:lnTo>
                <a:lnTo>
                  <a:pt x="2524125" y="555308"/>
                </a:lnTo>
                <a:lnTo>
                  <a:pt x="2506027" y="537210"/>
                </a:lnTo>
                <a:close/>
                <a:moveTo>
                  <a:pt x="180975" y="1137285"/>
                </a:moveTo>
                <a:lnTo>
                  <a:pt x="200025" y="1156335"/>
                </a:lnTo>
                <a:lnTo>
                  <a:pt x="180975" y="1175385"/>
                </a:lnTo>
                <a:lnTo>
                  <a:pt x="161925" y="1156335"/>
                </a:lnTo>
                <a:close/>
                <a:moveTo>
                  <a:pt x="2181225" y="3107055"/>
                </a:moveTo>
                <a:lnTo>
                  <a:pt x="2192655" y="3118485"/>
                </a:lnTo>
                <a:lnTo>
                  <a:pt x="2181225" y="3129915"/>
                </a:lnTo>
                <a:lnTo>
                  <a:pt x="2169795" y="3118485"/>
                </a:lnTo>
                <a:close/>
                <a:moveTo>
                  <a:pt x="542925" y="2325053"/>
                </a:moveTo>
                <a:lnTo>
                  <a:pt x="555307" y="2337435"/>
                </a:lnTo>
                <a:lnTo>
                  <a:pt x="542925" y="2349818"/>
                </a:lnTo>
                <a:lnTo>
                  <a:pt x="530543" y="2337435"/>
                </a:lnTo>
                <a:close/>
                <a:moveTo>
                  <a:pt x="19050" y="1775460"/>
                </a:moveTo>
                <a:lnTo>
                  <a:pt x="38100" y="1794510"/>
                </a:lnTo>
                <a:lnTo>
                  <a:pt x="19050" y="1813560"/>
                </a:lnTo>
                <a:lnTo>
                  <a:pt x="0" y="1794510"/>
                </a:lnTo>
                <a:close/>
                <a:moveTo>
                  <a:pt x="590550" y="2047875"/>
                </a:moveTo>
                <a:lnTo>
                  <a:pt x="603885" y="2061210"/>
                </a:lnTo>
                <a:lnTo>
                  <a:pt x="590550" y="2074545"/>
                </a:lnTo>
                <a:lnTo>
                  <a:pt x="577215" y="2061210"/>
                </a:lnTo>
                <a:close/>
                <a:moveTo>
                  <a:pt x="2085975" y="3749993"/>
                </a:moveTo>
                <a:lnTo>
                  <a:pt x="2102168" y="3766185"/>
                </a:lnTo>
                <a:lnTo>
                  <a:pt x="2085975" y="3782378"/>
                </a:lnTo>
                <a:lnTo>
                  <a:pt x="2069782" y="3766185"/>
                </a:lnTo>
                <a:close/>
                <a:moveTo>
                  <a:pt x="3429000" y="1365885"/>
                </a:moveTo>
                <a:lnTo>
                  <a:pt x="3448050" y="1384935"/>
                </a:lnTo>
                <a:lnTo>
                  <a:pt x="3429000" y="1403985"/>
                </a:lnTo>
                <a:lnTo>
                  <a:pt x="3409950" y="1384935"/>
                </a:lnTo>
                <a:close/>
                <a:moveTo>
                  <a:pt x="495300" y="1210628"/>
                </a:moveTo>
                <a:lnTo>
                  <a:pt x="507682" y="1223010"/>
                </a:lnTo>
                <a:lnTo>
                  <a:pt x="495300" y="1235393"/>
                </a:lnTo>
                <a:lnTo>
                  <a:pt x="482918" y="1223010"/>
                </a:lnTo>
                <a:close/>
                <a:moveTo>
                  <a:pt x="1123950" y="2965133"/>
                </a:moveTo>
                <a:lnTo>
                  <a:pt x="1143952" y="2985135"/>
                </a:lnTo>
                <a:lnTo>
                  <a:pt x="1123950" y="3005138"/>
                </a:lnTo>
                <a:lnTo>
                  <a:pt x="1103948" y="2985135"/>
                </a:lnTo>
                <a:close/>
                <a:moveTo>
                  <a:pt x="104775" y="1823085"/>
                </a:moveTo>
                <a:lnTo>
                  <a:pt x="114300" y="1832610"/>
                </a:lnTo>
                <a:lnTo>
                  <a:pt x="104775" y="1842135"/>
                </a:lnTo>
                <a:lnTo>
                  <a:pt x="95250" y="1832610"/>
                </a:lnTo>
                <a:close/>
                <a:moveTo>
                  <a:pt x="2085975" y="3672840"/>
                </a:moveTo>
                <a:lnTo>
                  <a:pt x="2093595" y="3680460"/>
                </a:lnTo>
                <a:lnTo>
                  <a:pt x="2085975" y="3688080"/>
                </a:lnTo>
                <a:lnTo>
                  <a:pt x="2078355" y="3680460"/>
                </a:lnTo>
                <a:close/>
                <a:moveTo>
                  <a:pt x="2971800" y="1906905"/>
                </a:moveTo>
                <a:lnTo>
                  <a:pt x="2983230" y="1918335"/>
                </a:lnTo>
                <a:lnTo>
                  <a:pt x="2971800" y="1929765"/>
                </a:lnTo>
                <a:lnTo>
                  <a:pt x="2960370" y="1918335"/>
                </a:lnTo>
                <a:close/>
                <a:moveTo>
                  <a:pt x="2981325" y="2108835"/>
                </a:moveTo>
                <a:lnTo>
                  <a:pt x="3000375" y="2127885"/>
                </a:lnTo>
                <a:lnTo>
                  <a:pt x="2981325" y="2146935"/>
                </a:lnTo>
                <a:lnTo>
                  <a:pt x="2962275" y="2127885"/>
                </a:lnTo>
                <a:close/>
                <a:moveTo>
                  <a:pt x="1028700" y="2649855"/>
                </a:moveTo>
                <a:lnTo>
                  <a:pt x="1040130" y="2661285"/>
                </a:lnTo>
                <a:lnTo>
                  <a:pt x="1028700" y="2672715"/>
                </a:lnTo>
                <a:lnTo>
                  <a:pt x="1017270" y="2661285"/>
                </a:lnTo>
                <a:close/>
                <a:moveTo>
                  <a:pt x="3286125" y="956310"/>
                </a:moveTo>
                <a:lnTo>
                  <a:pt x="3295650" y="965835"/>
                </a:lnTo>
                <a:lnTo>
                  <a:pt x="3286125" y="975360"/>
                </a:lnTo>
                <a:lnTo>
                  <a:pt x="3276600" y="965835"/>
                </a:lnTo>
                <a:close/>
                <a:moveTo>
                  <a:pt x="2133600" y="3528060"/>
                </a:moveTo>
                <a:lnTo>
                  <a:pt x="2152650" y="3547110"/>
                </a:lnTo>
                <a:lnTo>
                  <a:pt x="2133600" y="3566160"/>
                </a:lnTo>
                <a:lnTo>
                  <a:pt x="2114550" y="3547110"/>
                </a:lnTo>
                <a:close/>
                <a:moveTo>
                  <a:pt x="2162175" y="3025140"/>
                </a:moveTo>
                <a:lnTo>
                  <a:pt x="2169795" y="3032760"/>
                </a:lnTo>
                <a:lnTo>
                  <a:pt x="2162175" y="3040380"/>
                </a:lnTo>
                <a:lnTo>
                  <a:pt x="2154555" y="3032760"/>
                </a:lnTo>
                <a:close/>
                <a:moveTo>
                  <a:pt x="2809875" y="757238"/>
                </a:moveTo>
                <a:lnTo>
                  <a:pt x="2818448" y="765810"/>
                </a:lnTo>
                <a:lnTo>
                  <a:pt x="2809875" y="774383"/>
                </a:lnTo>
                <a:lnTo>
                  <a:pt x="2801302" y="765810"/>
                </a:lnTo>
                <a:close/>
                <a:moveTo>
                  <a:pt x="152400" y="2111692"/>
                </a:moveTo>
                <a:lnTo>
                  <a:pt x="159068" y="2118360"/>
                </a:lnTo>
                <a:lnTo>
                  <a:pt x="152400" y="2125028"/>
                </a:lnTo>
                <a:lnTo>
                  <a:pt x="145732" y="2118360"/>
                </a:lnTo>
                <a:close/>
                <a:moveTo>
                  <a:pt x="685800" y="2426017"/>
                </a:moveTo>
                <a:lnTo>
                  <a:pt x="692468" y="2432685"/>
                </a:lnTo>
                <a:lnTo>
                  <a:pt x="685800" y="2439353"/>
                </a:lnTo>
                <a:lnTo>
                  <a:pt x="679132" y="2432685"/>
                </a:lnTo>
                <a:close/>
                <a:moveTo>
                  <a:pt x="3257550" y="2468880"/>
                </a:moveTo>
                <a:lnTo>
                  <a:pt x="3268980" y="2480310"/>
                </a:lnTo>
                <a:lnTo>
                  <a:pt x="3257550" y="2491740"/>
                </a:lnTo>
                <a:lnTo>
                  <a:pt x="3246120" y="2480310"/>
                </a:lnTo>
                <a:close/>
                <a:moveTo>
                  <a:pt x="2171700" y="3733800"/>
                </a:moveTo>
                <a:lnTo>
                  <a:pt x="2194560" y="3756660"/>
                </a:lnTo>
                <a:lnTo>
                  <a:pt x="2171700" y="3779520"/>
                </a:lnTo>
                <a:lnTo>
                  <a:pt x="2148840" y="3756660"/>
                </a:lnTo>
                <a:close/>
                <a:moveTo>
                  <a:pt x="2647950" y="2755583"/>
                </a:moveTo>
                <a:lnTo>
                  <a:pt x="2667952" y="2775585"/>
                </a:lnTo>
                <a:lnTo>
                  <a:pt x="2647950" y="2795588"/>
                </a:lnTo>
                <a:lnTo>
                  <a:pt x="2627948" y="2775585"/>
                </a:lnTo>
                <a:close/>
                <a:moveTo>
                  <a:pt x="3019425" y="441960"/>
                </a:moveTo>
                <a:lnTo>
                  <a:pt x="3028950" y="451485"/>
                </a:lnTo>
                <a:lnTo>
                  <a:pt x="3019425" y="461010"/>
                </a:lnTo>
                <a:lnTo>
                  <a:pt x="3009900" y="451485"/>
                </a:lnTo>
                <a:close/>
                <a:moveTo>
                  <a:pt x="2552700" y="870585"/>
                </a:moveTo>
                <a:lnTo>
                  <a:pt x="2562225" y="880110"/>
                </a:lnTo>
                <a:lnTo>
                  <a:pt x="2552700" y="889635"/>
                </a:lnTo>
                <a:lnTo>
                  <a:pt x="2543175" y="880110"/>
                </a:lnTo>
                <a:close/>
                <a:moveTo>
                  <a:pt x="2038350" y="395288"/>
                </a:moveTo>
                <a:lnTo>
                  <a:pt x="2046923" y="403860"/>
                </a:lnTo>
                <a:lnTo>
                  <a:pt x="2038350" y="412433"/>
                </a:lnTo>
                <a:lnTo>
                  <a:pt x="2029777" y="403860"/>
                </a:lnTo>
                <a:close/>
                <a:moveTo>
                  <a:pt x="1333500" y="432435"/>
                </a:moveTo>
                <a:lnTo>
                  <a:pt x="1352550" y="451485"/>
                </a:lnTo>
                <a:lnTo>
                  <a:pt x="1333500" y="470535"/>
                </a:lnTo>
                <a:lnTo>
                  <a:pt x="1314450" y="451485"/>
                </a:lnTo>
                <a:close/>
                <a:moveTo>
                  <a:pt x="247650" y="1988820"/>
                </a:moveTo>
                <a:lnTo>
                  <a:pt x="262890" y="2004060"/>
                </a:lnTo>
                <a:lnTo>
                  <a:pt x="247650" y="2019300"/>
                </a:lnTo>
                <a:lnTo>
                  <a:pt x="232410" y="2004060"/>
                </a:lnTo>
                <a:close/>
                <a:moveTo>
                  <a:pt x="2000250" y="3536633"/>
                </a:moveTo>
                <a:lnTo>
                  <a:pt x="2010727" y="3547110"/>
                </a:lnTo>
                <a:lnTo>
                  <a:pt x="2000250" y="3557588"/>
                </a:lnTo>
                <a:lnTo>
                  <a:pt x="1989773" y="3547110"/>
                </a:lnTo>
                <a:close/>
                <a:moveTo>
                  <a:pt x="1323975" y="902018"/>
                </a:moveTo>
                <a:lnTo>
                  <a:pt x="1330643" y="908685"/>
                </a:lnTo>
                <a:lnTo>
                  <a:pt x="1323975" y="915353"/>
                </a:lnTo>
                <a:lnTo>
                  <a:pt x="1317307" y="908685"/>
                </a:lnTo>
                <a:close/>
                <a:moveTo>
                  <a:pt x="3352800" y="1137285"/>
                </a:moveTo>
                <a:lnTo>
                  <a:pt x="3362325" y="1146810"/>
                </a:lnTo>
                <a:lnTo>
                  <a:pt x="3352800" y="1156335"/>
                </a:lnTo>
                <a:lnTo>
                  <a:pt x="3343275" y="1146810"/>
                </a:lnTo>
                <a:close/>
                <a:moveTo>
                  <a:pt x="2743200" y="2744153"/>
                </a:moveTo>
                <a:lnTo>
                  <a:pt x="2765107" y="2766060"/>
                </a:lnTo>
                <a:lnTo>
                  <a:pt x="2743200" y="2787968"/>
                </a:lnTo>
                <a:lnTo>
                  <a:pt x="2721293" y="2766060"/>
                </a:lnTo>
                <a:close/>
                <a:moveTo>
                  <a:pt x="3629025" y="1339215"/>
                </a:moveTo>
                <a:lnTo>
                  <a:pt x="3636645" y="1346835"/>
                </a:lnTo>
                <a:lnTo>
                  <a:pt x="3629025" y="1354455"/>
                </a:lnTo>
                <a:lnTo>
                  <a:pt x="3621405" y="1346835"/>
                </a:lnTo>
                <a:close/>
                <a:moveTo>
                  <a:pt x="857250" y="983933"/>
                </a:moveTo>
                <a:lnTo>
                  <a:pt x="867727" y="994410"/>
                </a:lnTo>
                <a:lnTo>
                  <a:pt x="857250" y="1004887"/>
                </a:lnTo>
                <a:lnTo>
                  <a:pt x="846773" y="994410"/>
                </a:lnTo>
                <a:close/>
                <a:moveTo>
                  <a:pt x="1038225" y="2584133"/>
                </a:moveTo>
                <a:lnTo>
                  <a:pt x="1058227" y="2604135"/>
                </a:lnTo>
                <a:lnTo>
                  <a:pt x="1038225" y="2624138"/>
                </a:lnTo>
                <a:lnTo>
                  <a:pt x="1018223" y="2604135"/>
                </a:lnTo>
                <a:close/>
                <a:moveTo>
                  <a:pt x="1933575" y="660083"/>
                </a:moveTo>
                <a:lnTo>
                  <a:pt x="1944052" y="670560"/>
                </a:lnTo>
                <a:lnTo>
                  <a:pt x="1933575" y="681038"/>
                </a:lnTo>
                <a:lnTo>
                  <a:pt x="1923098" y="670560"/>
                </a:lnTo>
                <a:close/>
                <a:moveTo>
                  <a:pt x="3095625" y="3120390"/>
                </a:moveTo>
                <a:lnTo>
                  <a:pt x="3103245" y="3128010"/>
                </a:lnTo>
                <a:lnTo>
                  <a:pt x="3095625" y="3135630"/>
                </a:lnTo>
                <a:lnTo>
                  <a:pt x="3088005" y="3128010"/>
                </a:lnTo>
                <a:close/>
                <a:moveTo>
                  <a:pt x="1743075" y="53340"/>
                </a:moveTo>
                <a:lnTo>
                  <a:pt x="1750695" y="60960"/>
                </a:lnTo>
                <a:lnTo>
                  <a:pt x="1743075" y="68580"/>
                </a:lnTo>
                <a:lnTo>
                  <a:pt x="1735455" y="60960"/>
                </a:lnTo>
                <a:close/>
                <a:moveTo>
                  <a:pt x="800100" y="1767840"/>
                </a:moveTo>
                <a:lnTo>
                  <a:pt x="817245" y="1784985"/>
                </a:lnTo>
                <a:lnTo>
                  <a:pt x="800100" y="1802130"/>
                </a:lnTo>
                <a:lnTo>
                  <a:pt x="782955" y="1784985"/>
                </a:lnTo>
                <a:close/>
                <a:moveTo>
                  <a:pt x="3143250" y="1072515"/>
                </a:moveTo>
                <a:lnTo>
                  <a:pt x="3160395" y="1089660"/>
                </a:lnTo>
                <a:lnTo>
                  <a:pt x="3143250" y="1106805"/>
                </a:lnTo>
                <a:lnTo>
                  <a:pt x="3126105" y="1089660"/>
                </a:lnTo>
                <a:close/>
                <a:moveTo>
                  <a:pt x="3057525" y="1643063"/>
                </a:moveTo>
                <a:lnTo>
                  <a:pt x="3066098" y="1651635"/>
                </a:lnTo>
                <a:lnTo>
                  <a:pt x="3057525" y="1660208"/>
                </a:lnTo>
                <a:lnTo>
                  <a:pt x="3048952" y="1651635"/>
                </a:lnTo>
                <a:close/>
                <a:moveTo>
                  <a:pt x="1447800" y="3063240"/>
                </a:moveTo>
                <a:lnTo>
                  <a:pt x="1455420" y="3070860"/>
                </a:lnTo>
                <a:lnTo>
                  <a:pt x="1447800" y="3078480"/>
                </a:lnTo>
                <a:lnTo>
                  <a:pt x="1440180" y="3070860"/>
                </a:lnTo>
                <a:close/>
                <a:moveTo>
                  <a:pt x="2781300" y="2889885"/>
                </a:moveTo>
                <a:lnTo>
                  <a:pt x="2790825" y="2899410"/>
                </a:lnTo>
                <a:lnTo>
                  <a:pt x="2781300" y="2908935"/>
                </a:lnTo>
                <a:lnTo>
                  <a:pt x="2771775" y="2899410"/>
                </a:lnTo>
                <a:close/>
                <a:moveTo>
                  <a:pt x="2028825" y="308610"/>
                </a:moveTo>
                <a:lnTo>
                  <a:pt x="2038350" y="318135"/>
                </a:lnTo>
                <a:lnTo>
                  <a:pt x="2028825" y="327660"/>
                </a:lnTo>
                <a:lnTo>
                  <a:pt x="2019300" y="318135"/>
                </a:lnTo>
                <a:close/>
                <a:moveTo>
                  <a:pt x="2847975" y="3165158"/>
                </a:moveTo>
                <a:lnTo>
                  <a:pt x="2858452" y="3175635"/>
                </a:lnTo>
                <a:lnTo>
                  <a:pt x="2847975" y="3186113"/>
                </a:lnTo>
                <a:lnTo>
                  <a:pt x="2837498" y="3175635"/>
                </a:lnTo>
                <a:close/>
                <a:moveTo>
                  <a:pt x="838200" y="1194435"/>
                </a:moveTo>
                <a:lnTo>
                  <a:pt x="847725" y="1203960"/>
                </a:lnTo>
                <a:lnTo>
                  <a:pt x="838200" y="1213485"/>
                </a:lnTo>
                <a:lnTo>
                  <a:pt x="828675" y="1203960"/>
                </a:lnTo>
                <a:close/>
                <a:moveTo>
                  <a:pt x="2600325" y="3367088"/>
                </a:moveTo>
                <a:lnTo>
                  <a:pt x="2618423" y="3385185"/>
                </a:lnTo>
                <a:lnTo>
                  <a:pt x="2600325" y="3403283"/>
                </a:lnTo>
                <a:lnTo>
                  <a:pt x="2582227" y="3385185"/>
                </a:lnTo>
                <a:close/>
                <a:moveTo>
                  <a:pt x="590550" y="1134428"/>
                </a:moveTo>
                <a:lnTo>
                  <a:pt x="602932" y="1146810"/>
                </a:lnTo>
                <a:lnTo>
                  <a:pt x="590550" y="1159193"/>
                </a:lnTo>
                <a:lnTo>
                  <a:pt x="578168" y="1146810"/>
                </a:lnTo>
                <a:close/>
                <a:moveTo>
                  <a:pt x="400050" y="1928813"/>
                </a:moveTo>
                <a:lnTo>
                  <a:pt x="418148" y="1946910"/>
                </a:lnTo>
                <a:lnTo>
                  <a:pt x="400050" y="1965008"/>
                </a:lnTo>
                <a:lnTo>
                  <a:pt x="381952" y="1946910"/>
                </a:lnTo>
                <a:close/>
                <a:moveTo>
                  <a:pt x="1866900" y="3373755"/>
                </a:moveTo>
                <a:lnTo>
                  <a:pt x="1887855" y="3394710"/>
                </a:lnTo>
                <a:lnTo>
                  <a:pt x="1866900" y="3415665"/>
                </a:lnTo>
                <a:lnTo>
                  <a:pt x="1845945" y="3394710"/>
                </a:lnTo>
                <a:close/>
                <a:moveTo>
                  <a:pt x="733425" y="1848803"/>
                </a:moveTo>
                <a:lnTo>
                  <a:pt x="755332" y="1870710"/>
                </a:lnTo>
                <a:lnTo>
                  <a:pt x="733425" y="1892618"/>
                </a:lnTo>
                <a:lnTo>
                  <a:pt x="711518" y="1870710"/>
                </a:lnTo>
                <a:close/>
                <a:moveTo>
                  <a:pt x="2381250" y="2814638"/>
                </a:moveTo>
                <a:lnTo>
                  <a:pt x="2389823" y="2823210"/>
                </a:lnTo>
                <a:lnTo>
                  <a:pt x="2381250" y="2831783"/>
                </a:lnTo>
                <a:lnTo>
                  <a:pt x="2372677" y="2823210"/>
                </a:lnTo>
                <a:close/>
                <a:moveTo>
                  <a:pt x="3057525" y="1597343"/>
                </a:moveTo>
                <a:lnTo>
                  <a:pt x="3064193" y="1604010"/>
                </a:lnTo>
                <a:lnTo>
                  <a:pt x="3057525" y="1610678"/>
                </a:lnTo>
                <a:lnTo>
                  <a:pt x="3050857" y="1604010"/>
                </a:lnTo>
                <a:close/>
                <a:moveTo>
                  <a:pt x="3381375" y="842963"/>
                </a:moveTo>
                <a:lnTo>
                  <a:pt x="3399473" y="861060"/>
                </a:lnTo>
                <a:lnTo>
                  <a:pt x="3381375" y="879158"/>
                </a:lnTo>
                <a:lnTo>
                  <a:pt x="3363277" y="861060"/>
                </a:lnTo>
                <a:close/>
                <a:moveTo>
                  <a:pt x="1704975" y="0"/>
                </a:moveTo>
                <a:lnTo>
                  <a:pt x="1727835" y="22860"/>
                </a:lnTo>
                <a:lnTo>
                  <a:pt x="1704975" y="45720"/>
                </a:lnTo>
                <a:lnTo>
                  <a:pt x="1682115" y="22860"/>
                </a:lnTo>
                <a:close/>
                <a:moveTo>
                  <a:pt x="3000375" y="672465"/>
                </a:moveTo>
                <a:lnTo>
                  <a:pt x="3007995" y="680085"/>
                </a:lnTo>
                <a:lnTo>
                  <a:pt x="3000375" y="687705"/>
                </a:lnTo>
                <a:lnTo>
                  <a:pt x="2992755" y="680085"/>
                </a:lnTo>
                <a:close/>
                <a:moveTo>
                  <a:pt x="2695575" y="806768"/>
                </a:moveTo>
                <a:lnTo>
                  <a:pt x="2711768" y="822960"/>
                </a:lnTo>
                <a:lnTo>
                  <a:pt x="2695575" y="839153"/>
                </a:lnTo>
                <a:lnTo>
                  <a:pt x="2679382" y="822960"/>
                </a:lnTo>
                <a:close/>
                <a:moveTo>
                  <a:pt x="866775" y="437198"/>
                </a:moveTo>
                <a:lnTo>
                  <a:pt x="881063" y="451485"/>
                </a:lnTo>
                <a:lnTo>
                  <a:pt x="866775" y="465773"/>
                </a:lnTo>
                <a:lnTo>
                  <a:pt x="852488" y="451485"/>
                </a:lnTo>
                <a:close/>
                <a:moveTo>
                  <a:pt x="2209800" y="2981325"/>
                </a:moveTo>
                <a:lnTo>
                  <a:pt x="2232660" y="3004185"/>
                </a:lnTo>
                <a:lnTo>
                  <a:pt x="2209800" y="3027045"/>
                </a:lnTo>
                <a:lnTo>
                  <a:pt x="2186940" y="3004185"/>
                </a:lnTo>
                <a:close/>
                <a:moveTo>
                  <a:pt x="3409950" y="2190750"/>
                </a:moveTo>
                <a:lnTo>
                  <a:pt x="3423285" y="2204085"/>
                </a:lnTo>
                <a:lnTo>
                  <a:pt x="3409950" y="2217420"/>
                </a:lnTo>
                <a:lnTo>
                  <a:pt x="3396615" y="2204085"/>
                </a:lnTo>
                <a:close/>
                <a:moveTo>
                  <a:pt x="2990850" y="2078355"/>
                </a:moveTo>
                <a:lnTo>
                  <a:pt x="3011805" y="2099310"/>
                </a:lnTo>
                <a:lnTo>
                  <a:pt x="2990850" y="2120265"/>
                </a:lnTo>
                <a:lnTo>
                  <a:pt x="2969895" y="209931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951970" y="-333375"/>
            <a:ext cx="1829753" cy="1888808"/>
          </a:xfrm>
          <a:custGeom>
            <a:avLst/>
            <a:gdLst/>
            <a:ahLst/>
            <a:cxnLst/>
            <a:rect l="l" t="t" r="r" b="b"/>
            <a:pathLst>
              <a:path w="1829753" h="1888808">
                <a:moveTo>
                  <a:pt x="11430" y="979170"/>
                </a:moveTo>
                <a:lnTo>
                  <a:pt x="22860" y="990600"/>
                </a:lnTo>
                <a:lnTo>
                  <a:pt x="11430" y="1002030"/>
                </a:lnTo>
                <a:lnTo>
                  <a:pt x="0" y="990600"/>
                </a:lnTo>
                <a:close/>
                <a:moveTo>
                  <a:pt x="411480" y="1691640"/>
                </a:moveTo>
                <a:lnTo>
                  <a:pt x="424815" y="1704975"/>
                </a:lnTo>
                <a:lnTo>
                  <a:pt x="411480" y="1718310"/>
                </a:lnTo>
                <a:lnTo>
                  <a:pt x="398145" y="1704975"/>
                </a:lnTo>
                <a:close/>
                <a:moveTo>
                  <a:pt x="1383030" y="1254443"/>
                </a:moveTo>
                <a:lnTo>
                  <a:pt x="1395413" y="1266825"/>
                </a:lnTo>
                <a:lnTo>
                  <a:pt x="1383030" y="1279208"/>
                </a:lnTo>
                <a:lnTo>
                  <a:pt x="1370648" y="1266825"/>
                </a:lnTo>
                <a:close/>
                <a:moveTo>
                  <a:pt x="249555" y="1153478"/>
                </a:moveTo>
                <a:lnTo>
                  <a:pt x="267653" y="1171575"/>
                </a:lnTo>
                <a:lnTo>
                  <a:pt x="249555" y="1189673"/>
                </a:lnTo>
                <a:lnTo>
                  <a:pt x="231457" y="1171575"/>
                </a:lnTo>
                <a:close/>
                <a:moveTo>
                  <a:pt x="716280" y="1494473"/>
                </a:moveTo>
                <a:lnTo>
                  <a:pt x="726757" y="1504950"/>
                </a:lnTo>
                <a:lnTo>
                  <a:pt x="716280" y="1515428"/>
                </a:lnTo>
                <a:lnTo>
                  <a:pt x="705803" y="1504950"/>
                </a:lnTo>
                <a:close/>
                <a:moveTo>
                  <a:pt x="744855" y="1171575"/>
                </a:moveTo>
                <a:lnTo>
                  <a:pt x="763905" y="1190625"/>
                </a:lnTo>
                <a:lnTo>
                  <a:pt x="744855" y="1209675"/>
                </a:lnTo>
                <a:lnTo>
                  <a:pt x="725805" y="1190625"/>
                </a:lnTo>
                <a:close/>
                <a:moveTo>
                  <a:pt x="1306830" y="390525"/>
                </a:moveTo>
                <a:lnTo>
                  <a:pt x="1325880" y="409575"/>
                </a:lnTo>
                <a:lnTo>
                  <a:pt x="1306830" y="428625"/>
                </a:lnTo>
                <a:lnTo>
                  <a:pt x="1287780" y="409575"/>
                </a:lnTo>
                <a:close/>
                <a:moveTo>
                  <a:pt x="763905" y="1268730"/>
                </a:moveTo>
                <a:lnTo>
                  <a:pt x="781050" y="1285875"/>
                </a:lnTo>
                <a:lnTo>
                  <a:pt x="763905" y="1303020"/>
                </a:lnTo>
                <a:lnTo>
                  <a:pt x="746760" y="1285875"/>
                </a:lnTo>
                <a:close/>
                <a:moveTo>
                  <a:pt x="1640205" y="801053"/>
                </a:moveTo>
                <a:lnTo>
                  <a:pt x="1658303" y="819150"/>
                </a:lnTo>
                <a:lnTo>
                  <a:pt x="1640205" y="837248"/>
                </a:lnTo>
                <a:lnTo>
                  <a:pt x="1622107" y="819150"/>
                </a:lnTo>
                <a:close/>
                <a:moveTo>
                  <a:pt x="802005" y="710565"/>
                </a:moveTo>
                <a:lnTo>
                  <a:pt x="815340" y="723900"/>
                </a:lnTo>
                <a:lnTo>
                  <a:pt x="802005" y="737235"/>
                </a:lnTo>
                <a:lnTo>
                  <a:pt x="788670" y="723900"/>
                </a:lnTo>
                <a:close/>
                <a:moveTo>
                  <a:pt x="316230" y="581025"/>
                </a:moveTo>
                <a:lnTo>
                  <a:pt x="325755" y="590550"/>
                </a:lnTo>
                <a:lnTo>
                  <a:pt x="316230" y="600075"/>
                </a:lnTo>
                <a:lnTo>
                  <a:pt x="306705" y="590550"/>
                </a:lnTo>
                <a:close/>
                <a:moveTo>
                  <a:pt x="459105" y="1119188"/>
                </a:moveTo>
                <a:lnTo>
                  <a:pt x="473393" y="1133475"/>
                </a:lnTo>
                <a:lnTo>
                  <a:pt x="459105" y="1147763"/>
                </a:lnTo>
                <a:lnTo>
                  <a:pt x="444818" y="1133475"/>
                </a:lnTo>
                <a:close/>
                <a:moveTo>
                  <a:pt x="1278255" y="1234440"/>
                </a:moveTo>
                <a:lnTo>
                  <a:pt x="1301115" y="1257300"/>
                </a:lnTo>
                <a:lnTo>
                  <a:pt x="1278255" y="1280160"/>
                </a:lnTo>
                <a:lnTo>
                  <a:pt x="1255395" y="1257300"/>
                </a:lnTo>
                <a:close/>
                <a:moveTo>
                  <a:pt x="430530" y="1040130"/>
                </a:moveTo>
                <a:lnTo>
                  <a:pt x="447675" y="1057275"/>
                </a:lnTo>
                <a:lnTo>
                  <a:pt x="430530" y="1074420"/>
                </a:lnTo>
                <a:lnTo>
                  <a:pt x="413385" y="1057275"/>
                </a:lnTo>
                <a:close/>
                <a:moveTo>
                  <a:pt x="1097280" y="1844993"/>
                </a:moveTo>
                <a:lnTo>
                  <a:pt x="1119188" y="1866900"/>
                </a:lnTo>
                <a:lnTo>
                  <a:pt x="1097280" y="1888808"/>
                </a:lnTo>
                <a:lnTo>
                  <a:pt x="1075373" y="1866900"/>
                </a:lnTo>
                <a:close/>
                <a:moveTo>
                  <a:pt x="1564005" y="513397"/>
                </a:moveTo>
                <a:lnTo>
                  <a:pt x="1574482" y="523875"/>
                </a:lnTo>
                <a:lnTo>
                  <a:pt x="1564005" y="534353"/>
                </a:lnTo>
                <a:lnTo>
                  <a:pt x="1553528" y="523875"/>
                </a:lnTo>
                <a:close/>
                <a:moveTo>
                  <a:pt x="849630" y="1200150"/>
                </a:moveTo>
                <a:lnTo>
                  <a:pt x="859155" y="1209675"/>
                </a:lnTo>
                <a:lnTo>
                  <a:pt x="849630" y="1219200"/>
                </a:lnTo>
                <a:lnTo>
                  <a:pt x="840105" y="1209675"/>
                </a:lnTo>
                <a:close/>
                <a:moveTo>
                  <a:pt x="1068705" y="0"/>
                </a:moveTo>
                <a:lnTo>
                  <a:pt x="1087755" y="19050"/>
                </a:lnTo>
                <a:lnTo>
                  <a:pt x="1068705" y="38100"/>
                </a:lnTo>
                <a:lnTo>
                  <a:pt x="1049655" y="19050"/>
                </a:lnTo>
                <a:close/>
                <a:moveTo>
                  <a:pt x="1383030" y="1646873"/>
                </a:moveTo>
                <a:lnTo>
                  <a:pt x="1403032" y="1666875"/>
                </a:lnTo>
                <a:lnTo>
                  <a:pt x="1383030" y="1686878"/>
                </a:lnTo>
                <a:lnTo>
                  <a:pt x="1363028" y="1666875"/>
                </a:lnTo>
                <a:close/>
                <a:moveTo>
                  <a:pt x="211455" y="788670"/>
                </a:moveTo>
                <a:lnTo>
                  <a:pt x="222885" y="800100"/>
                </a:lnTo>
                <a:lnTo>
                  <a:pt x="211455" y="811530"/>
                </a:lnTo>
                <a:lnTo>
                  <a:pt x="200025" y="800100"/>
                </a:lnTo>
                <a:close/>
                <a:moveTo>
                  <a:pt x="325755" y="868680"/>
                </a:moveTo>
                <a:lnTo>
                  <a:pt x="333375" y="876300"/>
                </a:lnTo>
                <a:lnTo>
                  <a:pt x="325755" y="883920"/>
                </a:lnTo>
                <a:lnTo>
                  <a:pt x="318135" y="876300"/>
                </a:lnTo>
                <a:close/>
                <a:moveTo>
                  <a:pt x="1821180" y="448628"/>
                </a:moveTo>
                <a:lnTo>
                  <a:pt x="1829753" y="457200"/>
                </a:lnTo>
                <a:lnTo>
                  <a:pt x="1821180" y="465773"/>
                </a:lnTo>
                <a:lnTo>
                  <a:pt x="1812607" y="457200"/>
                </a:lnTo>
                <a:close/>
                <a:moveTo>
                  <a:pt x="1221105" y="1816418"/>
                </a:moveTo>
                <a:lnTo>
                  <a:pt x="1233488" y="1828800"/>
                </a:lnTo>
                <a:lnTo>
                  <a:pt x="1221105" y="1841183"/>
                </a:lnTo>
                <a:lnTo>
                  <a:pt x="1208723" y="1828800"/>
                </a:lnTo>
                <a:close/>
                <a:moveTo>
                  <a:pt x="1021080" y="1117283"/>
                </a:moveTo>
                <a:lnTo>
                  <a:pt x="1037273" y="1133475"/>
                </a:lnTo>
                <a:lnTo>
                  <a:pt x="1021080" y="1149668"/>
                </a:lnTo>
                <a:lnTo>
                  <a:pt x="1004887" y="1133475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-1109662"/>
            <a:ext cx="3252788" cy="2896553"/>
          </a:xfrm>
          <a:custGeom>
            <a:avLst/>
            <a:gdLst/>
            <a:ahLst/>
            <a:cxnLst/>
            <a:rect l="l" t="t" r="r" b="b"/>
            <a:pathLst>
              <a:path w="3252788" h="2896553">
                <a:moveTo>
                  <a:pt x="1022985" y="2866073"/>
                </a:moveTo>
                <a:lnTo>
                  <a:pt x="1038225" y="2881313"/>
                </a:lnTo>
                <a:lnTo>
                  <a:pt x="1022985" y="2896553"/>
                </a:lnTo>
                <a:lnTo>
                  <a:pt x="1007745" y="2881313"/>
                </a:lnTo>
                <a:close/>
                <a:moveTo>
                  <a:pt x="1394460" y="2749868"/>
                </a:moveTo>
                <a:lnTo>
                  <a:pt x="1411605" y="2767013"/>
                </a:lnTo>
                <a:lnTo>
                  <a:pt x="1394460" y="2784158"/>
                </a:lnTo>
                <a:lnTo>
                  <a:pt x="1377315" y="2767013"/>
                </a:lnTo>
                <a:close/>
                <a:moveTo>
                  <a:pt x="546735" y="1922145"/>
                </a:moveTo>
                <a:lnTo>
                  <a:pt x="553403" y="1928813"/>
                </a:lnTo>
                <a:lnTo>
                  <a:pt x="546735" y="1935480"/>
                </a:lnTo>
                <a:lnTo>
                  <a:pt x="540068" y="1928813"/>
                </a:lnTo>
                <a:close/>
                <a:moveTo>
                  <a:pt x="3242310" y="1584960"/>
                </a:moveTo>
                <a:lnTo>
                  <a:pt x="3252788" y="1595438"/>
                </a:lnTo>
                <a:lnTo>
                  <a:pt x="3242310" y="1605915"/>
                </a:lnTo>
                <a:lnTo>
                  <a:pt x="3231833" y="1595438"/>
                </a:lnTo>
                <a:close/>
                <a:moveTo>
                  <a:pt x="1099185" y="121920"/>
                </a:moveTo>
                <a:lnTo>
                  <a:pt x="1115378" y="138113"/>
                </a:lnTo>
                <a:lnTo>
                  <a:pt x="1099185" y="154305"/>
                </a:lnTo>
                <a:lnTo>
                  <a:pt x="1082993" y="138113"/>
                </a:lnTo>
                <a:close/>
                <a:moveTo>
                  <a:pt x="680085" y="300990"/>
                </a:moveTo>
                <a:lnTo>
                  <a:pt x="688658" y="309563"/>
                </a:lnTo>
                <a:lnTo>
                  <a:pt x="680085" y="318135"/>
                </a:lnTo>
                <a:lnTo>
                  <a:pt x="671513" y="309563"/>
                </a:lnTo>
                <a:close/>
                <a:moveTo>
                  <a:pt x="2118360" y="355282"/>
                </a:moveTo>
                <a:lnTo>
                  <a:pt x="2139315" y="376238"/>
                </a:lnTo>
                <a:lnTo>
                  <a:pt x="2118360" y="397193"/>
                </a:lnTo>
                <a:lnTo>
                  <a:pt x="2097405" y="376238"/>
                </a:lnTo>
                <a:close/>
                <a:moveTo>
                  <a:pt x="108585" y="2018348"/>
                </a:moveTo>
                <a:lnTo>
                  <a:pt x="123825" y="2033588"/>
                </a:lnTo>
                <a:lnTo>
                  <a:pt x="108585" y="2048828"/>
                </a:lnTo>
                <a:lnTo>
                  <a:pt x="93345" y="2033588"/>
                </a:lnTo>
                <a:close/>
                <a:moveTo>
                  <a:pt x="575310" y="1807845"/>
                </a:moveTo>
                <a:lnTo>
                  <a:pt x="591503" y="1824038"/>
                </a:lnTo>
                <a:lnTo>
                  <a:pt x="575310" y="1840230"/>
                </a:lnTo>
                <a:lnTo>
                  <a:pt x="559118" y="1824038"/>
                </a:lnTo>
                <a:close/>
                <a:moveTo>
                  <a:pt x="2680335" y="2011680"/>
                </a:moveTo>
                <a:lnTo>
                  <a:pt x="2692718" y="2024062"/>
                </a:lnTo>
                <a:lnTo>
                  <a:pt x="2680335" y="2036445"/>
                </a:lnTo>
                <a:lnTo>
                  <a:pt x="2667953" y="2024062"/>
                </a:lnTo>
                <a:close/>
                <a:moveTo>
                  <a:pt x="1022985" y="450533"/>
                </a:moveTo>
                <a:lnTo>
                  <a:pt x="1034415" y="461963"/>
                </a:lnTo>
                <a:lnTo>
                  <a:pt x="1022985" y="473393"/>
                </a:lnTo>
                <a:lnTo>
                  <a:pt x="1011555" y="461963"/>
                </a:lnTo>
                <a:close/>
                <a:moveTo>
                  <a:pt x="756285" y="0"/>
                </a:moveTo>
                <a:lnTo>
                  <a:pt x="770573" y="14288"/>
                </a:lnTo>
                <a:lnTo>
                  <a:pt x="756285" y="28575"/>
                </a:lnTo>
                <a:lnTo>
                  <a:pt x="741998" y="14288"/>
                </a:lnTo>
                <a:close/>
                <a:moveTo>
                  <a:pt x="13335" y="1134427"/>
                </a:moveTo>
                <a:lnTo>
                  <a:pt x="26670" y="1147763"/>
                </a:lnTo>
                <a:lnTo>
                  <a:pt x="13335" y="1161098"/>
                </a:lnTo>
                <a:lnTo>
                  <a:pt x="0" y="1147763"/>
                </a:lnTo>
                <a:close/>
                <a:moveTo>
                  <a:pt x="1651635" y="2691765"/>
                </a:moveTo>
                <a:lnTo>
                  <a:pt x="1669733" y="2709863"/>
                </a:lnTo>
                <a:lnTo>
                  <a:pt x="1651635" y="2727960"/>
                </a:lnTo>
                <a:lnTo>
                  <a:pt x="1633538" y="2709863"/>
                </a:lnTo>
                <a:close/>
                <a:moveTo>
                  <a:pt x="2346960" y="1954530"/>
                </a:moveTo>
                <a:lnTo>
                  <a:pt x="2359343" y="1966912"/>
                </a:lnTo>
                <a:lnTo>
                  <a:pt x="2346960" y="1979295"/>
                </a:lnTo>
                <a:lnTo>
                  <a:pt x="2334578" y="1966912"/>
                </a:lnTo>
                <a:close/>
                <a:moveTo>
                  <a:pt x="1946910" y="2508885"/>
                </a:moveTo>
                <a:lnTo>
                  <a:pt x="1966912" y="2528888"/>
                </a:lnTo>
                <a:lnTo>
                  <a:pt x="1946910" y="2548890"/>
                </a:lnTo>
                <a:lnTo>
                  <a:pt x="1926908" y="2528888"/>
                </a:lnTo>
                <a:close/>
                <a:moveTo>
                  <a:pt x="2165985" y="2154555"/>
                </a:moveTo>
                <a:lnTo>
                  <a:pt x="2187893" y="2176463"/>
                </a:lnTo>
                <a:lnTo>
                  <a:pt x="2165985" y="2198370"/>
                </a:lnTo>
                <a:lnTo>
                  <a:pt x="2144078" y="2176463"/>
                </a:lnTo>
                <a:close/>
                <a:moveTo>
                  <a:pt x="1927860" y="2368867"/>
                </a:moveTo>
                <a:lnTo>
                  <a:pt x="1935480" y="2376488"/>
                </a:lnTo>
                <a:lnTo>
                  <a:pt x="1927860" y="2384108"/>
                </a:lnTo>
                <a:lnTo>
                  <a:pt x="1920240" y="2376488"/>
                </a:lnTo>
                <a:close/>
                <a:moveTo>
                  <a:pt x="1346835" y="828675"/>
                </a:moveTo>
                <a:lnTo>
                  <a:pt x="1361123" y="842963"/>
                </a:lnTo>
                <a:lnTo>
                  <a:pt x="1346835" y="857250"/>
                </a:lnTo>
                <a:lnTo>
                  <a:pt x="1332548" y="842963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25325" y="-1171575"/>
            <a:ext cx="2400300" cy="3276600"/>
          </a:xfrm>
          <a:custGeom>
            <a:avLst/>
            <a:gdLst/>
            <a:ahLst/>
            <a:cxnLst/>
            <a:rect l="l" t="t" r="r" b="b"/>
            <a:pathLst>
              <a:path w="2400300" h="3276600">
                <a:moveTo>
                  <a:pt x="1352550" y="0"/>
                </a:moveTo>
                <a:quadBezTo>
                  <a:pt x="1447800" y="28575"/>
                  <a:pt x="1543050" y="95250"/>
                </a:quadBezTo>
                <a:moveTo>
                  <a:pt x="2400300" y="2305050"/>
                </a:moveTo>
                <a:quadBezTo>
                  <a:pt x="2333625" y="2400300"/>
                  <a:pt x="2276475" y="2543175"/>
                </a:quadBezTo>
                <a:moveTo>
                  <a:pt x="2209800" y="1562100"/>
                </a:moveTo>
                <a:quadBezTo>
                  <a:pt x="2238375" y="1609725"/>
                  <a:pt x="2257425" y="1695450"/>
                </a:quadBezTo>
                <a:moveTo>
                  <a:pt x="1781175" y="3143250"/>
                </a:moveTo>
                <a:quadBezTo>
                  <a:pt x="1724025" y="3190875"/>
                  <a:pt x="1666875" y="3276600"/>
                </a:quadBezTo>
                <a:moveTo>
                  <a:pt x="0" y="209550"/>
                </a:moveTo>
                <a:quadBezTo>
                  <a:pt x="66675" y="171450"/>
                  <a:pt x="133350" y="180975"/>
                </a:quadBezTo>
                <a:moveTo>
                  <a:pt x="352425" y="2962275"/>
                </a:moveTo>
                <a:quadBezTo>
                  <a:pt x="276225" y="2943225"/>
                  <a:pt x="200025" y="2952750"/>
                </a:quadBezTo>
                <a:moveTo>
                  <a:pt x="333375" y="447675"/>
                </a:moveTo>
                <a:quadBezTo>
                  <a:pt x="400050" y="390525"/>
                  <a:pt x="457200" y="361950"/>
                </a:quadBezTo>
                <a:moveTo>
                  <a:pt x="1819275" y="2495550"/>
                </a:moveTo>
                <a:quadBezTo>
                  <a:pt x="1743075" y="2571750"/>
                  <a:pt x="1666875" y="2676525"/>
                </a:quadBezTo>
                <a:moveTo>
                  <a:pt x="2343150" y="1171575"/>
                </a:moveTo>
                <a:quadBezTo>
                  <a:pt x="2352675" y="1276350"/>
                  <a:pt x="2371725" y="1419225"/>
                </a:quadBezTo>
                <a:moveTo>
                  <a:pt x="1457325" y="2743200"/>
                </a:moveTo>
                <a:quadBezTo>
                  <a:pt x="1333500" y="2800350"/>
                  <a:pt x="1200150" y="2895600"/>
                </a:quadBezTo>
                <a:moveTo>
                  <a:pt x="1400175" y="2819400"/>
                </a:moveTo>
                <a:quadBezTo>
                  <a:pt x="1352550" y="2847975"/>
                  <a:pt x="1295400" y="2905125"/>
                </a:quadBezTo>
                <a:moveTo>
                  <a:pt x="2238375" y="819150"/>
                </a:moveTo>
                <a:quadBezTo>
                  <a:pt x="2305050" y="885825"/>
                  <a:pt x="2371725" y="1000125"/>
                </a:quadBezTo>
                <a:moveTo>
                  <a:pt x="295275" y="3162300"/>
                </a:moveTo>
                <a:quadBezTo>
                  <a:pt x="228600" y="3105150"/>
                  <a:pt x="152400" y="3095625"/>
                </a:quadBezTo>
                <a:moveTo>
                  <a:pt x="2247900" y="1638300"/>
                </a:moveTo>
                <a:quadBezTo>
                  <a:pt x="2238375" y="1704975"/>
                  <a:pt x="2219325" y="180975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11125" y="-990600"/>
            <a:ext cx="2038350" cy="1695450"/>
          </a:xfrm>
          <a:custGeom>
            <a:avLst/>
            <a:gdLst/>
            <a:ahLst/>
            <a:cxnLst/>
            <a:rect l="l" t="t" r="r" b="b"/>
            <a:pathLst>
              <a:path w="2038350" h="1695450">
                <a:moveTo>
                  <a:pt x="1390650" y="1362075"/>
                </a:moveTo>
                <a:lnTo>
                  <a:pt x="1876425" y="1562100"/>
                </a:lnTo>
                <a:moveTo>
                  <a:pt x="1381125" y="1390650"/>
                </a:moveTo>
                <a:lnTo>
                  <a:pt x="2038350" y="1666875"/>
                </a:lnTo>
                <a:moveTo>
                  <a:pt x="1371600" y="1419225"/>
                </a:moveTo>
                <a:lnTo>
                  <a:pt x="1905000" y="1638300"/>
                </a:lnTo>
                <a:moveTo>
                  <a:pt x="1362075" y="1447800"/>
                </a:moveTo>
                <a:lnTo>
                  <a:pt x="1952625" y="1695450"/>
                </a:lnTo>
                <a:moveTo>
                  <a:pt x="590550" y="95250"/>
                </a:moveTo>
                <a:lnTo>
                  <a:pt x="228600" y="114300"/>
                </a:lnTo>
                <a:moveTo>
                  <a:pt x="581025" y="57150"/>
                </a:moveTo>
                <a:lnTo>
                  <a:pt x="85725" y="76200"/>
                </a:lnTo>
                <a:moveTo>
                  <a:pt x="581025" y="19050"/>
                </a:moveTo>
                <a:lnTo>
                  <a:pt x="0" y="47625"/>
                </a:lnTo>
                <a:moveTo>
                  <a:pt x="581025" y="0"/>
                </a:moveTo>
                <a:lnTo>
                  <a:pt x="0" y="2857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87150" y="733425"/>
            <a:ext cx="2343150" cy="3895725"/>
          </a:xfrm>
          <a:custGeom>
            <a:avLst/>
            <a:gdLst/>
            <a:ahLst/>
            <a:cxnLst/>
            <a:rect l="l" t="t" r="r" b="b"/>
            <a:pathLst>
              <a:path w="2343150" h="3895725">
                <a:moveTo>
                  <a:pt x="1428750" y="3876675"/>
                </a:moveTo>
                <a:lnTo>
                  <a:pt x="1438275" y="3895725"/>
                </a:lnTo>
                <a:lnTo>
                  <a:pt x="1381125" y="3867150"/>
                </a:lnTo>
                <a:lnTo>
                  <a:pt x="1343025" y="3781425"/>
                </a:lnTo>
                <a:lnTo>
                  <a:pt x="1333500" y="3781425"/>
                </a:lnTo>
                <a:lnTo>
                  <a:pt x="1323975" y="3743325"/>
                </a:lnTo>
                <a:lnTo>
                  <a:pt x="1266825" y="3724275"/>
                </a:lnTo>
                <a:lnTo>
                  <a:pt x="1247775" y="3667125"/>
                </a:lnTo>
                <a:lnTo>
                  <a:pt x="1228725" y="3638550"/>
                </a:lnTo>
                <a:lnTo>
                  <a:pt x="1209675" y="3629025"/>
                </a:lnTo>
                <a:lnTo>
                  <a:pt x="1171575" y="3590925"/>
                </a:lnTo>
                <a:lnTo>
                  <a:pt x="1114425" y="3581400"/>
                </a:lnTo>
                <a:lnTo>
                  <a:pt x="1066800" y="3543300"/>
                </a:lnTo>
                <a:lnTo>
                  <a:pt x="1057275" y="3505200"/>
                </a:lnTo>
                <a:lnTo>
                  <a:pt x="1028700" y="3505200"/>
                </a:lnTo>
                <a:lnTo>
                  <a:pt x="981075" y="3486150"/>
                </a:lnTo>
                <a:lnTo>
                  <a:pt x="971550" y="3429000"/>
                </a:lnTo>
                <a:lnTo>
                  <a:pt x="933450" y="3448050"/>
                </a:lnTo>
                <a:lnTo>
                  <a:pt x="904875" y="3400425"/>
                </a:lnTo>
                <a:lnTo>
                  <a:pt x="876300" y="3362325"/>
                </a:lnTo>
                <a:lnTo>
                  <a:pt x="857250" y="3333750"/>
                </a:lnTo>
                <a:lnTo>
                  <a:pt x="800100" y="3295650"/>
                </a:lnTo>
                <a:lnTo>
                  <a:pt x="762000" y="3295650"/>
                </a:lnTo>
                <a:lnTo>
                  <a:pt x="733425" y="3248025"/>
                </a:lnTo>
                <a:lnTo>
                  <a:pt x="685800" y="3248025"/>
                </a:lnTo>
                <a:lnTo>
                  <a:pt x="666750" y="3190875"/>
                </a:lnTo>
                <a:lnTo>
                  <a:pt x="647700" y="3171825"/>
                </a:lnTo>
                <a:lnTo>
                  <a:pt x="619125" y="3152775"/>
                </a:lnTo>
                <a:lnTo>
                  <a:pt x="609600" y="3105150"/>
                </a:lnTo>
                <a:lnTo>
                  <a:pt x="542925" y="3105150"/>
                </a:lnTo>
                <a:lnTo>
                  <a:pt x="552450" y="3048000"/>
                </a:lnTo>
                <a:lnTo>
                  <a:pt x="476250" y="3048000"/>
                </a:lnTo>
                <a:lnTo>
                  <a:pt x="466725" y="3028950"/>
                </a:lnTo>
                <a:lnTo>
                  <a:pt x="476250" y="2952750"/>
                </a:lnTo>
                <a:lnTo>
                  <a:pt x="400050" y="2914650"/>
                </a:lnTo>
                <a:lnTo>
                  <a:pt x="400050" y="2886075"/>
                </a:lnTo>
                <a:lnTo>
                  <a:pt x="400050" y="2857500"/>
                </a:lnTo>
                <a:lnTo>
                  <a:pt x="390525" y="2771775"/>
                </a:lnTo>
                <a:lnTo>
                  <a:pt x="361950" y="2762250"/>
                </a:lnTo>
                <a:lnTo>
                  <a:pt x="333375" y="2743200"/>
                </a:lnTo>
                <a:lnTo>
                  <a:pt x="323850" y="2705100"/>
                </a:lnTo>
                <a:lnTo>
                  <a:pt x="314325" y="2628900"/>
                </a:lnTo>
                <a:lnTo>
                  <a:pt x="304800" y="2581275"/>
                </a:lnTo>
                <a:lnTo>
                  <a:pt x="323850" y="2533650"/>
                </a:lnTo>
                <a:lnTo>
                  <a:pt x="323850" y="2543175"/>
                </a:lnTo>
                <a:lnTo>
                  <a:pt x="276225" y="2514600"/>
                </a:lnTo>
                <a:lnTo>
                  <a:pt x="257175" y="2466975"/>
                </a:lnTo>
                <a:lnTo>
                  <a:pt x="266700" y="2390775"/>
                </a:lnTo>
                <a:lnTo>
                  <a:pt x="228600" y="2371725"/>
                </a:lnTo>
                <a:lnTo>
                  <a:pt x="190500" y="2333625"/>
                </a:lnTo>
                <a:lnTo>
                  <a:pt x="219075" y="2286000"/>
                </a:lnTo>
                <a:lnTo>
                  <a:pt x="190500" y="2247900"/>
                </a:lnTo>
                <a:lnTo>
                  <a:pt x="171450" y="2181225"/>
                </a:lnTo>
                <a:lnTo>
                  <a:pt x="171450" y="2133600"/>
                </a:lnTo>
                <a:lnTo>
                  <a:pt x="133350" y="2124075"/>
                </a:lnTo>
                <a:lnTo>
                  <a:pt x="152400" y="2057400"/>
                </a:lnTo>
                <a:lnTo>
                  <a:pt x="142875" y="2019300"/>
                </a:lnTo>
                <a:lnTo>
                  <a:pt x="123825" y="1990725"/>
                </a:lnTo>
                <a:lnTo>
                  <a:pt x="76200" y="1933575"/>
                </a:lnTo>
                <a:lnTo>
                  <a:pt x="66675" y="1905000"/>
                </a:lnTo>
                <a:lnTo>
                  <a:pt x="57150" y="1857375"/>
                </a:lnTo>
                <a:lnTo>
                  <a:pt x="66675" y="1828800"/>
                </a:lnTo>
                <a:lnTo>
                  <a:pt x="76200" y="1762125"/>
                </a:lnTo>
                <a:lnTo>
                  <a:pt x="9525" y="1743075"/>
                </a:lnTo>
                <a:lnTo>
                  <a:pt x="38100" y="1714500"/>
                </a:lnTo>
                <a:lnTo>
                  <a:pt x="76200" y="1657350"/>
                </a:lnTo>
                <a:lnTo>
                  <a:pt x="104775" y="1571625"/>
                </a:lnTo>
                <a:lnTo>
                  <a:pt x="0" y="1466850"/>
                </a:lnTo>
                <a:lnTo>
                  <a:pt x="38100" y="1457325"/>
                </a:lnTo>
                <a:lnTo>
                  <a:pt x="38100" y="1390650"/>
                </a:lnTo>
                <a:lnTo>
                  <a:pt x="114300" y="1362075"/>
                </a:lnTo>
                <a:lnTo>
                  <a:pt x="152400" y="1295400"/>
                </a:lnTo>
                <a:lnTo>
                  <a:pt x="161925" y="1285875"/>
                </a:lnTo>
                <a:lnTo>
                  <a:pt x="76200" y="1123950"/>
                </a:lnTo>
                <a:lnTo>
                  <a:pt x="66675" y="1085850"/>
                </a:lnTo>
                <a:lnTo>
                  <a:pt x="123825" y="1104900"/>
                </a:lnTo>
                <a:lnTo>
                  <a:pt x="152400" y="1038225"/>
                </a:lnTo>
                <a:lnTo>
                  <a:pt x="171450" y="1019175"/>
                </a:lnTo>
                <a:lnTo>
                  <a:pt x="209550" y="1000125"/>
                </a:lnTo>
                <a:lnTo>
                  <a:pt x="295275" y="933450"/>
                </a:lnTo>
                <a:lnTo>
                  <a:pt x="304800" y="914400"/>
                </a:lnTo>
                <a:lnTo>
                  <a:pt x="361950" y="962025"/>
                </a:lnTo>
                <a:lnTo>
                  <a:pt x="400050" y="876300"/>
                </a:lnTo>
                <a:lnTo>
                  <a:pt x="447675" y="828675"/>
                </a:lnTo>
                <a:lnTo>
                  <a:pt x="438150" y="742950"/>
                </a:lnTo>
                <a:lnTo>
                  <a:pt x="428625" y="723900"/>
                </a:lnTo>
                <a:lnTo>
                  <a:pt x="514350" y="657225"/>
                </a:lnTo>
                <a:lnTo>
                  <a:pt x="476250" y="647700"/>
                </a:lnTo>
                <a:lnTo>
                  <a:pt x="523875" y="590550"/>
                </a:lnTo>
                <a:lnTo>
                  <a:pt x="485775" y="561975"/>
                </a:lnTo>
                <a:lnTo>
                  <a:pt x="542925" y="542925"/>
                </a:lnTo>
                <a:lnTo>
                  <a:pt x="581025" y="466725"/>
                </a:lnTo>
                <a:lnTo>
                  <a:pt x="561975" y="409575"/>
                </a:lnTo>
                <a:lnTo>
                  <a:pt x="581025" y="381000"/>
                </a:lnTo>
                <a:lnTo>
                  <a:pt x="600075" y="304800"/>
                </a:lnTo>
                <a:lnTo>
                  <a:pt x="619125" y="285750"/>
                </a:lnTo>
                <a:lnTo>
                  <a:pt x="600075" y="228600"/>
                </a:lnTo>
                <a:lnTo>
                  <a:pt x="628650" y="219075"/>
                </a:lnTo>
                <a:lnTo>
                  <a:pt x="685800" y="190500"/>
                </a:lnTo>
                <a:lnTo>
                  <a:pt x="695325" y="200025"/>
                </a:lnTo>
                <a:lnTo>
                  <a:pt x="704850" y="200025"/>
                </a:lnTo>
                <a:lnTo>
                  <a:pt x="733425" y="200025"/>
                </a:lnTo>
                <a:lnTo>
                  <a:pt x="771525" y="219075"/>
                </a:lnTo>
                <a:lnTo>
                  <a:pt x="771525" y="200025"/>
                </a:lnTo>
                <a:lnTo>
                  <a:pt x="828675" y="171450"/>
                </a:lnTo>
                <a:lnTo>
                  <a:pt x="847725" y="190500"/>
                </a:lnTo>
                <a:lnTo>
                  <a:pt x="838200" y="190500"/>
                </a:lnTo>
                <a:lnTo>
                  <a:pt x="876300" y="171450"/>
                </a:lnTo>
                <a:lnTo>
                  <a:pt x="942975" y="142875"/>
                </a:lnTo>
                <a:lnTo>
                  <a:pt x="952500" y="161925"/>
                </a:lnTo>
                <a:lnTo>
                  <a:pt x="971550" y="161925"/>
                </a:lnTo>
                <a:lnTo>
                  <a:pt x="1000125" y="123825"/>
                </a:lnTo>
                <a:lnTo>
                  <a:pt x="1028700" y="142875"/>
                </a:lnTo>
                <a:lnTo>
                  <a:pt x="1009650" y="123825"/>
                </a:lnTo>
                <a:lnTo>
                  <a:pt x="1047750" y="114300"/>
                </a:lnTo>
                <a:lnTo>
                  <a:pt x="1095375" y="104775"/>
                </a:lnTo>
                <a:lnTo>
                  <a:pt x="1104900" y="85725"/>
                </a:lnTo>
                <a:lnTo>
                  <a:pt x="1143000" y="85725"/>
                </a:lnTo>
                <a:lnTo>
                  <a:pt x="1162050" y="76200"/>
                </a:lnTo>
                <a:lnTo>
                  <a:pt x="1190625" y="85725"/>
                </a:lnTo>
                <a:lnTo>
                  <a:pt x="1238250" y="57150"/>
                </a:lnTo>
                <a:lnTo>
                  <a:pt x="1238250" y="85725"/>
                </a:lnTo>
                <a:lnTo>
                  <a:pt x="1266825" y="66675"/>
                </a:lnTo>
                <a:lnTo>
                  <a:pt x="1314450" y="38100"/>
                </a:lnTo>
                <a:lnTo>
                  <a:pt x="1343025" y="57150"/>
                </a:lnTo>
                <a:lnTo>
                  <a:pt x="1371600" y="28575"/>
                </a:lnTo>
                <a:lnTo>
                  <a:pt x="1381125" y="47625"/>
                </a:lnTo>
                <a:lnTo>
                  <a:pt x="1381125" y="38100"/>
                </a:lnTo>
                <a:lnTo>
                  <a:pt x="1419225" y="0"/>
                </a:lnTo>
                <a:lnTo>
                  <a:pt x="1485900" y="47625"/>
                </a:lnTo>
                <a:lnTo>
                  <a:pt x="1504950" y="57150"/>
                </a:lnTo>
                <a:lnTo>
                  <a:pt x="1514475" y="76200"/>
                </a:lnTo>
                <a:lnTo>
                  <a:pt x="1552575" y="114300"/>
                </a:lnTo>
                <a:lnTo>
                  <a:pt x="1562100" y="114300"/>
                </a:lnTo>
                <a:lnTo>
                  <a:pt x="1571625" y="142875"/>
                </a:lnTo>
                <a:lnTo>
                  <a:pt x="1638300" y="209550"/>
                </a:lnTo>
                <a:lnTo>
                  <a:pt x="1647825" y="219075"/>
                </a:lnTo>
                <a:lnTo>
                  <a:pt x="1685925" y="228600"/>
                </a:lnTo>
                <a:lnTo>
                  <a:pt x="1685925" y="295275"/>
                </a:lnTo>
                <a:lnTo>
                  <a:pt x="1724025" y="314325"/>
                </a:lnTo>
                <a:lnTo>
                  <a:pt x="1752600" y="333375"/>
                </a:lnTo>
                <a:lnTo>
                  <a:pt x="1762125" y="371475"/>
                </a:lnTo>
                <a:lnTo>
                  <a:pt x="1809750" y="390525"/>
                </a:lnTo>
                <a:lnTo>
                  <a:pt x="1838325" y="371475"/>
                </a:lnTo>
                <a:lnTo>
                  <a:pt x="1857375" y="400050"/>
                </a:lnTo>
                <a:lnTo>
                  <a:pt x="1895475" y="409575"/>
                </a:lnTo>
                <a:lnTo>
                  <a:pt x="1905000" y="485775"/>
                </a:lnTo>
                <a:lnTo>
                  <a:pt x="1924050" y="495300"/>
                </a:lnTo>
                <a:lnTo>
                  <a:pt x="1943100" y="533400"/>
                </a:lnTo>
                <a:lnTo>
                  <a:pt x="2000250" y="523875"/>
                </a:lnTo>
                <a:lnTo>
                  <a:pt x="2009775" y="571500"/>
                </a:lnTo>
                <a:lnTo>
                  <a:pt x="2047875" y="581025"/>
                </a:lnTo>
                <a:lnTo>
                  <a:pt x="2085975" y="619125"/>
                </a:lnTo>
                <a:lnTo>
                  <a:pt x="2105025" y="666750"/>
                </a:lnTo>
                <a:lnTo>
                  <a:pt x="2152650" y="657225"/>
                </a:lnTo>
                <a:lnTo>
                  <a:pt x="2162175" y="723900"/>
                </a:lnTo>
                <a:lnTo>
                  <a:pt x="2209800" y="733425"/>
                </a:lnTo>
                <a:lnTo>
                  <a:pt x="2209800" y="742950"/>
                </a:lnTo>
                <a:lnTo>
                  <a:pt x="2257425" y="790575"/>
                </a:lnTo>
                <a:lnTo>
                  <a:pt x="2286000" y="800100"/>
                </a:lnTo>
                <a:lnTo>
                  <a:pt x="2295525" y="809625"/>
                </a:lnTo>
                <a:lnTo>
                  <a:pt x="2343150" y="876300"/>
                </a:lnTo>
                <a:lnTo>
                  <a:pt x="2343150" y="885825"/>
                </a:lnTo>
                <a:lnTo>
                  <a:pt x="2314575" y="914400"/>
                </a:lnTo>
                <a:lnTo>
                  <a:pt x="2314575" y="952500"/>
                </a:lnTo>
                <a:lnTo>
                  <a:pt x="2333625" y="981075"/>
                </a:lnTo>
                <a:lnTo>
                  <a:pt x="2324100" y="1057275"/>
                </a:lnTo>
                <a:lnTo>
                  <a:pt x="2343150" y="1104900"/>
                </a:lnTo>
                <a:lnTo>
                  <a:pt x="2324100" y="1152525"/>
                </a:lnTo>
                <a:lnTo>
                  <a:pt x="2305050" y="1123950"/>
                </a:lnTo>
                <a:lnTo>
                  <a:pt x="2276475" y="1181100"/>
                </a:lnTo>
                <a:lnTo>
                  <a:pt x="2295525" y="1209675"/>
                </a:lnTo>
                <a:lnTo>
                  <a:pt x="2295525" y="1266825"/>
                </a:lnTo>
                <a:lnTo>
                  <a:pt x="2305050" y="1285875"/>
                </a:lnTo>
                <a:lnTo>
                  <a:pt x="2324100" y="1362075"/>
                </a:lnTo>
                <a:lnTo>
                  <a:pt x="2295525" y="1352550"/>
                </a:lnTo>
                <a:lnTo>
                  <a:pt x="2305050" y="1419225"/>
                </a:lnTo>
                <a:lnTo>
                  <a:pt x="2286000" y="1447800"/>
                </a:lnTo>
                <a:lnTo>
                  <a:pt x="2295525" y="1447800"/>
                </a:lnTo>
                <a:lnTo>
                  <a:pt x="2286000" y="1485900"/>
                </a:lnTo>
                <a:lnTo>
                  <a:pt x="2305050" y="1552575"/>
                </a:lnTo>
                <a:lnTo>
                  <a:pt x="2324100" y="1590675"/>
                </a:lnTo>
                <a:lnTo>
                  <a:pt x="2286000" y="1590675"/>
                </a:lnTo>
                <a:lnTo>
                  <a:pt x="2276475" y="1638300"/>
                </a:lnTo>
                <a:lnTo>
                  <a:pt x="2305050" y="1685925"/>
                </a:lnTo>
                <a:lnTo>
                  <a:pt x="2305050" y="1733550"/>
                </a:lnTo>
                <a:lnTo>
                  <a:pt x="2295525" y="1752600"/>
                </a:lnTo>
                <a:lnTo>
                  <a:pt x="2286000" y="1790700"/>
                </a:lnTo>
                <a:lnTo>
                  <a:pt x="2295525" y="1819275"/>
                </a:lnTo>
                <a:lnTo>
                  <a:pt x="2305050" y="1857375"/>
                </a:lnTo>
                <a:lnTo>
                  <a:pt x="2305050" y="1933575"/>
                </a:lnTo>
                <a:lnTo>
                  <a:pt x="2314575" y="1962150"/>
                </a:lnTo>
                <a:lnTo>
                  <a:pt x="2305050" y="1990725"/>
                </a:lnTo>
                <a:lnTo>
                  <a:pt x="2276475" y="2009775"/>
                </a:lnTo>
                <a:lnTo>
                  <a:pt x="2266950" y="2019300"/>
                </a:lnTo>
                <a:lnTo>
                  <a:pt x="2257425" y="2047875"/>
                </a:lnTo>
                <a:lnTo>
                  <a:pt x="2238375" y="2105025"/>
                </a:lnTo>
                <a:lnTo>
                  <a:pt x="2238375" y="2143125"/>
                </a:lnTo>
                <a:lnTo>
                  <a:pt x="2209800" y="2162175"/>
                </a:lnTo>
                <a:lnTo>
                  <a:pt x="2209800" y="2209800"/>
                </a:lnTo>
                <a:lnTo>
                  <a:pt x="2190750" y="2219325"/>
                </a:lnTo>
                <a:lnTo>
                  <a:pt x="2219325" y="2276475"/>
                </a:lnTo>
                <a:lnTo>
                  <a:pt x="2200275" y="2247900"/>
                </a:lnTo>
                <a:lnTo>
                  <a:pt x="2200275" y="2276475"/>
                </a:lnTo>
                <a:lnTo>
                  <a:pt x="2162175" y="2324100"/>
                </a:lnTo>
                <a:lnTo>
                  <a:pt x="2143125" y="2352675"/>
                </a:lnTo>
                <a:lnTo>
                  <a:pt x="2143125" y="2381250"/>
                </a:lnTo>
                <a:lnTo>
                  <a:pt x="2171700" y="2409825"/>
                </a:lnTo>
                <a:lnTo>
                  <a:pt x="2133600" y="2409825"/>
                </a:lnTo>
                <a:lnTo>
                  <a:pt x="2133600" y="2447925"/>
                </a:lnTo>
                <a:lnTo>
                  <a:pt x="2143125" y="2457450"/>
                </a:lnTo>
                <a:lnTo>
                  <a:pt x="2124075" y="2486025"/>
                </a:lnTo>
                <a:lnTo>
                  <a:pt x="2095500" y="2543175"/>
                </a:lnTo>
                <a:lnTo>
                  <a:pt x="2133600" y="2552700"/>
                </a:lnTo>
                <a:lnTo>
                  <a:pt x="2105025" y="2600325"/>
                </a:lnTo>
                <a:lnTo>
                  <a:pt x="2095500" y="2590800"/>
                </a:lnTo>
                <a:lnTo>
                  <a:pt x="2085975" y="2619375"/>
                </a:lnTo>
                <a:lnTo>
                  <a:pt x="2085975" y="2667000"/>
                </a:lnTo>
                <a:lnTo>
                  <a:pt x="2047875" y="2714625"/>
                </a:lnTo>
                <a:lnTo>
                  <a:pt x="2038350" y="2695575"/>
                </a:lnTo>
                <a:lnTo>
                  <a:pt x="2076450" y="2762250"/>
                </a:lnTo>
                <a:lnTo>
                  <a:pt x="2066925" y="2762250"/>
                </a:lnTo>
                <a:lnTo>
                  <a:pt x="2028825" y="2781300"/>
                </a:lnTo>
                <a:lnTo>
                  <a:pt x="2047875" y="2828925"/>
                </a:lnTo>
                <a:lnTo>
                  <a:pt x="2009775" y="2838450"/>
                </a:lnTo>
                <a:lnTo>
                  <a:pt x="2066925" y="2847975"/>
                </a:lnTo>
                <a:lnTo>
                  <a:pt x="2066925" y="2819400"/>
                </a:lnTo>
                <a:lnTo>
                  <a:pt x="1962150" y="2828925"/>
                </a:lnTo>
                <a:lnTo>
                  <a:pt x="1914525" y="2943225"/>
                </a:lnTo>
                <a:lnTo>
                  <a:pt x="1866900" y="2962275"/>
                </a:lnTo>
                <a:lnTo>
                  <a:pt x="1914525" y="3038475"/>
                </a:lnTo>
                <a:lnTo>
                  <a:pt x="1838325" y="3038475"/>
                </a:lnTo>
                <a:lnTo>
                  <a:pt x="1828800" y="3114675"/>
                </a:lnTo>
                <a:lnTo>
                  <a:pt x="1819275" y="3105150"/>
                </a:lnTo>
                <a:lnTo>
                  <a:pt x="1847850" y="3133725"/>
                </a:lnTo>
                <a:lnTo>
                  <a:pt x="1847850" y="3105150"/>
                </a:lnTo>
                <a:lnTo>
                  <a:pt x="1857375" y="3190875"/>
                </a:lnTo>
                <a:lnTo>
                  <a:pt x="1809750" y="3248025"/>
                </a:lnTo>
                <a:lnTo>
                  <a:pt x="1819275" y="3267075"/>
                </a:lnTo>
                <a:lnTo>
                  <a:pt x="1762125" y="3324225"/>
                </a:lnTo>
                <a:lnTo>
                  <a:pt x="1762125" y="3352800"/>
                </a:lnTo>
                <a:lnTo>
                  <a:pt x="1704975" y="3400425"/>
                </a:lnTo>
                <a:lnTo>
                  <a:pt x="1771650" y="3371850"/>
                </a:lnTo>
                <a:lnTo>
                  <a:pt x="1724025" y="3438525"/>
                </a:lnTo>
                <a:lnTo>
                  <a:pt x="1685925" y="3409950"/>
                </a:lnTo>
                <a:lnTo>
                  <a:pt x="1647825" y="3457575"/>
                </a:lnTo>
                <a:lnTo>
                  <a:pt x="1685925" y="3514725"/>
                </a:lnTo>
                <a:lnTo>
                  <a:pt x="1666875" y="3552825"/>
                </a:lnTo>
                <a:lnTo>
                  <a:pt x="1666875" y="3609975"/>
                </a:lnTo>
                <a:lnTo>
                  <a:pt x="1600200" y="3657600"/>
                </a:lnTo>
                <a:lnTo>
                  <a:pt x="1571625" y="3705225"/>
                </a:lnTo>
                <a:lnTo>
                  <a:pt x="1562100" y="3743325"/>
                </a:lnTo>
                <a:lnTo>
                  <a:pt x="1543050" y="3752850"/>
                </a:lnTo>
                <a:lnTo>
                  <a:pt x="1533525" y="3800475"/>
                </a:lnTo>
                <a:lnTo>
                  <a:pt x="1495425" y="3819525"/>
                </a:lnTo>
                <a:lnTo>
                  <a:pt x="1485900" y="384810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9025" y="438150"/>
            <a:ext cx="2743200" cy="4495800"/>
          </a:xfrm>
          <a:custGeom>
            <a:avLst/>
            <a:gdLst/>
            <a:ahLst/>
            <a:cxnLst/>
            <a:rect l="l" t="t" r="r" b="b"/>
            <a:pathLst>
              <a:path w="2743200" h="4495800">
                <a:moveTo>
                  <a:pt x="1714500" y="4495800"/>
                </a:moveTo>
                <a:lnTo>
                  <a:pt x="1676400" y="4476750"/>
                </a:lnTo>
                <a:lnTo>
                  <a:pt x="1647825" y="4448175"/>
                </a:lnTo>
                <a:lnTo>
                  <a:pt x="1600200" y="4400550"/>
                </a:lnTo>
                <a:lnTo>
                  <a:pt x="1552575" y="4362450"/>
                </a:lnTo>
                <a:lnTo>
                  <a:pt x="1552575" y="4286250"/>
                </a:lnTo>
                <a:lnTo>
                  <a:pt x="1476375" y="4295775"/>
                </a:lnTo>
                <a:lnTo>
                  <a:pt x="1466850" y="4267200"/>
                </a:lnTo>
                <a:lnTo>
                  <a:pt x="1447800" y="4248150"/>
                </a:lnTo>
                <a:lnTo>
                  <a:pt x="1390650" y="4210050"/>
                </a:lnTo>
                <a:lnTo>
                  <a:pt x="1352550" y="4162425"/>
                </a:lnTo>
                <a:lnTo>
                  <a:pt x="1323975" y="4152900"/>
                </a:lnTo>
                <a:lnTo>
                  <a:pt x="1295400" y="4124325"/>
                </a:lnTo>
                <a:lnTo>
                  <a:pt x="1266825" y="4095750"/>
                </a:lnTo>
                <a:lnTo>
                  <a:pt x="1219200" y="4038600"/>
                </a:lnTo>
                <a:lnTo>
                  <a:pt x="1162050" y="3990975"/>
                </a:lnTo>
                <a:lnTo>
                  <a:pt x="1162050" y="3981450"/>
                </a:lnTo>
                <a:lnTo>
                  <a:pt x="1133475" y="3952875"/>
                </a:lnTo>
                <a:lnTo>
                  <a:pt x="1095375" y="3952875"/>
                </a:lnTo>
                <a:lnTo>
                  <a:pt x="1028700" y="3876675"/>
                </a:lnTo>
                <a:lnTo>
                  <a:pt x="990600" y="3876675"/>
                </a:lnTo>
                <a:lnTo>
                  <a:pt x="933450" y="3848100"/>
                </a:lnTo>
                <a:lnTo>
                  <a:pt x="942975" y="3800475"/>
                </a:lnTo>
                <a:lnTo>
                  <a:pt x="876300" y="3752850"/>
                </a:lnTo>
                <a:lnTo>
                  <a:pt x="838200" y="3743325"/>
                </a:lnTo>
                <a:lnTo>
                  <a:pt x="800100" y="3686175"/>
                </a:lnTo>
                <a:lnTo>
                  <a:pt x="752475" y="3686175"/>
                </a:lnTo>
                <a:lnTo>
                  <a:pt x="762000" y="3629025"/>
                </a:lnTo>
                <a:lnTo>
                  <a:pt x="704850" y="3609975"/>
                </a:lnTo>
                <a:lnTo>
                  <a:pt x="647700" y="3590925"/>
                </a:lnTo>
                <a:lnTo>
                  <a:pt x="628650" y="3524250"/>
                </a:lnTo>
                <a:lnTo>
                  <a:pt x="600075" y="3514725"/>
                </a:lnTo>
                <a:lnTo>
                  <a:pt x="542925" y="3486150"/>
                </a:lnTo>
                <a:lnTo>
                  <a:pt x="542925" y="3419475"/>
                </a:lnTo>
                <a:lnTo>
                  <a:pt x="523875" y="3371850"/>
                </a:lnTo>
                <a:lnTo>
                  <a:pt x="457200" y="3343275"/>
                </a:lnTo>
                <a:lnTo>
                  <a:pt x="504825" y="3286125"/>
                </a:lnTo>
                <a:lnTo>
                  <a:pt x="495300" y="3257550"/>
                </a:lnTo>
                <a:lnTo>
                  <a:pt x="409575" y="3209925"/>
                </a:lnTo>
                <a:lnTo>
                  <a:pt x="409575" y="3124200"/>
                </a:lnTo>
                <a:lnTo>
                  <a:pt x="428625" y="3105150"/>
                </a:lnTo>
                <a:lnTo>
                  <a:pt x="390525" y="3048000"/>
                </a:lnTo>
                <a:lnTo>
                  <a:pt x="381000" y="2990850"/>
                </a:lnTo>
                <a:lnTo>
                  <a:pt x="361950" y="2971800"/>
                </a:lnTo>
                <a:lnTo>
                  <a:pt x="371475" y="2933700"/>
                </a:lnTo>
                <a:lnTo>
                  <a:pt x="342900" y="2867025"/>
                </a:lnTo>
                <a:lnTo>
                  <a:pt x="295275" y="2809875"/>
                </a:lnTo>
                <a:lnTo>
                  <a:pt x="295275" y="2762250"/>
                </a:lnTo>
                <a:lnTo>
                  <a:pt x="295275" y="2724150"/>
                </a:lnTo>
                <a:lnTo>
                  <a:pt x="266700" y="2705100"/>
                </a:lnTo>
                <a:lnTo>
                  <a:pt x="247650" y="2609850"/>
                </a:lnTo>
                <a:lnTo>
                  <a:pt x="228600" y="2581275"/>
                </a:lnTo>
                <a:lnTo>
                  <a:pt x="219075" y="2524125"/>
                </a:lnTo>
                <a:lnTo>
                  <a:pt x="190500" y="2476500"/>
                </a:lnTo>
                <a:lnTo>
                  <a:pt x="209550" y="2447925"/>
                </a:lnTo>
                <a:lnTo>
                  <a:pt x="171450" y="2371725"/>
                </a:lnTo>
                <a:lnTo>
                  <a:pt x="133350" y="2362200"/>
                </a:lnTo>
                <a:lnTo>
                  <a:pt x="161925" y="2276475"/>
                </a:lnTo>
                <a:lnTo>
                  <a:pt x="133350" y="2257425"/>
                </a:lnTo>
                <a:lnTo>
                  <a:pt x="104775" y="2219325"/>
                </a:lnTo>
                <a:lnTo>
                  <a:pt x="123825" y="2143125"/>
                </a:lnTo>
                <a:lnTo>
                  <a:pt x="114300" y="2095500"/>
                </a:lnTo>
                <a:lnTo>
                  <a:pt x="47625" y="2057400"/>
                </a:lnTo>
                <a:lnTo>
                  <a:pt x="28575" y="2000250"/>
                </a:lnTo>
                <a:lnTo>
                  <a:pt x="57150" y="1962150"/>
                </a:lnTo>
                <a:lnTo>
                  <a:pt x="104775" y="1733550"/>
                </a:lnTo>
                <a:lnTo>
                  <a:pt x="104775" y="1819275"/>
                </a:lnTo>
                <a:lnTo>
                  <a:pt x="161925" y="1733550"/>
                </a:lnTo>
                <a:lnTo>
                  <a:pt x="19050" y="1676400"/>
                </a:lnTo>
                <a:lnTo>
                  <a:pt x="0" y="1543050"/>
                </a:lnTo>
                <a:lnTo>
                  <a:pt x="95250" y="1495425"/>
                </a:lnTo>
                <a:lnTo>
                  <a:pt x="114300" y="1466850"/>
                </a:lnTo>
                <a:lnTo>
                  <a:pt x="161925" y="1495425"/>
                </a:lnTo>
                <a:lnTo>
                  <a:pt x="219075" y="1323975"/>
                </a:lnTo>
                <a:lnTo>
                  <a:pt x="171450" y="1438275"/>
                </a:lnTo>
                <a:lnTo>
                  <a:pt x="142875" y="1295400"/>
                </a:lnTo>
                <a:lnTo>
                  <a:pt x="209550" y="1152525"/>
                </a:lnTo>
                <a:lnTo>
                  <a:pt x="276225" y="1152525"/>
                </a:lnTo>
                <a:lnTo>
                  <a:pt x="304800" y="1095375"/>
                </a:lnTo>
                <a:lnTo>
                  <a:pt x="323850" y="1085850"/>
                </a:lnTo>
                <a:lnTo>
                  <a:pt x="400050" y="1019175"/>
                </a:lnTo>
                <a:lnTo>
                  <a:pt x="409575" y="1000125"/>
                </a:lnTo>
                <a:lnTo>
                  <a:pt x="466725" y="952500"/>
                </a:lnTo>
                <a:lnTo>
                  <a:pt x="476250" y="933450"/>
                </a:lnTo>
                <a:lnTo>
                  <a:pt x="514350" y="895350"/>
                </a:lnTo>
                <a:lnTo>
                  <a:pt x="561975" y="819150"/>
                </a:lnTo>
                <a:lnTo>
                  <a:pt x="514350" y="781050"/>
                </a:lnTo>
                <a:lnTo>
                  <a:pt x="533400" y="714375"/>
                </a:lnTo>
                <a:lnTo>
                  <a:pt x="619125" y="657225"/>
                </a:lnTo>
                <a:lnTo>
                  <a:pt x="619125" y="638175"/>
                </a:lnTo>
                <a:lnTo>
                  <a:pt x="628650" y="533400"/>
                </a:lnTo>
                <a:lnTo>
                  <a:pt x="676275" y="514350"/>
                </a:lnTo>
                <a:lnTo>
                  <a:pt x="657225" y="466725"/>
                </a:lnTo>
                <a:lnTo>
                  <a:pt x="666750" y="400050"/>
                </a:lnTo>
                <a:lnTo>
                  <a:pt x="695325" y="390525"/>
                </a:lnTo>
                <a:lnTo>
                  <a:pt x="676275" y="323850"/>
                </a:lnTo>
                <a:lnTo>
                  <a:pt x="714375" y="228600"/>
                </a:lnTo>
                <a:lnTo>
                  <a:pt x="742950" y="228600"/>
                </a:lnTo>
                <a:lnTo>
                  <a:pt x="771525" y="228600"/>
                </a:lnTo>
                <a:lnTo>
                  <a:pt x="800100" y="209550"/>
                </a:lnTo>
                <a:lnTo>
                  <a:pt x="857250" y="247650"/>
                </a:lnTo>
                <a:lnTo>
                  <a:pt x="876300" y="219075"/>
                </a:lnTo>
                <a:lnTo>
                  <a:pt x="914400" y="228600"/>
                </a:lnTo>
                <a:lnTo>
                  <a:pt x="942975" y="209550"/>
                </a:lnTo>
                <a:lnTo>
                  <a:pt x="971550" y="190500"/>
                </a:lnTo>
                <a:lnTo>
                  <a:pt x="1009650" y="180975"/>
                </a:lnTo>
                <a:lnTo>
                  <a:pt x="1028700" y="200025"/>
                </a:lnTo>
                <a:lnTo>
                  <a:pt x="1066800" y="171450"/>
                </a:lnTo>
                <a:lnTo>
                  <a:pt x="1095375" y="180975"/>
                </a:lnTo>
                <a:lnTo>
                  <a:pt x="1114425" y="142875"/>
                </a:lnTo>
                <a:lnTo>
                  <a:pt x="1143000" y="180975"/>
                </a:lnTo>
                <a:lnTo>
                  <a:pt x="1181100" y="133350"/>
                </a:lnTo>
                <a:lnTo>
                  <a:pt x="1181100" y="123825"/>
                </a:lnTo>
                <a:lnTo>
                  <a:pt x="1209675" y="95250"/>
                </a:lnTo>
                <a:lnTo>
                  <a:pt x="1257300" y="95250"/>
                </a:lnTo>
                <a:lnTo>
                  <a:pt x="1276350" y="114300"/>
                </a:lnTo>
                <a:lnTo>
                  <a:pt x="1333500" y="95250"/>
                </a:lnTo>
                <a:lnTo>
                  <a:pt x="1323975" y="114300"/>
                </a:lnTo>
                <a:lnTo>
                  <a:pt x="1409700" y="85725"/>
                </a:lnTo>
                <a:lnTo>
                  <a:pt x="1390650" y="57150"/>
                </a:lnTo>
                <a:lnTo>
                  <a:pt x="1447800" y="66675"/>
                </a:lnTo>
                <a:lnTo>
                  <a:pt x="1457325" y="57150"/>
                </a:lnTo>
                <a:lnTo>
                  <a:pt x="1504950" y="38100"/>
                </a:lnTo>
                <a:lnTo>
                  <a:pt x="1524000" y="47625"/>
                </a:lnTo>
                <a:lnTo>
                  <a:pt x="1552575" y="57150"/>
                </a:lnTo>
                <a:lnTo>
                  <a:pt x="1571625" y="0"/>
                </a:lnTo>
                <a:lnTo>
                  <a:pt x="1638300" y="38100"/>
                </a:lnTo>
                <a:lnTo>
                  <a:pt x="1647825" y="28575"/>
                </a:lnTo>
                <a:lnTo>
                  <a:pt x="1695450" y="0"/>
                </a:lnTo>
                <a:lnTo>
                  <a:pt x="1695450" y="28575"/>
                </a:lnTo>
                <a:lnTo>
                  <a:pt x="1724025" y="95250"/>
                </a:lnTo>
                <a:lnTo>
                  <a:pt x="1790700" y="85725"/>
                </a:lnTo>
                <a:lnTo>
                  <a:pt x="1771650" y="123825"/>
                </a:lnTo>
                <a:lnTo>
                  <a:pt x="1828800" y="133350"/>
                </a:lnTo>
                <a:lnTo>
                  <a:pt x="1828800" y="152400"/>
                </a:lnTo>
                <a:lnTo>
                  <a:pt x="1924050" y="200025"/>
                </a:lnTo>
                <a:lnTo>
                  <a:pt x="1924050" y="247650"/>
                </a:lnTo>
                <a:lnTo>
                  <a:pt x="1962150" y="266700"/>
                </a:lnTo>
                <a:lnTo>
                  <a:pt x="2009775" y="314325"/>
                </a:lnTo>
                <a:lnTo>
                  <a:pt x="2019300" y="342900"/>
                </a:lnTo>
                <a:lnTo>
                  <a:pt x="2085975" y="342900"/>
                </a:lnTo>
                <a:lnTo>
                  <a:pt x="2095500" y="381000"/>
                </a:lnTo>
                <a:lnTo>
                  <a:pt x="2114550" y="409575"/>
                </a:lnTo>
                <a:lnTo>
                  <a:pt x="2143125" y="428625"/>
                </a:lnTo>
                <a:lnTo>
                  <a:pt x="2200275" y="466725"/>
                </a:lnTo>
                <a:lnTo>
                  <a:pt x="2200275" y="504825"/>
                </a:lnTo>
                <a:lnTo>
                  <a:pt x="2219325" y="542925"/>
                </a:lnTo>
                <a:lnTo>
                  <a:pt x="2266950" y="542925"/>
                </a:lnTo>
                <a:lnTo>
                  <a:pt x="2305050" y="571500"/>
                </a:lnTo>
                <a:lnTo>
                  <a:pt x="2352675" y="590550"/>
                </a:lnTo>
                <a:lnTo>
                  <a:pt x="2371725" y="657225"/>
                </a:lnTo>
                <a:lnTo>
                  <a:pt x="2390775" y="666750"/>
                </a:lnTo>
                <a:lnTo>
                  <a:pt x="2419350" y="704850"/>
                </a:lnTo>
                <a:lnTo>
                  <a:pt x="2447925" y="733425"/>
                </a:lnTo>
                <a:lnTo>
                  <a:pt x="2486025" y="771525"/>
                </a:lnTo>
                <a:lnTo>
                  <a:pt x="2524125" y="762000"/>
                </a:lnTo>
                <a:lnTo>
                  <a:pt x="2562225" y="847725"/>
                </a:lnTo>
                <a:lnTo>
                  <a:pt x="2581275" y="847725"/>
                </a:lnTo>
                <a:lnTo>
                  <a:pt x="2628900" y="866775"/>
                </a:lnTo>
                <a:lnTo>
                  <a:pt x="2686050" y="933450"/>
                </a:lnTo>
                <a:lnTo>
                  <a:pt x="2705100" y="942975"/>
                </a:lnTo>
                <a:lnTo>
                  <a:pt x="2686050" y="990600"/>
                </a:lnTo>
                <a:lnTo>
                  <a:pt x="2714625" y="981075"/>
                </a:lnTo>
                <a:lnTo>
                  <a:pt x="2695575" y="1057275"/>
                </a:lnTo>
                <a:lnTo>
                  <a:pt x="2743200" y="1104900"/>
                </a:lnTo>
                <a:lnTo>
                  <a:pt x="2733675" y="1171575"/>
                </a:lnTo>
                <a:lnTo>
                  <a:pt x="2724150" y="1228725"/>
                </a:lnTo>
                <a:lnTo>
                  <a:pt x="2733675" y="1266825"/>
                </a:lnTo>
                <a:lnTo>
                  <a:pt x="2686050" y="1304925"/>
                </a:lnTo>
                <a:lnTo>
                  <a:pt x="2667000" y="1323975"/>
                </a:lnTo>
                <a:lnTo>
                  <a:pt x="2695575" y="1371600"/>
                </a:lnTo>
                <a:lnTo>
                  <a:pt x="2686050" y="1419225"/>
                </a:lnTo>
                <a:lnTo>
                  <a:pt x="2676525" y="1457325"/>
                </a:lnTo>
                <a:lnTo>
                  <a:pt x="2667000" y="1495425"/>
                </a:lnTo>
                <a:lnTo>
                  <a:pt x="2686050" y="1552575"/>
                </a:lnTo>
                <a:lnTo>
                  <a:pt x="2695575" y="1590675"/>
                </a:lnTo>
                <a:lnTo>
                  <a:pt x="2676525" y="1628775"/>
                </a:lnTo>
                <a:lnTo>
                  <a:pt x="2705100" y="1628775"/>
                </a:lnTo>
                <a:lnTo>
                  <a:pt x="2705100" y="1685925"/>
                </a:lnTo>
                <a:lnTo>
                  <a:pt x="2667000" y="1714500"/>
                </a:lnTo>
                <a:lnTo>
                  <a:pt x="2714625" y="1800225"/>
                </a:lnTo>
                <a:lnTo>
                  <a:pt x="2695575" y="1809750"/>
                </a:lnTo>
                <a:lnTo>
                  <a:pt x="2695575" y="1857375"/>
                </a:lnTo>
                <a:lnTo>
                  <a:pt x="2686050" y="1895475"/>
                </a:lnTo>
                <a:lnTo>
                  <a:pt x="2686050" y="1943100"/>
                </a:lnTo>
                <a:lnTo>
                  <a:pt x="2686050" y="1981200"/>
                </a:lnTo>
                <a:lnTo>
                  <a:pt x="2686050" y="2047875"/>
                </a:lnTo>
                <a:lnTo>
                  <a:pt x="2686050" y="2095500"/>
                </a:lnTo>
                <a:lnTo>
                  <a:pt x="2695575" y="2143125"/>
                </a:lnTo>
                <a:lnTo>
                  <a:pt x="2667000" y="2171700"/>
                </a:lnTo>
                <a:lnTo>
                  <a:pt x="2686050" y="2219325"/>
                </a:lnTo>
                <a:lnTo>
                  <a:pt x="2667000" y="2266950"/>
                </a:lnTo>
                <a:lnTo>
                  <a:pt x="2667000" y="2286000"/>
                </a:lnTo>
                <a:lnTo>
                  <a:pt x="2667000" y="2343150"/>
                </a:lnTo>
                <a:lnTo>
                  <a:pt x="2667000" y="2371725"/>
                </a:lnTo>
                <a:lnTo>
                  <a:pt x="2667000" y="2362200"/>
                </a:lnTo>
                <a:lnTo>
                  <a:pt x="2638425" y="2409825"/>
                </a:lnTo>
                <a:lnTo>
                  <a:pt x="2609850" y="2428875"/>
                </a:lnTo>
                <a:lnTo>
                  <a:pt x="2609850" y="2457450"/>
                </a:lnTo>
                <a:lnTo>
                  <a:pt x="2590800" y="2514600"/>
                </a:lnTo>
                <a:lnTo>
                  <a:pt x="2562225" y="2571750"/>
                </a:lnTo>
                <a:lnTo>
                  <a:pt x="2562225" y="2590800"/>
                </a:lnTo>
                <a:lnTo>
                  <a:pt x="2571750" y="2609850"/>
                </a:lnTo>
                <a:lnTo>
                  <a:pt x="2524125" y="2647950"/>
                </a:lnTo>
                <a:lnTo>
                  <a:pt x="2552700" y="2676525"/>
                </a:lnTo>
                <a:lnTo>
                  <a:pt x="2524125" y="2695575"/>
                </a:lnTo>
                <a:lnTo>
                  <a:pt x="2543175" y="2752725"/>
                </a:lnTo>
                <a:lnTo>
                  <a:pt x="2505075" y="2790825"/>
                </a:lnTo>
                <a:lnTo>
                  <a:pt x="2514600" y="2762250"/>
                </a:lnTo>
                <a:lnTo>
                  <a:pt x="2524125" y="2828925"/>
                </a:lnTo>
                <a:lnTo>
                  <a:pt x="2505075" y="2876550"/>
                </a:lnTo>
                <a:lnTo>
                  <a:pt x="2466975" y="2905125"/>
                </a:lnTo>
                <a:lnTo>
                  <a:pt x="2476500" y="2924175"/>
                </a:lnTo>
                <a:lnTo>
                  <a:pt x="2486025" y="2952750"/>
                </a:lnTo>
                <a:lnTo>
                  <a:pt x="2466975" y="2990850"/>
                </a:lnTo>
                <a:lnTo>
                  <a:pt x="2447925" y="3038475"/>
                </a:lnTo>
                <a:lnTo>
                  <a:pt x="2447925" y="3048000"/>
                </a:lnTo>
                <a:lnTo>
                  <a:pt x="2419350" y="3076575"/>
                </a:lnTo>
                <a:lnTo>
                  <a:pt x="2428875" y="3133725"/>
                </a:lnTo>
                <a:lnTo>
                  <a:pt x="2419350" y="3133725"/>
                </a:lnTo>
                <a:lnTo>
                  <a:pt x="2409825" y="3181350"/>
                </a:lnTo>
                <a:lnTo>
                  <a:pt x="2400300" y="3200400"/>
                </a:lnTo>
                <a:lnTo>
                  <a:pt x="2371725" y="3257550"/>
                </a:lnTo>
                <a:lnTo>
                  <a:pt x="2343150" y="3276600"/>
                </a:lnTo>
                <a:lnTo>
                  <a:pt x="2352675" y="3286125"/>
                </a:lnTo>
                <a:lnTo>
                  <a:pt x="2314575" y="3295650"/>
                </a:lnTo>
                <a:lnTo>
                  <a:pt x="2381250" y="3429000"/>
                </a:lnTo>
                <a:lnTo>
                  <a:pt x="2295525" y="3381375"/>
                </a:lnTo>
                <a:lnTo>
                  <a:pt x="2257425" y="3362325"/>
                </a:lnTo>
                <a:lnTo>
                  <a:pt x="2209800" y="3362325"/>
                </a:lnTo>
                <a:lnTo>
                  <a:pt x="2276475" y="3467100"/>
                </a:lnTo>
                <a:lnTo>
                  <a:pt x="2247900" y="3505200"/>
                </a:lnTo>
                <a:lnTo>
                  <a:pt x="2171700" y="3581400"/>
                </a:lnTo>
                <a:lnTo>
                  <a:pt x="2162175" y="3562350"/>
                </a:lnTo>
                <a:lnTo>
                  <a:pt x="2152650" y="3609975"/>
                </a:lnTo>
                <a:lnTo>
                  <a:pt x="2162175" y="3619500"/>
                </a:lnTo>
                <a:lnTo>
                  <a:pt x="2181225" y="3714750"/>
                </a:lnTo>
                <a:lnTo>
                  <a:pt x="2143125" y="3762375"/>
                </a:lnTo>
                <a:lnTo>
                  <a:pt x="2114550" y="3762375"/>
                </a:lnTo>
                <a:lnTo>
                  <a:pt x="2047875" y="3800475"/>
                </a:lnTo>
                <a:lnTo>
                  <a:pt x="2038350" y="3857625"/>
                </a:lnTo>
                <a:lnTo>
                  <a:pt x="1981200" y="3914775"/>
                </a:lnTo>
                <a:lnTo>
                  <a:pt x="2019300" y="3848100"/>
                </a:lnTo>
                <a:lnTo>
                  <a:pt x="2009775" y="3905250"/>
                </a:lnTo>
                <a:lnTo>
                  <a:pt x="1971675" y="3981450"/>
                </a:lnTo>
                <a:lnTo>
                  <a:pt x="1981200" y="4010025"/>
                </a:lnTo>
                <a:lnTo>
                  <a:pt x="1962150" y="4057650"/>
                </a:lnTo>
                <a:lnTo>
                  <a:pt x="1933575" y="4124325"/>
                </a:lnTo>
                <a:lnTo>
                  <a:pt x="1933575" y="4181475"/>
                </a:lnTo>
                <a:lnTo>
                  <a:pt x="1895475" y="4191000"/>
                </a:lnTo>
                <a:lnTo>
                  <a:pt x="1828800" y="4257675"/>
                </a:lnTo>
                <a:lnTo>
                  <a:pt x="1847850" y="4333875"/>
                </a:lnTo>
                <a:lnTo>
                  <a:pt x="1819275" y="4381500"/>
                </a:lnTo>
                <a:lnTo>
                  <a:pt x="1800225" y="4419600"/>
                </a:lnTo>
                <a:lnTo>
                  <a:pt x="1771650" y="4448175"/>
                </a:lnTo>
                <a:lnTo>
                  <a:pt x="1733550" y="44481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268075" y="428625"/>
            <a:ext cx="2705100" cy="4524375"/>
          </a:xfrm>
          <a:custGeom>
            <a:avLst/>
            <a:gdLst/>
            <a:ahLst/>
            <a:cxnLst/>
            <a:rect l="l" t="t" r="r" b="b"/>
            <a:pathLst>
              <a:path w="2705100" h="4524375">
                <a:moveTo>
                  <a:pt x="1666875" y="4524375"/>
                </a:moveTo>
                <a:lnTo>
                  <a:pt x="1619250" y="4467225"/>
                </a:lnTo>
                <a:lnTo>
                  <a:pt x="1609725" y="4448175"/>
                </a:lnTo>
                <a:lnTo>
                  <a:pt x="1562100" y="4410075"/>
                </a:lnTo>
                <a:lnTo>
                  <a:pt x="1543050" y="4362450"/>
                </a:lnTo>
                <a:lnTo>
                  <a:pt x="1485900" y="4324350"/>
                </a:lnTo>
                <a:lnTo>
                  <a:pt x="1495425" y="4305300"/>
                </a:lnTo>
                <a:lnTo>
                  <a:pt x="1457325" y="4267200"/>
                </a:lnTo>
                <a:lnTo>
                  <a:pt x="1428750" y="4238625"/>
                </a:lnTo>
                <a:lnTo>
                  <a:pt x="1352550" y="4238625"/>
                </a:lnTo>
                <a:lnTo>
                  <a:pt x="1333500" y="4191000"/>
                </a:lnTo>
                <a:lnTo>
                  <a:pt x="1343025" y="4162425"/>
                </a:lnTo>
                <a:lnTo>
                  <a:pt x="1295400" y="4124325"/>
                </a:lnTo>
                <a:lnTo>
                  <a:pt x="1209675" y="4114800"/>
                </a:lnTo>
                <a:lnTo>
                  <a:pt x="1209675" y="4076700"/>
                </a:lnTo>
                <a:lnTo>
                  <a:pt x="1143000" y="4010025"/>
                </a:lnTo>
                <a:lnTo>
                  <a:pt x="1095375" y="4000500"/>
                </a:lnTo>
                <a:lnTo>
                  <a:pt x="1066800" y="3981450"/>
                </a:lnTo>
                <a:lnTo>
                  <a:pt x="1047750" y="3962400"/>
                </a:lnTo>
                <a:lnTo>
                  <a:pt x="1009650" y="3914775"/>
                </a:lnTo>
                <a:lnTo>
                  <a:pt x="952500" y="3867150"/>
                </a:lnTo>
                <a:lnTo>
                  <a:pt x="914400" y="3829050"/>
                </a:lnTo>
                <a:lnTo>
                  <a:pt x="895350" y="3819525"/>
                </a:lnTo>
                <a:lnTo>
                  <a:pt x="876300" y="3771900"/>
                </a:lnTo>
                <a:lnTo>
                  <a:pt x="800100" y="3743325"/>
                </a:lnTo>
                <a:lnTo>
                  <a:pt x="800100" y="3695700"/>
                </a:lnTo>
                <a:lnTo>
                  <a:pt x="733425" y="3695700"/>
                </a:lnTo>
                <a:lnTo>
                  <a:pt x="733425" y="3629025"/>
                </a:lnTo>
                <a:lnTo>
                  <a:pt x="704850" y="3638550"/>
                </a:lnTo>
                <a:lnTo>
                  <a:pt x="628650" y="3571875"/>
                </a:lnTo>
                <a:lnTo>
                  <a:pt x="628650" y="3552825"/>
                </a:lnTo>
                <a:lnTo>
                  <a:pt x="552450" y="3543300"/>
                </a:lnTo>
                <a:lnTo>
                  <a:pt x="523875" y="3495675"/>
                </a:lnTo>
                <a:lnTo>
                  <a:pt x="514350" y="3476625"/>
                </a:lnTo>
                <a:lnTo>
                  <a:pt x="485775" y="3409950"/>
                </a:lnTo>
                <a:lnTo>
                  <a:pt x="476250" y="3362325"/>
                </a:lnTo>
                <a:lnTo>
                  <a:pt x="476250" y="3276600"/>
                </a:lnTo>
                <a:lnTo>
                  <a:pt x="485775" y="3257550"/>
                </a:lnTo>
                <a:lnTo>
                  <a:pt x="409575" y="3171825"/>
                </a:lnTo>
                <a:lnTo>
                  <a:pt x="419100" y="3171825"/>
                </a:lnTo>
                <a:lnTo>
                  <a:pt x="381000" y="3105150"/>
                </a:lnTo>
                <a:lnTo>
                  <a:pt x="361950" y="3076575"/>
                </a:lnTo>
                <a:lnTo>
                  <a:pt x="371475" y="3009900"/>
                </a:lnTo>
                <a:lnTo>
                  <a:pt x="361950" y="2981325"/>
                </a:lnTo>
                <a:lnTo>
                  <a:pt x="333375" y="2933700"/>
                </a:lnTo>
                <a:lnTo>
                  <a:pt x="314325" y="2876550"/>
                </a:lnTo>
                <a:lnTo>
                  <a:pt x="285750" y="2819400"/>
                </a:lnTo>
                <a:lnTo>
                  <a:pt x="295275" y="2800350"/>
                </a:lnTo>
                <a:lnTo>
                  <a:pt x="276225" y="2752725"/>
                </a:lnTo>
                <a:lnTo>
                  <a:pt x="238125" y="2695575"/>
                </a:lnTo>
                <a:lnTo>
                  <a:pt x="209550" y="2609850"/>
                </a:lnTo>
                <a:lnTo>
                  <a:pt x="209550" y="2571750"/>
                </a:lnTo>
                <a:lnTo>
                  <a:pt x="190500" y="2524125"/>
                </a:lnTo>
                <a:lnTo>
                  <a:pt x="200025" y="2495550"/>
                </a:lnTo>
                <a:lnTo>
                  <a:pt x="152400" y="2428875"/>
                </a:lnTo>
                <a:lnTo>
                  <a:pt x="180975" y="2409825"/>
                </a:lnTo>
                <a:lnTo>
                  <a:pt x="152400" y="2371725"/>
                </a:lnTo>
                <a:lnTo>
                  <a:pt x="114300" y="2333625"/>
                </a:lnTo>
                <a:lnTo>
                  <a:pt x="123825" y="2276475"/>
                </a:lnTo>
                <a:lnTo>
                  <a:pt x="95250" y="2219325"/>
                </a:lnTo>
                <a:lnTo>
                  <a:pt x="76200" y="2143125"/>
                </a:lnTo>
                <a:lnTo>
                  <a:pt x="47625" y="2105025"/>
                </a:lnTo>
                <a:lnTo>
                  <a:pt x="47625" y="2076450"/>
                </a:lnTo>
                <a:lnTo>
                  <a:pt x="47625" y="1990725"/>
                </a:lnTo>
                <a:lnTo>
                  <a:pt x="28575" y="1952625"/>
                </a:lnTo>
                <a:lnTo>
                  <a:pt x="76200" y="1724025"/>
                </a:lnTo>
                <a:lnTo>
                  <a:pt x="95250" y="1762125"/>
                </a:lnTo>
                <a:lnTo>
                  <a:pt x="47625" y="1647825"/>
                </a:lnTo>
                <a:lnTo>
                  <a:pt x="0" y="1647825"/>
                </a:lnTo>
                <a:lnTo>
                  <a:pt x="19050" y="1685925"/>
                </a:lnTo>
                <a:lnTo>
                  <a:pt x="47625" y="1581150"/>
                </a:lnTo>
                <a:lnTo>
                  <a:pt x="76200" y="1476375"/>
                </a:lnTo>
                <a:lnTo>
                  <a:pt x="142875" y="1457325"/>
                </a:lnTo>
                <a:lnTo>
                  <a:pt x="285750" y="1323975"/>
                </a:lnTo>
                <a:lnTo>
                  <a:pt x="200025" y="1266825"/>
                </a:lnTo>
                <a:lnTo>
                  <a:pt x="209550" y="1238250"/>
                </a:lnTo>
                <a:lnTo>
                  <a:pt x="190500" y="1171575"/>
                </a:lnTo>
                <a:lnTo>
                  <a:pt x="219075" y="1143000"/>
                </a:lnTo>
                <a:lnTo>
                  <a:pt x="257175" y="1123950"/>
                </a:lnTo>
                <a:lnTo>
                  <a:pt x="342900" y="1123950"/>
                </a:lnTo>
                <a:lnTo>
                  <a:pt x="361950" y="1066800"/>
                </a:lnTo>
                <a:lnTo>
                  <a:pt x="409575" y="1057275"/>
                </a:lnTo>
                <a:lnTo>
                  <a:pt x="400050" y="1000125"/>
                </a:lnTo>
                <a:lnTo>
                  <a:pt x="495300" y="914400"/>
                </a:lnTo>
                <a:lnTo>
                  <a:pt x="514350" y="904875"/>
                </a:lnTo>
                <a:lnTo>
                  <a:pt x="514350" y="895350"/>
                </a:lnTo>
                <a:lnTo>
                  <a:pt x="561975" y="800100"/>
                </a:lnTo>
                <a:lnTo>
                  <a:pt x="590550" y="695325"/>
                </a:lnTo>
                <a:lnTo>
                  <a:pt x="609600" y="704850"/>
                </a:lnTo>
                <a:lnTo>
                  <a:pt x="581025" y="657225"/>
                </a:lnTo>
                <a:lnTo>
                  <a:pt x="638175" y="590550"/>
                </a:lnTo>
                <a:lnTo>
                  <a:pt x="647700" y="514350"/>
                </a:lnTo>
                <a:lnTo>
                  <a:pt x="657225" y="447675"/>
                </a:lnTo>
                <a:lnTo>
                  <a:pt x="638175" y="400050"/>
                </a:lnTo>
                <a:lnTo>
                  <a:pt x="647700" y="352425"/>
                </a:lnTo>
                <a:lnTo>
                  <a:pt x="638175" y="295275"/>
                </a:lnTo>
                <a:lnTo>
                  <a:pt x="723900" y="247650"/>
                </a:lnTo>
                <a:lnTo>
                  <a:pt x="733425" y="295275"/>
                </a:lnTo>
                <a:lnTo>
                  <a:pt x="771525" y="285750"/>
                </a:lnTo>
                <a:lnTo>
                  <a:pt x="781050" y="209550"/>
                </a:lnTo>
                <a:lnTo>
                  <a:pt x="819150" y="257175"/>
                </a:lnTo>
                <a:lnTo>
                  <a:pt x="885825" y="228600"/>
                </a:lnTo>
                <a:lnTo>
                  <a:pt x="904875" y="238125"/>
                </a:lnTo>
                <a:lnTo>
                  <a:pt x="933450" y="228600"/>
                </a:lnTo>
                <a:lnTo>
                  <a:pt x="942975" y="190500"/>
                </a:lnTo>
                <a:lnTo>
                  <a:pt x="962025" y="209550"/>
                </a:lnTo>
                <a:lnTo>
                  <a:pt x="1000125" y="200025"/>
                </a:lnTo>
                <a:lnTo>
                  <a:pt x="1028700" y="200025"/>
                </a:lnTo>
                <a:lnTo>
                  <a:pt x="1047750" y="200025"/>
                </a:lnTo>
                <a:lnTo>
                  <a:pt x="1095375" y="190500"/>
                </a:lnTo>
                <a:lnTo>
                  <a:pt x="1114425" y="142875"/>
                </a:lnTo>
                <a:lnTo>
                  <a:pt x="1114425" y="152400"/>
                </a:lnTo>
                <a:lnTo>
                  <a:pt x="1171575" y="123825"/>
                </a:lnTo>
                <a:lnTo>
                  <a:pt x="1171575" y="114300"/>
                </a:lnTo>
                <a:lnTo>
                  <a:pt x="1257300" y="133350"/>
                </a:lnTo>
                <a:lnTo>
                  <a:pt x="1276350" y="114300"/>
                </a:lnTo>
                <a:lnTo>
                  <a:pt x="1304925" y="95250"/>
                </a:lnTo>
                <a:lnTo>
                  <a:pt x="1333500" y="104775"/>
                </a:lnTo>
                <a:lnTo>
                  <a:pt x="1362075" y="76200"/>
                </a:lnTo>
                <a:lnTo>
                  <a:pt x="1371600" y="76200"/>
                </a:lnTo>
                <a:lnTo>
                  <a:pt x="1428750" y="57150"/>
                </a:lnTo>
                <a:lnTo>
                  <a:pt x="1438275" y="95250"/>
                </a:lnTo>
                <a:lnTo>
                  <a:pt x="1495425" y="76200"/>
                </a:lnTo>
                <a:lnTo>
                  <a:pt x="1495425" y="57150"/>
                </a:lnTo>
                <a:lnTo>
                  <a:pt x="1524000" y="57150"/>
                </a:lnTo>
                <a:lnTo>
                  <a:pt x="1562100" y="38100"/>
                </a:lnTo>
                <a:lnTo>
                  <a:pt x="1600200" y="28575"/>
                </a:lnTo>
                <a:lnTo>
                  <a:pt x="1619250" y="0"/>
                </a:lnTo>
                <a:lnTo>
                  <a:pt x="1647825" y="9525"/>
                </a:lnTo>
                <a:lnTo>
                  <a:pt x="1676400" y="47625"/>
                </a:lnTo>
                <a:lnTo>
                  <a:pt x="1714500" y="85725"/>
                </a:lnTo>
                <a:lnTo>
                  <a:pt x="1724025" y="104775"/>
                </a:lnTo>
                <a:lnTo>
                  <a:pt x="1752600" y="133350"/>
                </a:lnTo>
                <a:lnTo>
                  <a:pt x="1838325" y="171450"/>
                </a:lnTo>
                <a:lnTo>
                  <a:pt x="1857375" y="190500"/>
                </a:lnTo>
                <a:lnTo>
                  <a:pt x="1895475" y="190500"/>
                </a:lnTo>
                <a:lnTo>
                  <a:pt x="1914525" y="257175"/>
                </a:lnTo>
                <a:lnTo>
                  <a:pt x="1962150" y="295275"/>
                </a:lnTo>
                <a:lnTo>
                  <a:pt x="2000250" y="323850"/>
                </a:lnTo>
                <a:lnTo>
                  <a:pt x="2028825" y="352425"/>
                </a:lnTo>
                <a:lnTo>
                  <a:pt x="2076450" y="381000"/>
                </a:lnTo>
                <a:lnTo>
                  <a:pt x="2057400" y="409575"/>
                </a:lnTo>
                <a:lnTo>
                  <a:pt x="2114550" y="447675"/>
                </a:lnTo>
                <a:lnTo>
                  <a:pt x="2162175" y="438150"/>
                </a:lnTo>
                <a:lnTo>
                  <a:pt x="2181225" y="495300"/>
                </a:lnTo>
                <a:lnTo>
                  <a:pt x="2162175" y="495300"/>
                </a:lnTo>
                <a:lnTo>
                  <a:pt x="2219325" y="533400"/>
                </a:lnTo>
                <a:lnTo>
                  <a:pt x="2238375" y="571500"/>
                </a:lnTo>
                <a:lnTo>
                  <a:pt x="2286000" y="600075"/>
                </a:lnTo>
                <a:lnTo>
                  <a:pt x="2295525" y="619125"/>
                </a:lnTo>
                <a:lnTo>
                  <a:pt x="2352675" y="638175"/>
                </a:lnTo>
                <a:lnTo>
                  <a:pt x="2390775" y="666750"/>
                </a:lnTo>
                <a:lnTo>
                  <a:pt x="2428875" y="685800"/>
                </a:lnTo>
                <a:lnTo>
                  <a:pt x="2438400" y="723900"/>
                </a:lnTo>
                <a:lnTo>
                  <a:pt x="2486025" y="790575"/>
                </a:lnTo>
                <a:lnTo>
                  <a:pt x="2495550" y="819150"/>
                </a:lnTo>
                <a:lnTo>
                  <a:pt x="2533650" y="838200"/>
                </a:lnTo>
                <a:lnTo>
                  <a:pt x="2562225" y="885825"/>
                </a:lnTo>
                <a:lnTo>
                  <a:pt x="2638425" y="885825"/>
                </a:lnTo>
                <a:lnTo>
                  <a:pt x="2647950" y="914400"/>
                </a:lnTo>
                <a:lnTo>
                  <a:pt x="2667000" y="962025"/>
                </a:lnTo>
                <a:lnTo>
                  <a:pt x="2695575" y="962025"/>
                </a:lnTo>
                <a:lnTo>
                  <a:pt x="2695575" y="1028700"/>
                </a:lnTo>
                <a:lnTo>
                  <a:pt x="2705100" y="1057275"/>
                </a:lnTo>
                <a:lnTo>
                  <a:pt x="2705100" y="1095375"/>
                </a:lnTo>
                <a:lnTo>
                  <a:pt x="2695575" y="1152525"/>
                </a:lnTo>
                <a:lnTo>
                  <a:pt x="2667000" y="1200150"/>
                </a:lnTo>
                <a:lnTo>
                  <a:pt x="2705100" y="1247775"/>
                </a:lnTo>
                <a:lnTo>
                  <a:pt x="2695575" y="1304925"/>
                </a:lnTo>
                <a:lnTo>
                  <a:pt x="2667000" y="1343025"/>
                </a:lnTo>
                <a:lnTo>
                  <a:pt x="2676525" y="1400175"/>
                </a:lnTo>
                <a:lnTo>
                  <a:pt x="2695575" y="1400175"/>
                </a:lnTo>
                <a:lnTo>
                  <a:pt x="2686050" y="1476375"/>
                </a:lnTo>
                <a:lnTo>
                  <a:pt x="2647950" y="1495425"/>
                </a:lnTo>
                <a:lnTo>
                  <a:pt x="2657475" y="1533525"/>
                </a:lnTo>
                <a:lnTo>
                  <a:pt x="2686050" y="1571625"/>
                </a:lnTo>
                <a:lnTo>
                  <a:pt x="2657475" y="1609725"/>
                </a:lnTo>
                <a:lnTo>
                  <a:pt x="2686050" y="1657350"/>
                </a:lnTo>
                <a:lnTo>
                  <a:pt x="2705100" y="1714500"/>
                </a:lnTo>
                <a:lnTo>
                  <a:pt x="2667000" y="1752600"/>
                </a:lnTo>
                <a:lnTo>
                  <a:pt x="2667000" y="1790700"/>
                </a:lnTo>
                <a:lnTo>
                  <a:pt x="2657475" y="1847850"/>
                </a:lnTo>
                <a:lnTo>
                  <a:pt x="2647950" y="1857375"/>
                </a:lnTo>
                <a:lnTo>
                  <a:pt x="2667000" y="1914525"/>
                </a:lnTo>
                <a:lnTo>
                  <a:pt x="2676525" y="1933575"/>
                </a:lnTo>
                <a:lnTo>
                  <a:pt x="2676525" y="1971675"/>
                </a:lnTo>
                <a:lnTo>
                  <a:pt x="2638425" y="2009775"/>
                </a:lnTo>
                <a:lnTo>
                  <a:pt x="2638425" y="2076450"/>
                </a:lnTo>
                <a:lnTo>
                  <a:pt x="2647950" y="2152650"/>
                </a:lnTo>
                <a:lnTo>
                  <a:pt x="2657475" y="2162175"/>
                </a:lnTo>
                <a:lnTo>
                  <a:pt x="2676525" y="2228850"/>
                </a:lnTo>
                <a:lnTo>
                  <a:pt x="2667000" y="2266950"/>
                </a:lnTo>
                <a:lnTo>
                  <a:pt x="2667000" y="2305050"/>
                </a:lnTo>
                <a:lnTo>
                  <a:pt x="2647950" y="2371725"/>
                </a:lnTo>
                <a:lnTo>
                  <a:pt x="2647950" y="2409825"/>
                </a:lnTo>
                <a:lnTo>
                  <a:pt x="2647950" y="2400300"/>
                </a:lnTo>
                <a:lnTo>
                  <a:pt x="2590800" y="2438400"/>
                </a:lnTo>
                <a:lnTo>
                  <a:pt x="2600325" y="2466975"/>
                </a:lnTo>
                <a:lnTo>
                  <a:pt x="2600325" y="2514600"/>
                </a:lnTo>
                <a:lnTo>
                  <a:pt x="2590800" y="2543175"/>
                </a:lnTo>
                <a:lnTo>
                  <a:pt x="2543175" y="2562225"/>
                </a:lnTo>
                <a:lnTo>
                  <a:pt x="2571750" y="2581275"/>
                </a:lnTo>
                <a:lnTo>
                  <a:pt x="2533650" y="2647950"/>
                </a:lnTo>
                <a:lnTo>
                  <a:pt x="2543175" y="2667000"/>
                </a:lnTo>
                <a:lnTo>
                  <a:pt x="2533650" y="2667000"/>
                </a:lnTo>
                <a:lnTo>
                  <a:pt x="2524125" y="2724150"/>
                </a:lnTo>
                <a:lnTo>
                  <a:pt x="2495550" y="2733675"/>
                </a:lnTo>
                <a:lnTo>
                  <a:pt x="2505075" y="2790825"/>
                </a:lnTo>
                <a:lnTo>
                  <a:pt x="2486025" y="2809875"/>
                </a:lnTo>
                <a:lnTo>
                  <a:pt x="2495550" y="2838450"/>
                </a:lnTo>
                <a:lnTo>
                  <a:pt x="2495550" y="2828925"/>
                </a:lnTo>
                <a:lnTo>
                  <a:pt x="2447925" y="2895600"/>
                </a:lnTo>
                <a:lnTo>
                  <a:pt x="2476500" y="2933700"/>
                </a:lnTo>
                <a:lnTo>
                  <a:pt x="2419350" y="2971800"/>
                </a:lnTo>
                <a:lnTo>
                  <a:pt x="2419350" y="2990850"/>
                </a:lnTo>
                <a:lnTo>
                  <a:pt x="2447925" y="3019425"/>
                </a:lnTo>
                <a:lnTo>
                  <a:pt x="2428875" y="3086100"/>
                </a:lnTo>
                <a:lnTo>
                  <a:pt x="2419350" y="3095625"/>
                </a:lnTo>
                <a:lnTo>
                  <a:pt x="2409825" y="3133725"/>
                </a:lnTo>
                <a:lnTo>
                  <a:pt x="2390775" y="3171825"/>
                </a:lnTo>
                <a:lnTo>
                  <a:pt x="2381250" y="3200400"/>
                </a:lnTo>
                <a:lnTo>
                  <a:pt x="2371725" y="3238500"/>
                </a:lnTo>
                <a:lnTo>
                  <a:pt x="2371725" y="3248025"/>
                </a:lnTo>
                <a:lnTo>
                  <a:pt x="2343150" y="3248025"/>
                </a:lnTo>
                <a:lnTo>
                  <a:pt x="2324100" y="3295650"/>
                </a:lnTo>
                <a:lnTo>
                  <a:pt x="2333625" y="3286125"/>
                </a:lnTo>
                <a:lnTo>
                  <a:pt x="2333625" y="3314700"/>
                </a:lnTo>
                <a:lnTo>
                  <a:pt x="2209800" y="3314700"/>
                </a:lnTo>
                <a:lnTo>
                  <a:pt x="2247900" y="3371850"/>
                </a:lnTo>
                <a:lnTo>
                  <a:pt x="2190750" y="3486150"/>
                </a:lnTo>
                <a:lnTo>
                  <a:pt x="2171700" y="3543300"/>
                </a:lnTo>
                <a:lnTo>
                  <a:pt x="2095500" y="3514725"/>
                </a:lnTo>
                <a:lnTo>
                  <a:pt x="2133600" y="3590925"/>
                </a:lnTo>
                <a:lnTo>
                  <a:pt x="2114550" y="3552825"/>
                </a:lnTo>
                <a:lnTo>
                  <a:pt x="2124075" y="3581400"/>
                </a:lnTo>
                <a:lnTo>
                  <a:pt x="2143125" y="3648075"/>
                </a:lnTo>
                <a:lnTo>
                  <a:pt x="2133600" y="3714750"/>
                </a:lnTo>
                <a:lnTo>
                  <a:pt x="2114550" y="3752850"/>
                </a:lnTo>
                <a:lnTo>
                  <a:pt x="2038350" y="3790950"/>
                </a:lnTo>
                <a:lnTo>
                  <a:pt x="2028825" y="3848100"/>
                </a:lnTo>
                <a:lnTo>
                  <a:pt x="2038350" y="3848100"/>
                </a:lnTo>
                <a:lnTo>
                  <a:pt x="1924050" y="3981450"/>
                </a:lnTo>
                <a:lnTo>
                  <a:pt x="2009775" y="3905250"/>
                </a:lnTo>
                <a:lnTo>
                  <a:pt x="1990725" y="3914775"/>
                </a:lnTo>
                <a:lnTo>
                  <a:pt x="1952625" y="4000500"/>
                </a:lnTo>
                <a:lnTo>
                  <a:pt x="1962150" y="4010025"/>
                </a:lnTo>
                <a:lnTo>
                  <a:pt x="1943100" y="4086225"/>
                </a:lnTo>
                <a:lnTo>
                  <a:pt x="1905000" y="4124325"/>
                </a:lnTo>
                <a:lnTo>
                  <a:pt x="1933575" y="4162425"/>
                </a:lnTo>
                <a:lnTo>
                  <a:pt x="1895475" y="4238625"/>
                </a:lnTo>
                <a:lnTo>
                  <a:pt x="1866900" y="4333875"/>
                </a:lnTo>
                <a:lnTo>
                  <a:pt x="1828800" y="4371975"/>
                </a:lnTo>
                <a:lnTo>
                  <a:pt x="1790700" y="4371975"/>
                </a:lnTo>
                <a:lnTo>
                  <a:pt x="1762125" y="4429125"/>
                </a:lnTo>
                <a:lnTo>
                  <a:pt x="1752600" y="4448175"/>
                </a:lnTo>
                <a:lnTo>
                  <a:pt x="1695450" y="448627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363450" y="1552575"/>
            <a:ext cx="895350" cy="1447800"/>
          </a:xfrm>
          <a:custGeom>
            <a:avLst/>
            <a:gdLst/>
            <a:ahLst/>
            <a:cxnLst/>
            <a:rect l="l" t="t" r="r" b="b"/>
            <a:pathLst>
              <a:path w="895350" h="1447800">
                <a:moveTo>
                  <a:pt x="561975" y="1438275"/>
                </a:moveTo>
                <a:lnTo>
                  <a:pt x="542925" y="1438275"/>
                </a:lnTo>
                <a:lnTo>
                  <a:pt x="514350" y="1419225"/>
                </a:lnTo>
                <a:lnTo>
                  <a:pt x="504825" y="1409700"/>
                </a:lnTo>
                <a:lnTo>
                  <a:pt x="514350" y="1409700"/>
                </a:lnTo>
                <a:lnTo>
                  <a:pt x="485775" y="1381125"/>
                </a:lnTo>
                <a:lnTo>
                  <a:pt x="476250" y="1381125"/>
                </a:lnTo>
                <a:lnTo>
                  <a:pt x="457200" y="1362075"/>
                </a:lnTo>
                <a:lnTo>
                  <a:pt x="476250" y="1343025"/>
                </a:lnTo>
                <a:lnTo>
                  <a:pt x="476250" y="1362075"/>
                </a:lnTo>
                <a:lnTo>
                  <a:pt x="438150" y="1352550"/>
                </a:lnTo>
                <a:lnTo>
                  <a:pt x="428625" y="1343025"/>
                </a:lnTo>
                <a:lnTo>
                  <a:pt x="409575" y="1314450"/>
                </a:lnTo>
                <a:lnTo>
                  <a:pt x="400050" y="1295400"/>
                </a:lnTo>
                <a:lnTo>
                  <a:pt x="390525" y="1314450"/>
                </a:lnTo>
                <a:lnTo>
                  <a:pt x="381000" y="1304925"/>
                </a:lnTo>
                <a:lnTo>
                  <a:pt x="361950" y="1276350"/>
                </a:lnTo>
                <a:lnTo>
                  <a:pt x="352425" y="1257300"/>
                </a:lnTo>
                <a:lnTo>
                  <a:pt x="352425" y="1257300"/>
                </a:lnTo>
                <a:lnTo>
                  <a:pt x="333375" y="1247775"/>
                </a:lnTo>
                <a:lnTo>
                  <a:pt x="333375" y="1247775"/>
                </a:lnTo>
                <a:lnTo>
                  <a:pt x="323850" y="1219200"/>
                </a:lnTo>
                <a:lnTo>
                  <a:pt x="295275" y="1200150"/>
                </a:lnTo>
                <a:lnTo>
                  <a:pt x="285750" y="1219200"/>
                </a:lnTo>
                <a:lnTo>
                  <a:pt x="285750" y="1190625"/>
                </a:lnTo>
                <a:lnTo>
                  <a:pt x="276225" y="1200150"/>
                </a:lnTo>
                <a:lnTo>
                  <a:pt x="257175" y="1171575"/>
                </a:lnTo>
                <a:lnTo>
                  <a:pt x="247650" y="1162050"/>
                </a:lnTo>
                <a:lnTo>
                  <a:pt x="219075" y="1171575"/>
                </a:lnTo>
                <a:lnTo>
                  <a:pt x="238125" y="1143000"/>
                </a:lnTo>
                <a:lnTo>
                  <a:pt x="219075" y="1143000"/>
                </a:lnTo>
                <a:lnTo>
                  <a:pt x="209550" y="1123950"/>
                </a:lnTo>
                <a:lnTo>
                  <a:pt x="180975" y="1104900"/>
                </a:lnTo>
                <a:lnTo>
                  <a:pt x="161925" y="1095375"/>
                </a:lnTo>
                <a:lnTo>
                  <a:pt x="161925" y="1095375"/>
                </a:lnTo>
                <a:lnTo>
                  <a:pt x="180975" y="1066800"/>
                </a:lnTo>
                <a:lnTo>
                  <a:pt x="171450" y="1047750"/>
                </a:lnTo>
                <a:lnTo>
                  <a:pt x="142875" y="1047750"/>
                </a:lnTo>
                <a:lnTo>
                  <a:pt x="133350" y="1038225"/>
                </a:lnTo>
                <a:lnTo>
                  <a:pt x="133350" y="1019175"/>
                </a:lnTo>
                <a:lnTo>
                  <a:pt x="133350" y="1000125"/>
                </a:lnTo>
                <a:lnTo>
                  <a:pt x="133350" y="981075"/>
                </a:lnTo>
                <a:lnTo>
                  <a:pt x="133350" y="971550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23925"/>
                </a:lnTo>
                <a:lnTo>
                  <a:pt x="104775" y="914400"/>
                </a:lnTo>
                <a:lnTo>
                  <a:pt x="104775" y="895350"/>
                </a:lnTo>
                <a:lnTo>
                  <a:pt x="104775" y="885825"/>
                </a:lnTo>
                <a:lnTo>
                  <a:pt x="95250" y="838200"/>
                </a:lnTo>
                <a:lnTo>
                  <a:pt x="85725" y="857250"/>
                </a:lnTo>
                <a:lnTo>
                  <a:pt x="76200" y="828675"/>
                </a:lnTo>
                <a:lnTo>
                  <a:pt x="76200" y="819150"/>
                </a:lnTo>
                <a:lnTo>
                  <a:pt x="76200" y="790575"/>
                </a:lnTo>
                <a:lnTo>
                  <a:pt x="76200" y="771525"/>
                </a:lnTo>
                <a:lnTo>
                  <a:pt x="57150" y="781050"/>
                </a:lnTo>
                <a:lnTo>
                  <a:pt x="57150" y="752475"/>
                </a:lnTo>
                <a:lnTo>
                  <a:pt x="57150" y="723900"/>
                </a:lnTo>
                <a:lnTo>
                  <a:pt x="38100" y="723900"/>
                </a:lnTo>
                <a:lnTo>
                  <a:pt x="66675" y="723900"/>
                </a:lnTo>
                <a:lnTo>
                  <a:pt x="47625" y="685800"/>
                </a:lnTo>
                <a:lnTo>
                  <a:pt x="47625" y="666750"/>
                </a:lnTo>
                <a:lnTo>
                  <a:pt x="19050" y="666750"/>
                </a:lnTo>
                <a:lnTo>
                  <a:pt x="38100" y="657225"/>
                </a:lnTo>
                <a:lnTo>
                  <a:pt x="28575" y="619125"/>
                </a:lnTo>
                <a:lnTo>
                  <a:pt x="0" y="666750"/>
                </a:lnTo>
                <a:lnTo>
                  <a:pt x="47625" y="638175"/>
                </a:lnTo>
                <a:lnTo>
                  <a:pt x="19050" y="590550"/>
                </a:lnTo>
                <a:lnTo>
                  <a:pt x="28575" y="523875"/>
                </a:lnTo>
                <a:lnTo>
                  <a:pt x="19050" y="495300"/>
                </a:lnTo>
                <a:lnTo>
                  <a:pt x="28575" y="514350"/>
                </a:lnTo>
                <a:lnTo>
                  <a:pt x="57150" y="523875"/>
                </a:lnTo>
                <a:lnTo>
                  <a:pt x="85725" y="466725"/>
                </a:lnTo>
                <a:lnTo>
                  <a:pt x="47625" y="495300"/>
                </a:lnTo>
                <a:lnTo>
                  <a:pt x="47625" y="457200"/>
                </a:lnTo>
                <a:lnTo>
                  <a:pt x="47625" y="428625"/>
                </a:lnTo>
                <a:lnTo>
                  <a:pt x="85725" y="381000"/>
                </a:lnTo>
                <a:lnTo>
                  <a:pt x="47625" y="361950"/>
                </a:lnTo>
                <a:lnTo>
                  <a:pt x="104775" y="352425"/>
                </a:lnTo>
                <a:lnTo>
                  <a:pt x="95250" y="371475"/>
                </a:lnTo>
                <a:lnTo>
                  <a:pt x="142875" y="323850"/>
                </a:lnTo>
                <a:lnTo>
                  <a:pt x="85725" y="371475"/>
                </a:lnTo>
                <a:lnTo>
                  <a:pt x="190500" y="381000"/>
                </a:lnTo>
                <a:lnTo>
                  <a:pt x="209550" y="333375"/>
                </a:lnTo>
                <a:lnTo>
                  <a:pt x="171450" y="266700"/>
                </a:lnTo>
                <a:lnTo>
                  <a:pt x="152400" y="276225"/>
                </a:lnTo>
                <a:lnTo>
                  <a:pt x="190500" y="247650"/>
                </a:lnTo>
                <a:lnTo>
                  <a:pt x="190500" y="247650"/>
                </a:lnTo>
                <a:lnTo>
                  <a:pt x="190500" y="219075"/>
                </a:lnTo>
                <a:lnTo>
                  <a:pt x="209550" y="180975"/>
                </a:lnTo>
                <a:lnTo>
                  <a:pt x="228600" y="180975"/>
                </a:lnTo>
                <a:lnTo>
                  <a:pt x="219075" y="171450"/>
                </a:lnTo>
                <a:lnTo>
                  <a:pt x="219075" y="152400"/>
                </a:lnTo>
                <a:lnTo>
                  <a:pt x="209550" y="142875"/>
                </a:lnTo>
                <a:lnTo>
                  <a:pt x="200025" y="114300"/>
                </a:lnTo>
                <a:lnTo>
                  <a:pt x="238125" y="123825"/>
                </a:lnTo>
                <a:lnTo>
                  <a:pt x="257175" y="95250"/>
                </a:lnTo>
                <a:lnTo>
                  <a:pt x="257175" y="57150"/>
                </a:lnTo>
                <a:lnTo>
                  <a:pt x="266700" y="85725"/>
                </a:lnTo>
                <a:lnTo>
                  <a:pt x="276225" y="85725"/>
                </a:lnTo>
                <a:lnTo>
                  <a:pt x="295275" y="66675"/>
                </a:lnTo>
                <a:lnTo>
                  <a:pt x="285750" y="57150"/>
                </a:lnTo>
                <a:lnTo>
                  <a:pt x="276225" y="66675"/>
                </a:lnTo>
                <a:lnTo>
                  <a:pt x="323850" y="762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23850" y="66675"/>
                </a:lnTo>
                <a:lnTo>
                  <a:pt x="333375" y="47625"/>
                </a:lnTo>
                <a:lnTo>
                  <a:pt x="342900" y="47625"/>
                </a:lnTo>
                <a:lnTo>
                  <a:pt x="371475" y="38100"/>
                </a:lnTo>
                <a:lnTo>
                  <a:pt x="371475" y="47625"/>
                </a:lnTo>
                <a:lnTo>
                  <a:pt x="390525" y="66675"/>
                </a:lnTo>
                <a:lnTo>
                  <a:pt x="371475" y="38100"/>
                </a:lnTo>
                <a:lnTo>
                  <a:pt x="419100" y="47625"/>
                </a:lnTo>
                <a:lnTo>
                  <a:pt x="400050" y="47625"/>
                </a:lnTo>
                <a:lnTo>
                  <a:pt x="409575" y="47625"/>
                </a:lnTo>
                <a:lnTo>
                  <a:pt x="428625" y="28575"/>
                </a:lnTo>
                <a:lnTo>
                  <a:pt x="447675" y="38100"/>
                </a:lnTo>
                <a:lnTo>
                  <a:pt x="466725" y="28575"/>
                </a:lnTo>
                <a:lnTo>
                  <a:pt x="466725" y="28575"/>
                </a:lnTo>
                <a:lnTo>
                  <a:pt x="466725" y="9525"/>
                </a:lnTo>
                <a:lnTo>
                  <a:pt x="476250" y="19050"/>
                </a:lnTo>
                <a:lnTo>
                  <a:pt x="485775" y="19050"/>
                </a:lnTo>
                <a:lnTo>
                  <a:pt x="504825" y="9525"/>
                </a:lnTo>
                <a:lnTo>
                  <a:pt x="495300" y="19050"/>
                </a:lnTo>
                <a:lnTo>
                  <a:pt x="523875" y="0"/>
                </a:lnTo>
                <a:lnTo>
                  <a:pt x="533400" y="0"/>
                </a:lnTo>
                <a:lnTo>
                  <a:pt x="542925" y="0"/>
                </a:lnTo>
                <a:lnTo>
                  <a:pt x="542925" y="0"/>
                </a:lnTo>
                <a:lnTo>
                  <a:pt x="561975" y="19050"/>
                </a:lnTo>
                <a:lnTo>
                  <a:pt x="552450" y="9525"/>
                </a:lnTo>
                <a:lnTo>
                  <a:pt x="571500" y="19050"/>
                </a:lnTo>
                <a:lnTo>
                  <a:pt x="581025" y="38100"/>
                </a:lnTo>
                <a:lnTo>
                  <a:pt x="600075" y="57150"/>
                </a:lnTo>
                <a:lnTo>
                  <a:pt x="590550" y="57150"/>
                </a:lnTo>
                <a:lnTo>
                  <a:pt x="609600" y="76200"/>
                </a:lnTo>
                <a:lnTo>
                  <a:pt x="619125" y="85725"/>
                </a:lnTo>
                <a:lnTo>
                  <a:pt x="638175" y="85725"/>
                </a:lnTo>
                <a:lnTo>
                  <a:pt x="657225" y="85725"/>
                </a:lnTo>
                <a:lnTo>
                  <a:pt x="657225" y="104775"/>
                </a:lnTo>
                <a:lnTo>
                  <a:pt x="676275" y="133350"/>
                </a:lnTo>
                <a:lnTo>
                  <a:pt x="685800" y="133350"/>
                </a:lnTo>
                <a:lnTo>
                  <a:pt x="685800" y="142875"/>
                </a:lnTo>
                <a:lnTo>
                  <a:pt x="714375" y="142875"/>
                </a:lnTo>
                <a:lnTo>
                  <a:pt x="714375" y="142875"/>
                </a:lnTo>
                <a:lnTo>
                  <a:pt x="714375" y="161925"/>
                </a:lnTo>
                <a:lnTo>
                  <a:pt x="723900" y="180975"/>
                </a:lnTo>
                <a:lnTo>
                  <a:pt x="733425" y="171450"/>
                </a:lnTo>
                <a:lnTo>
                  <a:pt x="733425" y="180975"/>
                </a:lnTo>
                <a:lnTo>
                  <a:pt x="762000" y="219075"/>
                </a:lnTo>
                <a:lnTo>
                  <a:pt x="771525" y="209550"/>
                </a:lnTo>
                <a:lnTo>
                  <a:pt x="781050" y="209550"/>
                </a:lnTo>
                <a:lnTo>
                  <a:pt x="781050" y="238125"/>
                </a:lnTo>
                <a:lnTo>
                  <a:pt x="800100" y="228600"/>
                </a:lnTo>
                <a:lnTo>
                  <a:pt x="800100" y="266700"/>
                </a:lnTo>
                <a:lnTo>
                  <a:pt x="828675" y="266700"/>
                </a:lnTo>
                <a:lnTo>
                  <a:pt x="838200" y="276225"/>
                </a:lnTo>
                <a:lnTo>
                  <a:pt x="847725" y="276225"/>
                </a:lnTo>
                <a:lnTo>
                  <a:pt x="857250" y="27622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57250" y="323850"/>
                </a:lnTo>
                <a:lnTo>
                  <a:pt x="866775" y="333375"/>
                </a:lnTo>
                <a:lnTo>
                  <a:pt x="895350" y="333375"/>
                </a:lnTo>
                <a:lnTo>
                  <a:pt x="885825" y="371475"/>
                </a:lnTo>
                <a:lnTo>
                  <a:pt x="876300" y="361950"/>
                </a:lnTo>
                <a:lnTo>
                  <a:pt x="885825" y="390525"/>
                </a:lnTo>
                <a:lnTo>
                  <a:pt x="866775" y="409575"/>
                </a:lnTo>
                <a:lnTo>
                  <a:pt x="876300" y="428625"/>
                </a:lnTo>
                <a:lnTo>
                  <a:pt x="876300" y="438150"/>
                </a:lnTo>
                <a:lnTo>
                  <a:pt x="885825" y="438150"/>
                </a:lnTo>
                <a:lnTo>
                  <a:pt x="866775" y="466725"/>
                </a:lnTo>
                <a:lnTo>
                  <a:pt x="857250" y="457200"/>
                </a:lnTo>
                <a:lnTo>
                  <a:pt x="885825" y="485775"/>
                </a:lnTo>
                <a:lnTo>
                  <a:pt x="895350" y="495300"/>
                </a:lnTo>
                <a:lnTo>
                  <a:pt x="857250" y="504825"/>
                </a:lnTo>
                <a:lnTo>
                  <a:pt x="885825" y="504825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876300" y="561975"/>
                </a:lnTo>
                <a:lnTo>
                  <a:pt x="885825" y="590550"/>
                </a:lnTo>
                <a:lnTo>
                  <a:pt x="866775" y="581025"/>
                </a:lnTo>
                <a:lnTo>
                  <a:pt x="866775" y="600075"/>
                </a:lnTo>
                <a:lnTo>
                  <a:pt x="857250" y="600075"/>
                </a:lnTo>
                <a:lnTo>
                  <a:pt x="866775" y="619125"/>
                </a:lnTo>
                <a:lnTo>
                  <a:pt x="866775" y="628650"/>
                </a:lnTo>
                <a:lnTo>
                  <a:pt x="885825" y="666750"/>
                </a:lnTo>
                <a:lnTo>
                  <a:pt x="866775" y="666750"/>
                </a:lnTo>
                <a:lnTo>
                  <a:pt x="866775" y="666750"/>
                </a:lnTo>
                <a:lnTo>
                  <a:pt x="876300" y="704850"/>
                </a:lnTo>
                <a:lnTo>
                  <a:pt x="857250" y="714375"/>
                </a:lnTo>
                <a:lnTo>
                  <a:pt x="857250" y="733425"/>
                </a:lnTo>
                <a:lnTo>
                  <a:pt x="857250" y="742950"/>
                </a:lnTo>
                <a:lnTo>
                  <a:pt x="857250" y="723900"/>
                </a:lnTo>
                <a:lnTo>
                  <a:pt x="857250" y="752475"/>
                </a:lnTo>
                <a:lnTo>
                  <a:pt x="866775" y="742950"/>
                </a:lnTo>
                <a:lnTo>
                  <a:pt x="838200" y="790575"/>
                </a:lnTo>
                <a:lnTo>
                  <a:pt x="857250" y="781050"/>
                </a:lnTo>
                <a:lnTo>
                  <a:pt x="838200" y="790575"/>
                </a:lnTo>
                <a:lnTo>
                  <a:pt x="819150" y="819150"/>
                </a:lnTo>
                <a:lnTo>
                  <a:pt x="838200" y="819150"/>
                </a:lnTo>
                <a:lnTo>
                  <a:pt x="828675" y="847725"/>
                </a:lnTo>
                <a:lnTo>
                  <a:pt x="828675" y="847725"/>
                </a:lnTo>
                <a:lnTo>
                  <a:pt x="809625" y="857250"/>
                </a:lnTo>
                <a:lnTo>
                  <a:pt x="828675" y="876300"/>
                </a:lnTo>
                <a:lnTo>
                  <a:pt x="828675" y="866775"/>
                </a:lnTo>
                <a:lnTo>
                  <a:pt x="809625" y="866775"/>
                </a:lnTo>
                <a:lnTo>
                  <a:pt x="809625" y="904875"/>
                </a:lnTo>
                <a:lnTo>
                  <a:pt x="819150" y="904875"/>
                </a:lnTo>
                <a:lnTo>
                  <a:pt x="809625" y="914400"/>
                </a:lnTo>
                <a:lnTo>
                  <a:pt x="828675" y="914400"/>
                </a:lnTo>
                <a:lnTo>
                  <a:pt x="800100" y="923925"/>
                </a:lnTo>
                <a:lnTo>
                  <a:pt x="790575" y="923925"/>
                </a:lnTo>
                <a:lnTo>
                  <a:pt x="809625" y="942975"/>
                </a:lnTo>
                <a:lnTo>
                  <a:pt x="790575" y="942975"/>
                </a:lnTo>
                <a:lnTo>
                  <a:pt x="800100" y="962025"/>
                </a:lnTo>
                <a:lnTo>
                  <a:pt x="809625" y="971550"/>
                </a:lnTo>
                <a:lnTo>
                  <a:pt x="781050" y="981075"/>
                </a:lnTo>
                <a:lnTo>
                  <a:pt x="790575" y="1000125"/>
                </a:lnTo>
                <a:lnTo>
                  <a:pt x="781050" y="990600"/>
                </a:lnTo>
                <a:lnTo>
                  <a:pt x="781050" y="1009650"/>
                </a:lnTo>
                <a:lnTo>
                  <a:pt x="771525" y="1038225"/>
                </a:lnTo>
                <a:lnTo>
                  <a:pt x="781050" y="1038225"/>
                </a:lnTo>
                <a:lnTo>
                  <a:pt x="771525" y="1047750"/>
                </a:lnTo>
                <a:lnTo>
                  <a:pt x="781050" y="1076325"/>
                </a:lnTo>
                <a:lnTo>
                  <a:pt x="723900" y="1028700"/>
                </a:lnTo>
                <a:lnTo>
                  <a:pt x="704850" y="1047750"/>
                </a:lnTo>
                <a:lnTo>
                  <a:pt x="704850" y="1047750"/>
                </a:lnTo>
                <a:lnTo>
                  <a:pt x="723900" y="1076325"/>
                </a:lnTo>
                <a:lnTo>
                  <a:pt x="752475" y="1123950"/>
                </a:lnTo>
                <a:lnTo>
                  <a:pt x="704850" y="1133475"/>
                </a:lnTo>
                <a:lnTo>
                  <a:pt x="666750" y="1123950"/>
                </a:lnTo>
                <a:lnTo>
                  <a:pt x="685800" y="1133475"/>
                </a:lnTo>
                <a:lnTo>
                  <a:pt x="742950" y="1171575"/>
                </a:lnTo>
                <a:lnTo>
                  <a:pt x="695325" y="1162050"/>
                </a:lnTo>
                <a:lnTo>
                  <a:pt x="695325" y="1162050"/>
                </a:lnTo>
                <a:lnTo>
                  <a:pt x="695325" y="1181100"/>
                </a:lnTo>
                <a:lnTo>
                  <a:pt x="695325" y="1209675"/>
                </a:lnTo>
                <a:lnTo>
                  <a:pt x="685800" y="1209675"/>
                </a:lnTo>
                <a:lnTo>
                  <a:pt x="685800" y="1228725"/>
                </a:lnTo>
                <a:lnTo>
                  <a:pt x="647700" y="1228725"/>
                </a:lnTo>
                <a:lnTo>
                  <a:pt x="600075" y="1228725"/>
                </a:lnTo>
                <a:lnTo>
                  <a:pt x="619125" y="1247775"/>
                </a:lnTo>
                <a:lnTo>
                  <a:pt x="647700" y="1276350"/>
                </a:lnTo>
                <a:lnTo>
                  <a:pt x="647700" y="1276350"/>
                </a:lnTo>
                <a:lnTo>
                  <a:pt x="647700" y="1257300"/>
                </a:lnTo>
                <a:lnTo>
                  <a:pt x="657225" y="1295400"/>
                </a:lnTo>
                <a:lnTo>
                  <a:pt x="628650" y="1314450"/>
                </a:lnTo>
                <a:lnTo>
                  <a:pt x="628650" y="1343025"/>
                </a:lnTo>
                <a:lnTo>
                  <a:pt x="628650" y="1333500"/>
                </a:lnTo>
                <a:lnTo>
                  <a:pt x="619125" y="1390650"/>
                </a:lnTo>
                <a:lnTo>
                  <a:pt x="600075" y="1381125"/>
                </a:lnTo>
                <a:lnTo>
                  <a:pt x="590550" y="1419225"/>
                </a:lnTo>
                <a:lnTo>
                  <a:pt x="590550" y="1419225"/>
                </a:lnTo>
                <a:lnTo>
                  <a:pt x="561975" y="1447800"/>
                </a:lnTo>
                <a:lnTo>
                  <a:pt x="571500" y="144780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411075" y="1609725"/>
            <a:ext cx="1257300" cy="1876425"/>
          </a:xfrm>
          <a:custGeom>
            <a:avLst/>
            <a:gdLst/>
            <a:ahLst/>
            <a:cxnLst/>
            <a:rect l="l" t="t" r="r" b="b"/>
            <a:pathLst>
              <a:path w="1257300" h="1876425">
                <a:moveTo>
                  <a:pt x="838200" y="1876425"/>
                </a:moveTo>
                <a:lnTo>
                  <a:pt x="809625" y="1857375"/>
                </a:lnTo>
                <a:lnTo>
                  <a:pt x="800100" y="1847850"/>
                </a:lnTo>
                <a:lnTo>
                  <a:pt x="790575" y="1828800"/>
                </a:lnTo>
                <a:lnTo>
                  <a:pt x="762000" y="1800225"/>
                </a:lnTo>
                <a:lnTo>
                  <a:pt x="771525" y="1800225"/>
                </a:lnTo>
                <a:lnTo>
                  <a:pt x="742950" y="1781175"/>
                </a:lnTo>
                <a:lnTo>
                  <a:pt x="714375" y="1771650"/>
                </a:lnTo>
                <a:lnTo>
                  <a:pt x="695325" y="1771650"/>
                </a:lnTo>
                <a:lnTo>
                  <a:pt x="704850" y="1733550"/>
                </a:lnTo>
                <a:lnTo>
                  <a:pt x="695325" y="1714500"/>
                </a:lnTo>
                <a:lnTo>
                  <a:pt x="666750" y="1704975"/>
                </a:lnTo>
                <a:lnTo>
                  <a:pt x="647700" y="1695450"/>
                </a:lnTo>
                <a:lnTo>
                  <a:pt x="628650" y="1704975"/>
                </a:lnTo>
                <a:lnTo>
                  <a:pt x="619125" y="1666875"/>
                </a:lnTo>
                <a:lnTo>
                  <a:pt x="609600" y="1666875"/>
                </a:lnTo>
                <a:lnTo>
                  <a:pt x="581025" y="1657350"/>
                </a:lnTo>
                <a:lnTo>
                  <a:pt x="571500" y="1628775"/>
                </a:lnTo>
                <a:lnTo>
                  <a:pt x="561975" y="1609725"/>
                </a:lnTo>
                <a:lnTo>
                  <a:pt x="552450" y="1609725"/>
                </a:lnTo>
                <a:lnTo>
                  <a:pt x="523875" y="1600200"/>
                </a:lnTo>
                <a:lnTo>
                  <a:pt x="514350" y="1590675"/>
                </a:lnTo>
                <a:lnTo>
                  <a:pt x="514350" y="1571625"/>
                </a:lnTo>
                <a:lnTo>
                  <a:pt x="466725" y="1581150"/>
                </a:lnTo>
                <a:lnTo>
                  <a:pt x="476250" y="1552575"/>
                </a:lnTo>
                <a:lnTo>
                  <a:pt x="457200" y="1533525"/>
                </a:lnTo>
                <a:lnTo>
                  <a:pt x="447675" y="1533525"/>
                </a:lnTo>
                <a:lnTo>
                  <a:pt x="428625" y="1533525"/>
                </a:lnTo>
                <a:lnTo>
                  <a:pt x="400050" y="1495425"/>
                </a:lnTo>
                <a:lnTo>
                  <a:pt x="381000" y="1485900"/>
                </a:lnTo>
                <a:lnTo>
                  <a:pt x="371475" y="1466850"/>
                </a:lnTo>
                <a:lnTo>
                  <a:pt x="371475" y="1466850"/>
                </a:lnTo>
                <a:lnTo>
                  <a:pt x="361950" y="1438275"/>
                </a:lnTo>
                <a:lnTo>
                  <a:pt x="333375" y="1419225"/>
                </a:lnTo>
                <a:lnTo>
                  <a:pt x="342900" y="1419225"/>
                </a:lnTo>
                <a:lnTo>
                  <a:pt x="342900" y="1381125"/>
                </a:lnTo>
                <a:lnTo>
                  <a:pt x="314325" y="1362075"/>
                </a:lnTo>
                <a:lnTo>
                  <a:pt x="314325" y="1352550"/>
                </a:lnTo>
                <a:lnTo>
                  <a:pt x="304800" y="1314450"/>
                </a:lnTo>
                <a:lnTo>
                  <a:pt x="285750" y="1295400"/>
                </a:lnTo>
                <a:lnTo>
                  <a:pt x="276225" y="1304925"/>
                </a:lnTo>
                <a:lnTo>
                  <a:pt x="285750" y="1285875"/>
                </a:lnTo>
                <a:lnTo>
                  <a:pt x="257175" y="1257300"/>
                </a:lnTo>
                <a:lnTo>
                  <a:pt x="276225" y="1238250"/>
                </a:lnTo>
                <a:lnTo>
                  <a:pt x="285750" y="1219200"/>
                </a:lnTo>
                <a:lnTo>
                  <a:pt x="247650" y="1181100"/>
                </a:lnTo>
                <a:lnTo>
                  <a:pt x="257175" y="1162050"/>
                </a:lnTo>
                <a:lnTo>
                  <a:pt x="238125" y="1143000"/>
                </a:lnTo>
                <a:lnTo>
                  <a:pt x="228600" y="1133475"/>
                </a:lnTo>
                <a:lnTo>
                  <a:pt x="247650" y="1114425"/>
                </a:lnTo>
                <a:lnTo>
                  <a:pt x="228600" y="1104900"/>
                </a:lnTo>
                <a:lnTo>
                  <a:pt x="219075" y="1057275"/>
                </a:lnTo>
                <a:lnTo>
                  <a:pt x="209550" y="1057275"/>
                </a:lnTo>
                <a:lnTo>
                  <a:pt x="200025" y="1019175"/>
                </a:lnTo>
                <a:lnTo>
                  <a:pt x="209550" y="1009650"/>
                </a:lnTo>
                <a:lnTo>
                  <a:pt x="180975" y="1000125"/>
                </a:lnTo>
                <a:lnTo>
                  <a:pt x="200025" y="990600"/>
                </a:lnTo>
                <a:lnTo>
                  <a:pt x="190500" y="971550"/>
                </a:lnTo>
                <a:lnTo>
                  <a:pt x="171450" y="942975"/>
                </a:lnTo>
                <a:lnTo>
                  <a:pt x="171450" y="914400"/>
                </a:lnTo>
                <a:lnTo>
                  <a:pt x="171450" y="904875"/>
                </a:lnTo>
                <a:lnTo>
                  <a:pt x="152400" y="857250"/>
                </a:lnTo>
                <a:lnTo>
                  <a:pt x="152400" y="866775"/>
                </a:lnTo>
                <a:lnTo>
                  <a:pt x="133350" y="847725"/>
                </a:lnTo>
                <a:lnTo>
                  <a:pt x="123825" y="819150"/>
                </a:lnTo>
                <a:lnTo>
                  <a:pt x="0" y="752475"/>
                </a:lnTo>
                <a:lnTo>
                  <a:pt x="66675" y="752475"/>
                </a:lnTo>
                <a:lnTo>
                  <a:pt x="104775" y="733425"/>
                </a:lnTo>
                <a:lnTo>
                  <a:pt x="142875" y="704850"/>
                </a:lnTo>
                <a:lnTo>
                  <a:pt x="171450" y="600075"/>
                </a:lnTo>
                <a:lnTo>
                  <a:pt x="209550" y="600075"/>
                </a:lnTo>
                <a:lnTo>
                  <a:pt x="200025" y="581025"/>
                </a:lnTo>
                <a:lnTo>
                  <a:pt x="200025" y="609600"/>
                </a:lnTo>
                <a:lnTo>
                  <a:pt x="228600" y="590550"/>
                </a:lnTo>
                <a:lnTo>
                  <a:pt x="171450" y="514350"/>
                </a:lnTo>
                <a:lnTo>
                  <a:pt x="228600" y="514350"/>
                </a:lnTo>
                <a:lnTo>
                  <a:pt x="200025" y="504825"/>
                </a:lnTo>
                <a:lnTo>
                  <a:pt x="228600" y="466725"/>
                </a:lnTo>
                <a:lnTo>
                  <a:pt x="247650" y="438150"/>
                </a:lnTo>
                <a:lnTo>
                  <a:pt x="266700" y="428625"/>
                </a:lnTo>
                <a:lnTo>
                  <a:pt x="285750" y="457200"/>
                </a:lnTo>
                <a:lnTo>
                  <a:pt x="285750" y="381000"/>
                </a:lnTo>
                <a:lnTo>
                  <a:pt x="304800" y="342900"/>
                </a:lnTo>
                <a:lnTo>
                  <a:pt x="304800" y="276225"/>
                </a:lnTo>
                <a:lnTo>
                  <a:pt x="333375" y="381000"/>
                </a:lnTo>
                <a:lnTo>
                  <a:pt x="361950" y="400050"/>
                </a:lnTo>
                <a:lnTo>
                  <a:pt x="371475" y="371475"/>
                </a:lnTo>
                <a:lnTo>
                  <a:pt x="342900" y="342900"/>
                </a:lnTo>
                <a:lnTo>
                  <a:pt x="371475" y="295275"/>
                </a:lnTo>
                <a:lnTo>
                  <a:pt x="371475" y="257175"/>
                </a:lnTo>
                <a:lnTo>
                  <a:pt x="390525" y="247650"/>
                </a:lnTo>
                <a:lnTo>
                  <a:pt x="371475" y="209550"/>
                </a:lnTo>
                <a:lnTo>
                  <a:pt x="400050" y="209550"/>
                </a:lnTo>
                <a:lnTo>
                  <a:pt x="400050" y="190500"/>
                </a:lnTo>
                <a:lnTo>
                  <a:pt x="400050" y="133350"/>
                </a:lnTo>
                <a:lnTo>
                  <a:pt x="428625" y="133350"/>
                </a:lnTo>
                <a:lnTo>
                  <a:pt x="409575" y="114300"/>
                </a:lnTo>
                <a:lnTo>
                  <a:pt x="447675" y="123825"/>
                </a:lnTo>
                <a:lnTo>
                  <a:pt x="438150" y="123825"/>
                </a:lnTo>
                <a:lnTo>
                  <a:pt x="466725" y="133350"/>
                </a:lnTo>
                <a:lnTo>
                  <a:pt x="466725" y="95250"/>
                </a:lnTo>
                <a:lnTo>
                  <a:pt x="504825" y="104775"/>
                </a:lnTo>
                <a:lnTo>
                  <a:pt x="504825" y="104775"/>
                </a:lnTo>
                <a:lnTo>
                  <a:pt x="514350" y="114300"/>
                </a:lnTo>
                <a:lnTo>
                  <a:pt x="514350" y="85725"/>
                </a:lnTo>
                <a:lnTo>
                  <a:pt x="533400" y="76200"/>
                </a:lnTo>
                <a:lnTo>
                  <a:pt x="533400" y="57150"/>
                </a:lnTo>
                <a:lnTo>
                  <a:pt x="552450" y="66675"/>
                </a:lnTo>
                <a:lnTo>
                  <a:pt x="571500" y="95250"/>
                </a:lnTo>
                <a:lnTo>
                  <a:pt x="581025" y="85725"/>
                </a:lnTo>
                <a:lnTo>
                  <a:pt x="571500" y="85725"/>
                </a:lnTo>
                <a:lnTo>
                  <a:pt x="581025" y="76200"/>
                </a:lnTo>
                <a:lnTo>
                  <a:pt x="619125" y="76200"/>
                </a:lnTo>
                <a:lnTo>
                  <a:pt x="638175" y="76200"/>
                </a:lnTo>
                <a:lnTo>
                  <a:pt x="638175" y="66675"/>
                </a:lnTo>
                <a:lnTo>
                  <a:pt x="647700" y="57150"/>
                </a:lnTo>
                <a:lnTo>
                  <a:pt x="647700" y="66675"/>
                </a:lnTo>
                <a:lnTo>
                  <a:pt x="676275" y="47625"/>
                </a:lnTo>
                <a:lnTo>
                  <a:pt x="676275" y="57150"/>
                </a:lnTo>
                <a:lnTo>
                  <a:pt x="695325" y="47625"/>
                </a:lnTo>
                <a:lnTo>
                  <a:pt x="695325" y="28575"/>
                </a:lnTo>
                <a:lnTo>
                  <a:pt x="723900" y="19050"/>
                </a:lnTo>
                <a:lnTo>
                  <a:pt x="723900" y="28575"/>
                </a:lnTo>
                <a:lnTo>
                  <a:pt x="762000" y="9525"/>
                </a:lnTo>
                <a:lnTo>
                  <a:pt x="771525" y="19050"/>
                </a:lnTo>
                <a:lnTo>
                  <a:pt x="762000" y="0"/>
                </a:lnTo>
                <a:lnTo>
                  <a:pt x="771525" y="9525"/>
                </a:lnTo>
                <a:lnTo>
                  <a:pt x="790575" y="0"/>
                </a:lnTo>
                <a:lnTo>
                  <a:pt x="809625" y="19050"/>
                </a:lnTo>
                <a:lnTo>
                  <a:pt x="838200" y="19050"/>
                </a:lnTo>
                <a:lnTo>
                  <a:pt x="828675" y="28575"/>
                </a:lnTo>
                <a:lnTo>
                  <a:pt x="857250" y="47625"/>
                </a:lnTo>
                <a:lnTo>
                  <a:pt x="857250" y="57150"/>
                </a:lnTo>
                <a:lnTo>
                  <a:pt x="885825" y="85725"/>
                </a:lnTo>
                <a:lnTo>
                  <a:pt x="885825" y="95250"/>
                </a:lnTo>
                <a:lnTo>
                  <a:pt x="914400" y="104775"/>
                </a:lnTo>
                <a:lnTo>
                  <a:pt x="914400" y="114300"/>
                </a:lnTo>
                <a:lnTo>
                  <a:pt x="933450" y="123825"/>
                </a:lnTo>
                <a:lnTo>
                  <a:pt x="942975" y="133350"/>
                </a:lnTo>
                <a:lnTo>
                  <a:pt x="971550" y="133350"/>
                </a:lnTo>
                <a:lnTo>
                  <a:pt x="962025" y="152400"/>
                </a:lnTo>
                <a:lnTo>
                  <a:pt x="990600" y="161925"/>
                </a:lnTo>
                <a:lnTo>
                  <a:pt x="990600" y="171450"/>
                </a:lnTo>
                <a:lnTo>
                  <a:pt x="1000125" y="180975"/>
                </a:lnTo>
                <a:lnTo>
                  <a:pt x="1038225" y="209550"/>
                </a:lnTo>
                <a:lnTo>
                  <a:pt x="1028700" y="200025"/>
                </a:lnTo>
                <a:lnTo>
                  <a:pt x="1057275" y="238125"/>
                </a:lnTo>
                <a:lnTo>
                  <a:pt x="1047750" y="238125"/>
                </a:lnTo>
                <a:lnTo>
                  <a:pt x="1057275" y="238125"/>
                </a:lnTo>
                <a:lnTo>
                  <a:pt x="1095375" y="266700"/>
                </a:lnTo>
                <a:lnTo>
                  <a:pt x="1095375" y="266700"/>
                </a:lnTo>
                <a:lnTo>
                  <a:pt x="1114425" y="285750"/>
                </a:lnTo>
                <a:lnTo>
                  <a:pt x="1133475" y="285750"/>
                </a:lnTo>
                <a:lnTo>
                  <a:pt x="1143000" y="314325"/>
                </a:lnTo>
                <a:lnTo>
                  <a:pt x="1162050" y="333375"/>
                </a:lnTo>
                <a:lnTo>
                  <a:pt x="1181100" y="352425"/>
                </a:lnTo>
                <a:lnTo>
                  <a:pt x="1181100" y="361950"/>
                </a:lnTo>
                <a:lnTo>
                  <a:pt x="1200150" y="361950"/>
                </a:lnTo>
                <a:lnTo>
                  <a:pt x="1209675" y="371475"/>
                </a:lnTo>
                <a:lnTo>
                  <a:pt x="1219200" y="371475"/>
                </a:lnTo>
                <a:lnTo>
                  <a:pt x="1247775" y="390525"/>
                </a:lnTo>
                <a:lnTo>
                  <a:pt x="1247775" y="409575"/>
                </a:lnTo>
                <a:lnTo>
                  <a:pt x="1257300" y="438150"/>
                </a:lnTo>
                <a:lnTo>
                  <a:pt x="1257300" y="466725"/>
                </a:lnTo>
                <a:lnTo>
                  <a:pt x="1257300" y="466725"/>
                </a:lnTo>
                <a:lnTo>
                  <a:pt x="1228725" y="476250"/>
                </a:lnTo>
                <a:lnTo>
                  <a:pt x="1238250" y="504825"/>
                </a:lnTo>
                <a:lnTo>
                  <a:pt x="1228725" y="504825"/>
                </a:lnTo>
                <a:lnTo>
                  <a:pt x="1247775" y="552450"/>
                </a:lnTo>
                <a:lnTo>
                  <a:pt x="1228725" y="552450"/>
                </a:lnTo>
                <a:lnTo>
                  <a:pt x="1228725" y="581025"/>
                </a:lnTo>
                <a:lnTo>
                  <a:pt x="1219200" y="581025"/>
                </a:lnTo>
                <a:lnTo>
                  <a:pt x="1238250" y="600075"/>
                </a:lnTo>
                <a:lnTo>
                  <a:pt x="1238250" y="609600"/>
                </a:lnTo>
                <a:lnTo>
                  <a:pt x="1238250" y="638175"/>
                </a:lnTo>
                <a:lnTo>
                  <a:pt x="1228725" y="647700"/>
                </a:lnTo>
                <a:lnTo>
                  <a:pt x="1219200" y="666750"/>
                </a:lnTo>
                <a:lnTo>
                  <a:pt x="1228725" y="685800"/>
                </a:lnTo>
                <a:lnTo>
                  <a:pt x="1247775" y="704850"/>
                </a:lnTo>
                <a:lnTo>
                  <a:pt x="1238250" y="733425"/>
                </a:lnTo>
                <a:lnTo>
                  <a:pt x="1238250" y="733425"/>
                </a:lnTo>
                <a:lnTo>
                  <a:pt x="1238250" y="781050"/>
                </a:lnTo>
                <a:lnTo>
                  <a:pt x="1247775" y="771525"/>
                </a:lnTo>
                <a:lnTo>
                  <a:pt x="1238250" y="781050"/>
                </a:lnTo>
                <a:lnTo>
                  <a:pt x="1228725" y="800100"/>
                </a:lnTo>
                <a:lnTo>
                  <a:pt x="1219200" y="828675"/>
                </a:lnTo>
                <a:lnTo>
                  <a:pt x="1228725" y="838200"/>
                </a:lnTo>
                <a:lnTo>
                  <a:pt x="1219200" y="885825"/>
                </a:lnTo>
                <a:lnTo>
                  <a:pt x="1247775" y="876300"/>
                </a:lnTo>
                <a:lnTo>
                  <a:pt x="1238250" y="885825"/>
                </a:lnTo>
                <a:lnTo>
                  <a:pt x="1238250" y="933450"/>
                </a:lnTo>
                <a:lnTo>
                  <a:pt x="1219200" y="952500"/>
                </a:lnTo>
                <a:lnTo>
                  <a:pt x="1247775" y="962025"/>
                </a:lnTo>
                <a:lnTo>
                  <a:pt x="1209675" y="971550"/>
                </a:lnTo>
                <a:lnTo>
                  <a:pt x="1219200" y="971550"/>
                </a:lnTo>
                <a:lnTo>
                  <a:pt x="1228725" y="981075"/>
                </a:lnTo>
                <a:lnTo>
                  <a:pt x="1219200" y="1000125"/>
                </a:lnTo>
                <a:lnTo>
                  <a:pt x="1209675" y="1038225"/>
                </a:lnTo>
                <a:lnTo>
                  <a:pt x="1200150" y="1038225"/>
                </a:lnTo>
                <a:lnTo>
                  <a:pt x="1219200" y="1038225"/>
                </a:lnTo>
                <a:lnTo>
                  <a:pt x="1200150" y="1047750"/>
                </a:lnTo>
                <a:lnTo>
                  <a:pt x="1181100" y="1076325"/>
                </a:lnTo>
                <a:lnTo>
                  <a:pt x="1181100" y="1114425"/>
                </a:lnTo>
                <a:lnTo>
                  <a:pt x="1171575" y="1114425"/>
                </a:lnTo>
                <a:lnTo>
                  <a:pt x="1181100" y="1114425"/>
                </a:lnTo>
                <a:lnTo>
                  <a:pt x="1162050" y="1123950"/>
                </a:lnTo>
                <a:lnTo>
                  <a:pt x="1171575" y="1143000"/>
                </a:lnTo>
                <a:lnTo>
                  <a:pt x="1162050" y="1152525"/>
                </a:lnTo>
                <a:lnTo>
                  <a:pt x="1162050" y="1152525"/>
                </a:lnTo>
                <a:lnTo>
                  <a:pt x="1162050" y="1181100"/>
                </a:lnTo>
                <a:lnTo>
                  <a:pt x="1162050" y="1200150"/>
                </a:lnTo>
                <a:lnTo>
                  <a:pt x="1133475" y="1209675"/>
                </a:lnTo>
                <a:lnTo>
                  <a:pt x="1133475" y="1209675"/>
                </a:lnTo>
                <a:lnTo>
                  <a:pt x="1133475" y="1238250"/>
                </a:lnTo>
                <a:lnTo>
                  <a:pt x="1123950" y="1228725"/>
                </a:lnTo>
                <a:lnTo>
                  <a:pt x="1133475" y="1247775"/>
                </a:lnTo>
                <a:lnTo>
                  <a:pt x="1133475" y="1266825"/>
                </a:lnTo>
                <a:lnTo>
                  <a:pt x="1104900" y="1266825"/>
                </a:lnTo>
                <a:lnTo>
                  <a:pt x="1133475" y="1276350"/>
                </a:lnTo>
                <a:lnTo>
                  <a:pt x="1114425" y="1304925"/>
                </a:lnTo>
                <a:lnTo>
                  <a:pt x="1114425" y="1323975"/>
                </a:lnTo>
                <a:lnTo>
                  <a:pt x="1123950" y="1314450"/>
                </a:lnTo>
                <a:lnTo>
                  <a:pt x="1095375" y="1362075"/>
                </a:lnTo>
                <a:lnTo>
                  <a:pt x="1104900" y="1343025"/>
                </a:lnTo>
                <a:lnTo>
                  <a:pt x="1085850" y="1371600"/>
                </a:lnTo>
                <a:lnTo>
                  <a:pt x="1000125" y="1323975"/>
                </a:lnTo>
                <a:lnTo>
                  <a:pt x="1057275" y="1371600"/>
                </a:lnTo>
                <a:lnTo>
                  <a:pt x="1038225" y="1371600"/>
                </a:lnTo>
                <a:lnTo>
                  <a:pt x="1047750" y="1390650"/>
                </a:lnTo>
                <a:lnTo>
                  <a:pt x="1038225" y="1390650"/>
                </a:lnTo>
                <a:lnTo>
                  <a:pt x="1019175" y="1476375"/>
                </a:lnTo>
                <a:lnTo>
                  <a:pt x="1009650" y="1447800"/>
                </a:lnTo>
                <a:lnTo>
                  <a:pt x="1019175" y="1476375"/>
                </a:lnTo>
                <a:lnTo>
                  <a:pt x="1019175" y="1524000"/>
                </a:lnTo>
                <a:lnTo>
                  <a:pt x="1038225" y="1504950"/>
                </a:lnTo>
                <a:lnTo>
                  <a:pt x="1028700" y="1533525"/>
                </a:lnTo>
                <a:lnTo>
                  <a:pt x="1019175" y="1524000"/>
                </a:lnTo>
                <a:lnTo>
                  <a:pt x="971550" y="1571625"/>
                </a:lnTo>
                <a:lnTo>
                  <a:pt x="990600" y="1552575"/>
                </a:lnTo>
                <a:lnTo>
                  <a:pt x="971550" y="1600200"/>
                </a:lnTo>
                <a:lnTo>
                  <a:pt x="971550" y="1600200"/>
                </a:lnTo>
                <a:lnTo>
                  <a:pt x="1000125" y="1638300"/>
                </a:lnTo>
                <a:lnTo>
                  <a:pt x="933450" y="1647825"/>
                </a:lnTo>
                <a:lnTo>
                  <a:pt x="933450" y="1638300"/>
                </a:lnTo>
                <a:lnTo>
                  <a:pt x="933450" y="1657350"/>
                </a:lnTo>
                <a:lnTo>
                  <a:pt x="904875" y="1647825"/>
                </a:lnTo>
                <a:lnTo>
                  <a:pt x="923925" y="1657350"/>
                </a:lnTo>
                <a:lnTo>
                  <a:pt x="904875" y="1676400"/>
                </a:lnTo>
                <a:lnTo>
                  <a:pt x="933450" y="1724025"/>
                </a:lnTo>
                <a:lnTo>
                  <a:pt x="904875" y="1743075"/>
                </a:lnTo>
                <a:lnTo>
                  <a:pt x="923925" y="1771650"/>
                </a:lnTo>
                <a:lnTo>
                  <a:pt x="895350" y="1790700"/>
                </a:lnTo>
                <a:lnTo>
                  <a:pt x="866775" y="1819275"/>
                </a:lnTo>
                <a:lnTo>
                  <a:pt x="857250" y="1838325"/>
                </a:lnTo>
                <a:lnTo>
                  <a:pt x="838200" y="1838325"/>
                </a:lnTo>
                <a:lnTo>
                  <a:pt x="847725" y="1857375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91950" y="1819275"/>
            <a:ext cx="1066800" cy="1762125"/>
          </a:xfrm>
          <a:custGeom>
            <a:avLst/>
            <a:gdLst/>
            <a:ahLst/>
            <a:cxnLst/>
            <a:rect l="l" t="t" r="r" b="b"/>
            <a:pathLst>
              <a:path w="1066800" h="1762125">
                <a:moveTo>
                  <a:pt x="666750" y="1762125"/>
                </a:moveTo>
                <a:lnTo>
                  <a:pt x="647700" y="1752600"/>
                </a:lnTo>
                <a:lnTo>
                  <a:pt x="628650" y="1733550"/>
                </a:lnTo>
                <a:lnTo>
                  <a:pt x="619125" y="1733550"/>
                </a:lnTo>
                <a:lnTo>
                  <a:pt x="590550" y="1704975"/>
                </a:lnTo>
                <a:lnTo>
                  <a:pt x="590550" y="1714500"/>
                </a:lnTo>
                <a:lnTo>
                  <a:pt x="600075" y="1695450"/>
                </a:lnTo>
                <a:lnTo>
                  <a:pt x="571500" y="1666875"/>
                </a:lnTo>
                <a:lnTo>
                  <a:pt x="571500" y="1676400"/>
                </a:lnTo>
                <a:lnTo>
                  <a:pt x="542925" y="1657350"/>
                </a:lnTo>
                <a:lnTo>
                  <a:pt x="533400" y="1657350"/>
                </a:lnTo>
                <a:lnTo>
                  <a:pt x="495300" y="1609725"/>
                </a:lnTo>
                <a:lnTo>
                  <a:pt x="504825" y="1628775"/>
                </a:lnTo>
                <a:lnTo>
                  <a:pt x="485775" y="1600200"/>
                </a:lnTo>
                <a:lnTo>
                  <a:pt x="466725" y="1590675"/>
                </a:lnTo>
                <a:lnTo>
                  <a:pt x="438150" y="1562100"/>
                </a:lnTo>
                <a:lnTo>
                  <a:pt x="438150" y="1552575"/>
                </a:lnTo>
                <a:lnTo>
                  <a:pt x="419100" y="1533525"/>
                </a:lnTo>
                <a:lnTo>
                  <a:pt x="428625" y="1543050"/>
                </a:lnTo>
                <a:lnTo>
                  <a:pt x="400050" y="1543050"/>
                </a:lnTo>
                <a:lnTo>
                  <a:pt x="381000" y="1514475"/>
                </a:lnTo>
                <a:lnTo>
                  <a:pt x="361950" y="1495425"/>
                </a:lnTo>
                <a:lnTo>
                  <a:pt x="342900" y="1485900"/>
                </a:lnTo>
                <a:lnTo>
                  <a:pt x="352425" y="1466850"/>
                </a:lnTo>
                <a:lnTo>
                  <a:pt x="333375" y="1457325"/>
                </a:lnTo>
                <a:lnTo>
                  <a:pt x="304800" y="1447800"/>
                </a:lnTo>
                <a:lnTo>
                  <a:pt x="285750" y="1438275"/>
                </a:lnTo>
                <a:lnTo>
                  <a:pt x="295275" y="1438275"/>
                </a:lnTo>
                <a:lnTo>
                  <a:pt x="266700" y="1428750"/>
                </a:lnTo>
                <a:lnTo>
                  <a:pt x="266700" y="1419225"/>
                </a:lnTo>
                <a:lnTo>
                  <a:pt x="228600" y="1390650"/>
                </a:lnTo>
                <a:lnTo>
                  <a:pt x="219075" y="1371600"/>
                </a:lnTo>
                <a:lnTo>
                  <a:pt x="200025" y="1381125"/>
                </a:lnTo>
                <a:lnTo>
                  <a:pt x="200025" y="1343025"/>
                </a:lnTo>
                <a:lnTo>
                  <a:pt x="190500" y="1304925"/>
                </a:lnTo>
                <a:lnTo>
                  <a:pt x="180975" y="1304925"/>
                </a:lnTo>
                <a:lnTo>
                  <a:pt x="200025" y="1276350"/>
                </a:lnTo>
                <a:lnTo>
                  <a:pt x="171450" y="1285875"/>
                </a:lnTo>
                <a:lnTo>
                  <a:pt x="161925" y="1247775"/>
                </a:lnTo>
                <a:lnTo>
                  <a:pt x="152400" y="1247775"/>
                </a:lnTo>
                <a:lnTo>
                  <a:pt x="142875" y="1238250"/>
                </a:lnTo>
                <a:lnTo>
                  <a:pt x="171450" y="1219200"/>
                </a:lnTo>
                <a:lnTo>
                  <a:pt x="152400" y="1200150"/>
                </a:lnTo>
                <a:lnTo>
                  <a:pt x="123825" y="1162050"/>
                </a:lnTo>
                <a:lnTo>
                  <a:pt x="123825" y="1143000"/>
                </a:lnTo>
                <a:lnTo>
                  <a:pt x="133350" y="1133475"/>
                </a:lnTo>
                <a:lnTo>
                  <a:pt x="104775" y="1114425"/>
                </a:lnTo>
                <a:lnTo>
                  <a:pt x="123825" y="1085850"/>
                </a:lnTo>
                <a:lnTo>
                  <a:pt x="95250" y="1066800"/>
                </a:lnTo>
                <a:lnTo>
                  <a:pt x="95250" y="1047750"/>
                </a:lnTo>
                <a:lnTo>
                  <a:pt x="76200" y="1047750"/>
                </a:lnTo>
                <a:lnTo>
                  <a:pt x="66675" y="1028700"/>
                </a:lnTo>
                <a:lnTo>
                  <a:pt x="95250" y="981075"/>
                </a:lnTo>
                <a:lnTo>
                  <a:pt x="95250" y="971550"/>
                </a:lnTo>
                <a:lnTo>
                  <a:pt x="57150" y="971550"/>
                </a:lnTo>
                <a:lnTo>
                  <a:pt x="66675" y="933450"/>
                </a:lnTo>
                <a:lnTo>
                  <a:pt x="66675" y="933450"/>
                </a:lnTo>
                <a:lnTo>
                  <a:pt x="76200" y="914400"/>
                </a:lnTo>
                <a:lnTo>
                  <a:pt x="57150" y="885825"/>
                </a:lnTo>
                <a:lnTo>
                  <a:pt x="38100" y="866775"/>
                </a:lnTo>
                <a:lnTo>
                  <a:pt x="38100" y="866775"/>
                </a:lnTo>
                <a:lnTo>
                  <a:pt x="19050" y="847725"/>
                </a:lnTo>
                <a:lnTo>
                  <a:pt x="9525" y="800100"/>
                </a:lnTo>
                <a:lnTo>
                  <a:pt x="0" y="781050"/>
                </a:lnTo>
                <a:lnTo>
                  <a:pt x="0" y="781050"/>
                </a:lnTo>
                <a:lnTo>
                  <a:pt x="76200" y="790575"/>
                </a:lnTo>
                <a:lnTo>
                  <a:pt x="9525" y="781050"/>
                </a:lnTo>
                <a:lnTo>
                  <a:pt x="28575" y="695325"/>
                </a:lnTo>
                <a:lnTo>
                  <a:pt x="9525" y="647700"/>
                </a:lnTo>
                <a:lnTo>
                  <a:pt x="38100" y="685800"/>
                </a:lnTo>
                <a:lnTo>
                  <a:pt x="19050" y="638175"/>
                </a:lnTo>
                <a:lnTo>
                  <a:pt x="38100" y="609600"/>
                </a:lnTo>
                <a:lnTo>
                  <a:pt x="76200" y="581025"/>
                </a:lnTo>
                <a:lnTo>
                  <a:pt x="66675" y="466725"/>
                </a:lnTo>
                <a:lnTo>
                  <a:pt x="123825" y="533400"/>
                </a:lnTo>
                <a:lnTo>
                  <a:pt x="85725" y="485775"/>
                </a:lnTo>
                <a:lnTo>
                  <a:pt x="76200" y="466725"/>
                </a:lnTo>
                <a:lnTo>
                  <a:pt x="104775" y="438150"/>
                </a:lnTo>
                <a:lnTo>
                  <a:pt x="104775" y="457200"/>
                </a:lnTo>
                <a:lnTo>
                  <a:pt x="152400" y="438150"/>
                </a:lnTo>
                <a:lnTo>
                  <a:pt x="161925" y="419100"/>
                </a:lnTo>
                <a:lnTo>
                  <a:pt x="180975" y="390525"/>
                </a:lnTo>
                <a:lnTo>
                  <a:pt x="142875" y="371475"/>
                </a:lnTo>
                <a:lnTo>
                  <a:pt x="180975" y="323850"/>
                </a:lnTo>
                <a:lnTo>
                  <a:pt x="180975" y="361950"/>
                </a:lnTo>
                <a:lnTo>
                  <a:pt x="238125" y="314325"/>
                </a:lnTo>
                <a:lnTo>
                  <a:pt x="228600" y="323850"/>
                </a:lnTo>
                <a:lnTo>
                  <a:pt x="238125" y="314325"/>
                </a:lnTo>
                <a:lnTo>
                  <a:pt x="219075" y="266700"/>
                </a:lnTo>
                <a:lnTo>
                  <a:pt x="219075" y="180975"/>
                </a:lnTo>
                <a:lnTo>
                  <a:pt x="228600" y="219075"/>
                </a:lnTo>
                <a:lnTo>
                  <a:pt x="257175" y="200025"/>
                </a:lnTo>
                <a:lnTo>
                  <a:pt x="257175" y="190500"/>
                </a:lnTo>
                <a:lnTo>
                  <a:pt x="238125" y="171450"/>
                </a:lnTo>
                <a:lnTo>
                  <a:pt x="257175" y="104775"/>
                </a:lnTo>
                <a:lnTo>
                  <a:pt x="285750" y="95250"/>
                </a:lnTo>
                <a:lnTo>
                  <a:pt x="276225" y="85725"/>
                </a:lnTo>
                <a:lnTo>
                  <a:pt x="276225" y="104775"/>
                </a:lnTo>
                <a:lnTo>
                  <a:pt x="304800" y="104775"/>
                </a:lnTo>
                <a:lnTo>
                  <a:pt x="304800" y="85725"/>
                </a:lnTo>
                <a:lnTo>
                  <a:pt x="323850" y="95250"/>
                </a:lnTo>
                <a:lnTo>
                  <a:pt x="361950" y="104775"/>
                </a:lnTo>
                <a:lnTo>
                  <a:pt x="352425" y="85725"/>
                </a:lnTo>
                <a:lnTo>
                  <a:pt x="361950" y="85725"/>
                </a:lnTo>
                <a:lnTo>
                  <a:pt x="361950" y="95250"/>
                </a:lnTo>
                <a:lnTo>
                  <a:pt x="371475" y="95250"/>
                </a:lnTo>
                <a:lnTo>
                  <a:pt x="390525" y="85725"/>
                </a:lnTo>
                <a:lnTo>
                  <a:pt x="409575" y="66675"/>
                </a:lnTo>
                <a:lnTo>
                  <a:pt x="409575" y="66675"/>
                </a:lnTo>
                <a:lnTo>
                  <a:pt x="419100" y="85725"/>
                </a:lnTo>
                <a:lnTo>
                  <a:pt x="419100" y="76200"/>
                </a:lnTo>
                <a:lnTo>
                  <a:pt x="428625" y="66675"/>
                </a:lnTo>
                <a:lnTo>
                  <a:pt x="447675" y="66675"/>
                </a:lnTo>
                <a:lnTo>
                  <a:pt x="485775" y="47625"/>
                </a:lnTo>
                <a:lnTo>
                  <a:pt x="476250" y="66675"/>
                </a:lnTo>
                <a:lnTo>
                  <a:pt x="504825" y="38100"/>
                </a:lnTo>
                <a:lnTo>
                  <a:pt x="495300" y="47625"/>
                </a:lnTo>
                <a:lnTo>
                  <a:pt x="523875" y="28575"/>
                </a:lnTo>
                <a:lnTo>
                  <a:pt x="533400" y="19050"/>
                </a:lnTo>
                <a:lnTo>
                  <a:pt x="542925" y="38100"/>
                </a:lnTo>
                <a:lnTo>
                  <a:pt x="552450" y="38100"/>
                </a:lnTo>
                <a:lnTo>
                  <a:pt x="581025" y="19050"/>
                </a:lnTo>
                <a:lnTo>
                  <a:pt x="590550" y="28575"/>
                </a:lnTo>
                <a:lnTo>
                  <a:pt x="600075" y="28575"/>
                </a:lnTo>
                <a:lnTo>
                  <a:pt x="600075" y="0"/>
                </a:lnTo>
                <a:lnTo>
                  <a:pt x="619125" y="0"/>
                </a:lnTo>
                <a:lnTo>
                  <a:pt x="619125" y="19050"/>
                </a:lnTo>
                <a:lnTo>
                  <a:pt x="628650" y="0"/>
                </a:lnTo>
                <a:lnTo>
                  <a:pt x="657225" y="0"/>
                </a:lnTo>
                <a:lnTo>
                  <a:pt x="657225" y="38100"/>
                </a:lnTo>
                <a:lnTo>
                  <a:pt x="676275" y="28575"/>
                </a:lnTo>
                <a:lnTo>
                  <a:pt x="676275" y="38100"/>
                </a:lnTo>
                <a:lnTo>
                  <a:pt x="685800" y="57150"/>
                </a:lnTo>
                <a:lnTo>
                  <a:pt x="695325" y="57150"/>
                </a:lnTo>
                <a:lnTo>
                  <a:pt x="733425" y="95250"/>
                </a:lnTo>
                <a:lnTo>
                  <a:pt x="742950" y="76200"/>
                </a:lnTo>
                <a:lnTo>
                  <a:pt x="742950" y="95250"/>
                </a:lnTo>
                <a:lnTo>
                  <a:pt x="752475" y="114300"/>
                </a:lnTo>
                <a:lnTo>
                  <a:pt x="781050" y="114300"/>
                </a:lnTo>
                <a:lnTo>
                  <a:pt x="800100" y="142875"/>
                </a:lnTo>
                <a:lnTo>
                  <a:pt x="790575" y="142875"/>
                </a:lnTo>
                <a:lnTo>
                  <a:pt x="809625" y="152400"/>
                </a:lnTo>
                <a:lnTo>
                  <a:pt x="828675" y="142875"/>
                </a:lnTo>
                <a:lnTo>
                  <a:pt x="847725" y="171450"/>
                </a:lnTo>
                <a:lnTo>
                  <a:pt x="847725" y="171450"/>
                </a:lnTo>
                <a:lnTo>
                  <a:pt x="857250" y="209550"/>
                </a:lnTo>
                <a:lnTo>
                  <a:pt x="866775" y="219075"/>
                </a:lnTo>
                <a:lnTo>
                  <a:pt x="866775" y="209550"/>
                </a:lnTo>
                <a:lnTo>
                  <a:pt x="885825" y="228600"/>
                </a:lnTo>
                <a:lnTo>
                  <a:pt x="904875" y="257175"/>
                </a:lnTo>
                <a:lnTo>
                  <a:pt x="914400" y="257175"/>
                </a:lnTo>
                <a:lnTo>
                  <a:pt x="942975" y="276225"/>
                </a:lnTo>
                <a:lnTo>
                  <a:pt x="962025" y="276225"/>
                </a:lnTo>
                <a:lnTo>
                  <a:pt x="952500" y="285750"/>
                </a:lnTo>
                <a:lnTo>
                  <a:pt x="981075" y="295275"/>
                </a:lnTo>
                <a:lnTo>
                  <a:pt x="1000125" y="304800"/>
                </a:lnTo>
                <a:lnTo>
                  <a:pt x="1009650" y="333375"/>
                </a:lnTo>
                <a:lnTo>
                  <a:pt x="1000125" y="342900"/>
                </a:lnTo>
                <a:lnTo>
                  <a:pt x="1038225" y="352425"/>
                </a:lnTo>
                <a:lnTo>
                  <a:pt x="1057275" y="371475"/>
                </a:lnTo>
                <a:lnTo>
                  <a:pt x="1038225" y="381000"/>
                </a:lnTo>
                <a:lnTo>
                  <a:pt x="1066800" y="419100"/>
                </a:lnTo>
                <a:lnTo>
                  <a:pt x="1066800" y="419100"/>
                </a:lnTo>
                <a:lnTo>
                  <a:pt x="1047750" y="438150"/>
                </a:lnTo>
                <a:lnTo>
                  <a:pt x="1057275" y="428625"/>
                </a:lnTo>
                <a:lnTo>
                  <a:pt x="1066800" y="466725"/>
                </a:lnTo>
                <a:lnTo>
                  <a:pt x="1057275" y="466725"/>
                </a:lnTo>
                <a:lnTo>
                  <a:pt x="1047750" y="495300"/>
                </a:lnTo>
                <a:lnTo>
                  <a:pt x="1047750" y="514350"/>
                </a:lnTo>
                <a:lnTo>
                  <a:pt x="1038225" y="514350"/>
                </a:lnTo>
                <a:lnTo>
                  <a:pt x="1047750" y="542925"/>
                </a:lnTo>
                <a:lnTo>
                  <a:pt x="1057275" y="571500"/>
                </a:lnTo>
                <a:lnTo>
                  <a:pt x="1047750" y="571500"/>
                </a:lnTo>
                <a:lnTo>
                  <a:pt x="1038225" y="581025"/>
                </a:lnTo>
                <a:lnTo>
                  <a:pt x="1047750" y="609600"/>
                </a:lnTo>
                <a:lnTo>
                  <a:pt x="1038225" y="609600"/>
                </a:lnTo>
                <a:lnTo>
                  <a:pt x="1066800" y="619125"/>
                </a:lnTo>
                <a:lnTo>
                  <a:pt x="1038225" y="657225"/>
                </a:lnTo>
                <a:lnTo>
                  <a:pt x="1038225" y="666750"/>
                </a:lnTo>
                <a:lnTo>
                  <a:pt x="1038225" y="676275"/>
                </a:lnTo>
                <a:lnTo>
                  <a:pt x="1038225" y="704850"/>
                </a:lnTo>
                <a:lnTo>
                  <a:pt x="1047750" y="733425"/>
                </a:lnTo>
                <a:lnTo>
                  <a:pt x="1038225" y="733425"/>
                </a:lnTo>
                <a:lnTo>
                  <a:pt x="1057275" y="752475"/>
                </a:lnTo>
                <a:lnTo>
                  <a:pt x="1038225" y="771525"/>
                </a:lnTo>
                <a:lnTo>
                  <a:pt x="1038225" y="771525"/>
                </a:lnTo>
                <a:lnTo>
                  <a:pt x="1038225" y="781050"/>
                </a:lnTo>
                <a:lnTo>
                  <a:pt x="1038225" y="819150"/>
                </a:lnTo>
                <a:lnTo>
                  <a:pt x="1057275" y="838200"/>
                </a:lnTo>
                <a:lnTo>
                  <a:pt x="1038225" y="866775"/>
                </a:lnTo>
                <a:lnTo>
                  <a:pt x="1038225" y="866775"/>
                </a:lnTo>
                <a:lnTo>
                  <a:pt x="1047750" y="895350"/>
                </a:lnTo>
                <a:lnTo>
                  <a:pt x="1057275" y="895350"/>
                </a:lnTo>
                <a:lnTo>
                  <a:pt x="1019175" y="904875"/>
                </a:lnTo>
                <a:lnTo>
                  <a:pt x="1019175" y="914400"/>
                </a:lnTo>
                <a:lnTo>
                  <a:pt x="1028700" y="942975"/>
                </a:lnTo>
                <a:lnTo>
                  <a:pt x="1028700" y="942975"/>
                </a:lnTo>
                <a:lnTo>
                  <a:pt x="1028700" y="990600"/>
                </a:lnTo>
                <a:lnTo>
                  <a:pt x="1009650" y="990600"/>
                </a:lnTo>
                <a:lnTo>
                  <a:pt x="1000125" y="1009650"/>
                </a:lnTo>
                <a:lnTo>
                  <a:pt x="1019175" y="1019175"/>
                </a:lnTo>
                <a:lnTo>
                  <a:pt x="990600" y="990600"/>
                </a:lnTo>
                <a:lnTo>
                  <a:pt x="971550" y="1038225"/>
                </a:lnTo>
                <a:lnTo>
                  <a:pt x="971550" y="1028700"/>
                </a:lnTo>
                <a:lnTo>
                  <a:pt x="990600" y="1057275"/>
                </a:lnTo>
                <a:lnTo>
                  <a:pt x="990600" y="1076325"/>
                </a:lnTo>
                <a:lnTo>
                  <a:pt x="1000125" y="1066800"/>
                </a:lnTo>
                <a:lnTo>
                  <a:pt x="981075" y="1076325"/>
                </a:lnTo>
                <a:lnTo>
                  <a:pt x="1000125" y="1104900"/>
                </a:lnTo>
                <a:lnTo>
                  <a:pt x="981075" y="1104900"/>
                </a:lnTo>
                <a:lnTo>
                  <a:pt x="990600" y="1114425"/>
                </a:lnTo>
                <a:lnTo>
                  <a:pt x="971550" y="1133475"/>
                </a:lnTo>
                <a:lnTo>
                  <a:pt x="952500" y="1143000"/>
                </a:lnTo>
                <a:lnTo>
                  <a:pt x="962025" y="1171575"/>
                </a:lnTo>
                <a:lnTo>
                  <a:pt x="952500" y="1171575"/>
                </a:lnTo>
                <a:lnTo>
                  <a:pt x="971550" y="1200150"/>
                </a:lnTo>
                <a:lnTo>
                  <a:pt x="933450" y="1181100"/>
                </a:lnTo>
                <a:lnTo>
                  <a:pt x="942975" y="1209675"/>
                </a:lnTo>
                <a:lnTo>
                  <a:pt x="952500" y="1219200"/>
                </a:lnTo>
                <a:lnTo>
                  <a:pt x="933450" y="1238250"/>
                </a:lnTo>
                <a:lnTo>
                  <a:pt x="923925" y="1247775"/>
                </a:lnTo>
                <a:lnTo>
                  <a:pt x="942975" y="1266825"/>
                </a:lnTo>
                <a:lnTo>
                  <a:pt x="914400" y="1266825"/>
                </a:lnTo>
                <a:lnTo>
                  <a:pt x="933450" y="1276350"/>
                </a:lnTo>
                <a:lnTo>
                  <a:pt x="923925" y="1295400"/>
                </a:lnTo>
                <a:lnTo>
                  <a:pt x="933450" y="1390650"/>
                </a:lnTo>
                <a:lnTo>
                  <a:pt x="838200" y="1333500"/>
                </a:lnTo>
                <a:lnTo>
                  <a:pt x="904875" y="1333500"/>
                </a:lnTo>
                <a:lnTo>
                  <a:pt x="895350" y="1314450"/>
                </a:lnTo>
                <a:lnTo>
                  <a:pt x="885825" y="1390650"/>
                </a:lnTo>
                <a:lnTo>
                  <a:pt x="866775" y="1343025"/>
                </a:lnTo>
                <a:lnTo>
                  <a:pt x="819150" y="1352550"/>
                </a:lnTo>
                <a:lnTo>
                  <a:pt x="847725" y="1419225"/>
                </a:lnTo>
                <a:lnTo>
                  <a:pt x="819150" y="1371600"/>
                </a:lnTo>
                <a:lnTo>
                  <a:pt x="847725" y="1419225"/>
                </a:lnTo>
                <a:lnTo>
                  <a:pt x="857250" y="1428750"/>
                </a:lnTo>
                <a:lnTo>
                  <a:pt x="838200" y="1447800"/>
                </a:lnTo>
                <a:lnTo>
                  <a:pt x="781050" y="1457325"/>
                </a:lnTo>
                <a:lnTo>
                  <a:pt x="800100" y="1504950"/>
                </a:lnTo>
                <a:lnTo>
                  <a:pt x="790575" y="1504950"/>
                </a:lnTo>
                <a:lnTo>
                  <a:pt x="809625" y="1524000"/>
                </a:lnTo>
                <a:lnTo>
                  <a:pt x="809625" y="1571625"/>
                </a:lnTo>
                <a:lnTo>
                  <a:pt x="790575" y="1562100"/>
                </a:lnTo>
                <a:lnTo>
                  <a:pt x="762000" y="1552575"/>
                </a:lnTo>
                <a:lnTo>
                  <a:pt x="790575" y="1571625"/>
                </a:lnTo>
                <a:lnTo>
                  <a:pt x="723900" y="1571625"/>
                </a:lnTo>
                <a:lnTo>
                  <a:pt x="762000" y="1609725"/>
                </a:lnTo>
                <a:lnTo>
                  <a:pt x="742950" y="1600200"/>
                </a:lnTo>
                <a:lnTo>
                  <a:pt x="733425" y="1619250"/>
                </a:lnTo>
                <a:lnTo>
                  <a:pt x="733425" y="1657350"/>
                </a:lnTo>
                <a:lnTo>
                  <a:pt x="733425" y="1676400"/>
                </a:lnTo>
                <a:lnTo>
                  <a:pt x="723900" y="1695450"/>
                </a:lnTo>
                <a:lnTo>
                  <a:pt x="714375" y="1704975"/>
                </a:lnTo>
                <a:lnTo>
                  <a:pt x="695325" y="1724025"/>
                </a:lnTo>
                <a:lnTo>
                  <a:pt x="704850" y="1724025"/>
                </a:lnTo>
                <a:lnTo>
                  <a:pt x="666750" y="1733550"/>
                </a:lnTo>
                <a:close/>
              </a:path>
            </a:pathLst>
          </a:custGeom>
          <a:solidFill>
            <a:srgbClr val="F7B733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20475" y="288607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114300" y="38100"/>
                </a:moveTo>
                <a:lnTo>
                  <a:pt x="95250" y="57150"/>
                </a:lnTo>
                <a:lnTo>
                  <a:pt x="95250" y="76200"/>
                </a:lnTo>
                <a:lnTo>
                  <a:pt x="47625" y="76200"/>
                </a:lnTo>
                <a:lnTo>
                  <a:pt x="0" y="76200"/>
                </a:lnTo>
                <a:lnTo>
                  <a:pt x="19050" y="57150"/>
                </a:lnTo>
                <a:lnTo>
                  <a:pt x="28575" y="19050"/>
                </a:lnTo>
                <a:lnTo>
                  <a:pt x="47625" y="0"/>
                </a:lnTo>
                <a:lnTo>
                  <a:pt x="85725" y="9525"/>
                </a:lnTo>
                <a:lnTo>
                  <a:pt x="104775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820650" y="3962400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152400" y="47625"/>
                </a:moveTo>
                <a:lnTo>
                  <a:pt x="114300" y="66675"/>
                </a:lnTo>
                <a:lnTo>
                  <a:pt x="85725" y="95250"/>
                </a:lnTo>
                <a:lnTo>
                  <a:pt x="38100" y="104775"/>
                </a:lnTo>
                <a:lnTo>
                  <a:pt x="9525" y="95250"/>
                </a:lnTo>
                <a:lnTo>
                  <a:pt x="0" y="47625"/>
                </a:lnTo>
                <a:lnTo>
                  <a:pt x="9525" y="19050"/>
                </a:lnTo>
                <a:lnTo>
                  <a:pt x="57150" y="9525"/>
                </a:lnTo>
                <a:lnTo>
                  <a:pt x="95250" y="0"/>
                </a:lnTo>
                <a:lnTo>
                  <a:pt x="1143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601575" y="130492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66675"/>
                </a:moveTo>
                <a:lnTo>
                  <a:pt x="152400" y="114300"/>
                </a:lnTo>
                <a:lnTo>
                  <a:pt x="114300" y="180975"/>
                </a:lnTo>
                <a:lnTo>
                  <a:pt x="57150" y="142875"/>
                </a:lnTo>
                <a:lnTo>
                  <a:pt x="0" y="104775"/>
                </a:lnTo>
                <a:lnTo>
                  <a:pt x="9525" y="47625"/>
                </a:lnTo>
                <a:lnTo>
                  <a:pt x="28575" y="0"/>
                </a:lnTo>
                <a:lnTo>
                  <a:pt x="66675" y="0"/>
                </a:lnTo>
                <a:lnTo>
                  <a:pt x="104775" y="0"/>
                </a:lnTo>
                <a:lnTo>
                  <a:pt x="15240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601700" y="36099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171450" y="76200"/>
                </a:moveTo>
                <a:lnTo>
                  <a:pt x="123825" y="114300"/>
                </a:lnTo>
                <a:lnTo>
                  <a:pt x="95250" y="133350"/>
                </a:lnTo>
                <a:lnTo>
                  <a:pt x="47625" y="142875"/>
                </a:lnTo>
                <a:lnTo>
                  <a:pt x="0" y="133350"/>
                </a:lnTo>
                <a:lnTo>
                  <a:pt x="9525" y="85725"/>
                </a:lnTo>
                <a:lnTo>
                  <a:pt x="9525" y="19050"/>
                </a:lnTo>
                <a:lnTo>
                  <a:pt x="57150" y="0"/>
                </a:lnTo>
                <a:lnTo>
                  <a:pt x="104775" y="19050"/>
                </a:lnTo>
                <a:lnTo>
                  <a:pt x="13335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668250" y="3914775"/>
            <a:ext cx="228600" cy="209550"/>
          </a:xfrm>
          <a:custGeom>
            <a:avLst/>
            <a:gdLst/>
            <a:ahLst/>
            <a:cxnLst/>
            <a:rect l="l" t="t" r="r" b="b"/>
            <a:pathLst>
              <a:path w="228600" h="209550">
                <a:moveTo>
                  <a:pt x="228600" y="95250"/>
                </a:moveTo>
                <a:lnTo>
                  <a:pt x="190500" y="152400"/>
                </a:lnTo>
                <a:lnTo>
                  <a:pt x="152400" y="209550"/>
                </a:lnTo>
                <a:lnTo>
                  <a:pt x="76200" y="152400"/>
                </a:lnTo>
                <a:lnTo>
                  <a:pt x="19050" y="142875"/>
                </a:lnTo>
                <a:lnTo>
                  <a:pt x="0" y="66675"/>
                </a:lnTo>
                <a:lnTo>
                  <a:pt x="38100" y="38100"/>
                </a:lnTo>
                <a:lnTo>
                  <a:pt x="104775" y="19050"/>
                </a:lnTo>
                <a:lnTo>
                  <a:pt x="161925" y="0"/>
                </a:lnTo>
                <a:lnTo>
                  <a:pt x="209550" y="7620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496925" y="143827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14300"/>
                </a:moveTo>
                <a:lnTo>
                  <a:pt x="152400" y="142875"/>
                </a:lnTo>
                <a:lnTo>
                  <a:pt x="123825" y="171450"/>
                </a:lnTo>
                <a:lnTo>
                  <a:pt x="76200" y="171450"/>
                </a:lnTo>
                <a:lnTo>
                  <a:pt x="19050" y="180975"/>
                </a:lnTo>
                <a:lnTo>
                  <a:pt x="9525" y="114300"/>
                </a:lnTo>
                <a:lnTo>
                  <a:pt x="0" y="47625"/>
                </a:lnTo>
                <a:lnTo>
                  <a:pt x="66675" y="47625"/>
                </a:lnTo>
                <a:lnTo>
                  <a:pt x="114300" y="0"/>
                </a:lnTo>
                <a:lnTo>
                  <a:pt x="152400" y="4762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420475" y="1276350"/>
            <a:ext cx="2995613" cy="2784158"/>
          </a:xfrm>
          <a:custGeom>
            <a:avLst/>
            <a:gdLst/>
            <a:ahLst/>
            <a:cxnLst/>
            <a:rect l="l" t="t" r="r" b="b"/>
            <a:pathLst>
              <a:path w="2995613" h="2784158">
                <a:moveTo>
                  <a:pt x="247650" y="1183005"/>
                </a:moveTo>
                <a:lnTo>
                  <a:pt x="264795" y="1200150"/>
                </a:lnTo>
                <a:lnTo>
                  <a:pt x="247650" y="1217295"/>
                </a:lnTo>
                <a:lnTo>
                  <a:pt x="230505" y="1200150"/>
                </a:lnTo>
                <a:close/>
                <a:moveTo>
                  <a:pt x="1771650" y="621983"/>
                </a:moveTo>
                <a:lnTo>
                  <a:pt x="1787843" y="638175"/>
                </a:lnTo>
                <a:lnTo>
                  <a:pt x="1771650" y="654367"/>
                </a:lnTo>
                <a:lnTo>
                  <a:pt x="1755457" y="638175"/>
                </a:lnTo>
                <a:close/>
                <a:moveTo>
                  <a:pt x="323850" y="1398270"/>
                </a:moveTo>
                <a:lnTo>
                  <a:pt x="344805" y="1419225"/>
                </a:lnTo>
                <a:lnTo>
                  <a:pt x="323850" y="1440180"/>
                </a:lnTo>
                <a:lnTo>
                  <a:pt x="302895" y="1419225"/>
                </a:lnTo>
                <a:close/>
                <a:moveTo>
                  <a:pt x="2371725" y="2401253"/>
                </a:moveTo>
                <a:lnTo>
                  <a:pt x="2380298" y="2409825"/>
                </a:lnTo>
                <a:lnTo>
                  <a:pt x="2371725" y="2418398"/>
                </a:lnTo>
                <a:lnTo>
                  <a:pt x="2363152" y="2409825"/>
                </a:lnTo>
                <a:close/>
                <a:moveTo>
                  <a:pt x="19050" y="1962150"/>
                </a:moveTo>
                <a:lnTo>
                  <a:pt x="38100" y="1981200"/>
                </a:lnTo>
                <a:lnTo>
                  <a:pt x="19050" y="2000250"/>
                </a:lnTo>
                <a:lnTo>
                  <a:pt x="0" y="1981200"/>
                </a:lnTo>
                <a:close/>
                <a:moveTo>
                  <a:pt x="542925" y="2284095"/>
                </a:moveTo>
                <a:lnTo>
                  <a:pt x="554355" y="2295525"/>
                </a:lnTo>
                <a:lnTo>
                  <a:pt x="542925" y="2306955"/>
                </a:lnTo>
                <a:lnTo>
                  <a:pt x="531495" y="2295525"/>
                </a:lnTo>
                <a:close/>
                <a:moveTo>
                  <a:pt x="2733675" y="723900"/>
                </a:moveTo>
                <a:lnTo>
                  <a:pt x="2752725" y="742950"/>
                </a:lnTo>
                <a:lnTo>
                  <a:pt x="2733675" y="762000"/>
                </a:lnTo>
                <a:lnTo>
                  <a:pt x="2714625" y="742950"/>
                </a:lnTo>
                <a:close/>
                <a:moveTo>
                  <a:pt x="657225" y="1091565"/>
                </a:moveTo>
                <a:lnTo>
                  <a:pt x="670560" y="1104900"/>
                </a:lnTo>
                <a:lnTo>
                  <a:pt x="657225" y="1118235"/>
                </a:lnTo>
                <a:lnTo>
                  <a:pt x="643890" y="1104900"/>
                </a:lnTo>
                <a:close/>
                <a:moveTo>
                  <a:pt x="866775" y="362902"/>
                </a:moveTo>
                <a:lnTo>
                  <a:pt x="884873" y="381000"/>
                </a:lnTo>
                <a:lnTo>
                  <a:pt x="866775" y="399098"/>
                </a:lnTo>
                <a:lnTo>
                  <a:pt x="848677" y="381000"/>
                </a:lnTo>
                <a:close/>
                <a:moveTo>
                  <a:pt x="1076325" y="624840"/>
                </a:moveTo>
                <a:lnTo>
                  <a:pt x="1099185" y="647700"/>
                </a:lnTo>
                <a:lnTo>
                  <a:pt x="1076325" y="670560"/>
                </a:lnTo>
                <a:lnTo>
                  <a:pt x="1053465" y="647700"/>
                </a:lnTo>
                <a:close/>
                <a:moveTo>
                  <a:pt x="609600" y="1463040"/>
                </a:moveTo>
                <a:lnTo>
                  <a:pt x="622935" y="1476375"/>
                </a:lnTo>
                <a:lnTo>
                  <a:pt x="609600" y="1489710"/>
                </a:lnTo>
                <a:lnTo>
                  <a:pt x="596265" y="1476375"/>
                </a:lnTo>
                <a:close/>
                <a:moveTo>
                  <a:pt x="276225" y="1771650"/>
                </a:moveTo>
                <a:lnTo>
                  <a:pt x="285750" y="1781175"/>
                </a:lnTo>
                <a:lnTo>
                  <a:pt x="276225" y="1790700"/>
                </a:lnTo>
                <a:lnTo>
                  <a:pt x="266700" y="1781175"/>
                </a:lnTo>
                <a:close/>
                <a:moveTo>
                  <a:pt x="1752600" y="431483"/>
                </a:moveTo>
                <a:lnTo>
                  <a:pt x="1768793" y="447675"/>
                </a:lnTo>
                <a:lnTo>
                  <a:pt x="1752600" y="463867"/>
                </a:lnTo>
                <a:lnTo>
                  <a:pt x="1736407" y="447675"/>
                </a:lnTo>
                <a:close/>
                <a:moveTo>
                  <a:pt x="1314450" y="2275523"/>
                </a:moveTo>
                <a:lnTo>
                  <a:pt x="1324927" y="2286000"/>
                </a:lnTo>
                <a:lnTo>
                  <a:pt x="1314450" y="2296478"/>
                </a:lnTo>
                <a:lnTo>
                  <a:pt x="1303973" y="2286000"/>
                </a:lnTo>
                <a:close/>
                <a:moveTo>
                  <a:pt x="2981325" y="1271588"/>
                </a:moveTo>
                <a:lnTo>
                  <a:pt x="2995613" y="1285875"/>
                </a:lnTo>
                <a:lnTo>
                  <a:pt x="2981325" y="1300163"/>
                </a:lnTo>
                <a:lnTo>
                  <a:pt x="2967038" y="1285875"/>
                </a:lnTo>
                <a:close/>
                <a:moveTo>
                  <a:pt x="847725" y="661988"/>
                </a:moveTo>
                <a:lnTo>
                  <a:pt x="862013" y="676275"/>
                </a:lnTo>
                <a:lnTo>
                  <a:pt x="847725" y="690563"/>
                </a:lnTo>
                <a:lnTo>
                  <a:pt x="833438" y="676275"/>
                </a:lnTo>
                <a:close/>
                <a:moveTo>
                  <a:pt x="2305050" y="1055370"/>
                </a:moveTo>
                <a:lnTo>
                  <a:pt x="2326005" y="1076325"/>
                </a:lnTo>
                <a:lnTo>
                  <a:pt x="2305050" y="1097280"/>
                </a:lnTo>
                <a:lnTo>
                  <a:pt x="2284095" y="1076325"/>
                </a:lnTo>
                <a:close/>
                <a:moveTo>
                  <a:pt x="1571625" y="0"/>
                </a:moveTo>
                <a:lnTo>
                  <a:pt x="1590675" y="19050"/>
                </a:lnTo>
                <a:lnTo>
                  <a:pt x="1571625" y="38100"/>
                </a:lnTo>
                <a:lnTo>
                  <a:pt x="1552575" y="19050"/>
                </a:lnTo>
                <a:close/>
                <a:moveTo>
                  <a:pt x="476250" y="1612583"/>
                </a:moveTo>
                <a:lnTo>
                  <a:pt x="482918" y="1619250"/>
                </a:lnTo>
                <a:lnTo>
                  <a:pt x="476250" y="1625918"/>
                </a:lnTo>
                <a:lnTo>
                  <a:pt x="469582" y="1619250"/>
                </a:lnTo>
                <a:close/>
                <a:moveTo>
                  <a:pt x="2505075" y="1349692"/>
                </a:moveTo>
                <a:lnTo>
                  <a:pt x="2517457" y="1362075"/>
                </a:lnTo>
                <a:lnTo>
                  <a:pt x="2505075" y="1374458"/>
                </a:lnTo>
                <a:lnTo>
                  <a:pt x="2492693" y="1362075"/>
                </a:lnTo>
                <a:close/>
                <a:moveTo>
                  <a:pt x="2571750" y="995363"/>
                </a:moveTo>
                <a:lnTo>
                  <a:pt x="2586038" y="1009650"/>
                </a:lnTo>
                <a:lnTo>
                  <a:pt x="2571750" y="1023938"/>
                </a:lnTo>
                <a:lnTo>
                  <a:pt x="2557463" y="1009650"/>
                </a:lnTo>
                <a:close/>
                <a:moveTo>
                  <a:pt x="1504950" y="2736533"/>
                </a:moveTo>
                <a:lnTo>
                  <a:pt x="1521143" y="2752725"/>
                </a:lnTo>
                <a:lnTo>
                  <a:pt x="1504950" y="2768917"/>
                </a:lnTo>
                <a:lnTo>
                  <a:pt x="1488757" y="2752725"/>
                </a:lnTo>
                <a:close/>
                <a:moveTo>
                  <a:pt x="2324100" y="146685"/>
                </a:moveTo>
                <a:lnTo>
                  <a:pt x="2339340" y="161925"/>
                </a:lnTo>
                <a:lnTo>
                  <a:pt x="2324100" y="177165"/>
                </a:lnTo>
                <a:lnTo>
                  <a:pt x="2308860" y="161925"/>
                </a:lnTo>
                <a:close/>
                <a:moveTo>
                  <a:pt x="2228850" y="509587"/>
                </a:moveTo>
                <a:lnTo>
                  <a:pt x="2243138" y="523875"/>
                </a:lnTo>
                <a:lnTo>
                  <a:pt x="2228850" y="538163"/>
                </a:lnTo>
                <a:lnTo>
                  <a:pt x="2214563" y="523875"/>
                </a:lnTo>
                <a:close/>
                <a:moveTo>
                  <a:pt x="2724150" y="980123"/>
                </a:moveTo>
                <a:lnTo>
                  <a:pt x="2734627" y="990600"/>
                </a:lnTo>
                <a:lnTo>
                  <a:pt x="2724150" y="1001078"/>
                </a:lnTo>
                <a:lnTo>
                  <a:pt x="2713673" y="990600"/>
                </a:lnTo>
                <a:close/>
                <a:moveTo>
                  <a:pt x="1409700" y="2308860"/>
                </a:moveTo>
                <a:lnTo>
                  <a:pt x="1424940" y="2324100"/>
                </a:lnTo>
                <a:lnTo>
                  <a:pt x="1409700" y="2339340"/>
                </a:lnTo>
                <a:lnTo>
                  <a:pt x="1394460" y="2324100"/>
                </a:lnTo>
                <a:close/>
                <a:moveTo>
                  <a:pt x="1209675" y="123825"/>
                </a:moveTo>
                <a:lnTo>
                  <a:pt x="1228725" y="142875"/>
                </a:lnTo>
                <a:lnTo>
                  <a:pt x="1209675" y="161925"/>
                </a:lnTo>
                <a:lnTo>
                  <a:pt x="1190625" y="142875"/>
                </a:lnTo>
                <a:close/>
                <a:moveTo>
                  <a:pt x="762000" y="611505"/>
                </a:moveTo>
                <a:lnTo>
                  <a:pt x="779145" y="628650"/>
                </a:lnTo>
                <a:lnTo>
                  <a:pt x="762000" y="645795"/>
                </a:lnTo>
                <a:lnTo>
                  <a:pt x="744855" y="628650"/>
                </a:lnTo>
                <a:close/>
                <a:moveTo>
                  <a:pt x="733425" y="879158"/>
                </a:moveTo>
                <a:lnTo>
                  <a:pt x="749618" y="895350"/>
                </a:lnTo>
                <a:lnTo>
                  <a:pt x="733425" y="911542"/>
                </a:lnTo>
                <a:lnTo>
                  <a:pt x="717232" y="895350"/>
                </a:lnTo>
                <a:close/>
                <a:moveTo>
                  <a:pt x="809625" y="361950"/>
                </a:moveTo>
                <a:lnTo>
                  <a:pt x="828675" y="381000"/>
                </a:lnTo>
                <a:lnTo>
                  <a:pt x="809625" y="400050"/>
                </a:lnTo>
                <a:lnTo>
                  <a:pt x="790575" y="381000"/>
                </a:lnTo>
                <a:close/>
                <a:moveTo>
                  <a:pt x="666750" y="1047750"/>
                </a:moveTo>
                <a:lnTo>
                  <a:pt x="685800" y="1066800"/>
                </a:lnTo>
                <a:lnTo>
                  <a:pt x="666750" y="1085850"/>
                </a:lnTo>
                <a:lnTo>
                  <a:pt x="647700" y="1066800"/>
                </a:lnTo>
                <a:close/>
                <a:moveTo>
                  <a:pt x="2743200" y="1903095"/>
                </a:moveTo>
                <a:lnTo>
                  <a:pt x="2764155" y="1924050"/>
                </a:lnTo>
                <a:lnTo>
                  <a:pt x="2743200" y="1945005"/>
                </a:lnTo>
                <a:lnTo>
                  <a:pt x="2722245" y="1924050"/>
                </a:lnTo>
                <a:close/>
                <a:moveTo>
                  <a:pt x="2466975" y="1022985"/>
                </a:moveTo>
                <a:lnTo>
                  <a:pt x="2482215" y="1038225"/>
                </a:lnTo>
                <a:lnTo>
                  <a:pt x="2466975" y="1053465"/>
                </a:lnTo>
                <a:lnTo>
                  <a:pt x="2451735" y="1038225"/>
                </a:lnTo>
                <a:close/>
                <a:moveTo>
                  <a:pt x="1876425" y="2185035"/>
                </a:moveTo>
                <a:lnTo>
                  <a:pt x="1891665" y="2200275"/>
                </a:lnTo>
                <a:lnTo>
                  <a:pt x="1876425" y="2215515"/>
                </a:lnTo>
                <a:lnTo>
                  <a:pt x="1861185" y="2200275"/>
                </a:lnTo>
                <a:close/>
                <a:moveTo>
                  <a:pt x="2657475" y="1857375"/>
                </a:moveTo>
                <a:lnTo>
                  <a:pt x="2676525" y="1876425"/>
                </a:lnTo>
                <a:lnTo>
                  <a:pt x="2657475" y="1895475"/>
                </a:lnTo>
                <a:lnTo>
                  <a:pt x="2638425" y="1876425"/>
                </a:lnTo>
                <a:close/>
                <a:moveTo>
                  <a:pt x="1866900" y="542925"/>
                </a:moveTo>
                <a:lnTo>
                  <a:pt x="1876425" y="552450"/>
                </a:lnTo>
                <a:lnTo>
                  <a:pt x="1866900" y="561975"/>
                </a:lnTo>
                <a:lnTo>
                  <a:pt x="1857375" y="552450"/>
                </a:lnTo>
                <a:close/>
                <a:moveTo>
                  <a:pt x="1504950" y="350520"/>
                </a:moveTo>
                <a:lnTo>
                  <a:pt x="1525905" y="371475"/>
                </a:lnTo>
                <a:lnTo>
                  <a:pt x="1504950" y="392430"/>
                </a:lnTo>
                <a:lnTo>
                  <a:pt x="1483995" y="371475"/>
                </a:lnTo>
                <a:close/>
                <a:moveTo>
                  <a:pt x="2305050" y="1562100"/>
                </a:moveTo>
                <a:lnTo>
                  <a:pt x="2314575" y="1571625"/>
                </a:lnTo>
                <a:lnTo>
                  <a:pt x="2305050" y="1581150"/>
                </a:lnTo>
                <a:lnTo>
                  <a:pt x="2295525" y="1571625"/>
                </a:lnTo>
                <a:close/>
                <a:moveTo>
                  <a:pt x="2571750" y="1466850"/>
                </a:moveTo>
                <a:lnTo>
                  <a:pt x="2590800" y="1485900"/>
                </a:lnTo>
                <a:lnTo>
                  <a:pt x="2571750" y="1504950"/>
                </a:lnTo>
                <a:lnTo>
                  <a:pt x="2552700" y="1485900"/>
                </a:lnTo>
                <a:close/>
                <a:moveTo>
                  <a:pt x="1609725" y="427673"/>
                </a:moveTo>
                <a:lnTo>
                  <a:pt x="1629727" y="447675"/>
                </a:lnTo>
                <a:lnTo>
                  <a:pt x="1609725" y="467677"/>
                </a:lnTo>
                <a:lnTo>
                  <a:pt x="1589723" y="447675"/>
                </a:lnTo>
                <a:close/>
                <a:moveTo>
                  <a:pt x="2133600" y="2045018"/>
                </a:moveTo>
                <a:lnTo>
                  <a:pt x="2155507" y="2066925"/>
                </a:lnTo>
                <a:lnTo>
                  <a:pt x="2133600" y="2088833"/>
                </a:lnTo>
                <a:lnTo>
                  <a:pt x="2111693" y="2066925"/>
                </a:lnTo>
                <a:close/>
                <a:moveTo>
                  <a:pt x="552450" y="2164080"/>
                </a:moveTo>
                <a:lnTo>
                  <a:pt x="569595" y="2181225"/>
                </a:lnTo>
                <a:lnTo>
                  <a:pt x="552450" y="2198370"/>
                </a:lnTo>
                <a:lnTo>
                  <a:pt x="535305" y="2181225"/>
                </a:lnTo>
                <a:close/>
                <a:moveTo>
                  <a:pt x="552450" y="2311717"/>
                </a:moveTo>
                <a:lnTo>
                  <a:pt x="564832" y="2324100"/>
                </a:lnTo>
                <a:lnTo>
                  <a:pt x="552450" y="2336483"/>
                </a:lnTo>
                <a:lnTo>
                  <a:pt x="540068" y="2324100"/>
                </a:lnTo>
                <a:close/>
                <a:moveTo>
                  <a:pt x="1543050" y="2257425"/>
                </a:moveTo>
                <a:lnTo>
                  <a:pt x="1562100" y="2276475"/>
                </a:lnTo>
                <a:lnTo>
                  <a:pt x="1543050" y="2295525"/>
                </a:lnTo>
                <a:lnTo>
                  <a:pt x="1524000" y="2276475"/>
                </a:lnTo>
                <a:close/>
                <a:moveTo>
                  <a:pt x="2381250" y="220980"/>
                </a:moveTo>
                <a:lnTo>
                  <a:pt x="2398395" y="238125"/>
                </a:lnTo>
                <a:lnTo>
                  <a:pt x="2381250" y="255270"/>
                </a:lnTo>
                <a:lnTo>
                  <a:pt x="2364105" y="238125"/>
                </a:lnTo>
                <a:close/>
                <a:moveTo>
                  <a:pt x="714375" y="511492"/>
                </a:moveTo>
                <a:lnTo>
                  <a:pt x="736282" y="533400"/>
                </a:lnTo>
                <a:lnTo>
                  <a:pt x="714375" y="555308"/>
                </a:lnTo>
                <a:lnTo>
                  <a:pt x="692468" y="533400"/>
                </a:lnTo>
                <a:close/>
                <a:moveTo>
                  <a:pt x="800100" y="569595"/>
                </a:moveTo>
                <a:lnTo>
                  <a:pt x="821055" y="590550"/>
                </a:lnTo>
                <a:lnTo>
                  <a:pt x="800100" y="611505"/>
                </a:lnTo>
                <a:lnTo>
                  <a:pt x="779145" y="590550"/>
                </a:lnTo>
                <a:close/>
                <a:moveTo>
                  <a:pt x="952500" y="2740342"/>
                </a:moveTo>
                <a:lnTo>
                  <a:pt x="974407" y="2762250"/>
                </a:lnTo>
                <a:lnTo>
                  <a:pt x="952500" y="2784158"/>
                </a:lnTo>
                <a:lnTo>
                  <a:pt x="930593" y="2762250"/>
                </a:lnTo>
                <a:close/>
                <a:moveTo>
                  <a:pt x="1238250" y="2505075"/>
                </a:moveTo>
                <a:lnTo>
                  <a:pt x="1257300" y="2524125"/>
                </a:lnTo>
                <a:lnTo>
                  <a:pt x="1238250" y="2543175"/>
                </a:lnTo>
                <a:lnTo>
                  <a:pt x="1219200" y="2524125"/>
                </a:lnTo>
                <a:close/>
                <a:moveTo>
                  <a:pt x="647700" y="809625"/>
                </a:moveTo>
                <a:lnTo>
                  <a:pt x="666750" y="828675"/>
                </a:lnTo>
                <a:lnTo>
                  <a:pt x="647700" y="847725"/>
                </a:lnTo>
                <a:lnTo>
                  <a:pt x="628650" y="828675"/>
                </a:lnTo>
                <a:close/>
                <a:moveTo>
                  <a:pt x="628650" y="247650"/>
                </a:moveTo>
                <a:lnTo>
                  <a:pt x="638175" y="257175"/>
                </a:lnTo>
                <a:lnTo>
                  <a:pt x="628650" y="266700"/>
                </a:lnTo>
                <a:lnTo>
                  <a:pt x="619125" y="257175"/>
                </a:lnTo>
                <a:close/>
                <a:moveTo>
                  <a:pt x="2686050" y="1990725"/>
                </a:moveTo>
                <a:lnTo>
                  <a:pt x="2705100" y="2009775"/>
                </a:lnTo>
                <a:lnTo>
                  <a:pt x="2686050" y="2028825"/>
                </a:lnTo>
                <a:lnTo>
                  <a:pt x="2667000" y="2009775"/>
                </a:lnTo>
                <a:close/>
                <a:moveTo>
                  <a:pt x="1571625" y="2511742"/>
                </a:moveTo>
                <a:lnTo>
                  <a:pt x="1593532" y="2533650"/>
                </a:lnTo>
                <a:lnTo>
                  <a:pt x="1571625" y="2555558"/>
                </a:lnTo>
                <a:lnTo>
                  <a:pt x="1549718" y="2533650"/>
                </a:lnTo>
                <a:close/>
                <a:moveTo>
                  <a:pt x="2628900" y="2233613"/>
                </a:moveTo>
                <a:lnTo>
                  <a:pt x="2643188" y="2247900"/>
                </a:lnTo>
                <a:lnTo>
                  <a:pt x="2628900" y="2262188"/>
                </a:lnTo>
                <a:lnTo>
                  <a:pt x="2614613" y="2247900"/>
                </a:lnTo>
                <a:close/>
                <a:moveTo>
                  <a:pt x="2409825" y="1899285"/>
                </a:moveTo>
                <a:lnTo>
                  <a:pt x="2425065" y="1914525"/>
                </a:lnTo>
                <a:lnTo>
                  <a:pt x="2409825" y="1929765"/>
                </a:lnTo>
                <a:lnTo>
                  <a:pt x="2394585" y="1914525"/>
                </a:lnTo>
                <a:close/>
                <a:moveTo>
                  <a:pt x="628650" y="466725"/>
                </a:moveTo>
                <a:lnTo>
                  <a:pt x="638175" y="476250"/>
                </a:lnTo>
                <a:lnTo>
                  <a:pt x="628650" y="485775"/>
                </a:lnTo>
                <a:lnTo>
                  <a:pt x="619125" y="476250"/>
                </a:lnTo>
                <a:close/>
                <a:moveTo>
                  <a:pt x="1695450" y="406717"/>
                </a:moveTo>
                <a:lnTo>
                  <a:pt x="1707832" y="419100"/>
                </a:lnTo>
                <a:lnTo>
                  <a:pt x="1695450" y="431483"/>
                </a:lnTo>
                <a:lnTo>
                  <a:pt x="1683068" y="41910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261532" y="1883092"/>
            <a:ext cx="1319213" cy="1395413"/>
          </a:xfrm>
          <a:custGeom>
            <a:avLst/>
            <a:gdLst/>
            <a:ahLst/>
            <a:cxnLst/>
            <a:rect l="l" t="t" r="r" b="b"/>
            <a:pathLst>
              <a:path w="1319213" h="1395413">
                <a:moveTo>
                  <a:pt x="568643" y="1143953"/>
                </a:moveTo>
                <a:lnTo>
                  <a:pt x="580073" y="1155383"/>
                </a:lnTo>
                <a:lnTo>
                  <a:pt x="568643" y="1166813"/>
                </a:lnTo>
                <a:lnTo>
                  <a:pt x="557213" y="1155383"/>
                </a:lnTo>
                <a:close/>
                <a:moveTo>
                  <a:pt x="606743" y="0"/>
                </a:moveTo>
                <a:lnTo>
                  <a:pt x="619125" y="12383"/>
                </a:lnTo>
                <a:lnTo>
                  <a:pt x="606743" y="24765"/>
                </a:lnTo>
                <a:lnTo>
                  <a:pt x="594360" y="12383"/>
                </a:lnTo>
                <a:close/>
                <a:moveTo>
                  <a:pt x="311468" y="1115378"/>
                </a:moveTo>
                <a:lnTo>
                  <a:pt x="322898" y="1126808"/>
                </a:lnTo>
                <a:lnTo>
                  <a:pt x="311468" y="1138238"/>
                </a:lnTo>
                <a:lnTo>
                  <a:pt x="300038" y="1126808"/>
                </a:lnTo>
                <a:close/>
                <a:moveTo>
                  <a:pt x="206693" y="1201103"/>
                </a:moveTo>
                <a:lnTo>
                  <a:pt x="227648" y="1222058"/>
                </a:lnTo>
                <a:lnTo>
                  <a:pt x="206693" y="1243013"/>
                </a:lnTo>
                <a:lnTo>
                  <a:pt x="185738" y="1222058"/>
                </a:lnTo>
                <a:close/>
                <a:moveTo>
                  <a:pt x="1225868" y="707708"/>
                </a:moveTo>
                <a:lnTo>
                  <a:pt x="1244918" y="726758"/>
                </a:lnTo>
                <a:lnTo>
                  <a:pt x="1225868" y="745808"/>
                </a:lnTo>
                <a:lnTo>
                  <a:pt x="1206818" y="726758"/>
                </a:lnTo>
                <a:close/>
                <a:moveTo>
                  <a:pt x="882968" y="495300"/>
                </a:moveTo>
                <a:lnTo>
                  <a:pt x="895350" y="507683"/>
                </a:lnTo>
                <a:lnTo>
                  <a:pt x="882968" y="520065"/>
                </a:lnTo>
                <a:lnTo>
                  <a:pt x="870585" y="507683"/>
                </a:lnTo>
                <a:close/>
                <a:moveTo>
                  <a:pt x="25718" y="850583"/>
                </a:moveTo>
                <a:lnTo>
                  <a:pt x="44768" y="869633"/>
                </a:lnTo>
                <a:lnTo>
                  <a:pt x="25718" y="888683"/>
                </a:lnTo>
                <a:lnTo>
                  <a:pt x="6668" y="869633"/>
                </a:lnTo>
                <a:close/>
                <a:moveTo>
                  <a:pt x="140018" y="1230630"/>
                </a:moveTo>
                <a:lnTo>
                  <a:pt x="160020" y="1250633"/>
                </a:lnTo>
                <a:lnTo>
                  <a:pt x="140018" y="1270635"/>
                </a:lnTo>
                <a:lnTo>
                  <a:pt x="120015" y="1250633"/>
                </a:lnTo>
                <a:close/>
                <a:moveTo>
                  <a:pt x="1216343" y="720090"/>
                </a:moveTo>
                <a:lnTo>
                  <a:pt x="1232535" y="736283"/>
                </a:lnTo>
                <a:lnTo>
                  <a:pt x="1216343" y="752475"/>
                </a:lnTo>
                <a:lnTo>
                  <a:pt x="1200150" y="736283"/>
                </a:lnTo>
                <a:close/>
                <a:moveTo>
                  <a:pt x="225743" y="326708"/>
                </a:moveTo>
                <a:lnTo>
                  <a:pt x="235268" y="336233"/>
                </a:lnTo>
                <a:lnTo>
                  <a:pt x="225743" y="345758"/>
                </a:lnTo>
                <a:lnTo>
                  <a:pt x="216218" y="336233"/>
                </a:lnTo>
                <a:close/>
                <a:moveTo>
                  <a:pt x="1168718" y="1049655"/>
                </a:moveTo>
                <a:lnTo>
                  <a:pt x="1188720" y="1069658"/>
                </a:lnTo>
                <a:lnTo>
                  <a:pt x="1168718" y="1089660"/>
                </a:lnTo>
                <a:lnTo>
                  <a:pt x="1148715" y="1069658"/>
                </a:lnTo>
                <a:close/>
                <a:moveTo>
                  <a:pt x="1311593" y="890588"/>
                </a:moveTo>
                <a:lnTo>
                  <a:pt x="1319213" y="898208"/>
                </a:lnTo>
                <a:lnTo>
                  <a:pt x="1311593" y="905828"/>
                </a:lnTo>
                <a:lnTo>
                  <a:pt x="1303973" y="898208"/>
                </a:lnTo>
                <a:close/>
                <a:moveTo>
                  <a:pt x="16193" y="205740"/>
                </a:moveTo>
                <a:lnTo>
                  <a:pt x="32385" y="221933"/>
                </a:lnTo>
                <a:lnTo>
                  <a:pt x="16193" y="238125"/>
                </a:lnTo>
                <a:lnTo>
                  <a:pt x="0" y="221933"/>
                </a:lnTo>
                <a:close/>
                <a:moveTo>
                  <a:pt x="578168" y="429578"/>
                </a:moveTo>
                <a:lnTo>
                  <a:pt x="589598" y="441008"/>
                </a:lnTo>
                <a:lnTo>
                  <a:pt x="578168" y="452438"/>
                </a:lnTo>
                <a:lnTo>
                  <a:pt x="566738" y="441008"/>
                </a:lnTo>
                <a:close/>
                <a:moveTo>
                  <a:pt x="616268" y="1353503"/>
                </a:moveTo>
                <a:lnTo>
                  <a:pt x="637223" y="1374458"/>
                </a:lnTo>
                <a:lnTo>
                  <a:pt x="616268" y="1395413"/>
                </a:lnTo>
                <a:lnTo>
                  <a:pt x="595313" y="1374458"/>
                </a:lnTo>
                <a:close/>
                <a:moveTo>
                  <a:pt x="82868" y="280988"/>
                </a:moveTo>
                <a:lnTo>
                  <a:pt x="90488" y="288608"/>
                </a:lnTo>
                <a:lnTo>
                  <a:pt x="82868" y="296228"/>
                </a:lnTo>
                <a:lnTo>
                  <a:pt x="75248" y="288608"/>
                </a:lnTo>
                <a:close/>
                <a:moveTo>
                  <a:pt x="63818" y="839153"/>
                </a:moveTo>
                <a:lnTo>
                  <a:pt x="84773" y="860108"/>
                </a:lnTo>
                <a:lnTo>
                  <a:pt x="63818" y="881063"/>
                </a:lnTo>
                <a:lnTo>
                  <a:pt x="42863" y="860108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330940" y="1511618"/>
            <a:ext cx="2558415" cy="2566988"/>
          </a:xfrm>
          <a:custGeom>
            <a:avLst/>
            <a:gdLst/>
            <a:ahLst/>
            <a:cxnLst/>
            <a:rect l="l" t="t" r="r" b="b"/>
            <a:pathLst>
              <a:path w="2558415" h="2566988">
                <a:moveTo>
                  <a:pt x="127635" y="1066800"/>
                </a:moveTo>
                <a:lnTo>
                  <a:pt x="140018" y="1079183"/>
                </a:lnTo>
                <a:lnTo>
                  <a:pt x="127635" y="1091565"/>
                </a:lnTo>
                <a:lnTo>
                  <a:pt x="115253" y="1079183"/>
                </a:lnTo>
                <a:close/>
                <a:moveTo>
                  <a:pt x="194310" y="1430655"/>
                </a:moveTo>
                <a:lnTo>
                  <a:pt x="214313" y="1450658"/>
                </a:lnTo>
                <a:lnTo>
                  <a:pt x="194310" y="1470660"/>
                </a:lnTo>
                <a:lnTo>
                  <a:pt x="174308" y="1450658"/>
                </a:lnTo>
                <a:close/>
                <a:moveTo>
                  <a:pt x="2042160" y="2458403"/>
                </a:moveTo>
                <a:lnTo>
                  <a:pt x="2063115" y="2479358"/>
                </a:lnTo>
                <a:lnTo>
                  <a:pt x="2042160" y="2500313"/>
                </a:lnTo>
                <a:lnTo>
                  <a:pt x="2021205" y="2479358"/>
                </a:lnTo>
                <a:close/>
                <a:moveTo>
                  <a:pt x="1594485" y="2544128"/>
                </a:moveTo>
                <a:lnTo>
                  <a:pt x="1605915" y="2555558"/>
                </a:lnTo>
                <a:lnTo>
                  <a:pt x="1594485" y="2566988"/>
                </a:lnTo>
                <a:lnTo>
                  <a:pt x="1583055" y="2555558"/>
                </a:lnTo>
                <a:close/>
                <a:moveTo>
                  <a:pt x="622935" y="1981200"/>
                </a:moveTo>
                <a:lnTo>
                  <a:pt x="635318" y="1993583"/>
                </a:lnTo>
                <a:lnTo>
                  <a:pt x="622935" y="2005965"/>
                </a:lnTo>
                <a:lnTo>
                  <a:pt x="610553" y="1993583"/>
                </a:lnTo>
                <a:close/>
                <a:moveTo>
                  <a:pt x="2146935" y="124778"/>
                </a:moveTo>
                <a:lnTo>
                  <a:pt x="2158365" y="136208"/>
                </a:lnTo>
                <a:lnTo>
                  <a:pt x="2146935" y="147638"/>
                </a:lnTo>
                <a:lnTo>
                  <a:pt x="2135505" y="136208"/>
                </a:lnTo>
                <a:close/>
                <a:moveTo>
                  <a:pt x="508635" y="186690"/>
                </a:moveTo>
                <a:lnTo>
                  <a:pt x="524828" y="202883"/>
                </a:lnTo>
                <a:lnTo>
                  <a:pt x="508635" y="219075"/>
                </a:lnTo>
                <a:lnTo>
                  <a:pt x="492443" y="202883"/>
                </a:lnTo>
                <a:close/>
                <a:moveTo>
                  <a:pt x="13335" y="1342073"/>
                </a:moveTo>
                <a:lnTo>
                  <a:pt x="26670" y="1355408"/>
                </a:lnTo>
                <a:lnTo>
                  <a:pt x="13335" y="1368743"/>
                </a:lnTo>
                <a:lnTo>
                  <a:pt x="0" y="1355408"/>
                </a:lnTo>
                <a:close/>
                <a:moveTo>
                  <a:pt x="2546985" y="1372553"/>
                </a:moveTo>
                <a:lnTo>
                  <a:pt x="2558415" y="1383983"/>
                </a:lnTo>
                <a:lnTo>
                  <a:pt x="2546985" y="1395413"/>
                </a:lnTo>
                <a:lnTo>
                  <a:pt x="2535555" y="1383983"/>
                </a:lnTo>
                <a:close/>
                <a:moveTo>
                  <a:pt x="403860" y="1494473"/>
                </a:moveTo>
                <a:lnTo>
                  <a:pt x="417195" y="1507808"/>
                </a:lnTo>
                <a:lnTo>
                  <a:pt x="403860" y="1521142"/>
                </a:lnTo>
                <a:lnTo>
                  <a:pt x="390525" y="1507808"/>
                </a:lnTo>
                <a:close/>
                <a:moveTo>
                  <a:pt x="1156335" y="2306955"/>
                </a:moveTo>
                <a:lnTo>
                  <a:pt x="1176338" y="2326958"/>
                </a:lnTo>
                <a:lnTo>
                  <a:pt x="1156335" y="2346960"/>
                </a:lnTo>
                <a:lnTo>
                  <a:pt x="1136333" y="2326958"/>
                </a:lnTo>
                <a:close/>
                <a:moveTo>
                  <a:pt x="337185" y="385763"/>
                </a:moveTo>
                <a:lnTo>
                  <a:pt x="354330" y="402908"/>
                </a:lnTo>
                <a:lnTo>
                  <a:pt x="337185" y="420053"/>
                </a:lnTo>
                <a:lnTo>
                  <a:pt x="320040" y="402908"/>
                </a:lnTo>
                <a:close/>
                <a:moveTo>
                  <a:pt x="2242185" y="1872615"/>
                </a:moveTo>
                <a:lnTo>
                  <a:pt x="2248853" y="1879283"/>
                </a:lnTo>
                <a:lnTo>
                  <a:pt x="2242185" y="1885950"/>
                </a:lnTo>
                <a:lnTo>
                  <a:pt x="2235518" y="1879283"/>
                </a:lnTo>
                <a:close/>
                <a:moveTo>
                  <a:pt x="2185035" y="0"/>
                </a:moveTo>
                <a:lnTo>
                  <a:pt x="2206943" y="21908"/>
                </a:lnTo>
                <a:lnTo>
                  <a:pt x="2185035" y="43815"/>
                </a:lnTo>
                <a:lnTo>
                  <a:pt x="2163128" y="21908"/>
                </a:lnTo>
                <a:close/>
                <a:moveTo>
                  <a:pt x="1546860" y="1050608"/>
                </a:moveTo>
                <a:lnTo>
                  <a:pt x="1556385" y="1060133"/>
                </a:lnTo>
                <a:lnTo>
                  <a:pt x="1546860" y="1069658"/>
                </a:lnTo>
                <a:lnTo>
                  <a:pt x="1537335" y="1060133"/>
                </a:lnTo>
                <a:close/>
                <a:moveTo>
                  <a:pt x="908685" y="1188720"/>
                </a:moveTo>
                <a:lnTo>
                  <a:pt x="922973" y="1203008"/>
                </a:lnTo>
                <a:lnTo>
                  <a:pt x="908685" y="1217295"/>
                </a:lnTo>
                <a:lnTo>
                  <a:pt x="894398" y="1203008"/>
                </a:lnTo>
                <a:close/>
                <a:moveTo>
                  <a:pt x="1308735" y="1363980"/>
                </a:moveTo>
                <a:lnTo>
                  <a:pt x="1319213" y="1374458"/>
                </a:lnTo>
                <a:lnTo>
                  <a:pt x="1308735" y="1384935"/>
                </a:lnTo>
                <a:lnTo>
                  <a:pt x="1298258" y="1374458"/>
                </a:lnTo>
                <a:close/>
                <a:moveTo>
                  <a:pt x="1384935" y="785813"/>
                </a:moveTo>
                <a:lnTo>
                  <a:pt x="1392555" y="793433"/>
                </a:lnTo>
                <a:lnTo>
                  <a:pt x="1384935" y="801053"/>
                </a:lnTo>
                <a:lnTo>
                  <a:pt x="1377315" y="793433"/>
                </a:lnTo>
                <a:close/>
                <a:moveTo>
                  <a:pt x="2127885" y="1428750"/>
                </a:moveTo>
                <a:lnTo>
                  <a:pt x="2140268" y="1441133"/>
                </a:lnTo>
                <a:lnTo>
                  <a:pt x="2127885" y="1453515"/>
                </a:lnTo>
                <a:lnTo>
                  <a:pt x="2115503" y="1441133"/>
                </a:lnTo>
                <a:close/>
                <a:moveTo>
                  <a:pt x="1165860" y="869633"/>
                </a:moveTo>
                <a:lnTo>
                  <a:pt x="1175385" y="879158"/>
                </a:lnTo>
                <a:lnTo>
                  <a:pt x="1165860" y="888683"/>
                </a:lnTo>
                <a:lnTo>
                  <a:pt x="1156335" y="87915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10950" y="1466850"/>
            <a:ext cx="2714625" cy="2543175"/>
          </a:xfrm>
          <a:custGeom>
            <a:avLst/>
            <a:gdLst/>
            <a:ahLst/>
            <a:cxnLst/>
            <a:rect l="l" t="t" r="r" b="b"/>
            <a:pathLst>
              <a:path w="2714625" h="2543175">
                <a:moveTo>
                  <a:pt x="1095375" y="2543175"/>
                </a:moveTo>
                <a:quadBezTo>
                  <a:pt x="1000125" y="2524125"/>
                  <a:pt x="895350" y="2543175"/>
                </a:quadBezTo>
                <a:moveTo>
                  <a:pt x="2352675" y="171450"/>
                </a:moveTo>
                <a:quadBezTo>
                  <a:pt x="2447925" y="209550"/>
                  <a:pt x="2552700" y="285750"/>
                </a:quadBezTo>
                <a:moveTo>
                  <a:pt x="504825" y="1819275"/>
                </a:moveTo>
                <a:quadBezTo>
                  <a:pt x="428625" y="1676400"/>
                  <a:pt x="352425" y="1571625"/>
                </a:quadBezTo>
                <a:moveTo>
                  <a:pt x="1962150" y="2085975"/>
                </a:moveTo>
                <a:quadBezTo>
                  <a:pt x="1885950" y="2114550"/>
                  <a:pt x="1819275" y="2181225"/>
                </a:quadBezTo>
                <a:moveTo>
                  <a:pt x="2428875" y="895350"/>
                </a:moveTo>
                <a:quadBezTo>
                  <a:pt x="2438400" y="952500"/>
                  <a:pt x="2457450" y="1038225"/>
                </a:quadBezTo>
                <a:moveTo>
                  <a:pt x="2124075" y="1905000"/>
                </a:moveTo>
                <a:quadBezTo>
                  <a:pt x="2066925" y="1943100"/>
                  <a:pt x="2019300" y="2028825"/>
                </a:quadBezTo>
                <a:moveTo>
                  <a:pt x="2628900" y="266700"/>
                </a:moveTo>
                <a:quadBezTo>
                  <a:pt x="2676525" y="276225"/>
                  <a:pt x="2714625" y="323850"/>
                </a:quadBezTo>
                <a:moveTo>
                  <a:pt x="2495550" y="790575"/>
                </a:moveTo>
                <a:quadBezTo>
                  <a:pt x="2505075" y="885825"/>
                  <a:pt x="2524125" y="1019175"/>
                </a:quadBezTo>
                <a:moveTo>
                  <a:pt x="1885950" y="0"/>
                </a:moveTo>
                <a:quadBezTo>
                  <a:pt x="1943100" y="19050"/>
                  <a:pt x="1990725" y="76200"/>
                </a:quadBezTo>
                <a:moveTo>
                  <a:pt x="9525" y="1076325"/>
                </a:moveTo>
                <a:quadBezTo>
                  <a:pt x="9525" y="990600"/>
                  <a:pt x="0" y="942975"/>
                </a:quadBezTo>
                <a:moveTo>
                  <a:pt x="1019175" y="2381250"/>
                </a:moveTo>
                <a:quadBezTo>
                  <a:pt x="895350" y="2333625"/>
                  <a:pt x="771525" y="2314575"/>
                </a:quadBezTo>
                <a:moveTo>
                  <a:pt x="152400" y="581025"/>
                </a:moveTo>
                <a:quadBezTo>
                  <a:pt x="171450" y="495300"/>
                  <a:pt x="200025" y="438150"/>
                </a:quadBezTo>
                <a:moveTo>
                  <a:pt x="1190625" y="2295525"/>
                </a:moveTo>
                <a:quadBezTo>
                  <a:pt x="1104900" y="2247900"/>
                  <a:pt x="1019175" y="2238375"/>
                </a:quadBezTo>
                <a:moveTo>
                  <a:pt x="314325" y="885825"/>
                </a:moveTo>
                <a:quadBezTo>
                  <a:pt x="361950" y="742950"/>
                  <a:pt x="409575" y="6381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53925" y="1647825"/>
            <a:ext cx="2114550" cy="1685925"/>
          </a:xfrm>
          <a:custGeom>
            <a:avLst/>
            <a:gdLst/>
            <a:ahLst/>
            <a:cxnLst/>
            <a:rect l="l" t="t" r="r" b="b"/>
            <a:pathLst>
              <a:path w="2114550" h="1685925">
                <a:moveTo>
                  <a:pt x="1771650" y="752475"/>
                </a:moveTo>
                <a:lnTo>
                  <a:pt x="2114550" y="1171575"/>
                </a:lnTo>
                <a:moveTo>
                  <a:pt x="1733550" y="781050"/>
                </a:moveTo>
                <a:lnTo>
                  <a:pt x="2057400" y="1190625"/>
                </a:lnTo>
                <a:moveTo>
                  <a:pt x="1714500" y="800100"/>
                </a:moveTo>
                <a:lnTo>
                  <a:pt x="2038350" y="1200150"/>
                </a:lnTo>
                <a:moveTo>
                  <a:pt x="1685925" y="819150"/>
                </a:moveTo>
                <a:lnTo>
                  <a:pt x="1971675" y="1181100"/>
                </a:lnTo>
                <a:moveTo>
                  <a:pt x="76200" y="0"/>
                </a:moveTo>
                <a:lnTo>
                  <a:pt x="381000" y="266700"/>
                </a:lnTo>
                <a:moveTo>
                  <a:pt x="47625" y="38100"/>
                </a:moveTo>
                <a:lnTo>
                  <a:pt x="419100" y="361950"/>
                </a:lnTo>
                <a:moveTo>
                  <a:pt x="19050" y="57150"/>
                </a:moveTo>
                <a:lnTo>
                  <a:pt x="438150" y="428625"/>
                </a:lnTo>
                <a:moveTo>
                  <a:pt x="0" y="85725"/>
                </a:moveTo>
                <a:lnTo>
                  <a:pt x="419100" y="457200"/>
                </a:lnTo>
                <a:moveTo>
                  <a:pt x="1514475" y="1438275"/>
                </a:moveTo>
                <a:lnTo>
                  <a:pt x="1362075" y="1619250"/>
                </a:lnTo>
                <a:moveTo>
                  <a:pt x="1476375" y="1409700"/>
                </a:moveTo>
                <a:lnTo>
                  <a:pt x="1323975" y="1600200"/>
                </a:lnTo>
                <a:moveTo>
                  <a:pt x="1457325" y="1390650"/>
                </a:moveTo>
                <a:lnTo>
                  <a:pt x="1219200" y="1685925"/>
                </a:lnTo>
                <a:moveTo>
                  <a:pt x="1428750" y="1362075"/>
                </a:moveTo>
                <a:lnTo>
                  <a:pt x="1181100" y="16764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2514600" y="4000500"/>
            <a:ext cx="3076575" cy="4467225"/>
          </a:xfrm>
          <a:custGeom>
            <a:avLst/>
            <a:gdLst/>
            <a:ahLst/>
            <a:cxnLst/>
            <a:rect l="l" t="t" r="r" b="b"/>
            <a:pathLst>
              <a:path w="3076575" h="4467225">
                <a:moveTo>
                  <a:pt x="1971675" y="4467225"/>
                </a:moveTo>
                <a:lnTo>
                  <a:pt x="1771650" y="4429125"/>
                </a:lnTo>
                <a:lnTo>
                  <a:pt x="1895475" y="4191000"/>
                </a:lnTo>
                <a:lnTo>
                  <a:pt x="1743075" y="4181475"/>
                </a:lnTo>
                <a:lnTo>
                  <a:pt x="1800225" y="4210050"/>
                </a:lnTo>
                <a:lnTo>
                  <a:pt x="1724025" y="4257675"/>
                </a:lnTo>
                <a:lnTo>
                  <a:pt x="1657350" y="4238625"/>
                </a:lnTo>
                <a:lnTo>
                  <a:pt x="1600200" y="4219575"/>
                </a:lnTo>
                <a:lnTo>
                  <a:pt x="1590675" y="4181475"/>
                </a:lnTo>
                <a:lnTo>
                  <a:pt x="1619250" y="4171950"/>
                </a:lnTo>
                <a:lnTo>
                  <a:pt x="1524000" y="4038600"/>
                </a:lnTo>
                <a:lnTo>
                  <a:pt x="1504950" y="4114800"/>
                </a:lnTo>
                <a:lnTo>
                  <a:pt x="1571625" y="4019550"/>
                </a:lnTo>
                <a:lnTo>
                  <a:pt x="1524000" y="3933825"/>
                </a:lnTo>
                <a:lnTo>
                  <a:pt x="1524000" y="3933825"/>
                </a:lnTo>
                <a:lnTo>
                  <a:pt x="1504950" y="3876675"/>
                </a:lnTo>
                <a:lnTo>
                  <a:pt x="1485900" y="3810000"/>
                </a:lnTo>
                <a:lnTo>
                  <a:pt x="1428750" y="3676650"/>
                </a:lnTo>
                <a:lnTo>
                  <a:pt x="1457325" y="3686175"/>
                </a:lnTo>
                <a:lnTo>
                  <a:pt x="1409700" y="3686175"/>
                </a:lnTo>
                <a:lnTo>
                  <a:pt x="1381125" y="3676650"/>
                </a:lnTo>
                <a:lnTo>
                  <a:pt x="1323975" y="3724275"/>
                </a:lnTo>
                <a:lnTo>
                  <a:pt x="1323975" y="3648075"/>
                </a:lnTo>
                <a:lnTo>
                  <a:pt x="1285875" y="3590925"/>
                </a:lnTo>
                <a:lnTo>
                  <a:pt x="1314450" y="3581400"/>
                </a:lnTo>
                <a:lnTo>
                  <a:pt x="1362075" y="3552825"/>
                </a:lnTo>
                <a:lnTo>
                  <a:pt x="1228725" y="3533775"/>
                </a:lnTo>
                <a:lnTo>
                  <a:pt x="1238250" y="3448050"/>
                </a:lnTo>
                <a:lnTo>
                  <a:pt x="1123950" y="3448050"/>
                </a:lnTo>
                <a:lnTo>
                  <a:pt x="1085850" y="3448050"/>
                </a:lnTo>
                <a:lnTo>
                  <a:pt x="1076325" y="3390900"/>
                </a:lnTo>
                <a:lnTo>
                  <a:pt x="1038225" y="3362325"/>
                </a:lnTo>
                <a:lnTo>
                  <a:pt x="1009650" y="3267075"/>
                </a:lnTo>
                <a:lnTo>
                  <a:pt x="952500" y="3209925"/>
                </a:lnTo>
                <a:lnTo>
                  <a:pt x="981075" y="3162300"/>
                </a:lnTo>
                <a:lnTo>
                  <a:pt x="914400" y="3162300"/>
                </a:lnTo>
                <a:lnTo>
                  <a:pt x="866775" y="3105150"/>
                </a:lnTo>
                <a:lnTo>
                  <a:pt x="819150" y="3048000"/>
                </a:lnTo>
                <a:lnTo>
                  <a:pt x="809625" y="2981325"/>
                </a:lnTo>
                <a:lnTo>
                  <a:pt x="762000" y="2886075"/>
                </a:lnTo>
                <a:lnTo>
                  <a:pt x="752475" y="2847975"/>
                </a:lnTo>
                <a:lnTo>
                  <a:pt x="685800" y="2790825"/>
                </a:lnTo>
                <a:lnTo>
                  <a:pt x="685800" y="2790825"/>
                </a:lnTo>
                <a:lnTo>
                  <a:pt x="685800" y="2733675"/>
                </a:lnTo>
                <a:lnTo>
                  <a:pt x="628650" y="2638425"/>
                </a:lnTo>
                <a:lnTo>
                  <a:pt x="581025" y="2609850"/>
                </a:lnTo>
                <a:lnTo>
                  <a:pt x="561975" y="2562225"/>
                </a:lnTo>
                <a:lnTo>
                  <a:pt x="561975" y="2505075"/>
                </a:lnTo>
                <a:lnTo>
                  <a:pt x="523875" y="2428875"/>
                </a:lnTo>
                <a:lnTo>
                  <a:pt x="504825" y="2438400"/>
                </a:lnTo>
                <a:lnTo>
                  <a:pt x="476250" y="2371725"/>
                </a:lnTo>
                <a:lnTo>
                  <a:pt x="428625" y="2324100"/>
                </a:lnTo>
                <a:lnTo>
                  <a:pt x="409575" y="2219325"/>
                </a:lnTo>
                <a:lnTo>
                  <a:pt x="381000" y="2209800"/>
                </a:lnTo>
                <a:lnTo>
                  <a:pt x="304800" y="2114550"/>
                </a:lnTo>
                <a:lnTo>
                  <a:pt x="304800" y="2076450"/>
                </a:lnTo>
                <a:lnTo>
                  <a:pt x="266700" y="2038350"/>
                </a:lnTo>
                <a:lnTo>
                  <a:pt x="228600" y="1981200"/>
                </a:lnTo>
                <a:lnTo>
                  <a:pt x="200025" y="1924050"/>
                </a:lnTo>
                <a:lnTo>
                  <a:pt x="190500" y="1847850"/>
                </a:lnTo>
                <a:lnTo>
                  <a:pt x="171450" y="1847850"/>
                </a:lnTo>
                <a:lnTo>
                  <a:pt x="104775" y="1809750"/>
                </a:lnTo>
                <a:lnTo>
                  <a:pt x="104775" y="1704975"/>
                </a:lnTo>
                <a:lnTo>
                  <a:pt x="28575" y="1714500"/>
                </a:lnTo>
                <a:lnTo>
                  <a:pt x="0" y="1619250"/>
                </a:lnTo>
                <a:lnTo>
                  <a:pt x="19050" y="1581150"/>
                </a:lnTo>
                <a:lnTo>
                  <a:pt x="47625" y="1552575"/>
                </a:lnTo>
                <a:lnTo>
                  <a:pt x="19050" y="1581150"/>
                </a:lnTo>
                <a:lnTo>
                  <a:pt x="66675" y="1524000"/>
                </a:lnTo>
                <a:lnTo>
                  <a:pt x="47625" y="1419225"/>
                </a:lnTo>
                <a:lnTo>
                  <a:pt x="123825" y="1419225"/>
                </a:lnTo>
                <a:lnTo>
                  <a:pt x="104775" y="1381125"/>
                </a:lnTo>
                <a:lnTo>
                  <a:pt x="104775" y="1333500"/>
                </a:lnTo>
                <a:lnTo>
                  <a:pt x="171450" y="1285875"/>
                </a:lnTo>
                <a:lnTo>
                  <a:pt x="123825" y="1276350"/>
                </a:lnTo>
                <a:lnTo>
                  <a:pt x="152400" y="1219200"/>
                </a:lnTo>
                <a:lnTo>
                  <a:pt x="142875" y="1162050"/>
                </a:lnTo>
                <a:lnTo>
                  <a:pt x="161925" y="1123950"/>
                </a:lnTo>
                <a:lnTo>
                  <a:pt x="180975" y="1114425"/>
                </a:lnTo>
                <a:lnTo>
                  <a:pt x="180975" y="1076325"/>
                </a:lnTo>
                <a:lnTo>
                  <a:pt x="238125" y="990600"/>
                </a:lnTo>
                <a:lnTo>
                  <a:pt x="247650" y="914400"/>
                </a:lnTo>
                <a:lnTo>
                  <a:pt x="247650" y="923925"/>
                </a:lnTo>
                <a:lnTo>
                  <a:pt x="266700" y="847725"/>
                </a:lnTo>
                <a:lnTo>
                  <a:pt x="276225" y="809625"/>
                </a:lnTo>
                <a:lnTo>
                  <a:pt x="295275" y="781050"/>
                </a:lnTo>
                <a:lnTo>
                  <a:pt x="304800" y="752475"/>
                </a:lnTo>
                <a:lnTo>
                  <a:pt x="295275" y="657225"/>
                </a:lnTo>
                <a:lnTo>
                  <a:pt x="304800" y="628650"/>
                </a:lnTo>
                <a:lnTo>
                  <a:pt x="361950" y="609600"/>
                </a:lnTo>
                <a:lnTo>
                  <a:pt x="361950" y="561975"/>
                </a:lnTo>
                <a:lnTo>
                  <a:pt x="381000" y="542925"/>
                </a:lnTo>
                <a:lnTo>
                  <a:pt x="342900" y="485775"/>
                </a:lnTo>
                <a:lnTo>
                  <a:pt x="409575" y="485775"/>
                </a:lnTo>
                <a:lnTo>
                  <a:pt x="419100" y="400050"/>
                </a:lnTo>
                <a:lnTo>
                  <a:pt x="428625" y="371475"/>
                </a:lnTo>
                <a:lnTo>
                  <a:pt x="419100" y="304800"/>
                </a:lnTo>
                <a:lnTo>
                  <a:pt x="523875" y="438150"/>
                </a:lnTo>
                <a:lnTo>
                  <a:pt x="571500" y="314325"/>
                </a:lnTo>
                <a:lnTo>
                  <a:pt x="695325" y="457200"/>
                </a:lnTo>
                <a:lnTo>
                  <a:pt x="685800" y="409575"/>
                </a:lnTo>
                <a:lnTo>
                  <a:pt x="781050" y="352425"/>
                </a:lnTo>
                <a:lnTo>
                  <a:pt x="800100" y="361950"/>
                </a:lnTo>
                <a:lnTo>
                  <a:pt x="914400" y="333375"/>
                </a:lnTo>
                <a:lnTo>
                  <a:pt x="1000125" y="257175"/>
                </a:lnTo>
                <a:lnTo>
                  <a:pt x="971550" y="371475"/>
                </a:lnTo>
                <a:lnTo>
                  <a:pt x="1038225" y="342900"/>
                </a:lnTo>
                <a:lnTo>
                  <a:pt x="1066800" y="285750"/>
                </a:lnTo>
                <a:lnTo>
                  <a:pt x="1181100" y="190500"/>
                </a:lnTo>
                <a:lnTo>
                  <a:pt x="1266825" y="209550"/>
                </a:lnTo>
                <a:lnTo>
                  <a:pt x="1247775" y="123825"/>
                </a:lnTo>
                <a:lnTo>
                  <a:pt x="1162050" y="123825"/>
                </a:lnTo>
                <a:lnTo>
                  <a:pt x="1181100" y="114300"/>
                </a:lnTo>
                <a:lnTo>
                  <a:pt x="1276350" y="142875"/>
                </a:lnTo>
                <a:lnTo>
                  <a:pt x="1295400" y="95250"/>
                </a:lnTo>
                <a:lnTo>
                  <a:pt x="1304925" y="114300"/>
                </a:lnTo>
                <a:lnTo>
                  <a:pt x="1371600" y="47625"/>
                </a:lnTo>
                <a:lnTo>
                  <a:pt x="1381125" y="76200"/>
                </a:lnTo>
                <a:lnTo>
                  <a:pt x="1419225" y="0"/>
                </a:lnTo>
                <a:lnTo>
                  <a:pt x="1428750" y="0"/>
                </a:lnTo>
                <a:lnTo>
                  <a:pt x="1428750" y="0"/>
                </a:lnTo>
                <a:lnTo>
                  <a:pt x="1466850" y="114300"/>
                </a:lnTo>
                <a:lnTo>
                  <a:pt x="1571625" y="76200"/>
                </a:lnTo>
                <a:lnTo>
                  <a:pt x="1581150" y="66675"/>
                </a:lnTo>
                <a:lnTo>
                  <a:pt x="1619250" y="76200"/>
                </a:lnTo>
                <a:lnTo>
                  <a:pt x="1571625" y="28575"/>
                </a:lnTo>
                <a:lnTo>
                  <a:pt x="1647825" y="57150"/>
                </a:lnTo>
                <a:lnTo>
                  <a:pt x="1724025" y="76200"/>
                </a:lnTo>
                <a:lnTo>
                  <a:pt x="1809750" y="66675"/>
                </a:lnTo>
                <a:lnTo>
                  <a:pt x="1809750" y="95250"/>
                </a:lnTo>
                <a:lnTo>
                  <a:pt x="1838325" y="104775"/>
                </a:lnTo>
                <a:lnTo>
                  <a:pt x="1866900" y="66675"/>
                </a:lnTo>
                <a:lnTo>
                  <a:pt x="1905000" y="104775"/>
                </a:lnTo>
                <a:lnTo>
                  <a:pt x="1981200" y="142875"/>
                </a:lnTo>
                <a:lnTo>
                  <a:pt x="2000250" y="152400"/>
                </a:lnTo>
                <a:lnTo>
                  <a:pt x="2028825" y="152400"/>
                </a:lnTo>
                <a:lnTo>
                  <a:pt x="2085975" y="152400"/>
                </a:lnTo>
                <a:lnTo>
                  <a:pt x="2152650" y="190500"/>
                </a:lnTo>
                <a:lnTo>
                  <a:pt x="2190750" y="161925"/>
                </a:lnTo>
                <a:lnTo>
                  <a:pt x="2219325" y="180975"/>
                </a:lnTo>
                <a:lnTo>
                  <a:pt x="2276475" y="180975"/>
                </a:lnTo>
                <a:lnTo>
                  <a:pt x="2314575" y="247650"/>
                </a:lnTo>
                <a:lnTo>
                  <a:pt x="2343150" y="219075"/>
                </a:lnTo>
                <a:lnTo>
                  <a:pt x="2343150" y="228600"/>
                </a:lnTo>
                <a:lnTo>
                  <a:pt x="2371725" y="228600"/>
                </a:lnTo>
                <a:lnTo>
                  <a:pt x="2466975" y="247650"/>
                </a:lnTo>
                <a:lnTo>
                  <a:pt x="2447925" y="247650"/>
                </a:lnTo>
                <a:lnTo>
                  <a:pt x="2476500" y="295275"/>
                </a:lnTo>
                <a:lnTo>
                  <a:pt x="2552700" y="266700"/>
                </a:lnTo>
                <a:lnTo>
                  <a:pt x="2552700" y="257175"/>
                </a:lnTo>
                <a:lnTo>
                  <a:pt x="2581275" y="314325"/>
                </a:lnTo>
                <a:lnTo>
                  <a:pt x="2667000" y="314325"/>
                </a:lnTo>
                <a:lnTo>
                  <a:pt x="2686050" y="333375"/>
                </a:lnTo>
                <a:lnTo>
                  <a:pt x="2714625" y="352425"/>
                </a:lnTo>
                <a:lnTo>
                  <a:pt x="2771775" y="352425"/>
                </a:lnTo>
                <a:lnTo>
                  <a:pt x="2790825" y="361950"/>
                </a:lnTo>
                <a:lnTo>
                  <a:pt x="2847975" y="390525"/>
                </a:lnTo>
                <a:lnTo>
                  <a:pt x="2876550" y="361950"/>
                </a:lnTo>
                <a:lnTo>
                  <a:pt x="2886075" y="390525"/>
                </a:lnTo>
                <a:lnTo>
                  <a:pt x="2933700" y="419100"/>
                </a:lnTo>
                <a:lnTo>
                  <a:pt x="2971800" y="371475"/>
                </a:lnTo>
                <a:lnTo>
                  <a:pt x="2886075" y="542925"/>
                </a:lnTo>
                <a:lnTo>
                  <a:pt x="3000375" y="609600"/>
                </a:lnTo>
                <a:lnTo>
                  <a:pt x="2895600" y="514350"/>
                </a:lnTo>
                <a:lnTo>
                  <a:pt x="2857500" y="676275"/>
                </a:lnTo>
                <a:lnTo>
                  <a:pt x="2828925" y="752475"/>
                </a:lnTo>
                <a:lnTo>
                  <a:pt x="2876550" y="733425"/>
                </a:lnTo>
                <a:lnTo>
                  <a:pt x="2857500" y="771525"/>
                </a:lnTo>
                <a:lnTo>
                  <a:pt x="2876550" y="781050"/>
                </a:lnTo>
                <a:lnTo>
                  <a:pt x="2943225" y="838200"/>
                </a:lnTo>
                <a:lnTo>
                  <a:pt x="2971800" y="933450"/>
                </a:lnTo>
                <a:lnTo>
                  <a:pt x="2962275" y="1019175"/>
                </a:lnTo>
                <a:lnTo>
                  <a:pt x="3038475" y="1047750"/>
                </a:lnTo>
                <a:lnTo>
                  <a:pt x="2990850" y="1095375"/>
                </a:lnTo>
                <a:lnTo>
                  <a:pt x="3057525" y="1085850"/>
                </a:lnTo>
                <a:lnTo>
                  <a:pt x="3057525" y="1076325"/>
                </a:lnTo>
                <a:lnTo>
                  <a:pt x="3028950" y="1085850"/>
                </a:lnTo>
                <a:lnTo>
                  <a:pt x="3028950" y="1076325"/>
                </a:lnTo>
                <a:lnTo>
                  <a:pt x="3000375" y="1209675"/>
                </a:lnTo>
                <a:lnTo>
                  <a:pt x="3000375" y="1285875"/>
                </a:lnTo>
                <a:lnTo>
                  <a:pt x="3000375" y="1200150"/>
                </a:lnTo>
                <a:lnTo>
                  <a:pt x="3009900" y="1314450"/>
                </a:lnTo>
                <a:lnTo>
                  <a:pt x="2990850" y="1333500"/>
                </a:lnTo>
                <a:lnTo>
                  <a:pt x="3028950" y="1381125"/>
                </a:lnTo>
                <a:lnTo>
                  <a:pt x="3019425" y="1409700"/>
                </a:lnTo>
                <a:lnTo>
                  <a:pt x="3076575" y="1428750"/>
                </a:lnTo>
                <a:lnTo>
                  <a:pt x="3000375" y="1495425"/>
                </a:lnTo>
                <a:lnTo>
                  <a:pt x="3028950" y="1562100"/>
                </a:lnTo>
                <a:lnTo>
                  <a:pt x="3019425" y="1685925"/>
                </a:lnTo>
                <a:lnTo>
                  <a:pt x="2990850" y="1733550"/>
                </a:lnTo>
                <a:lnTo>
                  <a:pt x="3009900" y="1781175"/>
                </a:lnTo>
                <a:lnTo>
                  <a:pt x="3028950" y="1819275"/>
                </a:lnTo>
                <a:lnTo>
                  <a:pt x="3038475" y="1885950"/>
                </a:lnTo>
                <a:lnTo>
                  <a:pt x="2971800" y="1866900"/>
                </a:lnTo>
                <a:lnTo>
                  <a:pt x="2895600" y="2028825"/>
                </a:lnTo>
                <a:lnTo>
                  <a:pt x="2876550" y="1981200"/>
                </a:lnTo>
                <a:lnTo>
                  <a:pt x="2867025" y="1971675"/>
                </a:lnTo>
                <a:lnTo>
                  <a:pt x="2981325" y="2114550"/>
                </a:lnTo>
                <a:lnTo>
                  <a:pt x="2828925" y="2200275"/>
                </a:lnTo>
                <a:lnTo>
                  <a:pt x="2847975" y="2219325"/>
                </a:lnTo>
                <a:lnTo>
                  <a:pt x="2762250" y="2219325"/>
                </a:lnTo>
                <a:lnTo>
                  <a:pt x="2762250" y="2152650"/>
                </a:lnTo>
                <a:lnTo>
                  <a:pt x="2876550" y="2152650"/>
                </a:lnTo>
                <a:lnTo>
                  <a:pt x="2876550" y="2219325"/>
                </a:lnTo>
                <a:lnTo>
                  <a:pt x="2886075" y="2314575"/>
                </a:lnTo>
                <a:lnTo>
                  <a:pt x="2952750" y="2295525"/>
                </a:lnTo>
                <a:lnTo>
                  <a:pt x="2990850" y="2371725"/>
                </a:lnTo>
                <a:lnTo>
                  <a:pt x="2962275" y="2447925"/>
                </a:lnTo>
                <a:lnTo>
                  <a:pt x="3019425" y="2552700"/>
                </a:lnTo>
                <a:lnTo>
                  <a:pt x="3028950" y="2676525"/>
                </a:lnTo>
                <a:lnTo>
                  <a:pt x="2971800" y="2590800"/>
                </a:lnTo>
                <a:lnTo>
                  <a:pt x="2905125" y="2657475"/>
                </a:lnTo>
                <a:lnTo>
                  <a:pt x="2933700" y="2686050"/>
                </a:lnTo>
                <a:lnTo>
                  <a:pt x="2962275" y="2743200"/>
                </a:lnTo>
                <a:lnTo>
                  <a:pt x="2943225" y="2790825"/>
                </a:lnTo>
                <a:lnTo>
                  <a:pt x="2962275" y="2828925"/>
                </a:lnTo>
                <a:lnTo>
                  <a:pt x="2981325" y="2838450"/>
                </a:lnTo>
                <a:lnTo>
                  <a:pt x="2886075" y="2800350"/>
                </a:lnTo>
                <a:lnTo>
                  <a:pt x="2886075" y="2895600"/>
                </a:lnTo>
                <a:lnTo>
                  <a:pt x="2838450" y="2914650"/>
                </a:lnTo>
                <a:lnTo>
                  <a:pt x="2819400" y="3009900"/>
                </a:lnTo>
                <a:lnTo>
                  <a:pt x="2800350" y="3057525"/>
                </a:lnTo>
                <a:lnTo>
                  <a:pt x="2762250" y="3067050"/>
                </a:lnTo>
                <a:lnTo>
                  <a:pt x="2752725" y="3095625"/>
                </a:lnTo>
                <a:lnTo>
                  <a:pt x="2800350" y="3124200"/>
                </a:lnTo>
                <a:lnTo>
                  <a:pt x="2819400" y="3209925"/>
                </a:lnTo>
                <a:lnTo>
                  <a:pt x="2809875" y="3209925"/>
                </a:lnTo>
                <a:lnTo>
                  <a:pt x="2695575" y="3333750"/>
                </a:lnTo>
                <a:lnTo>
                  <a:pt x="2676525" y="3352800"/>
                </a:lnTo>
                <a:lnTo>
                  <a:pt x="2705100" y="3438525"/>
                </a:lnTo>
                <a:lnTo>
                  <a:pt x="2600325" y="3495675"/>
                </a:lnTo>
                <a:lnTo>
                  <a:pt x="2647950" y="3457575"/>
                </a:lnTo>
                <a:lnTo>
                  <a:pt x="2657475" y="3429000"/>
                </a:lnTo>
                <a:lnTo>
                  <a:pt x="2543175" y="3514725"/>
                </a:lnTo>
                <a:lnTo>
                  <a:pt x="2543175" y="3533775"/>
                </a:lnTo>
                <a:lnTo>
                  <a:pt x="2457450" y="3619500"/>
                </a:lnTo>
                <a:lnTo>
                  <a:pt x="2419350" y="3705225"/>
                </a:lnTo>
                <a:lnTo>
                  <a:pt x="2390775" y="3714750"/>
                </a:lnTo>
                <a:lnTo>
                  <a:pt x="2390775" y="3733800"/>
                </a:lnTo>
                <a:lnTo>
                  <a:pt x="2362200" y="3752850"/>
                </a:lnTo>
                <a:lnTo>
                  <a:pt x="2333625" y="3838575"/>
                </a:lnTo>
                <a:lnTo>
                  <a:pt x="2324100" y="3895725"/>
                </a:lnTo>
                <a:lnTo>
                  <a:pt x="2305050" y="3838575"/>
                </a:lnTo>
                <a:lnTo>
                  <a:pt x="2352675" y="3914775"/>
                </a:lnTo>
                <a:lnTo>
                  <a:pt x="2371725" y="3914775"/>
                </a:lnTo>
                <a:lnTo>
                  <a:pt x="2333625" y="3962400"/>
                </a:lnTo>
                <a:lnTo>
                  <a:pt x="2266950" y="4067175"/>
                </a:lnTo>
                <a:lnTo>
                  <a:pt x="2276475" y="4095750"/>
                </a:lnTo>
                <a:lnTo>
                  <a:pt x="2190750" y="4124325"/>
                </a:lnTo>
                <a:lnTo>
                  <a:pt x="2238375" y="4152900"/>
                </a:lnTo>
                <a:lnTo>
                  <a:pt x="2190750" y="4229100"/>
                </a:lnTo>
                <a:lnTo>
                  <a:pt x="2200275" y="4267200"/>
                </a:lnTo>
                <a:lnTo>
                  <a:pt x="2143125" y="4286250"/>
                </a:lnTo>
                <a:lnTo>
                  <a:pt x="2124075" y="4295775"/>
                </a:lnTo>
                <a:lnTo>
                  <a:pt x="2114550" y="4381500"/>
                </a:lnTo>
                <a:lnTo>
                  <a:pt x="2057400" y="4429125"/>
                </a:lnTo>
                <a:close/>
              </a:path>
            </a:pathLst>
          </a:custGeom>
          <a:solidFill>
            <a:srgbClr val="14729E">
              <a:alpha val="1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2819400" y="3695700"/>
            <a:ext cx="3581400" cy="5153025"/>
          </a:xfrm>
          <a:custGeom>
            <a:avLst/>
            <a:gdLst/>
            <a:ahLst/>
            <a:cxnLst/>
            <a:rect l="l" t="t" r="r" b="b"/>
            <a:pathLst>
              <a:path w="3581400" h="5153025">
                <a:moveTo>
                  <a:pt x="2324100" y="5153025"/>
                </a:moveTo>
                <a:lnTo>
                  <a:pt x="2295525" y="4953000"/>
                </a:lnTo>
                <a:lnTo>
                  <a:pt x="2209800" y="5086350"/>
                </a:lnTo>
                <a:lnTo>
                  <a:pt x="2181225" y="4962525"/>
                </a:lnTo>
                <a:lnTo>
                  <a:pt x="2114550" y="4914900"/>
                </a:lnTo>
                <a:lnTo>
                  <a:pt x="2038350" y="4867275"/>
                </a:lnTo>
                <a:lnTo>
                  <a:pt x="1885950" y="4962525"/>
                </a:lnTo>
                <a:lnTo>
                  <a:pt x="1885950" y="4857750"/>
                </a:lnTo>
                <a:lnTo>
                  <a:pt x="1857375" y="4886325"/>
                </a:lnTo>
                <a:lnTo>
                  <a:pt x="1771650" y="4829175"/>
                </a:lnTo>
                <a:lnTo>
                  <a:pt x="1819275" y="4743450"/>
                </a:lnTo>
                <a:lnTo>
                  <a:pt x="1809750" y="4676775"/>
                </a:lnTo>
                <a:lnTo>
                  <a:pt x="1790700" y="4648200"/>
                </a:lnTo>
                <a:lnTo>
                  <a:pt x="1733550" y="4562475"/>
                </a:lnTo>
                <a:lnTo>
                  <a:pt x="1790700" y="4486275"/>
                </a:lnTo>
                <a:lnTo>
                  <a:pt x="1781175" y="4467225"/>
                </a:lnTo>
                <a:lnTo>
                  <a:pt x="1714500" y="4410075"/>
                </a:lnTo>
                <a:lnTo>
                  <a:pt x="1647825" y="4371975"/>
                </a:lnTo>
                <a:lnTo>
                  <a:pt x="1628775" y="4391025"/>
                </a:lnTo>
                <a:lnTo>
                  <a:pt x="1609725" y="4343400"/>
                </a:lnTo>
                <a:lnTo>
                  <a:pt x="1628775" y="4257675"/>
                </a:lnTo>
                <a:lnTo>
                  <a:pt x="1590675" y="4210050"/>
                </a:lnTo>
                <a:lnTo>
                  <a:pt x="1543050" y="4133850"/>
                </a:lnTo>
                <a:lnTo>
                  <a:pt x="1504950" y="4162425"/>
                </a:lnTo>
                <a:lnTo>
                  <a:pt x="1562100" y="4181475"/>
                </a:lnTo>
                <a:lnTo>
                  <a:pt x="1533525" y="4095750"/>
                </a:lnTo>
                <a:lnTo>
                  <a:pt x="1485900" y="4048125"/>
                </a:lnTo>
                <a:lnTo>
                  <a:pt x="1409700" y="4067175"/>
                </a:lnTo>
                <a:lnTo>
                  <a:pt x="1323975" y="3990975"/>
                </a:lnTo>
                <a:lnTo>
                  <a:pt x="1228725" y="3981450"/>
                </a:lnTo>
                <a:lnTo>
                  <a:pt x="1257300" y="3952875"/>
                </a:lnTo>
                <a:lnTo>
                  <a:pt x="1228725" y="3838575"/>
                </a:lnTo>
                <a:lnTo>
                  <a:pt x="1209675" y="3800475"/>
                </a:lnTo>
                <a:lnTo>
                  <a:pt x="1133475" y="3714750"/>
                </a:lnTo>
                <a:lnTo>
                  <a:pt x="1085850" y="3657600"/>
                </a:lnTo>
                <a:lnTo>
                  <a:pt x="1038225" y="3648075"/>
                </a:lnTo>
                <a:lnTo>
                  <a:pt x="990600" y="3600450"/>
                </a:lnTo>
                <a:lnTo>
                  <a:pt x="1000125" y="3533775"/>
                </a:lnTo>
                <a:lnTo>
                  <a:pt x="933450" y="3486150"/>
                </a:lnTo>
                <a:lnTo>
                  <a:pt x="923925" y="3381375"/>
                </a:lnTo>
                <a:lnTo>
                  <a:pt x="885825" y="3333750"/>
                </a:lnTo>
                <a:lnTo>
                  <a:pt x="838200" y="3219450"/>
                </a:lnTo>
                <a:lnTo>
                  <a:pt x="857250" y="3181350"/>
                </a:lnTo>
                <a:lnTo>
                  <a:pt x="800100" y="3124200"/>
                </a:lnTo>
                <a:lnTo>
                  <a:pt x="771525" y="3095625"/>
                </a:lnTo>
                <a:lnTo>
                  <a:pt x="704850" y="3028950"/>
                </a:lnTo>
                <a:lnTo>
                  <a:pt x="666750" y="2952750"/>
                </a:lnTo>
                <a:lnTo>
                  <a:pt x="647700" y="2876550"/>
                </a:lnTo>
                <a:lnTo>
                  <a:pt x="600075" y="2828925"/>
                </a:lnTo>
                <a:lnTo>
                  <a:pt x="571500" y="2828925"/>
                </a:lnTo>
                <a:lnTo>
                  <a:pt x="552450" y="2724150"/>
                </a:lnTo>
                <a:lnTo>
                  <a:pt x="542925" y="2695575"/>
                </a:lnTo>
                <a:lnTo>
                  <a:pt x="476250" y="2628900"/>
                </a:lnTo>
                <a:lnTo>
                  <a:pt x="400050" y="2524125"/>
                </a:lnTo>
                <a:lnTo>
                  <a:pt x="371475" y="2476500"/>
                </a:lnTo>
                <a:lnTo>
                  <a:pt x="390525" y="2419350"/>
                </a:lnTo>
                <a:lnTo>
                  <a:pt x="304800" y="2371725"/>
                </a:lnTo>
                <a:lnTo>
                  <a:pt x="276225" y="2333625"/>
                </a:lnTo>
                <a:lnTo>
                  <a:pt x="285750" y="2257425"/>
                </a:lnTo>
                <a:lnTo>
                  <a:pt x="200025" y="2200275"/>
                </a:lnTo>
                <a:lnTo>
                  <a:pt x="161925" y="2143125"/>
                </a:lnTo>
                <a:lnTo>
                  <a:pt x="171450" y="2105025"/>
                </a:lnTo>
                <a:lnTo>
                  <a:pt x="133350" y="2009775"/>
                </a:lnTo>
                <a:lnTo>
                  <a:pt x="57150" y="1943100"/>
                </a:lnTo>
                <a:lnTo>
                  <a:pt x="0" y="1905000"/>
                </a:lnTo>
                <a:lnTo>
                  <a:pt x="47625" y="1857375"/>
                </a:lnTo>
                <a:lnTo>
                  <a:pt x="66675" y="1828800"/>
                </a:lnTo>
                <a:lnTo>
                  <a:pt x="19050" y="1790700"/>
                </a:lnTo>
                <a:lnTo>
                  <a:pt x="95250" y="1714500"/>
                </a:lnTo>
                <a:lnTo>
                  <a:pt x="85725" y="1695450"/>
                </a:lnTo>
                <a:lnTo>
                  <a:pt x="123825" y="1647825"/>
                </a:lnTo>
                <a:lnTo>
                  <a:pt x="161925" y="1647825"/>
                </a:lnTo>
                <a:lnTo>
                  <a:pt x="171450" y="1581150"/>
                </a:lnTo>
                <a:lnTo>
                  <a:pt x="190500" y="1495425"/>
                </a:lnTo>
                <a:lnTo>
                  <a:pt x="171450" y="1476375"/>
                </a:lnTo>
                <a:lnTo>
                  <a:pt x="180975" y="1390650"/>
                </a:lnTo>
                <a:lnTo>
                  <a:pt x="209550" y="1362075"/>
                </a:lnTo>
                <a:lnTo>
                  <a:pt x="238125" y="1333500"/>
                </a:lnTo>
                <a:lnTo>
                  <a:pt x="228600" y="1266825"/>
                </a:lnTo>
                <a:lnTo>
                  <a:pt x="266700" y="1219200"/>
                </a:lnTo>
                <a:lnTo>
                  <a:pt x="276225" y="1143000"/>
                </a:lnTo>
                <a:lnTo>
                  <a:pt x="304800" y="1085850"/>
                </a:lnTo>
                <a:lnTo>
                  <a:pt x="285750" y="1095375"/>
                </a:lnTo>
                <a:lnTo>
                  <a:pt x="333375" y="1057275"/>
                </a:lnTo>
                <a:lnTo>
                  <a:pt x="342900" y="981075"/>
                </a:lnTo>
                <a:lnTo>
                  <a:pt x="342900" y="904875"/>
                </a:lnTo>
                <a:lnTo>
                  <a:pt x="361950" y="828675"/>
                </a:lnTo>
                <a:lnTo>
                  <a:pt x="409575" y="790575"/>
                </a:lnTo>
                <a:lnTo>
                  <a:pt x="371475" y="781050"/>
                </a:lnTo>
                <a:lnTo>
                  <a:pt x="409575" y="704850"/>
                </a:lnTo>
                <a:lnTo>
                  <a:pt x="428625" y="628650"/>
                </a:lnTo>
                <a:lnTo>
                  <a:pt x="419100" y="581025"/>
                </a:lnTo>
                <a:lnTo>
                  <a:pt x="457200" y="600075"/>
                </a:lnTo>
                <a:lnTo>
                  <a:pt x="495300" y="514350"/>
                </a:lnTo>
                <a:lnTo>
                  <a:pt x="495300" y="485775"/>
                </a:lnTo>
                <a:lnTo>
                  <a:pt x="533400" y="409575"/>
                </a:lnTo>
                <a:lnTo>
                  <a:pt x="533400" y="352425"/>
                </a:lnTo>
                <a:lnTo>
                  <a:pt x="447675" y="466725"/>
                </a:lnTo>
                <a:lnTo>
                  <a:pt x="504825" y="457200"/>
                </a:lnTo>
                <a:lnTo>
                  <a:pt x="638175" y="428625"/>
                </a:lnTo>
                <a:lnTo>
                  <a:pt x="838200" y="476250"/>
                </a:lnTo>
                <a:lnTo>
                  <a:pt x="847725" y="457200"/>
                </a:lnTo>
                <a:lnTo>
                  <a:pt x="914400" y="371475"/>
                </a:lnTo>
                <a:lnTo>
                  <a:pt x="1038225" y="352425"/>
                </a:lnTo>
                <a:lnTo>
                  <a:pt x="1162050" y="295275"/>
                </a:lnTo>
                <a:lnTo>
                  <a:pt x="1162050" y="257175"/>
                </a:lnTo>
                <a:lnTo>
                  <a:pt x="1181100" y="276225"/>
                </a:lnTo>
                <a:lnTo>
                  <a:pt x="1228725" y="247650"/>
                </a:lnTo>
                <a:lnTo>
                  <a:pt x="1362075" y="228600"/>
                </a:lnTo>
                <a:lnTo>
                  <a:pt x="1400175" y="200025"/>
                </a:lnTo>
                <a:lnTo>
                  <a:pt x="1466850" y="180975"/>
                </a:lnTo>
                <a:lnTo>
                  <a:pt x="1428750" y="142875"/>
                </a:lnTo>
                <a:lnTo>
                  <a:pt x="1352550" y="161925"/>
                </a:lnTo>
                <a:lnTo>
                  <a:pt x="1447800" y="28575"/>
                </a:lnTo>
                <a:lnTo>
                  <a:pt x="1466850" y="47625"/>
                </a:lnTo>
                <a:lnTo>
                  <a:pt x="1571625" y="95250"/>
                </a:lnTo>
                <a:lnTo>
                  <a:pt x="1609725" y="47625"/>
                </a:lnTo>
                <a:lnTo>
                  <a:pt x="1590675" y="28575"/>
                </a:lnTo>
                <a:lnTo>
                  <a:pt x="1619250" y="47625"/>
                </a:lnTo>
                <a:lnTo>
                  <a:pt x="1628775" y="57150"/>
                </a:lnTo>
                <a:lnTo>
                  <a:pt x="1685925" y="28575"/>
                </a:lnTo>
                <a:lnTo>
                  <a:pt x="1800225" y="0"/>
                </a:lnTo>
                <a:lnTo>
                  <a:pt x="1752600" y="47625"/>
                </a:lnTo>
                <a:lnTo>
                  <a:pt x="1771650" y="76200"/>
                </a:lnTo>
                <a:lnTo>
                  <a:pt x="1838325" y="85725"/>
                </a:lnTo>
                <a:lnTo>
                  <a:pt x="1943100" y="104775"/>
                </a:lnTo>
                <a:lnTo>
                  <a:pt x="1981200" y="123825"/>
                </a:lnTo>
                <a:lnTo>
                  <a:pt x="2009775" y="76200"/>
                </a:lnTo>
                <a:lnTo>
                  <a:pt x="2095500" y="123825"/>
                </a:lnTo>
                <a:lnTo>
                  <a:pt x="2133600" y="104775"/>
                </a:lnTo>
                <a:lnTo>
                  <a:pt x="2152650" y="95250"/>
                </a:lnTo>
                <a:lnTo>
                  <a:pt x="2209800" y="104775"/>
                </a:lnTo>
                <a:lnTo>
                  <a:pt x="2209800" y="114300"/>
                </a:lnTo>
                <a:lnTo>
                  <a:pt x="2286000" y="190500"/>
                </a:lnTo>
                <a:lnTo>
                  <a:pt x="2333625" y="152400"/>
                </a:lnTo>
                <a:lnTo>
                  <a:pt x="2390775" y="190500"/>
                </a:lnTo>
                <a:lnTo>
                  <a:pt x="2409825" y="190500"/>
                </a:lnTo>
                <a:lnTo>
                  <a:pt x="2486025" y="190500"/>
                </a:lnTo>
                <a:lnTo>
                  <a:pt x="2552700" y="209550"/>
                </a:lnTo>
                <a:lnTo>
                  <a:pt x="2609850" y="219075"/>
                </a:lnTo>
                <a:lnTo>
                  <a:pt x="2609850" y="219075"/>
                </a:lnTo>
                <a:lnTo>
                  <a:pt x="2647950" y="228600"/>
                </a:lnTo>
                <a:lnTo>
                  <a:pt x="2686050" y="238125"/>
                </a:lnTo>
                <a:lnTo>
                  <a:pt x="2771775" y="285750"/>
                </a:lnTo>
                <a:lnTo>
                  <a:pt x="2771775" y="266700"/>
                </a:lnTo>
                <a:lnTo>
                  <a:pt x="2838450" y="285750"/>
                </a:lnTo>
                <a:lnTo>
                  <a:pt x="2838450" y="266700"/>
                </a:lnTo>
                <a:lnTo>
                  <a:pt x="2886075" y="285750"/>
                </a:lnTo>
                <a:lnTo>
                  <a:pt x="2990850" y="285750"/>
                </a:lnTo>
                <a:lnTo>
                  <a:pt x="3038475" y="323850"/>
                </a:lnTo>
                <a:lnTo>
                  <a:pt x="3057525" y="323850"/>
                </a:lnTo>
                <a:lnTo>
                  <a:pt x="3095625" y="352425"/>
                </a:lnTo>
                <a:lnTo>
                  <a:pt x="3124200" y="400050"/>
                </a:lnTo>
                <a:lnTo>
                  <a:pt x="3190875" y="381000"/>
                </a:lnTo>
                <a:lnTo>
                  <a:pt x="3248025" y="390525"/>
                </a:lnTo>
                <a:lnTo>
                  <a:pt x="3238500" y="419100"/>
                </a:lnTo>
                <a:lnTo>
                  <a:pt x="3295650" y="447675"/>
                </a:lnTo>
                <a:lnTo>
                  <a:pt x="3362325" y="447675"/>
                </a:lnTo>
                <a:lnTo>
                  <a:pt x="3371850" y="457200"/>
                </a:lnTo>
                <a:lnTo>
                  <a:pt x="3438525" y="447675"/>
                </a:lnTo>
                <a:lnTo>
                  <a:pt x="3457575" y="438150"/>
                </a:lnTo>
                <a:lnTo>
                  <a:pt x="3400425" y="495300"/>
                </a:lnTo>
                <a:lnTo>
                  <a:pt x="3276600" y="590550"/>
                </a:lnTo>
                <a:lnTo>
                  <a:pt x="3286125" y="666750"/>
                </a:lnTo>
                <a:lnTo>
                  <a:pt x="3343275" y="781050"/>
                </a:lnTo>
                <a:lnTo>
                  <a:pt x="3419475" y="800100"/>
                </a:lnTo>
                <a:lnTo>
                  <a:pt x="3438525" y="866775"/>
                </a:lnTo>
                <a:lnTo>
                  <a:pt x="3438525" y="847725"/>
                </a:lnTo>
                <a:lnTo>
                  <a:pt x="3333750" y="914400"/>
                </a:lnTo>
                <a:lnTo>
                  <a:pt x="3371850" y="933450"/>
                </a:lnTo>
                <a:lnTo>
                  <a:pt x="3486150" y="1114425"/>
                </a:lnTo>
                <a:lnTo>
                  <a:pt x="3524250" y="1181100"/>
                </a:lnTo>
                <a:lnTo>
                  <a:pt x="3514725" y="1200150"/>
                </a:lnTo>
                <a:lnTo>
                  <a:pt x="3448050" y="1295400"/>
                </a:lnTo>
                <a:lnTo>
                  <a:pt x="3524250" y="1285875"/>
                </a:lnTo>
                <a:lnTo>
                  <a:pt x="3543300" y="1295400"/>
                </a:lnTo>
                <a:lnTo>
                  <a:pt x="3552825" y="1304925"/>
                </a:lnTo>
                <a:lnTo>
                  <a:pt x="3486150" y="1390650"/>
                </a:lnTo>
                <a:lnTo>
                  <a:pt x="3524250" y="1371600"/>
                </a:lnTo>
                <a:lnTo>
                  <a:pt x="3533775" y="1381125"/>
                </a:lnTo>
                <a:lnTo>
                  <a:pt x="3533775" y="1419225"/>
                </a:lnTo>
                <a:lnTo>
                  <a:pt x="3505200" y="1466850"/>
                </a:lnTo>
                <a:lnTo>
                  <a:pt x="3571875" y="1533525"/>
                </a:lnTo>
                <a:lnTo>
                  <a:pt x="3543300" y="1552575"/>
                </a:lnTo>
                <a:lnTo>
                  <a:pt x="3514725" y="1619250"/>
                </a:lnTo>
                <a:lnTo>
                  <a:pt x="3524250" y="1714500"/>
                </a:lnTo>
                <a:lnTo>
                  <a:pt x="3543300" y="1828800"/>
                </a:lnTo>
                <a:lnTo>
                  <a:pt x="3562350" y="1895475"/>
                </a:lnTo>
                <a:lnTo>
                  <a:pt x="3495675" y="1924050"/>
                </a:lnTo>
                <a:lnTo>
                  <a:pt x="3505200" y="1990725"/>
                </a:lnTo>
                <a:lnTo>
                  <a:pt x="3486150" y="2047875"/>
                </a:lnTo>
                <a:lnTo>
                  <a:pt x="3524250" y="2133600"/>
                </a:lnTo>
                <a:lnTo>
                  <a:pt x="3543300" y="2152650"/>
                </a:lnTo>
                <a:lnTo>
                  <a:pt x="3314700" y="2105025"/>
                </a:lnTo>
                <a:lnTo>
                  <a:pt x="3209925" y="2362200"/>
                </a:lnTo>
                <a:lnTo>
                  <a:pt x="3114675" y="2305050"/>
                </a:lnTo>
                <a:lnTo>
                  <a:pt x="3333750" y="2276475"/>
                </a:lnTo>
                <a:lnTo>
                  <a:pt x="3267075" y="2362200"/>
                </a:lnTo>
                <a:lnTo>
                  <a:pt x="3181350" y="2400300"/>
                </a:lnTo>
                <a:lnTo>
                  <a:pt x="3200400" y="2457450"/>
                </a:lnTo>
                <a:lnTo>
                  <a:pt x="3248025" y="2590800"/>
                </a:lnTo>
                <a:lnTo>
                  <a:pt x="3352800" y="2533650"/>
                </a:lnTo>
                <a:lnTo>
                  <a:pt x="3333750" y="2647950"/>
                </a:lnTo>
                <a:lnTo>
                  <a:pt x="3409950" y="2686050"/>
                </a:lnTo>
                <a:lnTo>
                  <a:pt x="3371850" y="2638425"/>
                </a:lnTo>
                <a:lnTo>
                  <a:pt x="3429000" y="2733675"/>
                </a:lnTo>
                <a:lnTo>
                  <a:pt x="3400425" y="2914650"/>
                </a:lnTo>
                <a:lnTo>
                  <a:pt x="3467100" y="2933700"/>
                </a:lnTo>
                <a:lnTo>
                  <a:pt x="3524250" y="2952750"/>
                </a:lnTo>
                <a:lnTo>
                  <a:pt x="3581400" y="2933700"/>
                </a:lnTo>
                <a:lnTo>
                  <a:pt x="3495675" y="3000375"/>
                </a:lnTo>
                <a:lnTo>
                  <a:pt x="3495675" y="3038475"/>
                </a:lnTo>
                <a:lnTo>
                  <a:pt x="3429000" y="3133725"/>
                </a:lnTo>
                <a:lnTo>
                  <a:pt x="3476625" y="3190875"/>
                </a:lnTo>
                <a:lnTo>
                  <a:pt x="3429000" y="3171825"/>
                </a:lnTo>
                <a:lnTo>
                  <a:pt x="3457575" y="3238500"/>
                </a:lnTo>
                <a:lnTo>
                  <a:pt x="3467100" y="3295650"/>
                </a:lnTo>
                <a:lnTo>
                  <a:pt x="3419475" y="3314700"/>
                </a:lnTo>
                <a:lnTo>
                  <a:pt x="3371850" y="3438525"/>
                </a:lnTo>
                <a:lnTo>
                  <a:pt x="3295650" y="3467100"/>
                </a:lnTo>
                <a:lnTo>
                  <a:pt x="3276600" y="3448050"/>
                </a:lnTo>
                <a:lnTo>
                  <a:pt x="3295650" y="3533775"/>
                </a:lnTo>
                <a:lnTo>
                  <a:pt x="3305175" y="3581400"/>
                </a:lnTo>
                <a:lnTo>
                  <a:pt x="3267075" y="3562350"/>
                </a:lnTo>
                <a:lnTo>
                  <a:pt x="3248025" y="3609975"/>
                </a:lnTo>
                <a:lnTo>
                  <a:pt x="3152775" y="3752850"/>
                </a:lnTo>
                <a:lnTo>
                  <a:pt x="3209925" y="3810000"/>
                </a:lnTo>
                <a:lnTo>
                  <a:pt x="3152775" y="3819525"/>
                </a:lnTo>
                <a:lnTo>
                  <a:pt x="3143250" y="3905250"/>
                </a:lnTo>
                <a:lnTo>
                  <a:pt x="3095625" y="3848100"/>
                </a:lnTo>
                <a:lnTo>
                  <a:pt x="3152775" y="4048125"/>
                </a:lnTo>
                <a:lnTo>
                  <a:pt x="3124200" y="4010025"/>
                </a:lnTo>
                <a:lnTo>
                  <a:pt x="3105150" y="3971925"/>
                </a:lnTo>
                <a:lnTo>
                  <a:pt x="3086100" y="4057650"/>
                </a:lnTo>
                <a:lnTo>
                  <a:pt x="3009900" y="4067175"/>
                </a:lnTo>
                <a:lnTo>
                  <a:pt x="2914650" y="4152900"/>
                </a:lnTo>
                <a:lnTo>
                  <a:pt x="2857500" y="4286250"/>
                </a:lnTo>
                <a:lnTo>
                  <a:pt x="2762250" y="4295775"/>
                </a:lnTo>
                <a:lnTo>
                  <a:pt x="2752725" y="4362450"/>
                </a:lnTo>
                <a:lnTo>
                  <a:pt x="2686050" y="4400550"/>
                </a:lnTo>
                <a:lnTo>
                  <a:pt x="2724150" y="4438650"/>
                </a:lnTo>
                <a:lnTo>
                  <a:pt x="2762250" y="4448175"/>
                </a:lnTo>
                <a:lnTo>
                  <a:pt x="2724150" y="4495800"/>
                </a:lnTo>
                <a:lnTo>
                  <a:pt x="2809875" y="4572000"/>
                </a:lnTo>
                <a:lnTo>
                  <a:pt x="2752725" y="4581525"/>
                </a:lnTo>
                <a:lnTo>
                  <a:pt x="2695575" y="4619625"/>
                </a:lnTo>
                <a:lnTo>
                  <a:pt x="2724150" y="4657725"/>
                </a:lnTo>
                <a:lnTo>
                  <a:pt x="2657475" y="4733925"/>
                </a:lnTo>
                <a:lnTo>
                  <a:pt x="2619375" y="4800600"/>
                </a:lnTo>
                <a:lnTo>
                  <a:pt x="2609850" y="4905375"/>
                </a:lnTo>
                <a:lnTo>
                  <a:pt x="2581275" y="4867275"/>
                </a:lnTo>
                <a:lnTo>
                  <a:pt x="2514600" y="4943475"/>
                </a:lnTo>
                <a:lnTo>
                  <a:pt x="2514600" y="4962525"/>
                </a:lnTo>
                <a:lnTo>
                  <a:pt x="2486025" y="5019675"/>
                </a:lnTo>
                <a:lnTo>
                  <a:pt x="2428875" y="5095875"/>
                </a:lnTo>
                <a:lnTo>
                  <a:pt x="2314575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-2800350" y="3667125"/>
            <a:ext cx="3600450" cy="5191125"/>
          </a:xfrm>
          <a:custGeom>
            <a:avLst/>
            <a:gdLst/>
            <a:ahLst/>
            <a:cxnLst/>
            <a:rect l="l" t="t" r="r" b="b"/>
            <a:pathLst>
              <a:path w="3600450" h="5191125">
                <a:moveTo>
                  <a:pt x="2286000" y="5191125"/>
                </a:moveTo>
                <a:lnTo>
                  <a:pt x="2152650" y="5153025"/>
                </a:lnTo>
                <a:lnTo>
                  <a:pt x="2143125" y="5000625"/>
                </a:lnTo>
                <a:lnTo>
                  <a:pt x="2152650" y="5038725"/>
                </a:lnTo>
                <a:lnTo>
                  <a:pt x="2085975" y="4905375"/>
                </a:lnTo>
                <a:lnTo>
                  <a:pt x="2000250" y="4810125"/>
                </a:lnTo>
                <a:lnTo>
                  <a:pt x="1924050" y="4876800"/>
                </a:lnTo>
                <a:lnTo>
                  <a:pt x="1838325" y="4905375"/>
                </a:lnTo>
                <a:lnTo>
                  <a:pt x="1819275" y="4914900"/>
                </a:lnTo>
                <a:lnTo>
                  <a:pt x="1924050" y="4876800"/>
                </a:lnTo>
                <a:lnTo>
                  <a:pt x="1885950" y="4791075"/>
                </a:lnTo>
                <a:lnTo>
                  <a:pt x="1857375" y="4733925"/>
                </a:lnTo>
                <a:lnTo>
                  <a:pt x="1790700" y="4667250"/>
                </a:lnTo>
                <a:lnTo>
                  <a:pt x="1828800" y="4629150"/>
                </a:lnTo>
                <a:lnTo>
                  <a:pt x="1790700" y="4543425"/>
                </a:lnTo>
                <a:lnTo>
                  <a:pt x="1724025" y="4476750"/>
                </a:lnTo>
                <a:lnTo>
                  <a:pt x="1704975" y="4467225"/>
                </a:lnTo>
                <a:lnTo>
                  <a:pt x="1714500" y="4343400"/>
                </a:lnTo>
                <a:lnTo>
                  <a:pt x="1638300" y="4314825"/>
                </a:lnTo>
                <a:lnTo>
                  <a:pt x="1638300" y="4400550"/>
                </a:lnTo>
                <a:lnTo>
                  <a:pt x="1581150" y="4305300"/>
                </a:lnTo>
                <a:lnTo>
                  <a:pt x="1562100" y="4238625"/>
                </a:lnTo>
                <a:lnTo>
                  <a:pt x="1514475" y="4238625"/>
                </a:lnTo>
                <a:lnTo>
                  <a:pt x="1552575" y="4238625"/>
                </a:lnTo>
                <a:lnTo>
                  <a:pt x="1524000" y="4219575"/>
                </a:lnTo>
                <a:lnTo>
                  <a:pt x="1438275" y="4152900"/>
                </a:lnTo>
                <a:lnTo>
                  <a:pt x="1409700" y="4114800"/>
                </a:lnTo>
                <a:lnTo>
                  <a:pt x="1343025" y="4086225"/>
                </a:lnTo>
                <a:lnTo>
                  <a:pt x="1266825" y="4019550"/>
                </a:lnTo>
                <a:lnTo>
                  <a:pt x="1257300" y="4000500"/>
                </a:lnTo>
                <a:lnTo>
                  <a:pt x="1266825" y="3971925"/>
                </a:lnTo>
                <a:lnTo>
                  <a:pt x="1190625" y="3914775"/>
                </a:lnTo>
                <a:lnTo>
                  <a:pt x="1152525" y="3857625"/>
                </a:lnTo>
                <a:lnTo>
                  <a:pt x="1171575" y="3810000"/>
                </a:lnTo>
                <a:lnTo>
                  <a:pt x="1114425" y="3762375"/>
                </a:lnTo>
                <a:lnTo>
                  <a:pt x="1047750" y="3695700"/>
                </a:lnTo>
                <a:lnTo>
                  <a:pt x="1019175" y="3619500"/>
                </a:lnTo>
                <a:lnTo>
                  <a:pt x="981075" y="3571875"/>
                </a:lnTo>
                <a:lnTo>
                  <a:pt x="962025" y="3495675"/>
                </a:lnTo>
                <a:lnTo>
                  <a:pt x="914400" y="3409950"/>
                </a:lnTo>
                <a:lnTo>
                  <a:pt x="895350" y="3343275"/>
                </a:lnTo>
                <a:lnTo>
                  <a:pt x="857250" y="3295650"/>
                </a:lnTo>
                <a:lnTo>
                  <a:pt x="828675" y="3200400"/>
                </a:lnTo>
                <a:lnTo>
                  <a:pt x="771525" y="3152775"/>
                </a:lnTo>
                <a:lnTo>
                  <a:pt x="723900" y="3105150"/>
                </a:lnTo>
                <a:lnTo>
                  <a:pt x="723900" y="3067050"/>
                </a:lnTo>
                <a:lnTo>
                  <a:pt x="647700" y="3009900"/>
                </a:lnTo>
                <a:lnTo>
                  <a:pt x="628650" y="2943225"/>
                </a:lnTo>
                <a:lnTo>
                  <a:pt x="581025" y="2895600"/>
                </a:lnTo>
                <a:lnTo>
                  <a:pt x="571500" y="2838450"/>
                </a:lnTo>
                <a:lnTo>
                  <a:pt x="533400" y="2743200"/>
                </a:lnTo>
                <a:lnTo>
                  <a:pt x="495300" y="2676525"/>
                </a:lnTo>
                <a:lnTo>
                  <a:pt x="485775" y="2647950"/>
                </a:lnTo>
                <a:lnTo>
                  <a:pt x="447675" y="2571750"/>
                </a:lnTo>
                <a:lnTo>
                  <a:pt x="390525" y="2505075"/>
                </a:lnTo>
                <a:lnTo>
                  <a:pt x="371475" y="2438400"/>
                </a:lnTo>
                <a:lnTo>
                  <a:pt x="323850" y="2390775"/>
                </a:lnTo>
                <a:lnTo>
                  <a:pt x="285750" y="2305050"/>
                </a:lnTo>
                <a:lnTo>
                  <a:pt x="219075" y="2238375"/>
                </a:lnTo>
                <a:lnTo>
                  <a:pt x="171450" y="2219325"/>
                </a:lnTo>
                <a:lnTo>
                  <a:pt x="152400" y="2171700"/>
                </a:lnTo>
                <a:lnTo>
                  <a:pt x="133350" y="2066925"/>
                </a:lnTo>
                <a:lnTo>
                  <a:pt x="114300" y="2047875"/>
                </a:lnTo>
                <a:lnTo>
                  <a:pt x="76200" y="1952625"/>
                </a:lnTo>
                <a:lnTo>
                  <a:pt x="0" y="1924050"/>
                </a:lnTo>
                <a:lnTo>
                  <a:pt x="38100" y="1905000"/>
                </a:lnTo>
                <a:lnTo>
                  <a:pt x="66675" y="1819275"/>
                </a:lnTo>
                <a:lnTo>
                  <a:pt x="28575" y="1790700"/>
                </a:lnTo>
                <a:lnTo>
                  <a:pt x="38100" y="1800225"/>
                </a:lnTo>
                <a:lnTo>
                  <a:pt x="142875" y="1752600"/>
                </a:lnTo>
                <a:lnTo>
                  <a:pt x="152400" y="1685925"/>
                </a:lnTo>
                <a:lnTo>
                  <a:pt x="161925" y="1647825"/>
                </a:lnTo>
                <a:lnTo>
                  <a:pt x="152400" y="1590675"/>
                </a:lnTo>
                <a:lnTo>
                  <a:pt x="123825" y="1533525"/>
                </a:lnTo>
                <a:lnTo>
                  <a:pt x="161925" y="1466850"/>
                </a:lnTo>
                <a:lnTo>
                  <a:pt x="152400" y="1428750"/>
                </a:lnTo>
                <a:lnTo>
                  <a:pt x="171450" y="1419225"/>
                </a:lnTo>
                <a:lnTo>
                  <a:pt x="171450" y="1304925"/>
                </a:lnTo>
                <a:lnTo>
                  <a:pt x="200025" y="1257300"/>
                </a:lnTo>
                <a:lnTo>
                  <a:pt x="209550" y="1209675"/>
                </a:lnTo>
                <a:lnTo>
                  <a:pt x="238125" y="1200150"/>
                </a:lnTo>
                <a:lnTo>
                  <a:pt x="247650" y="1152525"/>
                </a:lnTo>
                <a:lnTo>
                  <a:pt x="276225" y="1066800"/>
                </a:lnTo>
                <a:lnTo>
                  <a:pt x="304800" y="1066800"/>
                </a:lnTo>
                <a:lnTo>
                  <a:pt x="333375" y="1000125"/>
                </a:lnTo>
                <a:lnTo>
                  <a:pt x="352425" y="971550"/>
                </a:lnTo>
                <a:lnTo>
                  <a:pt x="323850" y="876300"/>
                </a:lnTo>
                <a:lnTo>
                  <a:pt x="371475" y="847725"/>
                </a:lnTo>
                <a:lnTo>
                  <a:pt x="381000" y="781050"/>
                </a:lnTo>
                <a:lnTo>
                  <a:pt x="352425" y="742950"/>
                </a:lnTo>
                <a:lnTo>
                  <a:pt x="409575" y="704850"/>
                </a:lnTo>
                <a:lnTo>
                  <a:pt x="438150" y="628650"/>
                </a:lnTo>
                <a:lnTo>
                  <a:pt x="400050" y="609600"/>
                </a:lnTo>
                <a:lnTo>
                  <a:pt x="447675" y="581025"/>
                </a:lnTo>
                <a:lnTo>
                  <a:pt x="495300" y="495300"/>
                </a:lnTo>
                <a:lnTo>
                  <a:pt x="466725" y="438150"/>
                </a:lnTo>
                <a:lnTo>
                  <a:pt x="504825" y="409575"/>
                </a:lnTo>
                <a:lnTo>
                  <a:pt x="685800" y="457200"/>
                </a:lnTo>
                <a:lnTo>
                  <a:pt x="781050" y="371475"/>
                </a:lnTo>
                <a:lnTo>
                  <a:pt x="752475" y="476250"/>
                </a:lnTo>
                <a:lnTo>
                  <a:pt x="809625" y="504825"/>
                </a:lnTo>
                <a:lnTo>
                  <a:pt x="895350" y="438150"/>
                </a:lnTo>
                <a:lnTo>
                  <a:pt x="990600" y="438150"/>
                </a:lnTo>
                <a:lnTo>
                  <a:pt x="1085850" y="371475"/>
                </a:lnTo>
                <a:lnTo>
                  <a:pt x="1133475" y="352425"/>
                </a:lnTo>
                <a:lnTo>
                  <a:pt x="1085850" y="247650"/>
                </a:lnTo>
                <a:lnTo>
                  <a:pt x="1143000" y="238125"/>
                </a:lnTo>
                <a:lnTo>
                  <a:pt x="1295400" y="209550"/>
                </a:lnTo>
                <a:lnTo>
                  <a:pt x="1362075" y="285750"/>
                </a:lnTo>
                <a:lnTo>
                  <a:pt x="1400175" y="285750"/>
                </a:lnTo>
                <a:lnTo>
                  <a:pt x="1381125" y="314325"/>
                </a:lnTo>
                <a:lnTo>
                  <a:pt x="1352550" y="209550"/>
                </a:lnTo>
                <a:lnTo>
                  <a:pt x="1333500" y="200025"/>
                </a:lnTo>
                <a:lnTo>
                  <a:pt x="1457325" y="171450"/>
                </a:lnTo>
                <a:lnTo>
                  <a:pt x="1524000" y="152400"/>
                </a:lnTo>
                <a:lnTo>
                  <a:pt x="1514475" y="161925"/>
                </a:lnTo>
                <a:lnTo>
                  <a:pt x="1590675" y="95250"/>
                </a:lnTo>
                <a:lnTo>
                  <a:pt x="1581150" y="47625"/>
                </a:lnTo>
                <a:lnTo>
                  <a:pt x="1581150" y="57150"/>
                </a:lnTo>
                <a:lnTo>
                  <a:pt x="1619250" y="57150"/>
                </a:lnTo>
                <a:lnTo>
                  <a:pt x="1647825" y="28575"/>
                </a:lnTo>
                <a:lnTo>
                  <a:pt x="1724025" y="0"/>
                </a:lnTo>
                <a:lnTo>
                  <a:pt x="1781175" y="85725"/>
                </a:lnTo>
                <a:lnTo>
                  <a:pt x="1809750" y="85725"/>
                </a:lnTo>
                <a:lnTo>
                  <a:pt x="1828800" y="133350"/>
                </a:lnTo>
                <a:lnTo>
                  <a:pt x="1952625" y="66675"/>
                </a:lnTo>
                <a:lnTo>
                  <a:pt x="1962150" y="95250"/>
                </a:lnTo>
                <a:lnTo>
                  <a:pt x="2019300" y="104775"/>
                </a:lnTo>
                <a:lnTo>
                  <a:pt x="2038350" y="142875"/>
                </a:lnTo>
                <a:lnTo>
                  <a:pt x="2114550" y="171450"/>
                </a:lnTo>
                <a:lnTo>
                  <a:pt x="2124075" y="123825"/>
                </a:lnTo>
                <a:lnTo>
                  <a:pt x="2143125" y="104775"/>
                </a:lnTo>
                <a:lnTo>
                  <a:pt x="2219325" y="161925"/>
                </a:lnTo>
                <a:lnTo>
                  <a:pt x="2247900" y="171450"/>
                </a:lnTo>
                <a:lnTo>
                  <a:pt x="2314575" y="180975"/>
                </a:lnTo>
                <a:lnTo>
                  <a:pt x="2333625" y="200025"/>
                </a:lnTo>
                <a:lnTo>
                  <a:pt x="2390775" y="219075"/>
                </a:lnTo>
                <a:lnTo>
                  <a:pt x="2466975" y="228600"/>
                </a:lnTo>
                <a:lnTo>
                  <a:pt x="2543175" y="257175"/>
                </a:lnTo>
                <a:lnTo>
                  <a:pt x="2581275" y="238125"/>
                </a:lnTo>
                <a:lnTo>
                  <a:pt x="2571750" y="247650"/>
                </a:lnTo>
                <a:lnTo>
                  <a:pt x="2676525" y="295275"/>
                </a:lnTo>
                <a:lnTo>
                  <a:pt x="2667000" y="285750"/>
                </a:lnTo>
                <a:lnTo>
                  <a:pt x="2705100" y="323850"/>
                </a:lnTo>
                <a:lnTo>
                  <a:pt x="2762250" y="304800"/>
                </a:lnTo>
                <a:lnTo>
                  <a:pt x="2819400" y="285750"/>
                </a:lnTo>
                <a:lnTo>
                  <a:pt x="2838450" y="304800"/>
                </a:lnTo>
                <a:lnTo>
                  <a:pt x="2924175" y="295275"/>
                </a:lnTo>
                <a:lnTo>
                  <a:pt x="2971800" y="304800"/>
                </a:lnTo>
                <a:lnTo>
                  <a:pt x="2971800" y="323850"/>
                </a:lnTo>
                <a:lnTo>
                  <a:pt x="3028950" y="352425"/>
                </a:lnTo>
                <a:lnTo>
                  <a:pt x="3067050" y="361950"/>
                </a:lnTo>
                <a:lnTo>
                  <a:pt x="3133725" y="428625"/>
                </a:lnTo>
                <a:lnTo>
                  <a:pt x="3133725" y="409575"/>
                </a:lnTo>
                <a:lnTo>
                  <a:pt x="3219450" y="400050"/>
                </a:lnTo>
                <a:lnTo>
                  <a:pt x="3238500" y="419100"/>
                </a:lnTo>
                <a:lnTo>
                  <a:pt x="3257550" y="428625"/>
                </a:lnTo>
                <a:lnTo>
                  <a:pt x="3305175" y="428625"/>
                </a:lnTo>
                <a:lnTo>
                  <a:pt x="3343275" y="466725"/>
                </a:lnTo>
                <a:lnTo>
                  <a:pt x="3390900" y="495300"/>
                </a:lnTo>
                <a:lnTo>
                  <a:pt x="3448050" y="457200"/>
                </a:lnTo>
                <a:lnTo>
                  <a:pt x="3429000" y="704850"/>
                </a:lnTo>
                <a:lnTo>
                  <a:pt x="3324225" y="666750"/>
                </a:lnTo>
                <a:lnTo>
                  <a:pt x="3228975" y="685800"/>
                </a:lnTo>
                <a:lnTo>
                  <a:pt x="3295650" y="752475"/>
                </a:lnTo>
                <a:lnTo>
                  <a:pt x="3238500" y="895350"/>
                </a:lnTo>
                <a:lnTo>
                  <a:pt x="3248025" y="904875"/>
                </a:lnTo>
                <a:lnTo>
                  <a:pt x="3267075" y="942975"/>
                </a:lnTo>
                <a:lnTo>
                  <a:pt x="3305175" y="923925"/>
                </a:lnTo>
                <a:lnTo>
                  <a:pt x="3362325" y="1066800"/>
                </a:lnTo>
                <a:lnTo>
                  <a:pt x="3409950" y="1076325"/>
                </a:lnTo>
                <a:lnTo>
                  <a:pt x="3419475" y="1152525"/>
                </a:lnTo>
                <a:lnTo>
                  <a:pt x="3495675" y="1247775"/>
                </a:lnTo>
                <a:lnTo>
                  <a:pt x="3543300" y="1247775"/>
                </a:lnTo>
                <a:lnTo>
                  <a:pt x="3533775" y="1295400"/>
                </a:lnTo>
                <a:lnTo>
                  <a:pt x="3467100" y="1314450"/>
                </a:lnTo>
                <a:lnTo>
                  <a:pt x="3514725" y="1314450"/>
                </a:lnTo>
                <a:lnTo>
                  <a:pt x="3543300" y="1314450"/>
                </a:lnTo>
                <a:lnTo>
                  <a:pt x="3524250" y="1381125"/>
                </a:lnTo>
                <a:lnTo>
                  <a:pt x="3495675" y="1428750"/>
                </a:lnTo>
                <a:lnTo>
                  <a:pt x="3486150" y="1466850"/>
                </a:lnTo>
                <a:lnTo>
                  <a:pt x="3486150" y="1495425"/>
                </a:lnTo>
                <a:lnTo>
                  <a:pt x="3457575" y="1543050"/>
                </a:lnTo>
                <a:lnTo>
                  <a:pt x="3429000" y="1619250"/>
                </a:lnTo>
                <a:lnTo>
                  <a:pt x="3495675" y="1666875"/>
                </a:lnTo>
                <a:lnTo>
                  <a:pt x="3476625" y="1695450"/>
                </a:lnTo>
                <a:lnTo>
                  <a:pt x="3486150" y="1752600"/>
                </a:lnTo>
                <a:lnTo>
                  <a:pt x="3457575" y="1857375"/>
                </a:lnTo>
                <a:lnTo>
                  <a:pt x="3495675" y="1981200"/>
                </a:lnTo>
                <a:lnTo>
                  <a:pt x="3457575" y="2009775"/>
                </a:lnTo>
                <a:lnTo>
                  <a:pt x="3448050" y="2066925"/>
                </a:lnTo>
                <a:lnTo>
                  <a:pt x="3486150" y="2143125"/>
                </a:lnTo>
                <a:lnTo>
                  <a:pt x="3467100" y="2181225"/>
                </a:lnTo>
                <a:lnTo>
                  <a:pt x="3362325" y="2305050"/>
                </a:lnTo>
                <a:lnTo>
                  <a:pt x="3381375" y="2276475"/>
                </a:lnTo>
                <a:lnTo>
                  <a:pt x="3305175" y="2305050"/>
                </a:lnTo>
                <a:lnTo>
                  <a:pt x="3314700" y="2286000"/>
                </a:lnTo>
                <a:lnTo>
                  <a:pt x="3343275" y="2276475"/>
                </a:lnTo>
                <a:lnTo>
                  <a:pt x="3429000" y="2314575"/>
                </a:lnTo>
                <a:lnTo>
                  <a:pt x="3352800" y="2495550"/>
                </a:lnTo>
                <a:lnTo>
                  <a:pt x="3209925" y="2619375"/>
                </a:lnTo>
                <a:lnTo>
                  <a:pt x="3362325" y="2714625"/>
                </a:lnTo>
                <a:lnTo>
                  <a:pt x="3276600" y="2714625"/>
                </a:lnTo>
                <a:lnTo>
                  <a:pt x="3371850" y="2686050"/>
                </a:lnTo>
                <a:lnTo>
                  <a:pt x="3390900" y="2657475"/>
                </a:lnTo>
                <a:lnTo>
                  <a:pt x="3438525" y="2762250"/>
                </a:lnTo>
                <a:lnTo>
                  <a:pt x="3467100" y="2847975"/>
                </a:lnTo>
                <a:lnTo>
                  <a:pt x="3514725" y="2905125"/>
                </a:lnTo>
                <a:lnTo>
                  <a:pt x="3486150" y="3028950"/>
                </a:lnTo>
                <a:lnTo>
                  <a:pt x="3543300" y="2981325"/>
                </a:lnTo>
                <a:lnTo>
                  <a:pt x="3600450" y="3000375"/>
                </a:lnTo>
                <a:lnTo>
                  <a:pt x="3571875" y="3057525"/>
                </a:lnTo>
                <a:lnTo>
                  <a:pt x="3400425" y="3124200"/>
                </a:lnTo>
                <a:lnTo>
                  <a:pt x="3371850" y="3228975"/>
                </a:lnTo>
                <a:lnTo>
                  <a:pt x="3409950" y="3286125"/>
                </a:lnTo>
                <a:lnTo>
                  <a:pt x="3457575" y="3343275"/>
                </a:lnTo>
                <a:lnTo>
                  <a:pt x="3486150" y="3362325"/>
                </a:lnTo>
                <a:lnTo>
                  <a:pt x="3362325" y="3352800"/>
                </a:lnTo>
                <a:lnTo>
                  <a:pt x="3314700" y="3343275"/>
                </a:lnTo>
                <a:lnTo>
                  <a:pt x="3333750" y="3400425"/>
                </a:lnTo>
                <a:lnTo>
                  <a:pt x="3276600" y="3505200"/>
                </a:lnTo>
                <a:lnTo>
                  <a:pt x="3286125" y="3552825"/>
                </a:lnTo>
                <a:lnTo>
                  <a:pt x="3276600" y="3571875"/>
                </a:lnTo>
                <a:lnTo>
                  <a:pt x="3286125" y="3619500"/>
                </a:lnTo>
                <a:lnTo>
                  <a:pt x="3267075" y="3667125"/>
                </a:lnTo>
                <a:lnTo>
                  <a:pt x="3267075" y="3762375"/>
                </a:lnTo>
                <a:lnTo>
                  <a:pt x="3314700" y="3819525"/>
                </a:lnTo>
                <a:lnTo>
                  <a:pt x="3295650" y="3886200"/>
                </a:lnTo>
                <a:lnTo>
                  <a:pt x="3095625" y="3943350"/>
                </a:lnTo>
                <a:lnTo>
                  <a:pt x="3105150" y="3990975"/>
                </a:lnTo>
                <a:lnTo>
                  <a:pt x="3086100" y="4010025"/>
                </a:lnTo>
                <a:lnTo>
                  <a:pt x="3067050" y="3990975"/>
                </a:lnTo>
                <a:lnTo>
                  <a:pt x="3057525" y="4048125"/>
                </a:lnTo>
                <a:lnTo>
                  <a:pt x="3086100" y="4086225"/>
                </a:lnTo>
                <a:lnTo>
                  <a:pt x="2990850" y="4143375"/>
                </a:lnTo>
                <a:lnTo>
                  <a:pt x="2914650" y="4257675"/>
                </a:lnTo>
                <a:lnTo>
                  <a:pt x="2809875" y="4286250"/>
                </a:lnTo>
                <a:lnTo>
                  <a:pt x="2819400" y="4352925"/>
                </a:lnTo>
                <a:lnTo>
                  <a:pt x="2771775" y="4391025"/>
                </a:lnTo>
                <a:lnTo>
                  <a:pt x="2714625" y="4429125"/>
                </a:lnTo>
                <a:lnTo>
                  <a:pt x="2667000" y="4467225"/>
                </a:lnTo>
                <a:lnTo>
                  <a:pt x="2657475" y="4448175"/>
                </a:lnTo>
                <a:lnTo>
                  <a:pt x="2667000" y="4476750"/>
                </a:lnTo>
                <a:lnTo>
                  <a:pt x="2733675" y="4495800"/>
                </a:lnTo>
                <a:lnTo>
                  <a:pt x="2733675" y="4600575"/>
                </a:lnTo>
                <a:lnTo>
                  <a:pt x="2667000" y="4695825"/>
                </a:lnTo>
                <a:lnTo>
                  <a:pt x="2667000" y="4714875"/>
                </a:lnTo>
                <a:lnTo>
                  <a:pt x="2619375" y="4791075"/>
                </a:lnTo>
                <a:lnTo>
                  <a:pt x="2562225" y="4838700"/>
                </a:lnTo>
                <a:lnTo>
                  <a:pt x="2524125" y="4914900"/>
                </a:lnTo>
                <a:lnTo>
                  <a:pt x="2524125" y="4924425"/>
                </a:lnTo>
                <a:lnTo>
                  <a:pt x="2514600" y="4924425"/>
                </a:lnTo>
                <a:lnTo>
                  <a:pt x="2486025" y="5010150"/>
                </a:lnTo>
                <a:lnTo>
                  <a:pt x="2419350" y="5000625"/>
                </a:lnTo>
                <a:lnTo>
                  <a:pt x="2390775" y="5133975"/>
                </a:lnTo>
                <a:lnTo>
                  <a:pt x="2362200" y="51244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-2276475" y="4857750"/>
            <a:ext cx="1790700" cy="2619375"/>
          </a:xfrm>
          <a:custGeom>
            <a:avLst/>
            <a:gdLst/>
            <a:ahLst/>
            <a:cxnLst/>
            <a:rect l="l" t="t" r="r" b="b"/>
            <a:pathLst>
              <a:path w="1790700" h="2619375">
                <a:moveTo>
                  <a:pt x="1123950" y="2619375"/>
                </a:moveTo>
                <a:lnTo>
                  <a:pt x="1123950" y="2533650"/>
                </a:lnTo>
                <a:lnTo>
                  <a:pt x="1047750" y="2571750"/>
                </a:lnTo>
                <a:lnTo>
                  <a:pt x="1066800" y="2571750"/>
                </a:lnTo>
                <a:lnTo>
                  <a:pt x="1028700" y="2476500"/>
                </a:lnTo>
                <a:lnTo>
                  <a:pt x="952500" y="2409825"/>
                </a:lnTo>
                <a:lnTo>
                  <a:pt x="952500" y="2505075"/>
                </a:lnTo>
                <a:lnTo>
                  <a:pt x="962025" y="2495550"/>
                </a:lnTo>
                <a:lnTo>
                  <a:pt x="885825" y="2457450"/>
                </a:lnTo>
                <a:lnTo>
                  <a:pt x="876300" y="2419350"/>
                </a:lnTo>
                <a:lnTo>
                  <a:pt x="923925" y="2438400"/>
                </a:lnTo>
                <a:lnTo>
                  <a:pt x="857250" y="2438400"/>
                </a:lnTo>
                <a:lnTo>
                  <a:pt x="876300" y="2333625"/>
                </a:lnTo>
                <a:lnTo>
                  <a:pt x="895350" y="2343150"/>
                </a:lnTo>
                <a:lnTo>
                  <a:pt x="876300" y="2343150"/>
                </a:lnTo>
                <a:lnTo>
                  <a:pt x="885825" y="2257425"/>
                </a:lnTo>
                <a:lnTo>
                  <a:pt x="838200" y="2219325"/>
                </a:lnTo>
                <a:lnTo>
                  <a:pt x="847725" y="2171700"/>
                </a:lnTo>
                <a:lnTo>
                  <a:pt x="866775" y="2181225"/>
                </a:lnTo>
                <a:lnTo>
                  <a:pt x="838200" y="2133600"/>
                </a:lnTo>
                <a:lnTo>
                  <a:pt x="790575" y="2143125"/>
                </a:lnTo>
                <a:lnTo>
                  <a:pt x="723900" y="2181225"/>
                </a:lnTo>
                <a:lnTo>
                  <a:pt x="762000" y="2124075"/>
                </a:lnTo>
                <a:lnTo>
                  <a:pt x="762000" y="2105025"/>
                </a:lnTo>
                <a:lnTo>
                  <a:pt x="771525" y="2085975"/>
                </a:lnTo>
                <a:lnTo>
                  <a:pt x="771525" y="2095500"/>
                </a:lnTo>
                <a:lnTo>
                  <a:pt x="742950" y="2066925"/>
                </a:lnTo>
                <a:lnTo>
                  <a:pt x="676275" y="2066925"/>
                </a:lnTo>
                <a:lnTo>
                  <a:pt x="647700" y="2047875"/>
                </a:lnTo>
                <a:lnTo>
                  <a:pt x="600075" y="1962150"/>
                </a:lnTo>
                <a:lnTo>
                  <a:pt x="628650" y="1952625"/>
                </a:lnTo>
                <a:lnTo>
                  <a:pt x="609600" y="1933575"/>
                </a:lnTo>
                <a:lnTo>
                  <a:pt x="581025" y="1952625"/>
                </a:lnTo>
                <a:lnTo>
                  <a:pt x="561975" y="1924050"/>
                </a:lnTo>
                <a:lnTo>
                  <a:pt x="561975" y="1895475"/>
                </a:lnTo>
                <a:lnTo>
                  <a:pt x="542925" y="1838325"/>
                </a:lnTo>
                <a:lnTo>
                  <a:pt x="514350" y="1847850"/>
                </a:lnTo>
                <a:lnTo>
                  <a:pt x="504825" y="1800225"/>
                </a:lnTo>
                <a:lnTo>
                  <a:pt x="466725" y="1733550"/>
                </a:lnTo>
                <a:lnTo>
                  <a:pt x="457200" y="1714500"/>
                </a:lnTo>
                <a:lnTo>
                  <a:pt x="428625" y="1685925"/>
                </a:lnTo>
                <a:lnTo>
                  <a:pt x="400050" y="1647825"/>
                </a:lnTo>
                <a:lnTo>
                  <a:pt x="409575" y="1638300"/>
                </a:lnTo>
                <a:lnTo>
                  <a:pt x="371475" y="1600200"/>
                </a:lnTo>
                <a:lnTo>
                  <a:pt x="390525" y="1590675"/>
                </a:lnTo>
                <a:lnTo>
                  <a:pt x="342900" y="1562100"/>
                </a:lnTo>
                <a:lnTo>
                  <a:pt x="352425" y="1504950"/>
                </a:lnTo>
                <a:lnTo>
                  <a:pt x="323850" y="1476375"/>
                </a:lnTo>
                <a:lnTo>
                  <a:pt x="285750" y="1447800"/>
                </a:lnTo>
                <a:lnTo>
                  <a:pt x="323850" y="1409700"/>
                </a:lnTo>
                <a:lnTo>
                  <a:pt x="257175" y="1371600"/>
                </a:lnTo>
                <a:lnTo>
                  <a:pt x="257175" y="1352550"/>
                </a:lnTo>
                <a:lnTo>
                  <a:pt x="247650" y="1343025"/>
                </a:lnTo>
                <a:lnTo>
                  <a:pt x="219075" y="1276350"/>
                </a:lnTo>
                <a:lnTo>
                  <a:pt x="200025" y="1266825"/>
                </a:lnTo>
                <a:lnTo>
                  <a:pt x="161925" y="1247775"/>
                </a:lnTo>
                <a:lnTo>
                  <a:pt x="152400" y="1228725"/>
                </a:lnTo>
                <a:lnTo>
                  <a:pt x="142875" y="1181100"/>
                </a:lnTo>
                <a:lnTo>
                  <a:pt x="142875" y="1133475"/>
                </a:lnTo>
                <a:lnTo>
                  <a:pt x="95250" y="1133475"/>
                </a:lnTo>
                <a:lnTo>
                  <a:pt x="95250" y="1085850"/>
                </a:lnTo>
                <a:lnTo>
                  <a:pt x="57150" y="1076325"/>
                </a:lnTo>
                <a:lnTo>
                  <a:pt x="38100" y="1047750"/>
                </a:lnTo>
                <a:lnTo>
                  <a:pt x="19050" y="990600"/>
                </a:lnTo>
                <a:lnTo>
                  <a:pt x="0" y="971550"/>
                </a:lnTo>
                <a:lnTo>
                  <a:pt x="38100" y="981075"/>
                </a:lnTo>
                <a:lnTo>
                  <a:pt x="19050" y="962025"/>
                </a:lnTo>
                <a:lnTo>
                  <a:pt x="38100" y="914400"/>
                </a:lnTo>
                <a:lnTo>
                  <a:pt x="28575" y="914400"/>
                </a:lnTo>
                <a:lnTo>
                  <a:pt x="57150" y="904875"/>
                </a:lnTo>
                <a:lnTo>
                  <a:pt x="85725" y="866775"/>
                </a:lnTo>
                <a:lnTo>
                  <a:pt x="57150" y="838200"/>
                </a:lnTo>
                <a:lnTo>
                  <a:pt x="57150" y="838200"/>
                </a:lnTo>
                <a:lnTo>
                  <a:pt x="76200" y="819150"/>
                </a:lnTo>
                <a:lnTo>
                  <a:pt x="95250" y="781050"/>
                </a:lnTo>
                <a:lnTo>
                  <a:pt x="95250" y="762000"/>
                </a:lnTo>
                <a:lnTo>
                  <a:pt x="104775" y="723900"/>
                </a:lnTo>
                <a:lnTo>
                  <a:pt x="95250" y="704850"/>
                </a:lnTo>
                <a:lnTo>
                  <a:pt x="123825" y="657225"/>
                </a:lnTo>
                <a:lnTo>
                  <a:pt x="142875" y="647700"/>
                </a:lnTo>
                <a:lnTo>
                  <a:pt x="114300" y="628650"/>
                </a:lnTo>
                <a:lnTo>
                  <a:pt x="161925" y="600075"/>
                </a:lnTo>
                <a:lnTo>
                  <a:pt x="161925" y="561975"/>
                </a:lnTo>
                <a:lnTo>
                  <a:pt x="152400" y="571500"/>
                </a:lnTo>
                <a:lnTo>
                  <a:pt x="171450" y="542925"/>
                </a:lnTo>
                <a:lnTo>
                  <a:pt x="190500" y="514350"/>
                </a:lnTo>
                <a:lnTo>
                  <a:pt x="180975" y="466725"/>
                </a:lnTo>
                <a:lnTo>
                  <a:pt x="171450" y="438150"/>
                </a:lnTo>
                <a:lnTo>
                  <a:pt x="180975" y="409575"/>
                </a:lnTo>
                <a:lnTo>
                  <a:pt x="190500" y="390525"/>
                </a:lnTo>
                <a:lnTo>
                  <a:pt x="219075" y="361950"/>
                </a:lnTo>
                <a:lnTo>
                  <a:pt x="228600" y="371475"/>
                </a:lnTo>
                <a:lnTo>
                  <a:pt x="228600" y="333375"/>
                </a:lnTo>
                <a:lnTo>
                  <a:pt x="228600" y="323850"/>
                </a:lnTo>
                <a:lnTo>
                  <a:pt x="219075" y="304800"/>
                </a:lnTo>
                <a:lnTo>
                  <a:pt x="247650" y="266700"/>
                </a:lnTo>
                <a:lnTo>
                  <a:pt x="257175" y="266700"/>
                </a:lnTo>
                <a:lnTo>
                  <a:pt x="314325" y="219075"/>
                </a:lnTo>
                <a:lnTo>
                  <a:pt x="276225" y="304800"/>
                </a:lnTo>
                <a:lnTo>
                  <a:pt x="361950" y="247650"/>
                </a:lnTo>
                <a:lnTo>
                  <a:pt x="409575" y="266700"/>
                </a:lnTo>
                <a:lnTo>
                  <a:pt x="400050" y="257175"/>
                </a:lnTo>
                <a:lnTo>
                  <a:pt x="438150" y="266700"/>
                </a:lnTo>
                <a:lnTo>
                  <a:pt x="514350" y="238125"/>
                </a:lnTo>
                <a:lnTo>
                  <a:pt x="571500" y="219075"/>
                </a:lnTo>
                <a:lnTo>
                  <a:pt x="485775" y="238125"/>
                </a:lnTo>
                <a:lnTo>
                  <a:pt x="523875" y="247650"/>
                </a:lnTo>
                <a:lnTo>
                  <a:pt x="647700" y="266700"/>
                </a:lnTo>
                <a:lnTo>
                  <a:pt x="666750" y="171450"/>
                </a:lnTo>
                <a:lnTo>
                  <a:pt x="723900" y="152400"/>
                </a:lnTo>
                <a:lnTo>
                  <a:pt x="704850" y="152400"/>
                </a:lnTo>
                <a:lnTo>
                  <a:pt x="676275" y="114300"/>
                </a:lnTo>
                <a:lnTo>
                  <a:pt x="657225" y="123825"/>
                </a:lnTo>
                <a:lnTo>
                  <a:pt x="695325" y="114300"/>
                </a:lnTo>
                <a:lnTo>
                  <a:pt x="704850" y="66675"/>
                </a:lnTo>
                <a:lnTo>
                  <a:pt x="809625" y="0"/>
                </a:lnTo>
                <a:lnTo>
                  <a:pt x="762000" y="66675"/>
                </a:lnTo>
                <a:lnTo>
                  <a:pt x="828675" y="66675"/>
                </a:lnTo>
                <a:lnTo>
                  <a:pt x="838200" y="38100"/>
                </a:lnTo>
                <a:lnTo>
                  <a:pt x="838200" y="76200"/>
                </a:lnTo>
                <a:lnTo>
                  <a:pt x="819150" y="85725"/>
                </a:lnTo>
                <a:lnTo>
                  <a:pt x="828675" y="85725"/>
                </a:lnTo>
                <a:lnTo>
                  <a:pt x="800100" y="85725"/>
                </a:lnTo>
                <a:lnTo>
                  <a:pt x="838200" y="66675"/>
                </a:lnTo>
                <a:lnTo>
                  <a:pt x="895350" y="95250"/>
                </a:lnTo>
                <a:lnTo>
                  <a:pt x="904875" y="66675"/>
                </a:lnTo>
                <a:lnTo>
                  <a:pt x="933450" y="133350"/>
                </a:lnTo>
                <a:lnTo>
                  <a:pt x="971550" y="142875"/>
                </a:lnTo>
                <a:lnTo>
                  <a:pt x="1019175" y="114300"/>
                </a:lnTo>
                <a:lnTo>
                  <a:pt x="1009650" y="95250"/>
                </a:lnTo>
                <a:lnTo>
                  <a:pt x="1038225" y="114300"/>
                </a:lnTo>
                <a:lnTo>
                  <a:pt x="1057275" y="104775"/>
                </a:lnTo>
                <a:lnTo>
                  <a:pt x="1095375" y="142875"/>
                </a:lnTo>
                <a:lnTo>
                  <a:pt x="1114425" y="142875"/>
                </a:lnTo>
                <a:lnTo>
                  <a:pt x="1152525" y="123825"/>
                </a:lnTo>
                <a:lnTo>
                  <a:pt x="1171575" y="114300"/>
                </a:lnTo>
                <a:lnTo>
                  <a:pt x="1181100" y="152400"/>
                </a:lnTo>
                <a:lnTo>
                  <a:pt x="1228725" y="171450"/>
                </a:lnTo>
                <a:lnTo>
                  <a:pt x="1257300" y="142875"/>
                </a:lnTo>
                <a:lnTo>
                  <a:pt x="1276350" y="152400"/>
                </a:lnTo>
                <a:lnTo>
                  <a:pt x="1285875" y="171450"/>
                </a:lnTo>
                <a:lnTo>
                  <a:pt x="1314450" y="161925"/>
                </a:lnTo>
                <a:lnTo>
                  <a:pt x="1323975" y="200025"/>
                </a:lnTo>
                <a:lnTo>
                  <a:pt x="1362075" y="190500"/>
                </a:lnTo>
                <a:lnTo>
                  <a:pt x="1381125" y="180975"/>
                </a:lnTo>
                <a:lnTo>
                  <a:pt x="1371600" y="190500"/>
                </a:lnTo>
                <a:lnTo>
                  <a:pt x="1409700" y="171450"/>
                </a:lnTo>
                <a:lnTo>
                  <a:pt x="1419225" y="190500"/>
                </a:lnTo>
                <a:lnTo>
                  <a:pt x="1447800" y="209550"/>
                </a:lnTo>
                <a:lnTo>
                  <a:pt x="1447800" y="209550"/>
                </a:lnTo>
                <a:lnTo>
                  <a:pt x="1485900" y="228600"/>
                </a:lnTo>
                <a:lnTo>
                  <a:pt x="1533525" y="238125"/>
                </a:lnTo>
                <a:lnTo>
                  <a:pt x="1533525" y="228600"/>
                </a:lnTo>
                <a:lnTo>
                  <a:pt x="1571625" y="238125"/>
                </a:lnTo>
                <a:lnTo>
                  <a:pt x="1600200" y="266700"/>
                </a:lnTo>
                <a:lnTo>
                  <a:pt x="1609725" y="285750"/>
                </a:lnTo>
                <a:lnTo>
                  <a:pt x="1619250" y="276225"/>
                </a:lnTo>
                <a:lnTo>
                  <a:pt x="1628775" y="257175"/>
                </a:lnTo>
                <a:lnTo>
                  <a:pt x="1657350" y="257175"/>
                </a:lnTo>
                <a:lnTo>
                  <a:pt x="1695450" y="285750"/>
                </a:lnTo>
                <a:lnTo>
                  <a:pt x="1714500" y="266700"/>
                </a:lnTo>
                <a:lnTo>
                  <a:pt x="1600200" y="400050"/>
                </a:lnTo>
                <a:lnTo>
                  <a:pt x="1590675" y="533400"/>
                </a:lnTo>
                <a:lnTo>
                  <a:pt x="1647825" y="504825"/>
                </a:lnTo>
                <a:lnTo>
                  <a:pt x="1619250" y="419100"/>
                </a:lnTo>
                <a:lnTo>
                  <a:pt x="1552575" y="485775"/>
                </a:lnTo>
                <a:lnTo>
                  <a:pt x="1562100" y="504825"/>
                </a:lnTo>
                <a:lnTo>
                  <a:pt x="1619250" y="542925"/>
                </a:lnTo>
                <a:lnTo>
                  <a:pt x="1657350" y="485775"/>
                </a:lnTo>
                <a:lnTo>
                  <a:pt x="1704975" y="571500"/>
                </a:lnTo>
                <a:lnTo>
                  <a:pt x="1752600" y="619125"/>
                </a:lnTo>
                <a:lnTo>
                  <a:pt x="1724025" y="657225"/>
                </a:lnTo>
                <a:lnTo>
                  <a:pt x="1733550" y="666750"/>
                </a:lnTo>
                <a:lnTo>
                  <a:pt x="1781175" y="638175"/>
                </a:lnTo>
                <a:lnTo>
                  <a:pt x="1724025" y="666750"/>
                </a:lnTo>
                <a:lnTo>
                  <a:pt x="1714500" y="666750"/>
                </a:lnTo>
                <a:lnTo>
                  <a:pt x="1733550" y="695325"/>
                </a:lnTo>
                <a:lnTo>
                  <a:pt x="1724025" y="666750"/>
                </a:lnTo>
                <a:lnTo>
                  <a:pt x="1724025" y="733425"/>
                </a:lnTo>
                <a:lnTo>
                  <a:pt x="1724025" y="752475"/>
                </a:lnTo>
                <a:lnTo>
                  <a:pt x="1714500" y="762000"/>
                </a:lnTo>
                <a:lnTo>
                  <a:pt x="1695450" y="762000"/>
                </a:lnTo>
                <a:lnTo>
                  <a:pt x="1704975" y="742950"/>
                </a:lnTo>
                <a:lnTo>
                  <a:pt x="1743075" y="781050"/>
                </a:lnTo>
                <a:lnTo>
                  <a:pt x="1704975" y="857250"/>
                </a:lnTo>
                <a:lnTo>
                  <a:pt x="1724025" y="866775"/>
                </a:lnTo>
                <a:lnTo>
                  <a:pt x="1714500" y="914400"/>
                </a:lnTo>
                <a:lnTo>
                  <a:pt x="1714500" y="962025"/>
                </a:lnTo>
                <a:lnTo>
                  <a:pt x="1714500" y="1000125"/>
                </a:lnTo>
                <a:lnTo>
                  <a:pt x="1733550" y="1000125"/>
                </a:lnTo>
                <a:lnTo>
                  <a:pt x="1724025" y="1076325"/>
                </a:lnTo>
                <a:lnTo>
                  <a:pt x="1733550" y="1095375"/>
                </a:lnTo>
                <a:lnTo>
                  <a:pt x="1733550" y="1104900"/>
                </a:lnTo>
                <a:lnTo>
                  <a:pt x="1724025" y="1209675"/>
                </a:lnTo>
                <a:lnTo>
                  <a:pt x="1790700" y="1209675"/>
                </a:lnTo>
                <a:lnTo>
                  <a:pt x="1638300" y="1143000"/>
                </a:lnTo>
                <a:lnTo>
                  <a:pt x="1657350" y="1162050"/>
                </a:lnTo>
                <a:lnTo>
                  <a:pt x="1695450" y="1219200"/>
                </a:lnTo>
                <a:lnTo>
                  <a:pt x="1638300" y="1162050"/>
                </a:lnTo>
                <a:lnTo>
                  <a:pt x="1600200" y="1219200"/>
                </a:lnTo>
                <a:lnTo>
                  <a:pt x="1609725" y="1304925"/>
                </a:lnTo>
                <a:lnTo>
                  <a:pt x="1590675" y="1228725"/>
                </a:lnTo>
                <a:lnTo>
                  <a:pt x="1590675" y="1285875"/>
                </a:lnTo>
                <a:lnTo>
                  <a:pt x="1724025" y="1295400"/>
                </a:lnTo>
                <a:lnTo>
                  <a:pt x="1666875" y="1352550"/>
                </a:lnTo>
                <a:lnTo>
                  <a:pt x="1724025" y="1428750"/>
                </a:lnTo>
                <a:lnTo>
                  <a:pt x="1714500" y="1485900"/>
                </a:lnTo>
                <a:lnTo>
                  <a:pt x="1733550" y="1533525"/>
                </a:lnTo>
                <a:lnTo>
                  <a:pt x="1714500" y="1504950"/>
                </a:lnTo>
                <a:lnTo>
                  <a:pt x="1647825" y="1524000"/>
                </a:lnTo>
                <a:lnTo>
                  <a:pt x="1666875" y="1514475"/>
                </a:lnTo>
                <a:lnTo>
                  <a:pt x="1676400" y="1552575"/>
                </a:lnTo>
                <a:lnTo>
                  <a:pt x="1695450" y="1571625"/>
                </a:lnTo>
                <a:lnTo>
                  <a:pt x="1676400" y="1590675"/>
                </a:lnTo>
                <a:lnTo>
                  <a:pt x="1666875" y="1638300"/>
                </a:lnTo>
                <a:lnTo>
                  <a:pt x="1695450" y="1647825"/>
                </a:lnTo>
                <a:lnTo>
                  <a:pt x="1714500" y="1685925"/>
                </a:lnTo>
                <a:lnTo>
                  <a:pt x="1695450" y="1666875"/>
                </a:lnTo>
                <a:lnTo>
                  <a:pt x="1714500" y="1685925"/>
                </a:lnTo>
                <a:lnTo>
                  <a:pt x="1657350" y="1762125"/>
                </a:lnTo>
                <a:lnTo>
                  <a:pt x="1619250" y="1771650"/>
                </a:lnTo>
                <a:lnTo>
                  <a:pt x="1647825" y="1771650"/>
                </a:lnTo>
                <a:lnTo>
                  <a:pt x="1628775" y="1838325"/>
                </a:lnTo>
                <a:lnTo>
                  <a:pt x="1619250" y="1828800"/>
                </a:lnTo>
                <a:lnTo>
                  <a:pt x="1619250" y="1857375"/>
                </a:lnTo>
                <a:lnTo>
                  <a:pt x="1571625" y="1885950"/>
                </a:lnTo>
                <a:lnTo>
                  <a:pt x="1600200" y="1924050"/>
                </a:lnTo>
                <a:lnTo>
                  <a:pt x="1609725" y="1962150"/>
                </a:lnTo>
                <a:lnTo>
                  <a:pt x="1524000" y="1971675"/>
                </a:lnTo>
                <a:lnTo>
                  <a:pt x="1581150" y="1990725"/>
                </a:lnTo>
                <a:lnTo>
                  <a:pt x="1552575" y="1990725"/>
                </a:lnTo>
                <a:lnTo>
                  <a:pt x="1543050" y="1962150"/>
                </a:lnTo>
                <a:lnTo>
                  <a:pt x="1533525" y="2028825"/>
                </a:lnTo>
                <a:lnTo>
                  <a:pt x="1543050" y="2047875"/>
                </a:lnTo>
                <a:lnTo>
                  <a:pt x="1457325" y="2124075"/>
                </a:lnTo>
                <a:lnTo>
                  <a:pt x="1447800" y="2114550"/>
                </a:lnTo>
                <a:lnTo>
                  <a:pt x="1390650" y="2143125"/>
                </a:lnTo>
                <a:lnTo>
                  <a:pt x="1381125" y="2181225"/>
                </a:lnTo>
                <a:lnTo>
                  <a:pt x="1343025" y="2190750"/>
                </a:lnTo>
                <a:lnTo>
                  <a:pt x="1352550" y="2228850"/>
                </a:lnTo>
                <a:lnTo>
                  <a:pt x="1323975" y="2247900"/>
                </a:lnTo>
                <a:lnTo>
                  <a:pt x="1381125" y="2305050"/>
                </a:lnTo>
                <a:lnTo>
                  <a:pt x="1419225" y="2333625"/>
                </a:lnTo>
                <a:lnTo>
                  <a:pt x="1371600" y="2305050"/>
                </a:lnTo>
                <a:lnTo>
                  <a:pt x="1343025" y="2305050"/>
                </a:lnTo>
                <a:lnTo>
                  <a:pt x="1333500" y="2333625"/>
                </a:lnTo>
                <a:lnTo>
                  <a:pt x="1295400" y="2314575"/>
                </a:lnTo>
                <a:lnTo>
                  <a:pt x="1295400" y="2371725"/>
                </a:lnTo>
                <a:lnTo>
                  <a:pt x="1285875" y="2438400"/>
                </a:lnTo>
                <a:lnTo>
                  <a:pt x="1314450" y="2476500"/>
                </a:lnTo>
                <a:lnTo>
                  <a:pt x="1257300" y="2476500"/>
                </a:lnTo>
                <a:lnTo>
                  <a:pt x="1276350" y="2476500"/>
                </a:lnTo>
                <a:lnTo>
                  <a:pt x="1247775" y="2486025"/>
                </a:lnTo>
                <a:lnTo>
                  <a:pt x="1247775" y="2495550"/>
                </a:lnTo>
                <a:lnTo>
                  <a:pt x="1219200" y="2552700"/>
                </a:lnTo>
                <a:lnTo>
                  <a:pt x="1200150" y="25812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-2181225" y="4762500"/>
            <a:ext cx="1762125" cy="2524125"/>
          </a:xfrm>
          <a:custGeom>
            <a:avLst/>
            <a:gdLst/>
            <a:ahLst/>
            <a:cxnLst/>
            <a:rect l="l" t="t" r="r" b="b"/>
            <a:pathLst>
              <a:path w="1762125" h="2524125">
                <a:moveTo>
                  <a:pt x="1123950" y="2524125"/>
                </a:moveTo>
                <a:lnTo>
                  <a:pt x="1171575" y="2447925"/>
                </a:lnTo>
                <a:lnTo>
                  <a:pt x="1162050" y="2428875"/>
                </a:lnTo>
                <a:lnTo>
                  <a:pt x="1028700" y="2390775"/>
                </a:lnTo>
                <a:lnTo>
                  <a:pt x="1000125" y="2381250"/>
                </a:lnTo>
                <a:lnTo>
                  <a:pt x="952500" y="2447925"/>
                </a:lnTo>
                <a:lnTo>
                  <a:pt x="1057275" y="2457450"/>
                </a:lnTo>
                <a:lnTo>
                  <a:pt x="1009650" y="2352675"/>
                </a:lnTo>
                <a:lnTo>
                  <a:pt x="857250" y="2352675"/>
                </a:lnTo>
                <a:lnTo>
                  <a:pt x="933450" y="2314575"/>
                </a:lnTo>
                <a:lnTo>
                  <a:pt x="904875" y="2276475"/>
                </a:lnTo>
                <a:lnTo>
                  <a:pt x="857250" y="2266950"/>
                </a:lnTo>
                <a:lnTo>
                  <a:pt x="857250" y="2257425"/>
                </a:lnTo>
                <a:lnTo>
                  <a:pt x="866775" y="2238375"/>
                </a:lnTo>
                <a:lnTo>
                  <a:pt x="828675" y="2200275"/>
                </a:lnTo>
                <a:lnTo>
                  <a:pt x="828675" y="2181225"/>
                </a:lnTo>
                <a:lnTo>
                  <a:pt x="819150" y="2152650"/>
                </a:lnTo>
                <a:lnTo>
                  <a:pt x="752475" y="2152650"/>
                </a:lnTo>
                <a:lnTo>
                  <a:pt x="809625" y="2133600"/>
                </a:lnTo>
                <a:lnTo>
                  <a:pt x="781050" y="2105025"/>
                </a:lnTo>
                <a:lnTo>
                  <a:pt x="762000" y="2057400"/>
                </a:lnTo>
                <a:lnTo>
                  <a:pt x="800100" y="2057400"/>
                </a:lnTo>
                <a:lnTo>
                  <a:pt x="771525" y="2047875"/>
                </a:lnTo>
                <a:lnTo>
                  <a:pt x="742950" y="2009775"/>
                </a:lnTo>
                <a:lnTo>
                  <a:pt x="714375" y="2000250"/>
                </a:lnTo>
                <a:lnTo>
                  <a:pt x="714375" y="1981200"/>
                </a:lnTo>
                <a:lnTo>
                  <a:pt x="676275" y="1971675"/>
                </a:lnTo>
                <a:lnTo>
                  <a:pt x="638175" y="1971675"/>
                </a:lnTo>
                <a:lnTo>
                  <a:pt x="638175" y="1943100"/>
                </a:lnTo>
                <a:lnTo>
                  <a:pt x="609600" y="1924050"/>
                </a:lnTo>
                <a:lnTo>
                  <a:pt x="581025" y="1924050"/>
                </a:lnTo>
                <a:lnTo>
                  <a:pt x="552450" y="1866900"/>
                </a:lnTo>
                <a:lnTo>
                  <a:pt x="552450" y="1857375"/>
                </a:lnTo>
                <a:lnTo>
                  <a:pt x="514350" y="1800225"/>
                </a:lnTo>
                <a:lnTo>
                  <a:pt x="504825" y="1781175"/>
                </a:lnTo>
                <a:lnTo>
                  <a:pt x="495300" y="1781175"/>
                </a:lnTo>
                <a:lnTo>
                  <a:pt x="495300" y="1752600"/>
                </a:lnTo>
                <a:lnTo>
                  <a:pt x="447675" y="1733550"/>
                </a:lnTo>
                <a:lnTo>
                  <a:pt x="438150" y="1695450"/>
                </a:lnTo>
                <a:lnTo>
                  <a:pt x="428625" y="1628775"/>
                </a:lnTo>
                <a:lnTo>
                  <a:pt x="428625" y="1609725"/>
                </a:lnTo>
                <a:lnTo>
                  <a:pt x="400050" y="1571625"/>
                </a:lnTo>
                <a:lnTo>
                  <a:pt x="390525" y="1533525"/>
                </a:lnTo>
                <a:lnTo>
                  <a:pt x="390525" y="1514475"/>
                </a:lnTo>
                <a:lnTo>
                  <a:pt x="352425" y="1476375"/>
                </a:lnTo>
                <a:lnTo>
                  <a:pt x="304800" y="1476375"/>
                </a:lnTo>
                <a:lnTo>
                  <a:pt x="285750" y="1438275"/>
                </a:lnTo>
                <a:lnTo>
                  <a:pt x="304800" y="1409700"/>
                </a:lnTo>
                <a:lnTo>
                  <a:pt x="276225" y="1371600"/>
                </a:lnTo>
                <a:lnTo>
                  <a:pt x="266700" y="1343025"/>
                </a:lnTo>
                <a:lnTo>
                  <a:pt x="228600" y="1314450"/>
                </a:lnTo>
                <a:lnTo>
                  <a:pt x="209550" y="1276350"/>
                </a:lnTo>
                <a:lnTo>
                  <a:pt x="228600" y="1266825"/>
                </a:lnTo>
                <a:lnTo>
                  <a:pt x="209550" y="1209675"/>
                </a:lnTo>
                <a:lnTo>
                  <a:pt x="171450" y="1190625"/>
                </a:lnTo>
                <a:lnTo>
                  <a:pt x="161925" y="1143000"/>
                </a:lnTo>
                <a:lnTo>
                  <a:pt x="152400" y="1162050"/>
                </a:lnTo>
                <a:lnTo>
                  <a:pt x="142875" y="1114425"/>
                </a:lnTo>
                <a:lnTo>
                  <a:pt x="114300" y="1104900"/>
                </a:lnTo>
                <a:lnTo>
                  <a:pt x="114300" y="1057275"/>
                </a:lnTo>
                <a:lnTo>
                  <a:pt x="85725" y="1047750"/>
                </a:lnTo>
                <a:lnTo>
                  <a:pt x="47625" y="1000125"/>
                </a:lnTo>
                <a:lnTo>
                  <a:pt x="57150" y="981075"/>
                </a:lnTo>
                <a:lnTo>
                  <a:pt x="28575" y="952500"/>
                </a:lnTo>
                <a:lnTo>
                  <a:pt x="19050" y="933450"/>
                </a:lnTo>
                <a:lnTo>
                  <a:pt x="47625" y="914400"/>
                </a:lnTo>
                <a:lnTo>
                  <a:pt x="38100" y="904875"/>
                </a:lnTo>
                <a:lnTo>
                  <a:pt x="19050" y="857250"/>
                </a:lnTo>
                <a:lnTo>
                  <a:pt x="0" y="857250"/>
                </a:lnTo>
                <a:lnTo>
                  <a:pt x="19050" y="819150"/>
                </a:lnTo>
                <a:lnTo>
                  <a:pt x="28575" y="819150"/>
                </a:lnTo>
                <a:lnTo>
                  <a:pt x="38100" y="771525"/>
                </a:lnTo>
                <a:lnTo>
                  <a:pt x="57150" y="781050"/>
                </a:lnTo>
                <a:lnTo>
                  <a:pt x="47625" y="742950"/>
                </a:lnTo>
                <a:lnTo>
                  <a:pt x="57150" y="714375"/>
                </a:lnTo>
                <a:lnTo>
                  <a:pt x="76200" y="685800"/>
                </a:lnTo>
                <a:lnTo>
                  <a:pt x="76200" y="676275"/>
                </a:lnTo>
                <a:lnTo>
                  <a:pt x="85725" y="666750"/>
                </a:lnTo>
                <a:lnTo>
                  <a:pt x="114300" y="600075"/>
                </a:lnTo>
                <a:lnTo>
                  <a:pt x="95250" y="571500"/>
                </a:lnTo>
                <a:lnTo>
                  <a:pt x="123825" y="552450"/>
                </a:lnTo>
                <a:lnTo>
                  <a:pt x="104775" y="533400"/>
                </a:lnTo>
                <a:lnTo>
                  <a:pt x="123825" y="533400"/>
                </a:lnTo>
                <a:lnTo>
                  <a:pt x="142875" y="514350"/>
                </a:lnTo>
                <a:lnTo>
                  <a:pt x="171450" y="466725"/>
                </a:lnTo>
                <a:lnTo>
                  <a:pt x="142875" y="438150"/>
                </a:lnTo>
                <a:lnTo>
                  <a:pt x="161925" y="419100"/>
                </a:lnTo>
                <a:lnTo>
                  <a:pt x="161925" y="371475"/>
                </a:lnTo>
                <a:lnTo>
                  <a:pt x="190500" y="352425"/>
                </a:lnTo>
                <a:lnTo>
                  <a:pt x="200025" y="352425"/>
                </a:lnTo>
                <a:lnTo>
                  <a:pt x="209550" y="323850"/>
                </a:lnTo>
                <a:lnTo>
                  <a:pt x="171450" y="304800"/>
                </a:lnTo>
                <a:lnTo>
                  <a:pt x="190500" y="276225"/>
                </a:lnTo>
                <a:lnTo>
                  <a:pt x="209550" y="257175"/>
                </a:lnTo>
                <a:lnTo>
                  <a:pt x="209550" y="228600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333375" y="200025"/>
                </a:lnTo>
                <a:lnTo>
                  <a:pt x="390525" y="209550"/>
                </a:lnTo>
                <a:lnTo>
                  <a:pt x="457200" y="200025"/>
                </a:lnTo>
                <a:lnTo>
                  <a:pt x="381000" y="219075"/>
                </a:lnTo>
                <a:lnTo>
                  <a:pt x="371475" y="219075"/>
                </a:lnTo>
                <a:lnTo>
                  <a:pt x="447675" y="238125"/>
                </a:lnTo>
                <a:lnTo>
                  <a:pt x="495300" y="190500"/>
                </a:lnTo>
                <a:lnTo>
                  <a:pt x="552450" y="171450"/>
                </a:lnTo>
                <a:lnTo>
                  <a:pt x="571500" y="38100"/>
                </a:lnTo>
                <a:lnTo>
                  <a:pt x="638175" y="142875"/>
                </a:lnTo>
                <a:lnTo>
                  <a:pt x="609600" y="104775"/>
                </a:lnTo>
                <a:lnTo>
                  <a:pt x="638175" y="104775"/>
                </a:lnTo>
                <a:lnTo>
                  <a:pt x="619125" y="123825"/>
                </a:lnTo>
                <a:lnTo>
                  <a:pt x="581025" y="85725"/>
                </a:lnTo>
                <a:lnTo>
                  <a:pt x="619125" y="38100"/>
                </a:lnTo>
                <a:lnTo>
                  <a:pt x="628650" y="57150"/>
                </a:lnTo>
                <a:lnTo>
                  <a:pt x="657225" y="114300"/>
                </a:lnTo>
                <a:lnTo>
                  <a:pt x="666750" y="104775"/>
                </a:lnTo>
                <a:lnTo>
                  <a:pt x="714375" y="95250"/>
                </a:lnTo>
                <a:lnTo>
                  <a:pt x="752475" y="19050"/>
                </a:lnTo>
                <a:lnTo>
                  <a:pt x="771525" y="9525"/>
                </a:lnTo>
                <a:lnTo>
                  <a:pt x="733425" y="66675"/>
                </a:lnTo>
                <a:lnTo>
                  <a:pt x="762000" y="38100"/>
                </a:lnTo>
                <a:lnTo>
                  <a:pt x="800100" y="9525"/>
                </a:lnTo>
                <a:lnTo>
                  <a:pt x="847725" y="38100"/>
                </a:lnTo>
                <a:lnTo>
                  <a:pt x="857250" y="47625"/>
                </a:lnTo>
                <a:lnTo>
                  <a:pt x="885825" y="38100"/>
                </a:lnTo>
                <a:lnTo>
                  <a:pt x="885825" y="47625"/>
                </a:lnTo>
                <a:lnTo>
                  <a:pt x="904875" y="28575"/>
                </a:lnTo>
                <a:lnTo>
                  <a:pt x="933450" y="0"/>
                </a:lnTo>
                <a:lnTo>
                  <a:pt x="942975" y="19050"/>
                </a:lnTo>
                <a:lnTo>
                  <a:pt x="1000125" y="66675"/>
                </a:lnTo>
                <a:lnTo>
                  <a:pt x="971550" y="76200"/>
                </a:lnTo>
                <a:lnTo>
                  <a:pt x="1047750" y="57150"/>
                </a:lnTo>
                <a:lnTo>
                  <a:pt x="1019175" y="66675"/>
                </a:lnTo>
                <a:lnTo>
                  <a:pt x="1066800" y="66675"/>
                </a:lnTo>
                <a:lnTo>
                  <a:pt x="1104900" y="57150"/>
                </a:lnTo>
                <a:lnTo>
                  <a:pt x="1133475" y="76200"/>
                </a:lnTo>
                <a:lnTo>
                  <a:pt x="1152525" y="95250"/>
                </a:lnTo>
                <a:lnTo>
                  <a:pt x="1171575" y="76200"/>
                </a:lnTo>
                <a:lnTo>
                  <a:pt x="1152525" y="85725"/>
                </a:lnTo>
                <a:lnTo>
                  <a:pt x="1209675" y="104775"/>
                </a:lnTo>
                <a:lnTo>
                  <a:pt x="1219200" y="133350"/>
                </a:lnTo>
                <a:lnTo>
                  <a:pt x="1247775" y="114300"/>
                </a:lnTo>
                <a:lnTo>
                  <a:pt x="1266825" y="114300"/>
                </a:lnTo>
                <a:lnTo>
                  <a:pt x="1304925" y="142875"/>
                </a:lnTo>
                <a:lnTo>
                  <a:pt x="1314450" y="152400"/>
                </a:lnTo>
                <a:lnTo>
                  <a:pt x="1333500" y="133350"/>
                </a:lnTo>
                <a:lnTo>
                  <a:pt x="1381125" y="142875"/>
                </a:lnTo>
                <a:lnTo>
                  <a:pt x="1343025" y="133350"/>
                </a:lnTo>
                <a:lnTo>
                  <a:pt x="1390650" y="161925"/>
                </a:lnTo>
                <a:lnTo>
                  <a:pt x="1419225" y="152400"/>
                </a:lnTo>
                <a:lnTo>
                  <a:pt x="1428750" y="152400"/>
                </a:lnTo>
                <a:lnTo>
                  <a:pt x="1428750" y="152400"/>
                </a:lnTo>
                <a:lnTo>
                  <a:pt x="1457325" y="161925"/>
                </a:lnTo>
                <a:lnTo>
                  <a:pt x="1504950" y="161925"/>
                </a:lnTo>
                <a:lnTo>
                  <a:pt x="1504950" y="209550"/>
                </a:lnTo>
                <a:lnTo>
                  <a:pt x="1524000" y="209550"/>
                </a:lnTo>
                <a:lnTo>
                  <a:pt x="1571625" y="209550"/>
                </a:lnTo>
                <a:lnTo>
                  <a:pt x="1581150" y="20002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628775" y="228600"/>
                </a:lnTo>
                <a:lnTo>
                  <a:pt x="1647825" y="209550"/>
                </a:lnTo>
                <a:lnTo>
                  <a:pt x="1600200" y="295275"/>
                </a:lnTo>
                <a:lnTo>
                  <a:pt x="1609725" y="314325"/>
                </a:lnTo>
                <a:lnTo>
                  <a:pt x="1600200" y="304800"/>
                </a:lnTo>
                <a:lnTo>
                  <a:pt x="1581150" y="371475"/>
                </a:lnTo>
                <a:lnTo>
                  <a:pt x="1628775" y="390525"/>
                </a:lnTo>
                <a:lnTo>
                  <a:pt x="1647825" y="428625"/>
                </a:lnTo>
                <a:lnTo>
                  <a:pt x="1619250" y="381000"/>
                </a:lnTo>
                <a:lnTo>
                  <a:pt x="1609725" y="419100"/>
                </a:lnTo>
                <a:lnTo>
                  <a:pt x="1676400" y="533400"/>
                </a:lnTo>
                <a:lnTo>
                  <a:pt x="1724025" y="495300"/>
                </a:lnTo>
                <a:lnTo>
                  <a:pt x="1724025" y="581025"/>
                </a:lnTo>
                <a:lnTo>
                  <a:pt x="1695450" y="561975"/>
                </a:lnTo>
                <a:lnTo>
                  <a:pt x="1695450" y="600075"/>
                </a:lnTo>
                <a:lnTo>
                  <a:pt x="1657350" y="600075"/>
                </a:lnTo>
                <a:lnTo>
                  <a:pt x="1647825" y="619125"/>
                </a:lnTo>
                <a:lnTo>
                  <a:pt x="1676400" y="609600"/>
                </a:lnTo>
                <a:lnTo>
                  <a:pt x="1704975" y="609600"/>
                </a:lnTo>
                <a:lnTo>
                  <a:pt x="1762125" y="638175"/>
                </a:lnTo>
                <a:lnTo>
                  <a:pt x="1714500" y="695325"/>
                </a:lnTo>
                <a:lnTo>
                  <a:pt x="1676400" y="695325"/>
                </a:lnTo>
                <a:lnTo>
                  <a:pt x="1685925" y="723900"/>
                </a:lnTo>
                <a:lnTo>
                  <a:pt x="1704975" y="723900"/>
                </a:lnTo>
                <a:lnTo>
                  <a:pt x="1695450" y="752475"/>
                </a:lnTo>
                <a:lnTo>
                  <a:pt x="1685925" y="790575"/>
                </a:lnTo>
                <a:lnTo>
                  <a:pt x="1638300" y="800100"/>
                </a:lnTo>
                <a:lnTo>
                  <a:pt x="1657350" y="828675"/>
                </a:lnTo>
                <a:lnTo>
                  <a:pt x="1628775" y="866775"/>
                </a:lnTo>
                <a:lnTo>
                  <a:pt x="1685925" y="914400"/>
                </a:lnTo>
                <a:lnTo>
                  <a:pt x="1704975" y="942975"/>
                </a:lnTo>
                <a:lnTo>
                  <a:pt x="1666875" y="990600"/>
                </a:lnTo>
                <a:lnTo>
                  <a:pt x="1666875" y="1019175"/>
                </a:lnTo>
                <a:lnTo>
                  <a:pt x="1685925" y="1057275"/>
                </a:lnTo>
                <a:lnTo>
                  <a:pt x="1695450" y="1162050"/>
                </a:lnTo>
                <a:lnTo>
                  <a:pt x="1600200" y="1238250"/>
                </a:lnTo>
                <a:lnTo>
                  <a:pt x="1571625" y="1162050"/>
                </a:lnTo>
                <a:lnTo>
                  <a:pt x="1600200" y="1095375"/>
                </a:lnTo>
                <a:lnTo>
                  <a:pt x="1552575" y="1209675"/>
                </a:lnTo>
                <a:lnTo>
                  <a:pt x="1562100" y="1276350"/>
                </a:lnTo>
                <a:lnTo>
                  <a:pt x="1504950" y="1190625"/>
                </a:lnTo>
                <a:lnTo>
                  <a:pt x="1562100" y="1257300"/>
                </a:lnTo>
                <a:lnTo>
                  <a:pt x="1609725" y="1247775"/>
                </a:lnTo>
                <a:lnTo>
                  <a:pt x="1562100" y="1238250"/>
                </a:lnTo>
                <a:lnTo>
                  <a:pt x="1657350" y="1295400"/>
                </a:lnTo>
                <a:lnTo>
                  <a:pt x="1619250" y="1295400"/>
                </a:lnTo>
                <a:lnTo>
                  <a:pt x="1609725" y="1276350"/>
                </a:lnTo>
                <a:lnTo>
                  <a:pt x="1619250" y="1390650"/>
                </a:lnTo>
                <a:lnTo>
                  <a:pt x="1695450" y="1419225"/>
                </a:lnTo>
                <a:lnTo>
                  <a:pt x="1695450" y="1457325"/>
                </a:lnTo>
                <a:lnTo>
                  <a:pt x="1704975" y="1419225"/>
                </a:lnTo>
                <a:lnTo>
                  <a:pt x="1628775" y="1457325"/>
                </a:lnTo>
                <a:lnTo>
                  <a:pt x="1619250" y="1485900"/>
                </a:lnTo>
                <a:lnTo>
                  <a:pt x="1628775" y="1485900"/>
                </a:lnTo>
                <a:lnTo>
                  <a:pt x="1619250" y="1543050"/>
                </a:lnTo>
                <a:lnTo>
                  <a:pt x="1638300" y="1514475"/>
                </a:lnTo>
                <a:lnTo>
                  <a:pt x="1676400" y="1543050"/>
                </a:lnTo>
                <a:lnTo>
                  <a:pt x="1676400" y="1600200"/>
                </a:lnTo>
                <a:lnTo>
                  <a:pt x="1647825" y="1628775"/>
                </a:lnTo>
                <a:lnTo>
                  <a:pt x="1619250" y="1657350"/>
                </a:lnTo>
                <a:lnTo>
                  <a:pt x="1581150" y="1685925"/>
                </a:lnTo>
                <a:lnTo>
                  <a:pt x="1581150" y="1657350"/>
                </a:lnTo>
                <a:lnTo>
                  <a:pt x="1609725" y="1724025"/>
                </a:lnTo>
                <a:lnTo>
                  <a:pt x="1552575" y="1743075"/>
                </a:lnTo>
                <a:lnTo>
                  <a:pt x="1581150" y="1733550"/>
                </a:lnTo>
                <a:lnTo>
                  <a:pt x="1543050" y="1771650"/>
                </a:lnTo>
                <a:lnTo>
                  <a:pt x="1533525" y="1924050"/>
                </a:lnTo>
                <a:lnTo>
                  <a:pt x="1495425" y="1838325"/>
                </a:lnTo>
                <a:lnTo>
                  <a:pt x="1495425" y="1838325"/>
                </a:lnTo>
                <a:lnTo>
                  <a:pt x="1514475" y="1866900"/>
                </a:lnTo>
                <a:lnTo>
                  <a:pt x="1466850" y="1885950"/>
                </a:lnTo>
                <a:lnTo>
                  <a:pt x="1457325" y="1971675"/>
                </a:lnTo>
                <a:lnTo>
                  <a:pt x="1495425" y="1933575"/>
                </a:lnTo>
                <a:lnTo>
                  <a:pt x="1466850" y="1933575"/>
                </a:lnTo>
                <a:lnTo>
                  <a:pt x="1381125" y="1924050"/>
                </a:lnTo>
                <a:lnTo>
                  <a:pt x="1390650" y="1962150"/>
                </a:lnTo>
                <a:lnTo>
                  <a:pt x="1362075" y="2019300"/>
                </a:lnTo>
                <a:lnTo>
                  <a:pt x="1343025" y="2076450"/>
                </a:lnTo>
                <a:lnTo>
                  <a:pt x="1381125" y="2066925"/>
                </a:lnTo>
                <a:lnTo>
                  <a:pt x="1343025" y="2105025"/>
                </a:lnTo>
                <a:lnTo>
                  <a:pt x="1323975" y="2105025"/>
                </a:lnTo>
                <a:lnTo>
                  <a:pt x="1314450" y="2162175"/>
                </a:lnTo>
                <a:lnTo>
                  <a:pt x="1381125" y="2143125"/>
                </a:lnTo>
                <a:lnTo>
                  <a:pt x="1257300" y="2152650"/>
                </a:lnTo>
                <a:lnTo>
                  <a:pt x="1276350" y="2133600"/>
                </a:lnTo>
                <a:lnTo>
                  <a:pt x="1304925" y="2209800"/>
                </a:lnTo>
                <a:lnTo>
                  <a:pt x="1276350" y="2228850"/>
                </a:lnTo>
                <a:lnTo>
                  <a:pt x="1276350" y="2257425"/>
                </a:lnTo>
                <a:lnTo>
                  <a:pt x="1257300" y="2286000"/>
                </a:lnTo>
                <a:lnTo>
                  <a:pt x="1238250" y="2343150"/>
                </a:lnTo>
                <a:lnTo>
                  <a:pt x="1266825" y="2381250"/>
                </a:lnTo>
                <a:lnTo>
                  <a:pt x="1228725" y="2371725"/>
                </a:lnTo>
                <a:lnTo>
                  <a:pt x="1247775" y="2343150"/>
                </a:lnTo>
                <a:lnTo>
                  <a:pt x="1219200" y="2428875"/>
                </a:lnTo>
                <a:lnTo>
                  <a:pt x="1181100" y="2428875"/>
                </a:lnTo>
                <a:lnTo>
                  <a:pt x="1123950" y="2495550"/>
                </a:lnTo>
                <a:lnTo>
                  <a:pt x="1133475" y="252412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-19050" y="7267575"/>
            <a:ext cx="209550" cy="276225"/>
          </a:xfrm>
          <a:custGeom>
            <a:avLst/>
            <a:gdLst/>
            <a:ahLst/>
            <a:cxnLst/>
            <a:rect l="l" t="t" r="r" b="b"/>
            <a:pathLst>
              <a:path w="209550" h="276225">
                <a:moveTo>
                  <a:pt x="209550" y="133350"/>
                </a:moveTo>
                <a:lnTo>
                  <a:pt x="161925" y="200025"/>
                </a:lnTo>
                <a:lnTo>
                  <a:pt x="104775" y="276225"/>
                </a:lnTo>
                <a:lnTo>
                  <a:pt x="47625" y="247650"/>
                </a:lnTo>
                <a:lnTo>
                  <a:pt x="0" y="228600"/>
                </a:lnTo>
                <a:lnTo>
                  <a:pt x="0" y="152400"/>
                </a:lnTo>
                <a:lnTo>
                  <a:pt x="9525" y="66675"/>
                </a:lnTo>
                <a:lnTo>
                  <a:pt x="85725" y="38100"/>
                </a:lnTo>
                <a:lnTo>
                  <a:pt x="104775" y="0"/>
                </a:lnTo>
                <a:lnTo>
                  <a:pt x="171450" y="666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1438275" y="7496175"/>
            <a:ext cx="314325" cy="276225"/>
          </a:xfrm>
          <a:custGeom>
            <a:avLst/>
            <a:gdLst/>
            <a:ahLst/>
            <a:cxnLst/>
            <a:rect l="l" t="t" r="r" b="b"/>
            <a:pathLst>
              <a:path w="314325" h="276225">
                <a:moveTo>
                  <a:pt x="314325" y="152400"/>
                </a:moveTo>
                <a:lnTo>
                  <a:pt x="266700" y="200025"/>
                </a:lnTo>
                <a:lnTo>
                  <a:pt x="200025" y="276225"/>
                </a:lnTo>
                <a:lnTo>
                  <a:pt x="95250" y="257175"/>
                </a:lnTo>
                <a:lnTo>
                  <a:pt x="0" y="257175"/>
                </a:lnTo>
                <a:lnTo>
                  <a:pt x="19050" y="190500"/>
                </a:lnTo>
                <a:lnTo>
                  <a:pt x="47625" y="104775"/>
                </a:lnTo>
                <a:lnTo>
                  <a:pt x="142875" y="19050"/>
                </a:lnTo>
                <a:lnTo>
                  <a:pt x="200025" y="0"/>
                </a:lnTo>
                <a:lnTo>
                  <a:pt x="257175" y="85725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-266700" y="4152900"/>
            <a:ext cx="219075" cy="266700"/>
          </a:xfrm>
          <a:custGeom>
            <a:avLst/>
            <a:gdLst/>
            <a:ahLst/>
            <a:cxnLst/>
            <a:rect l="l" t="t" r="r" b="b"/>
            <a:pathLst>
              <a:path w="219075" h="266700">
                <a:moveTo>
                  <a:pt x="219075" y="133350"/>
                </a:moveTo>
                <a:lnTo>
                  <a:pt x="171450" y="200025"/>
                </a:lnTo>
                <a:lnTo>
                  <a:pt x="161925" y="257175"/>
                </a:lnTo>
                <a:lnTo>
                  <a:pt x="57150" y="266700"/>
                </a:lnTo>
                <a:lnTo>
                  <a:pt x="0" y="247650"/>
                </a:lnTo>
                <a:lnTo>
                  <a:pt x="9525" y="133350"/>
                </a:lnTo>
                <a:lnTo>
                  <a:pt x="9525" y="9525"/>
                </a:lnTo>
                <a:lnTo>
                  <a:pt x="104775" y="0"/>
                </a:lnTo>
                <a:lnTo>
                  <a:pt x="171450" y="9525"/>
                </a:lnTo>
                <a:lnTo>
                  <a:pt x="200025" y="9525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-9525" y="7343775"/>
            <a:ext cx="190500" cy="200025"/>
          </a:xfrm>
          <a:custGeom>
            <a:avLst/>
            <a:gdLst/>
            <a:ahLst/>
            <a:cxnLst/>
            <a:rect l="l" t="t" r="r" b="b"/>
            <a:pathLst>
              <a:path w="190500" h="200025">
                <a:moveTo>
                  <a:pt x="190500" y="114300"/>
                </a:moveTo>
                <a:lnTo>
                  <a:pt x="161925" y="152400"/>
                </a:lnTo>
                <a:lnTo>
                  <a:pt x="123825" y="190500"/>
                </a:lnTo>
                <a:lnTo>
                  <a:pt x="66675" y="180975"/>
                </a:lnTo>
                <a:lnTo>
                  <a:pt x="0" y="200025"/>
                </a:lnTo>
                <a:lnTo>
                  <a:pt x="9525" y="114300"/>
                </a:lnTo>
                <a:lnTo>
                  <a:pt x="28575" y="57150"/>
                </a:lnTo>
                <a:lnTo>
                  <a:pt x="76200" y="38100"/>
                </a:lnTo>
                <a:lnTo>
                  <a:pt x="123825" y="0"/>
                </a:lnTo>
                <a:lnTo>
                  <a:pt x="171450" y="7620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23850" y="433387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95250"/>
                </a:moveTo>
                <a:lnTo>
                  <a:pt x="114300" y="142875"/>
                </a:lnTo>
                <a:lnTo>
                  <a:pt x="85725" y="171450"/>
                </a:lnTo>
                <a:lnTo>
                  <a:pt x="38100" y="142875"/>
                </a:lnTo>
                <a:lnTo>
                  <a:pt x="0" y="133350"/>
                </a:lnTo>
                <a:lnTo>
                  <a:pt x="19050" y="76200"/>
                </a:lnTo>
                <a:lnTo>
                  <a:pt x="19050" y="47625"/>
                </a:lnTo>
                <a:lnTo>
                  <a:pt x="57150" y="38100"/>
                </a:lnTo>
                <a:lnTo>
                  <a:pt x="95250" y="0"/>
                </a:lnTo>
                <a:lnTo>
                  <a:pt x="123825" y="47625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8700" y="4581525"/>
            <a:ext cx="171450" cy="200025"/>
          </a:xfrm>
          <a:custGeom>
            <a:avLst/>
            <a:gdLst/>
            <a:ahLst/>
            <a:cxnLst/>
            <a:rect l="l" t="t" r="r" b="b"/>
            <a:pathLst>
              <a:path w="171450" h="200025">
                <a:moveTo>
                  <a:pt x="171450" y="76200"/>
                </a:moveTo>
                <a:lnTo>
                  <a:pt x="142875" y="133350"/>
                </a:lnTo>
                <a:lnTo>
                  <a:pt x="123825" y="200025"/>
                </a:lnTo>
                <a:lnTo>
                  <a:pt x="47625" y="180975"/>
                </a:lnTo>
                <a:lnTo>
                  <a:pt x="0" y="133350"/>
                </a:lnTo>
                <a:lnTo>
                  <a:pt x="19050" y="76200"/>
                </a:lnTo>
                <a:lnTo>
                  <a:pt x="28575" y="28575"/>
                </a:lnTo>
                <a:lnTo>
                  <a:pt x="66675" y="28575"/>
                </a:lnTo>
                <a:lnTo>
                  <a:pt x="114300" y="0"/>
                </a:lnTo>
                <a:lnTo>
                  <a:pt x="142875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-2572703" y="4151947"/>
            <a:ext cx="3777615" cy="3592830"/>
          </a:xfrm>
          <a:custGeom>
            <a:avLst/>
            <a:gdLst/>
            <a:ahLst/>
            <a:cxnLst/>
            <a:rect l="l" t="t" r="r" b="b"/>
            <a:pathLst>
              <a:path w="3777615" h="3592830">
                <a:moveTo>
                  <a:pt x="2648903" y="0"/>
                </a:moveTo>
                <a:lnTo>
                  <a:pt x="2668905" y="20003"/>
                </a:lnTo>
                <a:lnTo>
                  <a:pt x="2648903" y="40005"/>
                </a:lnTo>
                <a:lnTo>
                  <a:pt x="2628900" y="20003"/>
                </a:lnTo>
                <a:close/>
                <a:moveTo>
                  <a:pt x="3449003" y="1736408"/>
                </a:moveTo>
                <a:lnTo>
                  <a:pt x="3456623" y="1744028"/>
                </a:lnTo>
                <a:lnTo>
                  <a:pt x="3449003" y="1751647"/>
                </a:lnTo>
                <a:lnTo>
                  <a:pt x="3441383" y="1744028"/>
                </a:lnTo>
                <a:close/>
                <a:moveTo>
                  <a:pt x="572453" y="454343"/>
                </a:moveTo>
                <a:lnTo>
                  <a:pt x="585788" y="467678"/>
                </a:lnTo>
                <a:lnTo>
                  <a:pt x="572453" y="481012"/>
                </a:lnTo>
                <a:lnTo>
                  <a:pt x="559118" y="467678"/>
                </a:lnTo>
                <a:close/>
                <a:moveTo>
                  <a:pt x="1420178" y="3552825"/>
                </a:moveTo>
                <a:lnTo>
                  <a:pt x="1440180" y="3572828"/>
                </a:lnTo>
                <a:lnTo>
                  <a:pt x="1420178" y="3592830"/>
                </a:lnTo>
                <a:lnTo>
                  <a:pt x="1400175" y="3572828"/>
                </a:lnTo>
                <a:close/>
                <a:moveTo>
                  <a:pt x="2753678" y="858203"/>
                </a:moveTo>
                <a:lnTo>
                  <a:pt x="2763203" y="867728"/>
                </a:lnTo>
                <a:lnTo>
                  <a:pt x="2753678" y="877253"/>
                </a:lnTo>
                <a:lnTo>
                  <a:pt x="2744153" y="867728"/>
                </a:lnTo>
                <a:close/>
                <a:moveTo>
                  <a:pt x="648653" y="1415415"/>
                </a:moveTo>
                <a:lnTo>
                  <a:pt x="662940" y="1429703"/>
                </a:lnTo>
                <a:lnTo>
                  <a:pt x="648653" y="1443990"/>
                </a:lnTo>
                <a:lnTo>
                  <a:pt x="634365" y="1429703"/>
                </a:lnTo>
                <a:close/>
                <a:moveTo>
                  <a:pt x="277178" y="1313497"/>
                </a:moveTo>
                <a:lnTo>
                  <a:pt x="298133" y="1334453"/>
                </a:lnTo>
                <a:lnTo>
                  <a:pt x="277178" y="1355408"/>
                </a:lnTo>
                <a:lnTo>
                  <a:pt x="256223" y="1334453"/>
                </a:lnTo>
                <a:close/>
                <a:moveTo>
                  <a:pt x="1753553" y="417195"/>
                </a:moveTo>
                <a:lnTo>
                  <a:pt x="1765935" y="429578"/>
                </a:lnTo>
                <a:lnTo>
                  <a:pt x="1753553" y="441960"/>
                </a:lnTo>
                <a:lnTo>
                  <a:pt x="1741170" y="429578"/>
                </a:lnTo>
                <a:close/>
                <a:moveTo>
                  <a:pt x="3115628" y="1956435"/>
                </a:moveTo>
                <a:lnTo>
                  <a:pt x="3131820" y="1972628"/>
                </a:lnTo>
                <a:lnTo>
                  <a:pt x="3115628" y="1988820"/>
                </a:lnTo>
                <a:lnTo>
                  <a:pt x="3099435" y="1972628"/>
                </a:lnTo>
                <a:close/>
                <a:moveTo>
                  <a:pt x="58103" y="2118360"/>
                </a:moveTo>
                <a:lnTo>
                  <a:pt x="74295" y="2134553"/>
                </a:lnTo>
                <a:lnTo>
                  <a:pt x="58103" y="2150745"/>
                </a:lnTo>
                <a:lnTo>
                  <a:pt x="41910" y="2134553"/>
                </a:lnTo>
                <a:close/>
                <a:moveTo>
                  <a:pt x="239078" y="1140143"/>
                </a:moveTo>
                <a:lnTo>
                  <a:pt x="252413" y="1153478"/>
                </a:lnTo>
                <a:lnTo>
                  <a:pt x="239078" y="1166813"/>
                </a:lnTo>
                <a:lnTo>
                  <a:pt x="225743" y="1153478"/>
                </a:lnTo>
                <a:close/>
                <a:moveTo>
                  <a:pt x="2848928" y="1144905"/>
                </a:moveTo>
                <a:lnTo>
                  <a:pt x="2867025" y="1163003"/>
                </a:lnTo>
                <a:lnTo>
                  <a:pt x="2848928" y="1181100"/>
                </a:lnTo>
                <a:lnTo>
                  <a:pt x="2830830" y="1163003"/>
                </a:lnTo>
                <a:close/>
                <a:moveTo>
                  <a:pt x="1801178" y="607695"/>
                </a:moveTo>
                <a:lnTo>
                  <a:pt x="1813560" y="620078"/>
                </a:lnTo>
                <a:lnTo>
                  <a:pt x="1801178" y="632460"/>
                </a:lnTo>
                <a:lnTo>
                  <a:pt x="1788795" y="620078"/>
                </a:lnTo>
                <a:close/>
                <a:moveTo>
                  <a:pt x="2477453" y="2830830"/>
                </a:moveTo>
                <a:lnTo>
                  <a:pt x="2495550" y="2848928"/>
                </a:lnTo>
                <a:lnTo>
                  <a:pt x="2477453" y="2867025"/>
                </a:lnTo>
                <a:lnTo>
                  <a:pt x="2459355" y="2848928"/>
                </a:lnTo>
                <a:close/>
                <a:moveTo>
                  <a:pt x="2372678" y="2954655"/>
                </a:moveTo>
                <a:lnTo>
                  <a:pt x="2390775" y="2972753"/>
                </a:lnTo>
                <a:lnTo>
                  <a:pt x="2372678" y="2990850"/>
                </a:lnTo>
                <a:lnTo>
                  <a:pt x="2354580" y="2972753"/>
                </a:lnTo>
                <a:close/>
                <a:moveTo>
                  <a:pt x="258128" y="988695"/>
                </a:moveTo>
                <a:lnTo>
                  <a:pt x="280035" y="1010603"/>
                </a:lnTo>
                <a:lnTo>
                  <a:pt x="258128" y="1032510"/>
                </a:lnTo>
                <a:lnTo>
                  <a:pt x="236220" y="1010603"/>
                </a:lnTo>
                <a:close/>
                <a:moveTo>
                  <a:pt x="3610928" y="1496378"/>
                </a:moveTo>
                <a:lnTo>
                  <a:pt x="3620453" y="1505903"/>
                </a:lnTo>
                <a:lnTo>
                  <a:pt x="3610928" y="1515428"/>
                </a:lnTo>
                <a:lnTo>
                  <a:pt x="3601403" y="1505903"/>
                </a:lnTo>
                <a:close/>
                <a:moveTo>
                  <a:pt x="3239453" y="1676400"/>
                </a:moveTo>
                <a:lnTo>
                  <a:pt x="3259455" y="1696403"/>
                </a:lnTo>
                <a:lnTo>
                  <a:pt x="3239453" y="1716405"/>
                </a:lnTo>
                <a:lnTo>
                  <a:pt x="3219450" y="1696403"/>
                </a:lnTo>
                <a:close/>
                <a:moveTo>
                  <a:pt x="2839403" y="841058"/>
                </a:moveTo>
                <a:lnTo>
                  <a:pt x="2847023" y="848678"/>
                </a:lnTo>
                <a:lnTo>
                  <a:pt x="2839403" y="856297"/>
                </a:lnTo>
                <a:lnTo>
                  <a:pt x="2831783" y="848678"/>
                </a:lnTo>
                <a:close/>
                <a:moveTo>
                  <a:pt x="1496378" y="3069908"/>
                </a:moveTo>
                <a:lnTo>
                  <a:pt x="1503998" y="3077528"/>
                </a:lnTo>
                <a:lnTo>
                  <a:pt x="1496378" y="3085147"/>
                </a:lnTo>
                <a:lnTo>
                  <a:pt x="1488758" y="3077528"/>
                </a:lnTo>
                <a:close/>
                <a:moveTo>
                  <a:pt x="486728" y="2292668"/>
                </a:moveTo>
                <a:lnTo>
                  <a:pt x="500063" y="2306003"/>
                </a:lnTo>
                <a:lnTo>
                  <a:pt x="486728" y="2319338"/>
                </a:lnTo>
                <a:lnTo>
                  <a:pt x="473393" y="2306003"/>
                </a:lnTo>
                <a:close/>
                <a:moveTo>
                  <a:pt x="3468053" y="1122045"/>
                </a:moveTo>
                <a:lnTo>
                  <a:pt x="3480435" y="1134428"/>
                </a:lnTo>
                <a:lnTo>
                  <a:pt x="3468053" y="1146810"/>
                </a:lnTo>
                <a:lnTo>
                  <a:pt x="3455670" y="1134428"/>
                </a:lnTo>
                <a:close/>
                <a:moveTo>
                  <a:pt x="3315653" y="732472"/>
                </a:moveTo>
                <a:lnTo>
                  <a:pt x="3336608" y="753428"/>
                </a:lnTo>
                <a:lnTo>
                  <a:pt x="3315653" y="774383"/>
                </a:lnTo>
                <a:lnTo>
                  <a:pt x="3294698" y="753428"/>
                </a:lnTo>
                <a:close/>
                <a:moveTo>
                  <a:pt x="1439228" y="3276600"/>
                </a:moveTo>
                <a:lnTo>
                  <a:pt x="1449705" y="3287078"/>
                </a:lnTo>
                <a:lnTo>
                  <a:pt x="1439228" y="3297555"/>
                </a:lnTo>
                <a:lnTo>
                  <a:pt x="1428750" y="3287078"/>
                </a:lnTo>
                <a:close/>
                <a:moveTo>
                  <a:pt x="2153603" y="3164205"/>
                </a:moveTo>
                <a:lnTo>
                  <a:pt x="2162175" y="3172778"/>
                </a:lnTo>
                <a:lnTo>
                  <a:pt x="2153603" y="3181350"/>
                </a:lnTo>
                <a:lnTo>
                  <a:pt x="2145030" y="3172778"/>
                </a:lnTo>
                <a:close/>
                <a:moveTo>
                  <a:pt x="10478" y="2047875"/>
                </a:moveTo>
                <a:lnTo>
                  <a:pt x="20955" y="2058353"/>
                </a:lnTo>
                <a:lnTo>
                  <a:pt x="10478" y="2068830"/>
                </a:lnTo>
                <a:lnTo>
                  <a:pt x="0" y="2058353"/>
                </a:lnTo>
                <a:close/>
                <a:moveTo>
                  <a:pt x="3182303" y="2729865"/>
                </a:moveTo>
                <a:lnTo>
                  <a:pt x="3196590" y="2744153"/>
                </a:lnTo>
                <a:lnTo>
                  <a:pt x="3182303" y="2758440"/>
                </a:lnTo>
                <a:lnTo>
                  <a:pt x="3168015" y="2744153"/>
                </a:lnTo>
                <a:close/>
                <a:moveTo>
                  <a:pt x="3553778" y="1727835"/>
                </a:moveTo>
                <a:lnTo>
                  <a:pt x="3569970" y="1744028"/>
                </a:lnTo>
                <a:lnTo>
                  <a:pt x="3553778" y="1760220"/>
                </a:lnTo>
                <a:lnTo>
                  <a:pt x="3537585" y="1744028"/>
                </a:lnTo>
                <a:close/>
                <a:moveTo>
                  <a:pt x="934403" y="2906078"/>
                </a:moveTo>
                <a:lnTo>
                  <a:pt x="953453" y="2925128"/>
                </a:lnTo>
                <a:lnTo>
                  <a:pt x="934403" y="2944178"/>
                </a:lnTo>
                <a:lnTo>
                  <a:pt x="915353" y="2925128"/>
                </a:lnTo>
                <a:close/>
                <a:moveTo>
                  <a:pt x="734378" y="2345055"/>
                </a:moveTo>
                <a:lnTo>
                  <a:pt x="752475" y="2363153"/>
                </a:lnTo>
                <a:lnTo>
                  <a:pt x="734378" y="2381250"/>
                </a:lnTo>
                <a:lnTo>
                  <a:pt x="716280" y="2363153"/>
                </a:lnTo>
                <a:close/>
                <a:moveTo>
                  <a:pt x="648653" y="2046922"/>
                </a:moveTo>
                <a:lnTo>
                  <a:pt x="660083" y="2058353"/>
                </a:lnTo>
                <a:lnTo>
                  <a:pt x="648653" y="2069783"/>
                </a:lnTo>
                <a:lnTo>
                  <a:pt x="637223" y="2058353"/>
                </a:lnTo>
                <a:close/>
                <a:moveTo>
                  <a:pt x="3287078" y="1689735"/>
                </a:moveTo>
                <a:lnTo>
                  <a:pt x="3293745" y="1696403"/>
                </a:lnTo>
                <a:lnTo>
                  <a:pt x="3287078" y="1703070"/>
                </a:lnTo>
                <a:lnTo>
                  <a:pt x="3280410" y="1696403"/>
                </a:lnTo>
                <a:close/>
                <a:moveTo>
                  <a:pt x="3744278" y="2379345"/>
                </a:moveTo>
                <a:lnTo>
                  <a:pt x="3766185" y="2401253"/>
                </a:lnTo>
                <a:lnTo>
                  <a:pt x="3744278" y="2423160"/>
                </a:lnTo>
                <a:lnTo>
                  <a:pt x="3722370" y="2401253"/>
                </a:lnTo>
                <a:close/>
                <a:moveTo>
                  <a:pt x="2420303" y="3476625"/>
                </a:moveTo>
                <a:lnTo>
                  <a:pt x="2440305" y="3496628"/>
                </a:lnTo>
                <a:lnTo>
                  <a:pt x="2420303" y="3516630"/>
                </a:lnTo>
                <a:lnTo>
                  <a:pt x="2400300" y="3496628"/>
                </a:lnTo>
                <a:close/>
                <a:moveTo>
                  <a:pt x="2763203" y="2964180"/>
                </a:moveTo>
                <a:lnTo>
                  <a:pt x="2781300" y="2982278"/>
                </a:lnTo>
                <a:lnTo>
                  <a:pt x="2763203" y="3000375"/>
                </a:lnTo>
                <a:lnTo>
                  <a:pt x="2745105" y="2982278"/>
                </a:lnTo>
                <a:close/>
                <a:moveTo>
                  <a:pt x="1134428" y="2998470"/>
                </a:moveTo>
                <a:lnTo>
                  <a:pt x="1146810" y="3010853"/>
                </a:lnTo>
                <a:lnTo>
                  <a:pt x="1134428" y="3023235"/>
                </a:lnTo>
                <a:lnTo>
                  <a:pt x="1122045" y="3010853"/>
                </a:lnTo>
                <a:close/>
                <a:moveTo>
                  <a:pt x="229553" y="2444115"/>
                </a:moveTo>
                <a:lnTo>
                  <a:pt x="243840" y="2458403"/>
                </a:lnTo>
                <a:lnTo>
                  <a:pt x="229553" y="2472690"/>
                </a:lnTo>
                <a:lnTo>
                  <a:pt x="215265" y="2458403"/>
                </a:lnTo>
                <a:close/>
                <a:moveTo>
                  <a:pt x="3020378" y="3288983"/>
                </a:moveTo>
                <a:lnTo>
                  <a:pt x="3027998" y="3296603"/>
                </a:lnTo>
                <a:lnTo>
                  <a:pt x="3020378" y="3304223"/>
                </a:lnTo>
                <a:lnTo>
                  <a:pt x="3012758" y="3296603"/>
                </a:lnTo>
                <a:close/>
                <a:moveTo>
                  <a:pt x="1667828" y="489585"/>
                </a:moveTo>
                <a:lnTo>
                  <a:pt x="1684020" y="505778"/>
                </a:lnTo>
                <a:lnTo>
                  <a:pt x="1667828" y="521970"/>
                </a:lnTo>
                <a:lnTo>
                  <a:pt x="1651635" y="505778"/>
                </a:lnTo>
                <a:close/>
                <a:moveTo>
                  <a:pt x="3144203" y="2507933"/>
                </a:moveTo>
                <a:lnTo>
                  <a:pt x="3151823" y="2515553"/>
                </a:lnTo>
                <a:lnTo>
                  <a:pt x="3144203" y="2523173"/>
                </a:lnTo>
                <a:lnTo>
                  <a:pt x="3136583" y="2515553"/>
                </a:lnTo>
                <a:close/>
                <a:moveTo>
                  <a:pt x="3239453" y="745808"/>
                </a:moveTo>
                <a:lnTo>
                  <a:pt x="3247073" y="753428"/>
                </a:lnTo>
                <a:lnTo>
                  <a:pt x="3239453" y="761047"/>
                </a:lnTo>
                <a:lnTo>
                  <a:pt x="3231833" y="753428"/>
                </a:lnTo>
                <a:close/>
                <a:moveTo>
                  <a:pt x="1210628" y="2945130"/>
                </a:moveTo>
                <a:lnTo>
                  <a:pt x="1219200" y="2953703"/>
                </a:lnTo>
                <a:lnTo>
                  <a:pt x="1210628" y="2962275"/>
                </a:lnTo>
                <a:lnTo>
                  <a:pt x="1202055" y="2953703"/>
                </a:lnTo>
                <a:close/>
                <a:moveTo>
                  <a:pt x="1953578" y="2979420"/>
                </a:moveTo>
                <a:lnTo>
                  <a:pt x="1975485" y="3001328"/>
                </a:lnTo>
                <a:lnTo>
                  <a:pt x="1953578" y="3023235"/>
                </a:lnTo>
                <a:lnTo>
                  <a:pt x="1931670" y="3001328"/>
                </a:lnTo>
                <a:close/>
                <a:moveTo>
                  <a:pt x="3763328" y="1634490"/>
                </a:moveTo>
                <a:lnTo>
                  <a:pt x="3777615" y="1648778"/>
                </a:lnTo>
                <a:lnTo>
                  <a:pt x="3763328" y="1663065"/>
                </a:lnTo>
                <a:lnTo>
                  <a:pt x="3749040" y="1648778"/>
                </a:lnTo>
                <a:close/>
                <a:moveTo>
                  <a:pt x="858203" y="1086803"/>
                </a:moveTo>
                <a:lnTo>
                  <a:pt x="877253" y="1105853"/>
                </a:lnTo>
                <a:lnTo>
                  <a:pt x="858203" y="1124903"/>
                </a:lnTo>
                <a:lnTo>
                  <a:pt x="839153" y="1105853"/>
                </a:lnTo>
                <a:close/>
                <a:moveTo>
                  <a:pt x="1258253" y="458153"/>
                </a:moveTo>
                <a:lnTo>
                  <a:pt x="1277303" y="477203"/>
                </a:lnTo>
                <a:lnTo>
                  <a:pt x="1258253" y="496253"/>
                </a:lnTo>
                <a:lnTo>
                  <a:pt x="1239203" y="477203"/>
                </a:lnTo>
                <a:close/>
                <a:moveTo>
                  <a:pt x="534353" y="2623185"/>
                </a:moveTo>
                <a:lnTo>
                  <a:pt x="550545" y="2639378"/>
                </a:lnTo>
                <a:lnTo>
                  <a:pt x="534353" y="2655570"/>
                </a:lnTo>
                <a:lnTo>
                  <a:pt x="518160" y="2639378"/>
                </a:lnTo>
                <a:close/>
                <a:moveTo>
                  <a:pt x="2306003" y="642938"/>
                </a:moveTo>
                <a:lnTo>
                  <a:pt x="2321243" y="658178"/>
                </a:lnTo>
                <a:lnTo>
                  <a:pt x="2306003" y="673418"/>
                </a:lnTo>
                <a:lnTo>
                  <a:pt x="2290763" y="658178"/>
                </a:lnTo>
                <a:close/>
                <a:moveTo>
                  <a:pt x="2058353" y="676275"/>
                </a:moveTo>
                <a:lnTo>
                  <a:pt x="2068830" y="686753"/>
                </a:lnTo>
                <a:lnTo>
                  <a:pt x="2058353" y="697230"/>
                </a:lnTo>
                <a:lnTo>
                  <a:pt x="2047875" y="686753"/>
                </a:lnTo>
                <a:close/>
                <a:moveTo>
                  <a:pt x="2877503" y="3189923"/>
                </a:moveTo>
                <a:lnTo>
                  <a:pt x="2888933" y="3201353"/>
                </a:lnTo>
                <a:lnTo>
                  <a:pt x="2877503" y="3212783"/>
                </a:lnTo>
                <a:lnTo>
                  <a:pt x="2866073" y="3201353"/>
                </a:lnTo>
                <a:close/>
                <a:moveTo>
                  <a:pt x="867728" y="2442210"/>
                </a:moveTo>
                <a:lnTo>
                  <a:pt x="883920" y="2458403"/>
                </a:lnTo>
                <a:lnTo>
                  <a:pt x="867728" y="2474595"/>
                </a:lnTo>
                <a:lnTo>
                  <a:pt x="851535" y="2458403"/>
                </a:lnTo>
                <a:close/>
                <a:moveTo>
                  <a:pt x="762953" y="668655"/>
                </a:moveTo>
                <a:lnTo>
                  <a:pt x="771525" y="677228"/>
                </a:lnTo>
                <a:lnTo>
                  <a:pt x="762953" y="685800"/>
                </a:lnTo>
                <a:lnTo>
                  <a:pt x="754380" y="677228"/>
                </a:lnTo>
                <a:close/>
                <a:moveTo>
                  <a:pt x="820103" y="1117283"/>
                </a:moveTo>
                <a:lnTo>
                  <a:pt x="837248" y="1134428"/>
                </a:lnTo>
                <a:lnTo>
                  <a:pt x="820103" y="1151572"/>
                </a:lnTo>
                <a:lnTo>
                  <a:pt x="802958" y="1134428"/>
                </a:lnTo>
                <a:close/>
                <a:moveTo>
                  <a:pt x="2410778" y="447675"/>
                </a:moveTo>
                <a:lnTo>
                  <a:pt x="2421255" y="458153"/>
                </a:lnTo>
                <a:lnTo>
                  <a:pt x="2410778" y="468630"/>
                </a:lnTo>
                <a:lnTo>
                  <a:pt x="2400300" y="458153"/>
                </a:lnTo>
                <a:close/>
                <a:moveTo>
                  <a:pt x="1934528" y="3547110"/>
                </a:moveTo>
                <a:lnTo>
                  <a:pt x="1941195" y="3553778"/>
                </a:lnTo>
                <a:lnTo>
                  <a:pt x="1934528" y="3560445"/>
                </a:lnTo>
                <a:lnTo>
                  <a:pt x="1927860" y="3553778"/>
                </a:lnTo>
                <a:close/>
                <a:moveTo>
                  <a:pt x="743903" y="706755"/>
                </a:moveTo>
                <a:lnTo>
                  <a:pt x="752475" y="715328"/>
                </a:lnTo>
                <a:lnTo>
                  <a:pt x="743903" y="723900"/>
                </a:lnTo>
                <a:lnTo>
                  <a:pt x="735330" y="715328"/>
                </a:lnTo>
                <a:close/>
                <a:moveTo>
                  <a:pt x="2782253" y="2616518"/>
                </a:moveTo>
                <a:lnTo>
                  <a:pt x="2795588" y="2629853"/>
                </a:lnTo>
                <a:lnTo>
                  <a:pt x="2782253" y="2643188"/>
                </a:lnTo>
                <a:lnTo>
                  <a:pt x="2768918" y="2629853"/>
                </a:lnTo>
                <a:close/>
                <a:moveTo>
                  <a:pt x="3106103" y="354330"/>
                </a:moveTo>
                <a:lnTo>
                  <a:pt x="3114675" y="362903"/>
                </a:lnTo>
                <a:lnTo>
                  <a:pt x="3106103" y="371475"/>
                </a:lnTo>
                <a:lnTo>
                  <a:pt x="3097530" y="362903"/>
                </a:lnTo>
                <a:close/>
                <a:moveTo>
                  <a:pt x="639128" y="1343025"/>
                </a:moveTo>
                <a:lnTo>
                  <a:pt x="649605" y="1353503"/>
                </a:lnTo>
                <a:lnTo>
                  <a:pt x="639128" y="1363980"/>
                </a:lnTo>
                <a:lnTo>
                  <a:pt x="628650" y="1353503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-1573530" y="5133975"/>
            <a:ext cx="1885950" cy="1832610"/>
          </a:xfrm>
          <a:custGeom>
            <a:avLst/>
            <a:gdLst/>
            <a:ahLst/>
            <a:cxnLst/>
            <a:rect l="l" t="t" r="r" b="b"/>
            <a:pathLst>
              <a:path w="1885950" h="1832610">
                <a:moveTo>
                  <a:pt x="1135380" y="1492568"/>
                </a:moveTo>
                <a:lnTo>
                  <a:pt x="1147763" y="1504950"/>
                </a:lnTo>
                <a:lnTo>
                  <a:pt x="1135380" y="1517332"/>
                </a:lnTo>
                <a:lnTo>
                  <a:pt x="1122998" y="1504950"/>
                </a:lnTo>
                <a:close/>
                <a:moveTo>
                  <a:pt x="1497330" y="1271588"/>
                </a:moveTo>
                <a:lnTo>
                  <a:pt x="1511618" y="1285875"/>
                </a:lnTo>
                <a:lnTo>
                  <a:pt x="1497330" y="1300163"/>
                </a:lnTo>
                <a:lnTo>
                  <a:pt x="1483043" y="1285875"/>
                </a:lnTo>
                <a:close/>
                <a:moveTo>
                  <a:pt x="1602105" y="0"/>
                </a:moveTo>
                <a:lnTo>
                  <a:pt x="1621155" y="19050"/>
                </a:lnTo>
                <a:lnTo>
                  <a:pt x="1602105" y="38100"/>
                </a:lnTo>
                <a:lnTo>
                  <a:pt x="1583055" y="19050"/>
                </a:lnTo>
                <a:close/>
                <a:moveTo>
                  <a:pt x="1868805" y="563880"/>
                </a:moveTo>
                <a:lnTo>
                  <a:pt x="1885950" y="581025"/>
                </a:lnTo>
                <a:lnTo>
                  <a:pt x="1868805" y="598170"/>
                </a:lnTo>
                <a:lnTo>
                  <a:pt x="1851660" y="581025"/>
                </a:lnTo>
                <a:close/>
                <a:moveTo>
                  <a:pt x="506730" y="20003"/>
                </a:moveTo>
                <a:lnTo>
                  <a:pt x="524827" y="38100"/>
                </a:lnTo>
                <a:lnTo>
                  <a:pt x="506730" y="56197"/>
                </a:lnTo>
                <a:lnTo>
                  <a:pt x="488632" y="38100"/>
                </a:lnTo>
                <a:close/>
                <a:moveTo>
                  <a:pt x="830580" y="1174432"/>
                </a:moveTo>
                <a:lnTo>
                  <a:pt x="846772" y="1190625"/>
                </a:lnTo>
                <a:lnTo>
                  <a:pt x="830580" y="1206818"/>
                </a:lnTo>
                <a:lnTo>
                  <a:pt x="814387" y="1190625"/>
                </a:lnTo>
                <a:close/>
                <a:moveTo>
                  <a:pt x="1430655" y="586740"/>
                </a:moveTo>
                <a:lnTo>
                  <a:pt x="1443990" y="600075"/>
                </a:lnTo>
                <a:lnTo>
                  <a:pt x="1430655" y="613410"/>
                </a:lnTo>
                <a:lnTo>
                  <a:pt x="1417320" y="600075"/>
                </a:lnTo>
                <a:close/>
                <a:moveTo>
                  <a:pt x="20955" y="588645"/>
                </a:moveTo>
                <a:lnTo>
                  <a:pt x="41910" y="609600"/>
                </a:lnTo>
                <a:lnTo>
                  <a:pt x="20955" y="630555"/>
                </a:lnTo>
                <a:lnTo>
                  <a:pt x="0" y="609600"/>
                </a:lnTo>
                <a:close/>
                <a:moveTo>
                  <a:pt x="1183005" y="1294447"/>
                </a:moveTo>
                <a:lnTo>
                  <a:pt x="1193482" y="1304925"/>
                </a:lnTo>
                <a:lnTo>
                  <a:pt x="1183005" y="1315403"/>
                </a:lnTo>
                <a:lnTo>
                  <a:pt x="1172528" y="1304925"/>
                </a:lnTo>
                <a:close/>
                <a:moveTo>
                  <a:pt x="1764030" y="1266825"/>
                </a:moveTo>
                <a:lnTo>
                  <a:pt x="1773555" y="1276350"/>
                </a:lnTo>
                <a:lnTo>
                  <a:pt x="1764030" y="1285875"/>
                </a:lnTo>
                <a:lnTo>
                  <a:pt x="1754505" y="1276350"/>
                </a:lnTo>
                <a:close/>
                <a:moveTo>
                  <a:pt x="1449705" y="485775"/>
                </a:moveTo>
                <a:lnTo>
                  <a:pt x="1468755" y="504825"/>
                </a:lnTo>
                <a:lnTo>
                  <a:pt x="1449705" y="523875"/>
                </a:lnTo>
                <a:lnTo>
                  <a:pt x="1430655" y="504825"/>
                </a:lnTo>
                <a:close/>
                <a:moveTo>
                  <a:pt x="1430655" y="300990"/>
                </a:moveTo>
                <a:lnTo>
                  <a:pt x="1453515" y="323850"/>
                </a:lnTo>
                <a:lnTo>
                  <a:pt x="1430655" y="346710"/>
                </a:lnTo>
                <a:lnTo>
                  <a:pt x="1407795" y="323850"/>
                </a:lnTo>
                <a:close/>
                <a:moveTo>
                  <a:pt x="973455" y="1019175"/>
                </a:moveTo>
                <a:lnTo>
                  <a:pt x="992505" y="1038225"/>
                </a:lnTo>
                <a:lnTo>
                  <a:pt x="973455" y="1057275"/>
                </a:lnTo>
                <a:lnTo>
                  <a:pt x="954405" y="1038225"/>
                </a:lnTo>
                <a:close/>
                <a:moveTo>
                  <a:pt x="735330" y="1725930"/>
                </a:moveTo>
                <a:lnTo>
                  <a:pt x="752475" y="1743075"/>
                </a:lnTo>
                <a:lnTo>
                  <a:pt x="735330" y="1760220"/>
                </a:lnTo>
                <a:lnTo>
                  <a:pt x="718185" y="1743075"/>
                </a:lnTo>
                <a:close/>
                <a:moveTo>
                  <a:pt x="859155" y="225743"/>
                </a:moveTo>
                <a:lnTo>
                  <a:pt x="881062" y="247650"/>
                </a:lnTo>
                <a:lnTo>
                  <a:pt x="859155" y="269557"/>
                </a:lnTo>
                <a:lnTo>
                  <a:pt x="837247" y="247650"/>
                </a:lnTo>
                <a:close/>
                <a:moveTo>
                  <a:pt x="916305" y="731520"/>
                </a:moveTo>
                <a:lnTo>
                  <a:pt x="937260" y="752475"/>
                </a:lnTo>
                <a:lnTo>
                  <a:pt x="916305" y="773430"/>
                </a:lnTo>
                <a:lnTo>
                  <a:pt x="895350" y="752475"/>
                </a:lnTo>
                <a:close/>
                <a:moveTo>
                  <a:pt x="868680" y="1786890"/>
                </a:moveTo>
                <a:lnTo>
                  <a:pt x="891540" y="1809750"/>
                </a:lnTo>
                <a:lnTo>
                  <a:pt x="868680" y="1832610"/>
                </a:lnTo>
                <a:lnTo>
                  <a:pt x="845820" y="1809750"/>
                </a:lnTo>
                <a:close/>
                <a:moveTo>
                  <a:pt x="868680" y="1124903"/>
                </a:moveTo>
                <a:lnTo>
                  <a:pt x="886778" y="1143000"/>
                </a:lnTo>
                <a:lnTo>
                  <a:pt x="868680" y="1161097"/>
                </a:lnTo>
                <a:lnTo>
                  <a:pt x="850582" y="1143000"/>
                </a:lnTo>
                <a:close/>
                <a:moveTo>
                  <a:pt x="840105" y="541972"/>
                </a:moveTo>
                <a:lnTo>
                  <a:pt x="860107" y="561975"/>
                </a:lnTo>
                <a:lnTo>
                  <a:pt x="840105" y="581978"/>
                </a:lnTo>
                <a:lnTo>
                  <a:pt x="820103" y="561975"/>
                </a:lnTo>
                <a:close/>
                <a:moveTo>
                  <a:pt x="735330" y="1780222"/>
                </a:moveTo>
                <a:lnTo>
                  <a:pt x="755332" y="1800225"/>
                </a:lnTo>
                <a:lnTo>
                  <a:pt x="735330" y="1820228"/>
                </a:lnTo>
                <a:lnTo>
                  <a:pt x="715328" y="1800225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2492692" y="4829175"/>
            <a:ext cx="3251835" cy="2927032"/>
          </a:xfrm>
          <a:custGeom>
            <a:avLst/>
            <a:gdLst/>
            <a:ahLst/>
            <a:cxnLst/>
            <a:rect l="l" t="t" r="r" b="b"/>
            <a:pathLst>
              <a:path w="3251835" h="2927032">
                <a:moveTo>
                  <a:pt x="3235643" y="908685"/>
                </a:moveTo>
                <a:lnTo>
                  <a:pt x="3250882" y="923925"/>
                </a:lnTo>
                <a:lnTo>
                  <a:pt x="3235643" y="939165"/>
                </a:lnTo>
                <a:lnTo>
                  <a:pt x="3220403" y="923925"/>
                </a:lnTo>
                <a:close/>
                <a:moveTo>
                  <a:pt x="1283018" y="2354580"/>
                </a:moveTo>
                <a:lnTo>
                  <a:pt x="1290638" y="2362200"/>
                </a:lnTo>
                <a:lnTo>
                  <a:pt x="1283018" y="2369820"/>
                </a:lnTo>
                <a:lnTo>
                  <a:pt x="1275397" y="2362200"/>
                </a:lnTo>
                <a:close/>
                <a:moveTo>
                  <a:pt x="16192" y="1679257"/>
                </a:moveTo>
                <a:lnTo>
                  <a:pt x="32385" y="1695450"/>
                </a:lnTo>
                <a:lnTo>
                  <a:pt x="16192" y="1711643"/>
                </a:lnTo>
                <a:lnTo>
                  <a:pt x="0" y="1695450"/>
                </a:lnTo>
                <a:close/>
                <a:moveTo>
                  <a:pt x="749617" y="2503170"/>
                </a:moveTo>
                <a:lnTo>
                  <a:pt x="761047" y="2514600"/>
                </a:lnTo>
                <a:lnTo>
                  <a:pt x="749617" y="2526030"/>
                </a:lnTo>
                <a:lnTo>
                  <a:pt x="738188" y="2514600"/>
                </a:lnTo>
                <a:close/>
                <a:moveTo>
                  <a:pt x="311467" y="617220"/>
                </a:moveTo>
                <a:lnTo>
                  <a:pt x="332422" y="638175"/>
                </a:lnTo>
                <a:lnTo>
                  <a:pt x="311467" y="659130"/>
                </a:lnTo>
                <a:lnTo>
                  <a:pt x="290513" y="638175"/>
                </a:lnTo>
                <a:close/>
                <a:moveTo>
                  <a:pt x="2930843" y="765810"/>
                </a:moveTo>
                <a:lnTo>
                  <a:pt x="2946083" y="781050"/>
                </a:lnTo>
                <a:lnTo>
                  <a:pt x="2930843" y="796290"/>
                </a:lnTo>
                <a:lnTo>
                  <a:pt x="2915602" y="781050"/>
                </a:lnTo>
                <a:close/>
                <a:moveTo>
                  <a:pt x="3245168" y="393382"/>
                </a:moveTo>
                <a:lnTo>
                  <a:pt x="3251835" y="400050"/>
                </a:lnTo>
                <a:lnTo>
                  <a:pt x="3245168" y="406718"/>
                </a:lnTo>
                <a:lnTo>
                  <a:pt x="3238500" y="400050"/>
                </a:lnTo>
                <a:close/>
                <a:moveTo>
                  <a:pt x="1206817" y="0"/>
                </a:moveTo>
                <a:lnTo>
                  <a:pt x="1225868" y="19050"/>
                </a:lnTo>
                <a:lnTo>
                  <a:pt x="1206817" y="38100"/>
                </a:lnTo>
                <a:lnTo>
                  <a:pt x="1187768" y="19050"/>
                </a:lnTo>
                <a:close/>
                <a:moveTo>
                  <a:pt x="1349692" y="96203"/>
                </a:moveTo>
                <a:lnTo>
                  <a:pt x="1358265" y="104775"/>
                </a:lnTo>
                <a:lnTo>
                  <a:pt x="1349692" y="113347"/>
                </a:lnTo>
                <a:lnTo>
                  <a:pt x="1341120" y="104775"/>
                </a:lnTo>
                <a:close/>
                <a:moveTo>
                  <a:pt x="2273618" y="2883218"/>
                </a:moveTo>
                <a:lnTo>
                  <a:pt x="2295525" y="2905125"/>
                </a:lnTo>
                <a:lnTo>
                  <a:pt x="2273618" y="2927032"/>
                </a:lnTo>
                <a:lnTo>
                  <a:pt x="2251710" y="2905125"/>
                </a:lnTo>
                <a:close/>
                <a:moveTo>
                  <a:pt x="2826067" y="2035493"/>
                </a:moveTo>
                <a:lnTo>
                  <a:pt x="2847975" y="2057400"/>
                </a:lnTo>
                <a:lnTo>
                  <a:pt x="2826067" y="2079307"/>
                </a:lnTo>
                <a:lnTo>
                  <a:pt x="2804160" y="2057400"/>
                </a:lnTo>
                <a:close/>
                <a:moveTo>
                  <a:pt x="2426017" y="2523173"/>
                </a:moveTo>
                <a:lnTo>
                  <a:pt x="2446020" y="2543175"/>
                </a:lnTo>
                <a:lnTo>
                  <a:pt x="2426017" y="2563178"/>
                </a:lnTo>
                <a:lnTo>
                  <a:pt x="2406015" y="2543175"/>
                </a:lnTo>
                <a:close/>
                <a:moveTo>
                  <a:pt x="1159193" y="797243"/>
                </a:moveTo>
                <a:lnTo>
                  <a:pt x="1181100" y="819150"/>
                </a:lnTo>
                <a:lnTo>
                  <a:pt x="1159193" y="841057"/>
                </a:lnTo>
                <a:lnTo>
                  <a:pt x="1137285" y="819150"/>
                </a:lnTo>
                <a:close/>
                <a:moveTo>
                  <a:pt x="2064068" y="95250"/>
                </a:moveTo>
                <a:lnTo>
                  <a:pt x="2073593" y="104775"/>
                </a:lnTo>
                <a:lnTo>
                  <a:pt x="2064068" y="114300"/>
                </a:lnTo>
                <a:lnTo>
                  <a:pt x="2054542" y="104775"/>
                </a:lnTo>
                <a:close/>
                <a:moveTo>
                  <a:pt x="2635568" y="492443"/>
                </a:moveTo>
                <a:lnTo>
                  <a:pt x="2647950" y="504825"/>
                </a:lnTo>
                <a:lnTo>
                  <a:pt x="2635568" y="517207"/>
                </a:lnTo>
                <a:lnTo>
                  <a:pt x="2623185" y="50482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-2647950" y="3981450"/>
            <a:ext cx="3924300" cy="3724275"/>
          </a:xfrm>
          <a:custGeom>
            <a:avLst/>
            <a:gdLst/>
            <a:ahLst/>
            <a:cxnLst/>
            <a:rect l="l" t="t" r="r" b="b"/>
            <a:pathLst>
              <a:path w="3924300" h="3724275">
                <a:moveTo>
                  <a:pt x="3867150" y="1933575"/>
                </a:moveTo>
                <a:quadBezTo>
                  <a:pt x="3895725" y="2009775"/>
                  <a:pt x="3924300" y="2124075"/>
                </a:quadBezTo>
                <a:moveTo>
                  <a:pt x="1638300" y="19050"/>
                </a:moveTo>
                <a:quadBezTo>
                  <a:pt x="1685925" y="0"/>
                  <a:pt x="1743075" y="19050"/>
                </a:quadBezTo>
                <a:moveTo>
                  <a:pt x="295275" y="1685925"/>
                </a:moveTo>
                <a:quadBezTo>
                  <a:pt x="314325" y="1562100"/>
                  <a:pt x="342900" y="1476375"/>
                </a:quadBezTo>
                <a:moveTo>
                  <a:pt x="171450" y="2790825"/>
                </a:moveTo>
                <a:quadBezTo>
                  <a:pt x="85725" y="2667000"/>
                  <a:pt x="0" y="2571750"/>
                </a:quadBezTo>
                <a:moveTo>
                  <a:pt x="3590925" y="1095375"/>
                </a:moveTo>
                <a:quadBezTo>
                  <a:pt x="3619500" y="1123950"/>
                  <a:pt x="3648075" y="1200150"/>
                </a:quadBezTo>
                <a:moveTo>
                  <a:pt x="1371600" y="3724275"/>
                </a:moveTo>
                <a:quadBezTo>
                  <a:pt x="1257300" y="3657600"/>
                  <a:pt x="1133475" y="3619500"/>
                </a:quadBezTo>
                <a:moveTo>
                  <a:pt x="3190875" y="2295525"/>
                </a:moveTo>
                <a:quadBezTo>
                  <a:pt x="3190875" y="2333625"/>
                  <a:pt x="3190875" y="2419350"/>
                </a:quadBezTo>
                <a:moveTo>
                  <a:pt x="3648075" y="1419225"/>
                </a:moveTo>
                <a:quadBezTo>
                  <a:pt x="3676650" y="1447800"/>
                  <a:pt x="3705225" y="1504950"/>
                </a:quadBezTo>
                <a:moveTo>
                  <a:pt x="495300" y="1628775"/>
                </a:moveTo>
                <a:quadBezTo>
                  <a:pt x="514350" y="1485900"/>
                  <a:pt x="533400" y="1381125"/>
                </a:quadBezTo>
                <a:moveTo>
                  <a:pt x="3019425" y="352425"/>
                </a:moveTo>
                <a:quadBezTo>
                  <a:pt x="3133725" y="428625"/>
                  <a:pt x="3238500" y="542925"/>
                </a:quadBezTo>
                <a:moveTo>
                  <a:pt x="3181350" y="2162175"/>
                </a:moveTo>
                <a:quadBezTo>
                  <a:pt x="3152775" y="2247900"/>
                  <a:pt x="3124200" y="2381250"/>
                </a:quadBezTo>
                <a:moveTo>
                  <a:pt x="3867150" y="1485900"/>
                </a:moveTo>
                <a:quadBezTo>
                  <a:pt x="3876675" y="1609725"/>
                  <a:pt x="3886200" y="1771650"/>
                </a:quadBezTo>
                <a:moveTo>
                  <a:pt x="3133725" y="1181100"/>
                </a:moveTo>
                <a:quadBezTo>
                  <a:pt x="3181350" y="1238250"/>
                  <a:pt x="3238500" y="1343025"/>
                </a:quadBezTo>
                <a:moveTo>
                  <a:pt x="3219450" y="2933700"/>
                </a:moveTo>
                <a:quadBezTo>
                  <a:pt x="3162300" y="3028950"/>
                  <a:pt x="3105150" y="31527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-514350" y="5743575"/>
            <a:ext cx="1619250" cy="1685925"/>
          </a:xfrm>
          <a:custGeom>
            <a:avLst/>
            <a:gdLst/>
            <a:ahLst/>
            <a:cxnLst/>
            <a:rect l="l" t="t" r="r" b="b"/>
            <a:pathLst>
              <a:path w="1619250" h="1685925">
                <a:moveTo>
                  <a:pt x="1028700" y="57150"/>
                </a:moveTo>
                <a:lnTo>
                  <a:pt x="733425" y="457200"/>
                </a:lnTo>
                <a:moveTo>
                  <a:pt x="1000125" y="38100"/>
                </a:moveTo>
                <a:lnTo>
                  <a:pt x="762000" y="352425"/>
                </a:lnTo>
                <a:moveTo>
                  <a:pt x="971550" y="19050"/>
                </a:moveTo>
                <a:lnTo>
                  <a:pt x="695325" y="390525"/>
                </a:lnTo>
                <a:moveTo>
                  <a:pt x="942975" y="0"/>
                </a:moveTo>
                <a:lnTo>
                  <a:pt x="723900" y="295275"/>
                </a:lnTo>
                <a:moveTo>
                  <a:pt x="457200" y="1238250"/>
                </a:moveTo>
                <a:lnTo>
                  <a:pt x="180975" y="1600200"/>
                </a:lnTo>
                <a:moveTo>
                  <a:pt x="438150" y="1228725"/>
                </a:moveTo>
                <a:lnTo>
                  <a:pt x="152400" y="1600200"/>
                </a:lnTo>
                <a:moveTo>
                  <a:pt x="419100" y="1209675"/>
                </a:moveTo>
                <a:lnTo>
                  <a:pt x="66675" y="1666875"/>
                </a:lnTo>
                <a:moveTo>
                  <a:pt x="390525" y="1181100"/>
                </a:moveTo>
                <a:lnTo>
                  <a:pt x="0" y="1685925"/>
                </a:lnTo>
                <a:moveTo>
                  <a:pt x="1343025" y="895350"/>
                </a:moveTo>
                <a:lnTo>
                  <a:pt x="1590675" y="1333500"/>
                </a:lnTo>
                <a:moveTo>
                  <a:pt x="1314450" y="914400"/>
                </a:moveTo>
                <a:lnTo>
                  <a:pt x="1619250" y="1447800"/>
                </a:lnTo>
                <a:moveTo>
                  <a:pt x="1285875" y="933450"/>
                </a:moveTo>
                <a:lnTo>
                  <a:pt x="1552575" y="1400175"/>
                </a:lnTo>
                <a:moveTo>
                  <a:pt x="1266825" y="942975"/>
                </a:moveTo>
                <a:lnTo>
                  <a:pt x="1504950" y="13525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01375" y="864870"/>
            <a:ext cx="80010" cy="354330"/>
          </a:xfrm>
          <a:custGeom>
            <a:avLst/>
            <a:gdLst/>
            <a:ahLst/>
            <a:cxnLst/>
            <a:rect l="l" t="t" r="r" b="b"/>
            <a:pathLst>
              <a:path w="80010" h="354330">
                <a:moveTo>
                  <a:pt x="0" y="354330"/>
                </a:moveTo>
                <a:quadBezTo>
                  <a:pt x="80010" y="182880"/>
                  <a:pt x="57150" y="0"/>
                </a:quadBezTo>
              </a:path>
            </a:pathLst>
          </a:custGeom>
          <a:noFill/>
          <a:ln w="11430">
            <a:solidFill>
              <a:srgbClr val="14729E">
                <a:alpha val="4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50880" y="1002030"/>
            <a:ext cx="190500" cy="102870"/>
          </a:xfrm>
          <a:custGeom>
            <a:avLst/>
            <a:gdLst/>
            <a:ahLst/>
            <a:cxnLst/>
            <a:rect l="l" t="t" r="r" b="b"/>
            <a:pathLst>
              <a:path w="190500" h="102870">
                <a:moveTo>
                  <a:pt x="190500" y="102870"/>
                </a:moveTo>
                <a:quadBezTo>
                  <a:pt x="57150" y="80010"/>
                  <a:pt x="0" y="11430"/>
                </a:quadBezTo>
                <a:quadBezTo>
                  <a:pt x="152400" y="0"/>
                  <a:pt x="190500" y="102870"/>
                </a:quadBezTo>
                <a:close/>
              </a:path>
            </a:pathLst>
          </a:custGeom>
          <a:solidFill>
            <a:srgbClr val="14729E">
              <a:alpha val="3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064240" y="967740"/>
            <a:ext cx="228600" cy="91440"/>
          </a:xfrm>
          <a:custGeom>
            <a:avLst/>
            <a:gdLst/>
            <a:ahLst/>
            <a:cxnLst/>
            <a:rect l="l" t="t" r="r" b="b"/>
            <a:pathLst>
              <a:path w="228600" h="91440">
                <a:moveTo>
                  <a:pt x="0" y="45720"/>
                </a:moveTo>
                <a:quadBezTo>
                  <a:pt x="142875" y="0"/>
                  <a:pt x="228600" y="22860"/>
                </a:quadBezTo>
                <a:quadBezTo>
                  <a:pt x="152400" y="91440"/>
                  <a:pt x="0" y="45720"/>
                </a:quadBezTo>
                <a:close/>
              </a:path>
            </a:pathLst>
          </a:custGeom>
          <a:solidFill>
            <a:srgbClr val="14729E">
              <a:alpha val="29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925175" y="819150"/>
            <a:ext cx="133350" cy="102870"/>
          </a:xfrm>
          <a:custGeom>
            <a:avLst/>
            <a:gdLst/>
            <a:ahLst/>
            <a:cxnLst/>
            <a:rect l="l" t="t" r="r" b="b"/>
            <a:pathLst>
              <a:path w="133350" h="102870">
                <a:moveTo>
                  <a:pt x="133350" y="102870"/>
                </a:moveTo>
                <a:quadBezTo>
                  <a:pt x="19050" y="68580"/>
                  <a:pt x="0" y="0"/>
                </a:quadBezTo>
                <a:quadBezTo>
                  <a:pt x="133350" y="0"/>
                  <a:pt x="133350" y="102870"/>
                </a:quadBezTo>
                <a:close/>
              </a:path>
            </a:pathLst>
          </a:custGeom>
          <a:solidFill>
            <a:srgbClr val="14729E">
              <a:alpha val="31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4729E"/>
          </a:solidFill>
          <a:ln/>
        </p:spPr>
      </p:sp>
      <p:sp>
        <p:nvSpPr>
          <p:cNvPr id="58" name="Text 56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收获满满！</a:t>
            </a:r>
            <a:endParaRPr lang="en-US" sz="4800" dirty="0"/>
          </a:p>
        </p:txBody>
      </p:sp>
      <p:sp>
        <p:nvSpPr>
          <p:cNvPr id="59" name="svg2pptx-0057-blk0004-0000"/>
          <p:cNvSpPr/>
          <p:nvPr/>
        </p:nvSpPr>
        <p:spPr>
          <a:xfrm>
            <a:off x="1809750" y="2513838"/>
            <a:ext cx="27559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0" name="svg2pptx-0058-blk0004-0000"/>
          <p:cNvSpPr/>
          <p:nvPr/>
        </p:nvSpPr>
        <p:spPr>
          <a:xfrm>
            <a:off x="2014537" y="3048922"/>
            <a:ext cx="142875" cy="129285"/>
          </a:xfrm>
          <a:custGeom>
            <a:avLst/>
            <a:gdLst/>
            <a:ahLst/>
            <a:cxnLst/>
            <a:rect l="l" t="t" r="r" b="b"/>
            <a:pathLst>
              <a:path w="142875" h="129285">
                <a:moveTo>
                  <a:pt x="85725" y="57847"/>
                </a:moveTo>
                <a:arcTo hR="14288" wR="14288" stAng="0" swAng="10800000"/>
                <a:arcTo hR="28575" wR="28575" stAng="10800000" swAng="10800000"/>
                <a:arcTo hR="42863" wR="42863" stAng="0" swAng="10800000"/>
                <a:arcTo hR="57150" wR="57150" stAng="10800000" swAng="10800000"/>
                <a:arcTo hR="71438" wR="71438" stAng="0" swAng="10800000"/>
                <a:arcTo hR="85225" wR="85225" stAng="10795138" swAng="2233340"/>
                <a:arcTo hR="14288" wR="14288" stAng="12848364" swAng="11224103"/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61" name="svg2pptx-0059-blk0004-0000"/>
          <p:cNvSpPr/>
          <p:nvPr/>
        </p:nvSpPr>
        <p:spPr>
          <a:xfrm>
            <a:off x="2000250" y="3218688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约100</a:t>
            </a:r>
            <a:pPr algn="l" indent="0" marL="0">
              <a:buNone/>
            </a:pPr>
            <a:r>
              <a:rPr lang="en-US" sz="1350" b="1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</a:t>
            </a:r>
            <a:endParaRPr lang="en-US" sz="3000" dirty="0"/>
          </a:p>
        </p:txBody>
      </p:sp>
      <p:sp>
        <p:nvSpPr>
          <p:cNvPr id="62" name="svg2pptx-0060-blk0004-0000"/>
          <p:cNvSpPr/>
          <p:nvPr/>
        </p:nvSpPr>
        <p:spPr>
          <a:xfrm>
            <a:off x="2000250" y="3706368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捉到的螃蟹</a:t>
            </a:r>
            <a:endParaRPr lang="en-US" sz="1200" dirty="0"/>
          </a:p>
        </p:txBody>
      </p:sp>
      <p:sp>
        <p:nvSpPr>
          <p:cNvPr id="63" name="svg2pptx-0061-blk0004-0000"/>
          <p:cNvSpPr/>
          <p:nvPr/>
        </p:nvSpPr>
        <p:spPr>
          <a:xfrm>
            <a:off x="4718050" y="2513838"/>
            <a:ext cx="27559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64" name="svg2pptx-0062-blk0004-0000"/>
          <p:cNvSpPr/>
          <p:nvPr/>
        </p:nvSpPr>
        <p:spPr>
          <a:xfrm>
            <a:off x="4979987" y="3042476"/>
            <a:ext cx="28575" cy="0"/>
          </a:xfrm>
          <a:prstGeom prst="line">
            <a:avLst/>
          </a:pr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65" name="svg2pptx-0063-blk0004-0000"/>
          <p:cNvSpPr/>
          <p:nvPr/>
        </p:nvSpPr>
        <p:spPr>
          <a:xfrm flipV="1">
            <a:off x="4994275" y="3106769"/>
            <a:ext cx="21431" cy="21431"/>
          </a:xfrm>
          <a:prstGeom prst="line">
            <a:avLst/>
          </a:pr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66" name="svg2pptx-0064-blk0004-0000"/>
          <p:cNvSpPr/>
          <p:nvPr/>
        </p:nvSpPr>
        <p:spPr>
          <a:xfrm>
            <a:off x="4937125" y="3071051"/>
            <a:ext cx="114300" cy="114300"/>
          </a:xfrm>
          <a:prstGeom prst="ellipse">
            <a:avLst/>
          </a:pr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67" name="svg2pptx-0065-blk0004-0000"/>
          <p:cNvSpPr/>
          <p:nvPr/>
        </p:nvSpPr>
        <p:spPr>
          <a:xfrm>
            <a:off x="4908550" y="3218688"/>
            <a:ext cx="909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1～2</a:t>
            </a:r>
            <a:pPr algn="l" indent="0" marL="0">
              <a:buNone/>
            </a:pPr>
            <a:r>
              <a:rPr lang="en-US" sz="1350" b="1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</a:t>
            </a:r>
            <a:endParaRPr lang="en-US" sz="3000" dirty="0"/>
          </a:p>
        </p:txBody>
      </p:sp>
      <p:sp>
        <p:nvSpPr>
          <p:cNvPr id="68" name="svg2pptx-0066-blk0004-0000"/>
          <p:cNvSpPr/>
          <p:nvPr/>
        </p:nvSpPr>
        <p:spPr>
          <a:xfrm>
            <a:off x="4908550" y="3706368"/>
            <a:ext cx="9093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只用这么短时间</a:t>
            </a:r>
            <a:endParaRPr lang="en-US" sz="1200" dirty="0"/>
          </a:p>
        </p:txBody>
      </p:sp>
      <p:sp>
        <p:nvSpPr>
          <p:cNvPr id="69" name="svg2pptx-0067-blk0004-0000"/>
          <p:cNvSpPr/>
          <p:nvPr/>
        </p:nvSpPr>
        <p:spPr>
          <a:xfrm>
            <a:off x="7626350" y="2513838"/>
            <a:ext cx="27559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CEAF1"/>
            </a:solidFill>
            <a:prstDash val="solid"/>
          </a:ln>
        </p:spPr>
      </p:sp>
      <p:sp>
        <p:nvSpPr>
          <p:cNvPr id="70" name="svg2pptx-0068-blk0004-0000"/>
          <p:cNvSpPr/>
          <p:nvPr/>
        </p:nvSpPr>
        <p:spPr>
          <a:xfrm>
            <a:off x="7831138" y="3108912"/>
            <a:ext cx="76438" cy="76438"/>
          </a:xfrm>
          <a:custGeom>
            <a:avLst/>
            <a:gdLst/>
            <a:ahLst/>
            <a:cxnLst/>
            <a:rect l="l" t="t" r="r" b="b"/>
            <a:pathLst>
              <a:path w="76438" h="76438">
                <a:moveTo>
                  <a:pt x="27146" y="0"/>
                </a:moveTo>
                <a:lnTo>
                  <a:pt x="0" y="76438"/>
                </a:lnTo>
                <a:lnTo>
                  <a:pt x="76438" y="49363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1" name="svg2pptx-0069-blk0004-0000"/>
          <p:cNvSpPr/>
          <p:nvPr/>
        </p:nvSpPr>
        <p:spPr>
          <a:xfrm>
            <a:off x="7845425" y="3049619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2" name="svg2pptx-0070-blk0004-0000"/>
          <p:cNvSpPr/>
          <p:nvPr/>
        </p:nvSpPr>
        <p:spPr>
          <a:xfrm>
            <a:off x="7974013" y="3085338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3" name="svg2pptx-0071-blk0004-0000"/>
          <p:cNvSpPr/>
          <p:nvPr/>
        </p:nvSpPr>
        <p:spPr>
          <a:xfrm>
            <a:off x="7924006" y="3042476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4" name="svg2pptx-0072-blk0004-0000"/>
          <p:cNvSpPr/>
          <p:nvPr/>
        </p:nvSpPr>
        <p:spPr>
          <a:xfrm>
            <a:off x="7974013" y="3171063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5" name="svg2pptx-0073-blk0004-0000"/>
          <p:cNvSpPr/>
          <p:nvPr/>
        </p:nvSpPr>
        <p:spPr>
          <a:xfrm>
            <a:off x="7916863" y="30424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0"/>
                </a:moveTo>
                <a:lnTo>
                  <a:pt x="41148" y="5358"/>
                </a:lnTo>
                <a:arcTo hR="20717" wR="20717" stAng="15094633" swAng="-4732796"/>
                <a:cubicBezTo>
                  <a:pt x="27861" y="33790"/>
                  <a:pt x="23074" y="39291"/>
                  <a:pt x="16788" y="39291"/>
                </a:cubicBezTo>
                <a:lnTo>
                  <a:pt x="14073" y="39291"/>
                </a:lnTo>
                <a:cubicBezTo>
                  <a:pt x="7930" y="39291"/>
                  <a:pt x="2643" y="43577"/>
                  <a:pt x="1500" y="49578"/>
                </a:cubicBezTo>
                <a:lnTo>
                  <a:pt x="0" y="57150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6" name="svg2pptx-0074-blk0004-0000"/>
          <p:cNvSpPr/>
          <p:nvPr/>
        </p:nvSpPr>
        <p:spPr>
          <a:xfrm>
            <a:off x="7938294" y="3116270"/>
            <a:ext cx="35719" cy="19074"/>
          </a:xfrm>
          <a:custGeom>
            <a:avLst/>
            <a:gdLst/>
            <a:ahLst/>
            <a:cxnLst/>
            <a:rect l="l" t="t" r="r" b="b"/>
            <a:pathLst>
              <a:path w="35719" h="19074">
                <a:moveTo>
                  <a:pt x="35719" y="4786"/>
                </a:moveTo>
                <a:lnTo>
                  <a:pt x="29861" y="2429"/>
                </a:lnTo>
                <a:cubicBezTo>
                  <a:pt x="23717" y="0"/>
                  <a:pt x="16859" y="3858"/>
                  <a:pt x="15716" y="10358"/>
                </a:cubicBezTo>
                <a:cubicBezTo>
                  <a:pt x="14930" y="15359"/>
                  <a:pt x="10573" y="19074"/>
                  <a:pt x="5501" y="19074"/>
                </a:cubicBezTo>
                <a:lnTo>
                  <a:pt x="0" y="19074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7" name="svg2pptx-0075-blk0004-0000"/>
          <p:cNvSpPr/>
          <p:nvPr/>
        </p:nvSpPr>
        <p:spPr>
          <a:xfrm>
            <a:off x="7881144" y="3042476"/>
            <a:ext cx="19074" cy="35719"/>
          </a:xfrm>
          <a:custGeom>
            <a:avLst/>
            <a:gdLst/>
            <a:ahLst/>
            <a:cxnLst/>
            <a:rect l="l" t="t" r="r" b="b"/>
            <a:pathLst>
              <a:path w="19074" h="35719">
                <a:moveTo>
                  <a:pt x="14288" y="0"/>
                </a:moveTo>
                <a:lnTo>
                  <a:pt x="16645" y="5858"/>
                </a:lnTo>
                <a:cubicBezTo>
                  <a:pt x="19074" y="12001"/>
                  <a:pt x="15216" y="18859"/>
                  <a:pt x="8715" y="20003"/>
                </a:cubicBezTo>
                <a:cubicBezTo>
                  <a:pt x="3715" y="20717"/>
                  <a:pt x="0" y="25146"/>
                  <a:pt x="0" y="30218"/>
                </a:cubicBezTo>
                <a:lnTo>
                  <a:pt x="0" y="35719"/>
                </a:lnTo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8" name="svg2pptx-0076-blk0004-0000"/>
          <p:cNvSpPr/>
          <p:nvPr/>
        </p:nvSpPr>
        <p:spPr>
          <a:xfrm>
            <a:off x="7853783" y="3100840"/>
            <a:ext cx="61865" cy="61865"/>
          </a:xfrm>
          <a:custGeom>
            <a:avLst/>
            <a:gdLst/>
            <a:ahLst/>
            <a:cxnLst/>
            <a:rect l="l" t="t" r="r" b="b"/>
            <a:pathLst>
              <a:path w="61865" h="61865">
                <a:moveTo>
                  <a:pt x="41648" y="20217"/>
                </a:moveTo>
                <a:cubicBezTo>
                  <a:pt x="55436" y="34004"/>
                  <a:pt x="61865" y="50006"/>
                  <a:pt x="55936" y="55936"/>
                </a:cubicBezTo>
                <a:cubicBezTo>
                  <a:pt x="50006" y="61865"/>
                  <a:pt x="34004" y="55436"/>
                  <a:pt x="20217" y="41648"/>
                </a:cubicBezTo>
                <a:cubicBezTo>
                  <a:pt x="6429" y="27861"/>
                  <a:pt x="0" y="11859"/>
                  <a:pt x="5929" y="5929"/>
                </a:cubicBezTo>
                <a:cubicBezTo>
                  <a:pt x="11859" y="0"/>
                  <a:pt x="27861" y="6429"/>
                  <a:pt x="41648" y="20217"/>
                </a:cubicBezTo>
                <a:close/>
              </a:path>
            </a:pathLst>
          </a:custGeom>
          <a:noFill/>
          <a:ln w="14288">
            <a:solidFill>
              <a:srgbClr val="14729E"/>
            </a:solidFill>
            <a:prstDash val="solid"/>
          </a:ln>
        </p:spPr>
      </p:sp>
      <p:sp>
        <p:nvSpPr>
          <p:cNvPr id="79" name="svg2pptx-0077-blk0004-0000"/>
          <p:cNvSpPr/>
          <p:nvPr/>
        </p:nvSpPr>
        <p:spPr>
          <a:xfrm>
            <a:off x="7816850" y="3218688"/>
            <a:ext cx="6184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超开心</a:t>
            </a:r>
            <a:endParaRPr lang="en-US" sz="3000" dirty="0"/>
          </a:p>
        </p:txBody>
      </p:sp>
      <p:sp>
        <p:nvSpPr>
          <p:cNvPr id="80" name="svg2pptx-0078-blk0004-0000"/>
          <p:cNvSpPr/>
          <p:nvPr/>
        </p:nvSpPr>
        <p:spPr>
          <a:xfrm>
            <a:off x="7816850" y="3706368"/>
            <a:ext cx="618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虽然很疲惫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1809750" y="4953000"/>
            <a:ext cx="8572500" cy="0"/>
          </a:xfrm>
          <a:prstGeom prst="line">
            <a:avLst/>
          </a:prstGeom>
          <a:noFill/>
          <a:ln w="13335">
            <a:solidFill>
              <a:srgbClr val="D5E4EC"/>
            </a:solidFill>
            <a:prstDash val="solid"/>
          </a:ln>
        </p:spPr>
      </p:sp>
      <p:sp>
        <p:nvSpPr>
          <p:cNvPr id="82" name="svg2pptx-0080-blk0004-0001"/>
          <p:cNvSpPr/>
          <p:nvPr/>
        </p:nvSpPr>
        <p:spPr>
          <a:xfrm>
            <a:off x="2419350" y="5223891"/>
            <a:ext cx="7962900" cy="0"/>
          </a:xfrm>
          <a:prstGeom prst="line">
            <a:avLst/>
          </a:prstGeom>
          <a:noFill/>
          <a:ln w="9525">
            <a:solidFill>
              <a:srgbClr val="D5E4EC"/>
            </a:solidFill>
            <a:prstDash val="solid"/>
          </a:ln>
        </p:spPr>
      </p:sp>
      <p:sp>
        <p:nvSpPr>
          <p:cNvPr id="83" name="svg2pptx-0081-blk0004-0001"/>
          <p:cNvSpPr/>
          <p:nvPr/>
        </p:nvSpPr>
        <p:spPr>
          <a:xfrm>
            <a:off x="1809750" y="5204841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4" name="svg2pptx-0082-blk0004-0001"/>
          <p:cNvSpPr/>
          <p:nvPr/>
        </p:nvSpPr>
        <p:spPr>
          <a:xfrm>
            <a:off x="1827192" y="5469933"/>
            <a:ext cx="174667" cy="174667"/>
          </a:xfrm>
          <a:custGeom>
            <a:avLst/>
            <a:gdLst/>
            <a:ahLst/>
            <a:cxnLst/>
            <a:rect l="l" t="t" r="r" b="b"/>
            <a:pathLst>
              <a:path w="174667" h="174667">
                <a:moveTo>
                  <a:pt x="78751" y="7128"/>
                </a:moveTo>
                <a:arcTo hR="8731" wR="8731" stAng="11434791" swAng="9530419"/>
                <a:lnTo>
                  <a:pt x="105093" y="55656"/>
                </a:lnTo>
                <a:arcTo hR="17463" wR="17463" stAng="10158158" swAng="-4116317"/>
                <a:lnTo>
                  <a:pt x="167539" y="78751"/>
                </a:lnTo>
                <a:arcTo hR="8731" wR="8731" stAng="16834791" swAng="9530419"/>
                <a:lnTo>
                  <a:pt x="119010" y="105093"/>
                </a:lnTo>
                <a:arcTo hR="17463" wR="17463" stAng="15558158" swAng="-4116317"/>
                <a:lnTo>
                  <a:pt x="95916" y="167539"/>
                </a:lnTo>
                <a:arcTo hR="8731" wR="8731" stAng="634791" swAng="9530419"/>
                <a:lnTo>
                  <a:pt x="69574" y="119010"/>
                </a:lnTo>
                <a:arcTo hR="17463" wR="17463" stAng="20958158" swAng="-4116317"/>
                <a:lnTo>
                  <a:pt x="7128" y="95916"/>
                </a:lnTo>
                <a:arcTo hR="8731" wR="8731" stAng="6034791" swAng="9530419"/>
                <a:lnTo>
                  <a:pt x="55656" y="69574"/>
                </a:lnTo>
                <a:arcTo hR="17463" wR="17463" stAng="4758158" swAng="-4116317"/>
                <a:close/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85" name="svg2pptx-0083-blk0004-0001"/>
          <p:cNvSpPr/>
          <p:nvPr/>
        </p:nvSpPr>
        <p:spPr>
          <a:xfrm>
            <a:off x="1984375" y="5469954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86" name="svg2pptx-0084-blk0004-0001"/>
          <p:cNvSpPr/>
          <p:nvPr/>
        </p:nvSpPr>
        <p:spPr>
          <a:xfrm>
            <a:off x="1966913" y="5487416"/>
            <a:ext cx="34925" cy="6548"/>
          </a:xfrm>
          <a:custGeom>
            <a:avLst/>
            <a:gdLst/>
            <a:ahLst/>
            <a:cxnLst/>
            <a:rect l="l" t="t" r="r" b="b"/>
            <a:pathLst>
              <a:path w="34925" h="6548">
                <a:moveTo>
                  <a:pt x="34925" y="0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87" name="svg2pptx-0085-blk0004-0001"/>
          <p:cNvSpPr/>
          <p:nvPr/>
        </p:nvSpPr>
        <p:spPr>
          <a:xfrm>
            <a:off x="1827213" y="5609654"/>
            <a:ext cx="34925" cy="34925"/>
          </a:xfrm>
          <a:prstGeom prst="ellipse">
            <a:avLst/>
          </a:pr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88" name="svg2pptx-0086-blk0004-0001"/>
          <p:cNvSpPr/>
          <p:nvPr/>
        </p:nvSpPr>
        <p:spPr>
          <a:xfrm>
            <a:off x="2171700" y="5444871"/>
            <a:ext cx="11830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捉螃蟹真是一件令人开心的事情！</a:t>
            </a:r>
            <a:endParaRPr lang="en-US" sz="1950" dirty="0"/>
          </a:p>
        </p:txBody>
      </p:sp>
      <p:sp>
        <p:nvSpPr>
          <p:cNvPr id="89" name="Shape 8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E4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· 三年级演讲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"/>
                            </p:stCondLst>
                            <p:childTnLst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A8D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ACD9E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B0D9E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B3DAE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B7DBE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BBDCE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BFDCE2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C2DDE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C6DED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CAD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CEDFDA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D2E0D8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D5E1D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D9E2D4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DDE2D2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1E3D0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5E4CE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8E5C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CE5CA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F0E6C8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F4E7C6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F7E8C4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FBE8C2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FFE9C0"/>
          </a:solidFill>
          <a:ln/>
        </p:spPr>
      </p:sp>
      <p:sp>
        <p:nvSpPr>
          <p:cNvPr id="26" name="Shape 24"/>
          <p:cNvSpPr/>
          <p:nvPr/>
        </p:nvSpPr>
        <p:spPr>
          <a:xfrm>
            <a:off x="-2847975" y="-1504950"/>
            <a:ext cx="3629025" cy="7505700"/>
          </a:xfrm>
          <a:custGeom>
            <a:avLst/>
            <a:gdLst/>
            <a:ahLst/>
            <a:cxnLst/>
            <a:rect l="l" t="t" r="r" b="b"/>
            <a:pathLst>
              <a:path w="3629025" h="7505700">
                <a:moveTo>
                  <a:pt x="2590800" y="7505700"/>
                </a:moveTo>
                <a:lnTo>
                  <a:pt x="2514600" y="7477125"/>
                </a:lnTo>
                <a:lnTo>
                  <a:pt x="2533650" y="7248525"/>
                </a:lnTo>
                <a:lnTo>
                  <a:pt x="2505075" y="7258050"/>
                </a:lnTo>
                <a:lnTo>
                  <a:pt x="2619375" y="7134225"/>
                </a:lnTo>
                <a:lnTo>
                  <a:pt x="2638425" y="7267575"/>
                </a:lnTo>
                <a:lnTo>
                  <a:pt x="2486025" y="7115175"/>
                </a:lnTo>
                <a:lnTo>
                  <a:pt x="2400300" y="7048500"/>
                </a:lnTo>
                <a:lnTo>
                  <a:pt x="2324100" y="6981825"/>
                </a:lnTo>
                <a:lnTo>
                  <a:pt x="2381250" y="7067550"/>
                </a:lnTo>
                <a:lnTo>
                  <a:pt x="2295525" y="6924675"/>
                </a:lnTo>
                <a:lnTo>
                  <a:pt x="2266950" y="6896100"/>
                </a:lnTo>
                <a:lnTo>
                  <a:pt x="2076450" y="6877050"/>
                </a:lnTo>
                <a:lnTo>
                  <a:pt x="1952625" y="6791325"/>
                </a:lnTo>
                <a:lnTo>
                  <a:pt x="1962150" y="6696075"/>
                </a:lnTo>
                <a:lnTo>
                  <a:pt x="1905000" y="6610350"/>
                </a:lnTo>
                <a:lnTo>
                  <a:pt x="1933575" y="6515100"/>
                </a:lnTo>
                <a:lnTo>
                  <a:pt x="2000250" y="6486525"/>
                </a:lnTo>
                <a:lnTo>
                  <a:pt x="1790700" y="6448425"/>
                </a:lnTo>
                <a:lnTo>
                  <a:pt x="1733550" y="6496050"/>
                </a:lnTo>
                <a:lnTo>
                  <a:pt x="1685925" y="6419850"/>
                </a:lnTo>
                <a:lnTo>
                  <a:pt x="1676400" y="6353175"/>
                </a:lnTo>
                <a:lnTo>
                  <a:pt x="1562100" y="6286500"/>
                </a:lnTo>
                <a:lnTo>
                  <a:pt x="1476375" y="6248400"/>
                </a:lnTo>
                <a:lnTo>
                  <a:pt x="1428750" y="6172200"/>
                </a:lnTo>
                <a:lnTo>
                  <a:pt x="1362075" y="6010275"/>
                </a:lnTo>
                <a:lnTo>
                  <a:pt x="1295400" y="6038850"/>
                </a:lnTo>
                <a:lnTo>
                  <a:pt x="1247775" y="5972175"/>
                </a:lnTo>
                <a:lnTo>
                  <a:pt x="1200150" y="5934075"/>
                </a:lnTo>
                <a:lnTo>
                  <a:pt x="1133475" y="5905500"/>
                </a:lnTo>
                <a:lnTo>
                  <a:pt x="1143000" y="5876925"/>
                </a:lnTo>
                <a:lnTo>
                  <a:pt x="1133475" y="5819775"/>
                </a:lnTo>
                <a:lnTo>
                  <a:pt x="1076325" y="5734050"/>
                </a:lnTo>
                <a:lnTo>
                  <a:pt x="1114425" y="5724525"/>
                </a:lnTo>
                <a:lnTo>
                  <a:pt x="1066800" y="5667375"/>
                </a:lnTo>
                <a:lnTo>
                  <a:pt x="1085850" y="5572125"/>
                </a:lnTo>
                <a:lnTo>
                  <a:pt x="962025" y="5534025"/>
                </a:lnTo>
                <a:lnTo>
                  <a:pt x="962025" y="5467350"/>
                </a:lnTo>
                <a:lnTo>
                  <a:pt x="942975" y="5381625"/>
                </a:lnTo>
                <a:lnTo>
                  <a:pt x="933450" y="5372100"/>
                </a:lnTo>
                <a:lnTo>
                  <a:pt x="914400" y="5238750"/>
                </a:lnTo>
                <a:lnTo>
                  <a:pt x="952500" y="5238750"/>
                </a:lnTo>
                <a:lnTo>
                  <a:pt x="933450" y="5143500"/>
                </a:lnTo>
                <a:lnTo>
                  <a:pt x="933450" y="5105400"/>
                </a:lnTo>
                <a:lnTo>
                  <a:pt x="904875" y="5000625"/>
                </a:lnTo>
                <a:lnTo>
                  <a:pt x="876300" y="4991100"/>
                </a:lnTo>
                <a:lnTo>
                  <a:pt x="809625" y="4886325"/>
                </a:lnTo>
                <a:lnTo>
                  <a:pt x="800100" y="4819650"/>
                </a:lnTo>
                <a:lnTo>
                  <a:pt x="742950" y="4810125"/>
                </a:lnTo>
                <a:lnTo>
                  <a:pt x="733425" y="4724400"/>
                </a:lnTo>
                <a:lnTo>
                  <a:pt x="762000" y="4591050"/>
                </a:lnTo>
                <a:lnTo>
                  <a:pt x="733425" y="4600575"/>
                </a:lnTo>
                <a:lnTo>
                  <a:pt x="733425" y="4514850"/>
                </a:lnTo>
                <a:lnTo>
                  <a:pt x="685800" y="4419600"/>
                </a:lnTo>
                <a:lnTo>
                  <a:pt x="657225" y="4314825"/>
                </a:lnTo>
                <a:lnTo>
                  <a:pt x="657225" y="4267200"/>
                </a:lnTo>
                <a:lnTo>
                  <a:pt x="619125" y="4248150"/>
                </a:lnTo>
                <a:lnTo>
                  <a:pt x="581025" y="4133850"/>
                </a:lnTo>
                <a:lnTo>
                  <a:pt x="581025" y="4038600"/>
                </a:lnTo>
                <a:lnTo>
                  <a:pt x="514350" y="4000500"/>
                </a:lnTo>
                <a:lnTo>
                  <a:pt x="552450" y="3943350"/>
                </a:lnTo>
                <a:lnTo>
                  <a:pt x="561975" y="3933825"/>
                </a:lnTo>
                <a:lnTo>
                  <a:pt x="514350" y="3819525"/>
                </a:lnTo>
                <a:lnTo>
                  <a:pt x="495300" y="3790950"/>
                </a:lnTo>
                <a:lnTo>
                  <a:pt x="476250" y="3752850"/>
                </a:lnTo>
                <a:lnTo>
                  <a:pt x="266700" y="3638550"/>
                </a:lnTo>
                <a:lnTo>
                  <a:pt x="333375" y="3562350"/>
                </a:lnTo>
                <a:lnTo>
                  <a:pt x="371475" y="3419475"/>
                </a:lnTo>
                <a:lnTo>
                  <a:pt x="314325" y="3238500"/>
                </a:lnTo>
                <a:lnTo>
                  <a:pt x="371475" y="3009900"/>
                </a:lnTo>
                <a:lnTo>
                  <a:pt x="342900" y="3057525"/>
                </a:lnTo>
                <a:lnTo>
                  <a:pt x="285750" y="3105150"/>
                </a:lnTo>
                <a:lnTo>
                  <a:pt x="228600" y="2914650"/>
                </a:lnTo>
                <a:lnTo>
                  <a:pt x="133350" y="2819400"/>
                </a:lnTo>
                <a:lnTo>
                  <a:pt x="123825" y="2695575"/>
                </a:lnTo>
                <a:lnTo>
                  <a:pt x="133350" y="2552700"/>
                </a:lnTo>
                <a:lnTo>
                  <a:pt x="114300" y="2495550"/>
                </a:lnTo>
                <a:lnTo>
                  <a:pt x="142875" y="2409825"/>
                </a:lnTo>
                <a:lnTo>
                  <a:pt x="200025" y="2314575"/>
                </a:lnTo>
                <a:lnTo>
                  <a:pt x="219075" y="2276475"/>
                </a:lnTo>
                <a:lnTo>
                  <a:pt x="247650" y="2190750"/>
                </a:lnTo>
                <a:lnTo>
                  <a:pt x="190500" y="2057400"/>
                </a:lnTo>
                <a:lnTo>
                  <a:pt x="114300" y="1924050"/>
                </a:lnTo>
                <a:lnTo>
                  <a:pt x="47625" y="1847850"/>
                </a:lnTo>
                <a:lnTo>
                  <a:pt x="66675" y="1733550"/>
                </a:lnTo>
                <a:lnTo>
                  <a:pt x="66675" y="1676400"/>
                </a:lnTo>
                <a:lnTo>
                  <a:pt x="57150" y="1600200"/>
                </a:lnTo>
                <a:lnTo>
                  <a:pt x="9525" y="1571625"/>
                </a:lnTo>
                <a:lnTo>
                  <a:pt x="66675" y="1514475"/>
                </a:lnTo>
                <a:lnTo>
                  <a:pt x="57150" y="1457325"/>
                </a:lnTo>
                <a:lnTo>
                  <a:pt x="57150" y="1238250"/>
                </a:lnTo>
                <a:lnTo>
                  <a:pt x="28575" y="1190625"/>
                </a:lnTo>
                <a:lnTo>
                  <a:pt x="28575" y="1047750"/>
                </a:lnTo>
                <a:lnTo>
                  <a:pt x="28575" y="981075"/>
                </a:lnTo>
                <a:lnTo>
                  <a:pt x="0" y="904875"/>
                </a:lnTo>
                <a:lnTo>
                  <a:pt x="0" y="781050"/>
                </a:lnTo>
                <a:lnTo>
                  <a:pt x="19050" y="695325"/>
                </a:lnTo>
                <a:lnTo>
                  <a:pt x="133350" y="647700"/>
                </a:lnTo>
                <a:lnTo>
                  <a:pt x="152400" y="609600"/>
                </a:lnTo>
                <a:lnTo>
                  <a:pt x="228600" y="600075"/>
                </a:lnTo>
                <a:lnTo>
                  <a:pt x="209550" y="619125"/>
                </a:lnTo>
                <a:lnTo>
                  <a:pt x="238125" y="619125"/>
                </a:lnTo>
                <a:lnTo>
                  <a:pt x="295275" y="561975"/>
                </a:lnTo>
                <a:lnTo>
                  <a:pt x="352425" y="561975"/>
                </a:lnTo>
                <a:lnTo>
                  <a:pt x="342900" y="514350"/>
                </a:lnTo>
                <a:lnTo>
                  <a:pt x="400050" y="476250"/>
                </a:lnTo>
                <a:lnTo>
                  <a:pt x="457200" y="476250"/>
                </a:lnTo>
                <a:lnTo>
                  <a:pt x="495300" y="447675"/>
                </a:lnTo>
                <a:lnTo>
                  <a:pt x="600075" y="342900"/>
                </a:lnTo>
                <a:lnTo>
                  <a:pt x="609600" y="371475"/>
                </a:lnTo>
                <a:lnTo>
                  <a:pt x="666750" y="342900"/>
                </a:lnTo>
                <a:lnTo>
                  <a:pt x="685800" y="342900"/>
                </a:lnTo>
                <a:lnTo>
                  <a:pt x="733425" y="285750"/>
                </a:lnTo>
                <a:lnTo>
                  <a:pt x="733425" y="247650"/>
                </a:lnTo>
                <a:lnTo>
                  <a:pt x="809625" y="266700"/>
                </a:lnTo>
                <a:lnTo>
                  <a:pt x="866775" y="295275"/>
                </a:lnTo>
                <a:lnTo>
                  <a:pt x="914400" y="276225"/>
                </a:lnTo>
                <a:lnTo>
                  <a:pt x="942975" y="219075"/>
                </a:lnTo>
                <a:lnTo>
                  <a:pt x="971550" y="161925"/>
                </a:lnTo>
                <a:lnTo>
                  <a:pt x="1028700" y="190500"/>
                </a:lnTo>
                <a:lnTo>
                  <a:pt x="1057275" y="133350"/>
                </a:lnTo>
                <a:lnTo>
                  <a:pt x="1066800" y="133350"/>
                </a:lnTo>
                <a:lnTo>
                  <a:pt x="1095375" y="142875"/>
                </a:lnTo>
                <a:lnTo>
                  <a:pt x="1190625" y="85725"/>
                </a:lnTo>
                <a:lnTo>
                  <a:pt x="1228725" y="38100"/>
                </a:lnTo>
                <a:lnTo>
                  <a:pt x="1219200" y="76200"/>
                </a:lnTo>
                <a:lnTo>
                  <a:pt x="1304925" y="66675"/>
                </a:lnTo>
                <a:lnTo>
                  <a:pt x="1323975" y="28575"/>
                </a:lnTo>
                <a:lnTo>
                  <a:pt x="1381125" y="9525"/>
                </a:lnTo>
                <a:lnTo>
                  <a:pt x="1562100" y="0"/>
                </a:lnTo>
                <a:lnTo>
                  <a:pt x="1524000" y="200025"/>
                </a:lnTo>
                <a:lnTo>
                  <a:pt x="1628775" y="276225"/>
                </a:lnTo>
                <a:lnTo>
                  <a:pt x="1685925" y="352425"/>
                </a:lnTo>
                <a:lnTo>
                  <a:pt x="1724025" y="428625"/>
                </a:lnTo>
                <a:lnTo>
                  <a:pt x="1704975" y="466725"/>
                </a:lnTo>
                <a:lnTo>
                  <a:pt x="1800225" y="581025"/>
                </a:lnTo>
                <a:lnTo>
                  <a:pt x="1781175" y="657225"/>
                </a:lnTo>
                <a:lnTo>
                  <a:pt x="1876425" y="581025"/>
                </a:lnTo>
                <a:lnTo>
                  <a:pt x="1971675" y="523875"/>
                </a:lnTo>
                <a:lnTo>
                  <a:pt x="2038350" y="552450"/>
                </a:lnTo>
                <a:lnTo>
                  <a:pt x="2066925" y="647700"/>
                </a:lnTo>
                <a:lnTo>
                  <a:pt x="2114550" y="714375"/>
                </a:lnTo>
                <a:lnTo>
                  <a:pt x="2152650" y="809625"/>
                </a:lnTo>
                <a:lnTo>
                  <a:pt x="2219325" y="828675"/>
                </a:lnTo>
                <a:lnTo>
                  <a:pt x="2314575" y="990600"/>
                </a:lnTo>
                <a:lnTo>
                  <a:pt x="2343150" y="1143000"/>
                </a:lnTo>
                <a:lnTo>
                  <a:pt x="2438400" y="1219200"/>
                </a:lnTo>
                <a:lnTo>
                  <a:pt x="2505075" y="1228725"/>
                </a:lnTo>
                <a:lnTo>
                  <a:pt x="2590800" y="1314450"/>
                </a:lnTo>
                <a:lnTo>
                  <a:pt x="2581275" y="1381125"/>
                </a:lnTo>
                <a:lnTo>
                  <a:pt x="2714625" y="1457325"/>
                </a:lnTo>
                <a:lnTo>
                  <a:pt x="2743200" y="1504950"/>
                </a:lnTo>
                <a:lnTo>
                  <a:pt x="2743200" y="1562100"/>
                </a:lnTo>
                <a:lnTo>
                  <a:pt x="2790825" y="1704975"/>
                </a:lnTo>
                <a:lnTo>
                  <a:pt x="2905125" y="1743075"/>
                </a:lnTo>
                <a:lnTo>
                  <a:pt x="2971800" y="1800225"/>
                </a:lnTo>
                <a:lnTo>
                  <a:pt x="2971800" y="1838325"/>
                </a:lnTo>
                <a:lnTo>
                  <a:pt x="3028950" y="1866900"/>
                </a:lnTo>
                <a:lnTo>
                  <a:pt x="3143250" y="2009775"/>
                </a:lnTo>
                <a:lnTo>
                  <a:pt x="3133725" y="2038350"/>
                </a:lnTo>
                <a:lnTo>
                  <a:pt x="3209925" y="2114550"/>
                </a:lnTo>
                <a:lnTo>
                  <a:pt x="3162300" y="2143125"/>
                </a:lnTo>
                <a:lnTo>
                  <a:pt x="3200400" y="2190750"/>
                </a:lnTo>
                <a:lnTo>
                  <a:pt x="3190875" y="2295525"/>
                </a:lnTo>
                <a:lnTo>
                  <a:pt x="3257550" y="2324100"/>
                </a:lnTo>
                <a:lnTo>
                  <a:pt x="3238500" y="2400300"/>
                </a:lnTo>
                <a:lnTo>
                  <a:pt x="3295650" y="2438400"/>
                </a:lnTo>
                <a:lnTo>
                  <a:pt x="3248025" y="2486025"/>
                </a:lnTo>
                <a:lnTo>
                  <a:pt x="3286125" y="2552700"/>
                </a:lnTo>
                <a:lnTo>
                  <a:pt x="3267075" y="2590800"/>
                </a:lnTo>
                <a:lnTo>
                  <a:pt x="3305175" y="2647950"/>
                </a:lnTo>
                <a:lnTo>
                  <a:pt x="3305175" y="2676525"/>
                </a:lnTo>
                <a:lnTo>
                  <a:pt x="3305175" y="2752725"/>
                </a:lnTo>
                <a:lnTo>
                  <a:pt x="3295650" y="2809875"/>
                </a:lnTo>
                <a:lnTo>
                  <a:pt x="3305175" y="2838450"/>
                </a:lnTo>
                <a:lnTo>
                  <a:pt x="3381375" y="2952750"/>
                </a:lnTo>
                <a:lnTo>
                  <a:pt x="3409950" y="2962275"/>
                </a:lnTo>
                <a:lnTo>
                  <a:pt x="3371850" y="3019425"/>
                </a:lnTo>
                <a:lnTo>
                  <a:pt x="3371850" y="3076575"/>
                </a:lnTo>
                <a:lnTo>
                  <a:pt x="3400425" y="3190875"/>
                </a:lnTo>
                <a:lnTo>
                  <a:pt x="3448050" y="3238500"/>
                </a:lnTo>
                <a:lnTo>
                  <a:pt x="3419475" y="3286125"/>
                </a:lnTo>
                <a:lnTo>
                  <a:pt x="3476625" y="3343275"/>
                </a:lnTo>
                <a:lnTo>
                  <a:pt x="3448050" y="3390900"/>
                </a:lnTo>
                <a:lnTo>
                  <a:pt x="3514725" y="3362325"/>
                </a:lnTo>
                <a:lnTo>
                  <a:pt x="3457575" y="3419475"/>
                </a:lnTo>
                <a:lnTo>
                  <a:pt x="3533775" y="3467100"/>
                </a:lnTo>
                <a:lnTo>
                  <a:pt x="3552825" y="3571875"/>
                </a:lnTo>
                <a:lnTo>
                  <a:pt x="3590925" y="3629025"/>
                </a:lnTo>
                <a:lnTo>
                  <a:pt x="3533775" y="3705225"/>
                </a:lnTo>
                <a:lnTo>
                  <a:pt x="3609975" y="3790950"/>
                </a:lnTo>
                <a:lnTo>
                  <a:pt x="3609975" y="3790950"/>
                </a:lnTo>
                <a:lnTo>
                  <a:pt x="3629025" y="3848100"/>
                </a:lnTo>
                <a:lnTo>
                  <a:pt x="3543300" y="3971925"/>
                </a:lnTo>
                <a:lnTo>
                  <a:pt x="3324225" y="3819525"/>
                </a:lnTo>
                <a:lnTo>
                  <a:pt x="3343275" y="3952875"/>
                </a:lnTo>
                <a:lnTo>
                  <a:pt x="3429000" y="3848100"/>
                </a:lnTo>
                <a:lnTo>
                  <a:pt x="3448050" y="3876675"/>
                </a:lnTo>
                <a:lnTo>
                  <a:pt x="3495675" y="3905250"/>
                </a:lnTo>
                <a:lnTo>
                  <a:pt x="3448050" y="4000500"/>
                </a:lnTo>
                <a:lnTo>
                  <a:pt x="3429000" y="4076700"/>
                </a:lnTo>
                <a:lnTo>
                  <a:pt x="3352800" y="4248150"/>
                </a:lnTo>
                <a:lnTo>
                  <a:pt x="3371850" y="4124325"/>
                </a:lnTo>
                <a:lnTo>
                  <a:pt x="3409950" y="4248150"/>
                </a:lnTo>
                <a:lnTo>
                  <a:pt x="3286125" y="4295775"/>
                </a:lnTo>
                <a:lnTo>
                  <a:pt x="3419475" y="4324350"/>
                </a:lnTo>
                <a:lnTo>
                  <a:pt x="3343275" y="4457700"/>
                </a:lnTo>
                <a:lnTo>
                  <a:pt x="3476625" y="4533900"/>
                </a:lnTo>
                <a:lnTo>
                  <a:pt x="3562350" y="4629150"/>
                </a:lnTo>
                <a:lnTo>
                  <a:pt x="3533775" y="4657725"/>
                </a:lnTo>
                <a:lnTo>
                  <a:pt x="3457575" y="4686300"/>
                </a:lnTo>
                <a:lnTo>
                  <a:pt x="3533775" y="4667250"/>
                </a:lnTo>
                <a:lnTo>
                  <a:pt x="3505200" y="4619625"/>
                </a:lnTo>
                <a:lnTo>
                  <a:pt x="3448050" y="4657725"/>
                </a:lnTo>
                <a:lnTo>
                  <a:pt x="3533775" y="4800600"/>
                </a:lnTo>
                <a:lnTo>
                  <a:pt x="3476625" y="4867275"/>
                </a:lnTo>
                <a:lnTo>
                  <a:pt x="3533775" y="4857750"/>
                </a:lnTo>
                <a:lnTo>
                  <a:pt x="3495675" y="4800600"/>
                </a:lnTo>
                <a:lnTo>
                  <a:pt x="3419475" y="4886325"/>
                </a:lnTo>
                <a:lnTo>
                  <a:pt x="3429000" y="4886325"/>
                </a:lnTo>
                <a:lnTo>
                  <a:pt x="3438525" y="4962525"/>
                </a:lnTo>
                <a:lnTo>
                  <a:pt x="3476625" y="5076825"/>
                </a:lnTo>
                <a:lnTo>
                  <a:pt x="3514725" y="5038725"/>
                </a:lnTo>
                <a:lnTo>
                  <a:pt x="3533775" y="5153025"/>
                </a:lnTo>
                <a:lnTo>
                  <a:pt x="3514725" y="5172075"/>
                </a:lnTo>
                <a:lnTo>
                  <a:pt x="3457575" y="5476875"/>
                </a:lnTo>
                <a:lnTo>
                  <a:pt x="3429000" y="5448300"/>
                </a:lnTo>
                <a:lnTo>
                  <a:pt x="3314700" y="5362575"/>
                </a:lnTo>
                <a:lnTo>
                  <a:pt x="3276600" y="5324475"/>
                </a:lnTo>
                <a:lnTo>
                  <a:pt x="3228975" y="5667375"/>
                </a:lnTo>
                <a:lnTo>
                  <a:pt x="3257550" y="5581650"/>
                </a:lnTo>
                <a:lnTo>
                  <a:pt x="3305175" y="5543550"/>
                </a:lnTo>
                <a:lnTo>
                  <a:pt x="3314700" y="5810250"/>
                </a:lnTo>
                <a:lnTo>
                  <a:pt x="3295650" y="5800725"/>
                </a:lnTo>
                <a:lnTo>
                  <a:pt x="3248025" y="5915025"/>
                </a:lnTo>
                <a:lnTo>
                  <a:pt x="3276600" y="6019800"/>
                </a:lnTo>
                <a:lnTo>
                  <a:pt x="3267075" y="6105525"/>
                </a:lnTo>
                <a:lnTo>
                  <a:pt x="3181350" y="6248400"/>
                </a:lnTo>
                <a:lnTo>
                  <a:pt x="3181350" y="6143625"/>
                </a:lnTo>
                <a:lnTo>
                  <a:pt x="3152775" y="6248400"/>
                </a:lnTo>
                <a:lnTo>
                  <a:pt x="3124200" y="6286500"/>
                </a:lnTo>
                <a:lnTo>
                  <a:pt x="3057525" y="6391275"/>
                </a:lnTo>
                <a:lnTo>
                  <a:pt x="3000375" y="6419850"/>
                </a:lnTo>
                <a:lnTo>
                  <a:pt x="2943225" y="6505575"/>
                </a:lnTo>
                <a:lnTo>
                  <a:pt x="2990850" y="6657975"/>
                </a:lnTo>
                <a:lnTo>
                  <a:pt x="2971800" y="6705600"/>
                </a:lnTo>
                <a:lnTo>
                  <a:pt x="2905125" y="6800850"/>
                </a:lnTo>
                <a:lnTo>
                  <a:pt x="2943225" y="6877050"/>
                </a:lnTo>
                <a:lnTo>
                  <a:pt x="2838450" y="6953250"/>
                </a:lnTo>
                <a:lnTo>
                  <a:pt x="2828925" y="7067550"/>
                </a:lnTo>
                <a:lnTo>
                  <a:pt x="2828925" y="7038975"/>
                </a:lnTo>
                <a:lnTo>
                  <a:pt x="2809875" y="7181850"/>
                </a:lnTo>
                <a:lnTo>
                  <a:pt x="2724150" y="7229475"/>
                </a:lnTo>
                <a:lnTo>
                  <a:pt x="2667000" y="7277100"/>
                </a:lnTo>
                <a:lnTo>
                  <a:pt x="2724150" y="7296150"/>
                </a:lnTo>
                <a:lnTo>
                  <a:pt x="2647950" y="7410450"/>
                </a:lnTo>
                <a:close/>
              </a:path>
            </a:pathLst>
          </a:custGeom>
          <a:solidFill>
            <a:srgbClr val="14729E">
              <a:alpha val="1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-3190875" y="-2133600"/>
            <a:ext cx="4267200" cy="8743950"/>
          </a:xfrm>
          <a:custGeom>
            <a:avLst/>
            <a:gdLst/>
            <a:ahLst/>
            <a:cxnLst/>
            <a:rect l="l" t="t" r="r" b="b"/>
            <a:pathLst>
              <a:path w="4267200" h="8743950">
                <a:moveTo>
                  <a:pt x="2981325" y="8743950"/>
                </a:moveTo>
                <a:lnTo>
                  <a:pt x="2914650" y="8686800"/>
                </a:lnTo>
                <a:lnTo>
                  <a:pt x="2962275" y="8458200"/>
                </a:lnTo>
                <a:lnTo>
                  <a:pt x="2943225" y="8439150"/>
                </a:lnTo>
                <a:lnTo>
                  <a:pt x="3095625" y="8391525"/>
                </a:lnTo>
                <a:lnTo>
                  <a:pt x="2886075" y="8429625"/>
                </a:lnTo>
                <a:lnTo>
                  <a:pt x="2952750" y="8372475"/>
                </a:lnTo>
                <a:lnTo>
                  <a:pt x="2771775" y="8296275"/>
                </a:lnTo>
                <a:lnTo>
                  <a:pt x="2676525" y="8191500"/>
                </a:lnTo>
                <a:lnTo>
                  <a:pt x="2752725" y="8258175"/>
                </a:lnTo>
                <a:lnTo>
                  <a:pt x="2466975" y="8077200"/>
                </a:lnTo>
                <a:lnTo>
                  <a:pt x="2390775" y="8058150"/>
                </a:lnTo>
                <a:lnTo>
                  <a:pt x="2400300" y="8048625"/>
                </a:lnTo>
                <a:lnTo>
                  <a:pt x="2419350" y="7886700"/>
                </a:lnTo>
                <a:lnTo>
                  <a:pt x="2295525" y="7820025"/>
                </a:lnTo>
                <a:lnTo>
                  <a:pt x="2266950" y="7753350"/>
                </a:lnTo>
                <a:lnTo>
                  <a:pt x="2209800" y="7639050"/>
                </a:lnTo>
                <a:lnTo>
                  <a:pt x="2343150" y="7629525"/>
                </a:lnTo>
                <a:lnTo>
                  <a:pt x="2181225" y="7534275"/>
                </a:lnTo>
                <a:lnTo>
                  <a:pt x="2047875" y="7620000"/>
                </a:lnTo>
                <a:lnTo>
                  <a:pt x="1952625" y="7534275"/>
                </a:lnTo>
                <a:lnTo>
                  <a:pt x="1914525" y="7372350"/>
                </a:lnTo>
                <a:lnTo>
                  <a:pt x="1724025" y="7400925"/>
                </a:lnTo>
                <a:lnTo>
                  <a:pt x="1666875" y="7324725"/>
                </a:lnTo>
                <a:lnTo>
                  <a:pt x="1628775" y="7172325"/>
                </a:lnTo>
                <a:lnTo>
                  <a:pt x="1619250" y="7200900"/>
                </a:lnTo>
                <a:lnTo>
                  <a:pt x="1485900" y="7181850"/>
                </a:lnTo>
                <a:lnTo>
                  <a:pt x="1409700" y="7077075"/>
                </a:lnTo>
                <a:lnTo>
                  <a:pt x="1390650" y="6962775"/>
                </a:lnTo>
                <a:lnTo>
                  <a:pt x="1333500" y="6972300"/>
                </a:lnTo>
                <a:lnTo>
                  <a:pt x="1285875" y="6896100"/>
                </a:lnTo>
                <a:lnTo>
                  <a:pt x="1257300" y="6762750"/>
                </a:lnTo>
                <a:lnTo>
                  <a:pt x="1228725" y="6791325"/>
                </a:lnTo>
                <a:lnTo>
                  <a:pt x="1209675" y="6638925"/>
                </a:lnTo>
                <a:lnTo>
                  <a:pt x="1209675" y="6629400"/>
                </a:lnTo>
                <a:lnTo>
                  <a:pt x="1133475" y="6553200"/>
                </a:lnTo>
                <a:lnTo>
                  <a:pt x="1152525" y="6467475"/>
                </a:lnTo>
                <a:lnTo>
                  <a:pt x="1181100" y="6429375"/>
                </a:lnTo>
                <a:lnTo>
                  <a:pt x="1114425" y="6343650"/>
                </a:lnTo>
                <a:lnTo>
                  <a:pt x="1076325" y="6229350"/>
                </a:lnTo>
                <a:lnTo>
                  <a:pt x="1133475" y="6210300"/>
                </a:lnTo>
                <a:lnTo>
                  <a:pt x="1066800" y="6115050"/>
                </a:lnTo>
                <a:lnTo>
                  <a:pt x="1047750" y="6038850"/>
                </a:lnTo>
                <a:lnTo>
                  <a:pt x="1057275" y="5991225"/>
                </a:lnTo>
                <a:lnTo>
                  <a:pt x="1009650" y="5924550"/>
                </a:lnTo>
                <a:lnTo>
                  <a:pt x="962025" y="5857875"/>
                </a:lnTo>
                <a:lnTo>
                  <a:pt x="981075" y="5695950"/>
                </a:lnTo>
                <a:lnTo>
                  <a:pt x="942975" y="5676900"/>
                </a:lnTo>
                <a:lnTo>
                  <a:pt x="885825" y="5591175"/>
                </a:lnTo>
                <a:lnTo>
                  <a:pt x="895350" y="5467350"/>
                </a:lnTo>
                <a:lnTo>
                  <a:pt x="847725" y="5410200"/>
                </a:lnTo>
                <a:lnTo>
                  <a:pt x="857250" y="5391150"/>
                </a:lnTo>
                <a:lnTo>
                  <a:pt x="828675" y="5248275"/>
                </a:lnTo>
                <a:lnTo>
                  <a:pt x="771525" y="5200650"/>
                </a:lnTo>
                <a:lnTo>
                  <a:pt x="771525" y="5076825"/>
                </a:lnTo>
                <a:lnTo>
                  <a:pt x="723900" y="5019675"/>
                </a:lnTo>
                <a:lnTo>
                  <a:pt x="742950" y="4981575"/>
                </a:lnTo>
                <a:lnTo>
                  <a:pt x="657225" y="4867275"/>
                </a:lnTo>
                <a:lnTo>
                  <a:pt x="714375" y="4819650"/>
                </a:lnTo>
                <a:lnTo>
                  <a:pt x="628650" y="4714875"/>
                </a:lnTo>
                <a:lnTo>
                  <a:pt x="638175" y="4619625"/>
                </a:lnTo>
                <a:lnTo>
                  <a:pt x="628650" y="4600575"/>
                </a:lnTo>
                <a:lnTo>
                  <a:pt x="619125" y="4533900"/>
                </a:lnTo>
                <a:lnTo>
                  <a:pt x="523875" y="4429125"/>
                </a:lnTo>
                <a:lnTo>
                  <a:pt x="533400" y="4343400"/>
                </a:lnTo>
                <a:lnTo>
                  <a:pt x="495300" y="4181475"/>
                </a:lnTo>
                <a:lnTo>
                  <a:pt x="466725" y="4076700"/>
                </a:lnTo>
                <a:lnTo>
                  <a:pt x="381000" y="3952875"/>
                </a:lnTo>
                <a:lnTo>
                  <a:pt x="333375" y="3819525"/>
                </a:lnTo>
                <a:lnTo>
                  <a:pt x="314325" y="3667125"/>
                </a:lnTo>
                <a:lnTo>
                  <a:pt x="314325" y="3724275"/>
                </a:lnTo>
                <a:lnTo>
                  <a:pt x="314325" y="3476625"/>
                </a:lnTo>
                <a:lnTo>
                  <a:pt x="276225" y="3400425"/>
                </a:lnTo>
                <a:lnTo>
                  <a:pt x="285750" y="3276600"/>
                </a:lnTo>
                <a:lnTo>
                  <a:pt x="352425" y="3190875"/>
                </a:lnTo>
                <a:lnTo>
                  <a:pt x="295275" y="3048000"/>
                </a:lnTo>
                <a:lnTo>
                  <a:pt x="161925" y="2895600"/>
                </a:lnTo>
                <a:lnTo>
                  <a:pt x="133350" y="2819400"/>
                </a:lnTo>
                <a:lnTo>
                  <a:pt x="142875" y="2714625"/>
                </a:lnTo>
                <a:lnTo>
                  <a:pt x="180975" y="2609850"/>
                </a:lnTo>
                <a:lnTo>
                  <a:pt x="295275" y="2619375"/>
                </a:lnTo>
                <a:lnTo>
                  <a:pt x="228600" y="2409825"/>
                </a:lnTo>
                <a:lnTo>
                  <a:pt x="142875" y="2286000"/>
                </a:lnTo>
                <a:lnTo>
                  <a:pt x="95250" y="2219325"/>
                </a:lnTo>
                <a:lnTo>
                  <a:pt x="66675" y="2028825"/>
                </a:lnTo>
                <a:lnTo>
                  <a:pt x="0" y="1962150"/>
                </a:lnTo>
                <a:lnTo>
                  <a:pt x="95250" y="1962150"/>
                </a:lnTo>
                <a:lnTo>
                  <a:pt x="114300" y="1847850"/>
                </a:lnTo>
                <a:lnTo>
                  <a:pt x="47625" y="1743075"/>
                </a:lnTo>
                <a:lnTo>
                  <a:pt x="123825" y="1704975"/>
                </a:lnTo>
                <a:lnTo>
                  <a:pt x="76200" y="1485900"/>
                </a:lnTo>
                <a:lnTo>
                  <a:pt x="66675" y="1343025"/>
                </a:lnTo>
                <a:lnTo>
                  <a:pt x="0" y="1228725"/>
                </a:lnTo>
                <a:lnTo>
                  <a:pt x="57150" y="1143000"/>
                </a:lnTo>
                <a:lnTo>
                  <a:pt x="76200" y="1000125"/>
                </a:lnTo>
                <a:lnTo>
                  <a:pt x="57150" y="952500"/>
                </a:lnTo>
                <a:lnTo>
                  <a:pt x="57150" y="809625"/>
                </a:lnTo>
                <a:lnTo>
                  <a:pt x="133350" y="781050"/>
                </a:lnTo>
                <a:lnTo>
                  <a:pt x="161925" y="847725"/>
                </a:lnTo>
                <a:lnTo>
                  <a:pt x="219075" y="771525"/>
                </a:lnTo>
                <a:lnTo>
                  <a:pt x="314325" y="800100"/>
                </a:lnTo>
                <a:lnTo>
                  <a:pt x="323850" y="723900"/>
                </a:lnTo>
                <a:lnTo>
                  <a:pt x="371475" y="714375"/>
                </a:lnTo>
                <a:lnTo>
                  <a:pt x="400050" y="647700"/>
                </a:lnTo>
                <a:lnTo>
                  <a:pt x="400050" y="657225"/>
                </a:lnTo>
                <a:lnTo>
                  <a:pt x="523875" y="552450"/>
                </a:lnTo>
                <a:lnTo>
                  <a:pt x="552450" y="552450"/>
                </a:lnTo>
                <a:lnTo>
                  <a:pt x="609600" y="476250"/>
                </a:lnTo>
                <a:lnTo>
                  <a:pt x="704850" y="476250"/>
                </a:lnTo>
                <a:lnTo>
                  <a:pt x="714375" y="485775"/>
                </a:lnTo>
                <a:lnTo>
                  <a:pt x="800100" y="438150"/>
                </a:lnTo>
                <a:lnTo>
                  <a:pt x="828675" y="419100"/>
                </a:lnTo>
                <a:lnTo>
                  <a:pt x="866775" y="361950"/>
                </a:lnTo>
                <a:lnTo>
                  <a:pt x="952500" y="381000"/>
                </a:lnTo>
                <a:lnTo>
                  <a:pt x="1000125" y="390525"/>
                </a:lnTo>
                <a:lnTo>
                  <a:pt x="1009650" y="361950"/>
                </a:lnTo>
                <a:lnTo>
                  <a:pt x="1019175" y="381000"/>
                </a:lnTo>
                <a:lnTo>
                  <a:pt x="1057275" y="295275"/>
                </a:lnTo>
                <a:lnTo>
                  <a:pt x="1095375" y="266700"/>
                </a:lnTo>
                <a:lnTo>
                  <a:pt x="1171575" y="238125"/>
                </a:lnTo>
                <a:lnTo>
                  <a:pt x="1257300" y="228600"/>
                </a:lnTo>
                <a:lnTo>
                  <a:pt x="1247775" y="219075"/>
                </a:lnTo>
                <a:lnTo>
                  <a:pt x="1276350" y="190500"/>
                </a:lnTo>
                <a:lnTo>
                  <a:pt x="1400175" y="114300"/>
                </a:lnTo>
                <a:lnTo>
                  <a:pt x="1438275" y="152400"/>
                </a:lnTo>
                <a:lnTo>
                  <a:pt x="1476375" y="76200"/>
                </a:lnTo>
                <a:lnTo>
                  <a:pt x="1524000" y="47625"/>
                </a:lnTo>
                <a:lnTo>
                  <a:pt x="1562100" y="66675"/>
                </a:lnTo>
                <a:lnTo>
                  <a:pt x="1609725" y="0"/>
                </a:lnTo>
                <a:lnTo>
                  <a:pt x="1733550" y="400050"/>
                </a:lnTo>
                <a:lnTo>
                  <a:pt x="1714500" y="314325"/>
                </a:lnTo>
                <a:lnTo>
                  <a:pt x="1781175" y="314325"/>
                </a:lnTo>
                <a:lnTo>
                  <a:pt x="1885950" y="466725"/>
                </a:lnTo>
                <a:lnTo>
                  <a:pt x="1981200" y="542925"/>
                </a:lnTo>
                <a:lnTo>
                  <a:pt x="2143125" y="571500"/>
                </a:lnTo>
                <a:lnTo>
                  <a:pt x="2105025" y="638175"/>
                </a:lnTo>
                <a:lnTo>
                  <a:pt x="2133600" y="771525"/>
                </a:lnTo>
                <a:lnTo>
                  <a:pt x="2076450" y="838200"/>
                </a:lnTo>
                <a:lnTo>
                  <a:pt x="2143125" y="781050"/>
                </a:lnTo>
                <a:lnTo>
                  <a:pt x="2219325" y="762000"/>
                </a:lnTo>
                <a:lnTo>
                  <a:pt x="2447925" y="771525"/>
                </a:lnTo>
                <a:lnTo>
                  <a:pt x="2381250" y="809625"/>
                </a:lnTo>
                <a:lnTo>
                  <a:pt x="2533650" y="1019175"/>
                </a:lnTo>
                <a:lnTo>
                  <a:pt x="2619375" y="1133475"/>
                </a:lnTo>
                <a:lnTo>
                  <a:pt x="2705100" y="1133475"/>
                </a:lnTo>
                <a:lnTo>
                  <a:pt x="2781300" y="1314450"/>
                </a:lnTo>
                <a:lnTo>
                  <a:pt x="2828925" y="1419225"/>
                </a:lnTo>
                <a:lnTo>
                  <a:pt x="3000375" y="1457325"/>
                </a:lnTo>
                <a:lnTo>
                  <a:pt x="3009900" y="1590675"/>
                </a:lnTo>
                <a:lnTo>
                  <a:pt x="3009900" y="1714500"/>
                </a:lnTo>
                <a:lnTo>
                  <a:pt x="3076575" y="1809750"/>
                </a:lnTo>
                <a:lnTo>
                  <a:pt x="3200400" y="1790700"/>
                </a:lnTo>
                <a:lnTo>
                  <a:pt x="3228975" y="1876425"/>
                </a:lnTo>
                <a:lnTo>
                  <a:pt x="3267075" y="1914525"/>
                </a:lnTo>
                <a:lnTo>
                  <a:pt x="3305175" y="1990725"/>
                </a:lnTo>
                <a:lnTo>
                  <a:pt x="3438525" y="2133600"/>
                </a:lnTo>
                <a:lnTo>
                  <a:pt x="3429000" y="2209800"/>
                </a:lnTo>
                <a:lnTo>
                  <a:pt x="3514725" y="2238375"/>
                </a:lnTo>
                <a:lnTo>
                  <a:pt x="3533775" y="2314575"/>
                </a:lnTo>
                <a:lnTo>
                  <a:pt x="3629025" y="2381250"/>
                </a:lnTo>
                <a:lnTo>
                  <a:pt x="3695700" y="2447925"/>
                </a:lnTo>
                <a:lnTo>
                  <a:pt x="3657600" y="2533650"/>
                </a:lnTo>
                <a:lnTo>
                  <a:pt x="3695700" y="2543175"/>
                </a:lnTo>
                <a:lnTo>
                  <a:pt x="3733800" y="2619375"/>
                </a:lnTo>
                <a:lnTo>
                  <a:pt x="3781425" y="2686050"/>
                </a:lnTo>
                <a:lnTo>
                  <a:pt x="3800475" y="2781300"/>
                </a:lnTo>
                <a:lnTo>
                  <a:pt x="3733800" y="2847975"/>
                </a:lnTo>
                <a:lnTo>
                  <a:pt x="3752850" y="2914650"/>
                </a:lnTo>
                <a:lnTo>
                  <a:pt x="3752850" y="3028950"/>
                </a:lnTo>
                <a:lnTo>
                  <a:pt x="3819525" y="3048000"/>
                </a:lnTo>
                <a:lnTo>
                  <a:pt x="3819525" y="3048000"/>
                </a:lnTo>
                <a:lnTo>
                  <a:pt x="3867150" y="3124200"/>
                </a:lnTo>
                <a:lnTo>
                  <a:pt x="3895725" y="3219450"/>
                </a:lnTo>
                <a:lnTo>
                  <a:pt x="3905250" y="3295650"/>
                </a:lnTo>
                <a:lnTo>
                  <a:pt x="3886200" y="3314700"/>
                </a:lnTo>
                <a:lnTo>
                  <a:pt x="3943350" y="3371850"/>
                </a:lnTo>
                <a:lnTo>
                  <a:pt x="3933825" y="3486150"/>
                </a:lnTo>
                <a:lnTo>
                  <a:pt x="3924300" y="3514725"/>
                </a:lnTo>
                <a:lnTo>
                  <a:pt x="3924300" y="3619500"/>
                </a:lnTo>
                <a:lnTo>
                  <a:pt x="3990975" y="3752850"/>
                </a:lnTo>
                <a:lnTo>
                  <a:pt x="3952875" y="3790950"/>
                </a:lnTo>
                <a:lnTo>
                  <a:pt x="4048125" y="3848100"/>
                </a:lnTo>
                <a:lnTo>
                  <a:pt x="4048125" y="3838575"/>
                </a:lnTo>
                <a:lnTo>
                  <a:pt x="4010025" y="3905250"/>
                </a:lnTo>
                <a:lnTo>
                  <a:pt x="4086225" y="4000500"/>
                </a:lnTo>
                <a:lnTo>
                  <a:pt x="4105275" y="4019550"/>
                </a:lnTo>
                <a:lnTo>
                  <a:pt x="4086225" y="4171950"/>
                </a:lnTo>
                <a:lnTo>
                  <a:pt x="4133850" y="4152900"/>
                </a:lnTo>
                <a:lnTo>
                  <a:pt x="4133850" y="4248150"/>
                </a:lnTo>
                <a:lnTo>
                  <a:pt x="4143375" y="4314825"/>
                </a:lnTo>
                <a:lnTo>
                  <a:pt x="4181475" y="4352925"/>
                </a:lnTo>
                <a:lnTo>
                  <a:pt x="4152900" y="4438650"/>
                </a:lnTo>
                <a:lnTo>
                  <a:pt x="4238625" y="4514850"/>
                </a:lnTo>
                <a:lnTo>
                  <a:pt x="4267200" y="4648200"/>
                </a:lnTo>
                <a:lnTo>
                  <a:pt x="4010025" y="4457700"/>
                </a:lnTo>
                <a:lnTo>
                  <a:pt x="3933825" y="4514850"/>
                </a:lnTo>
                <a:lnTo>
                  <a:pt x="3924300" y="4486275"/>
                </a:lnTo>
                <a:lnTo>
                  <a:pt x="3952875" y="4572000"/>
                </a:lnTo>
                <a:lnTo>
                  <a:pt x="3990975" y="4619625"/>
                </a:lnTo>
                <a:lnTo>
                  <a:pt x="3886200" y="4591050"/>
                </a:lnTo>
                <a:lnTo>
                  <a:pt x="4019550" y="4714875"/>
                </a:lnTo>
                <a:lnTo>
                  <a:pt x="3800475" y="4848225"/>
                </a:lnTo>
                <a:lnTo>
                  <a:pt x="4057650" y="4867275"/>
                </a:lnTo>
                <a:lnTo>
                  <a:pt x="3990975" y="5029200"/>
                </a:lnTo>
                <a:lnTo>
                  <a:pt x="3876675" y="5010150"/>
                </a:lnTo>
                <a:lnTo>
                  <a:pt x="3819525" y="5219700"/>
                </a:lnTo>
                <a:lnTo>
                  <a:pt x="4019550" y="5200650"/>
                </a:lnTo>
                <a:lnTo>
                  <a:pt x="4124325" y="5267325"/>
                </a:lnTo>
                <a:lnTo>
                  <a:pt x="4114800" y="5438775"/>
                </a:lnTo>
                <a:lnTo>
                  <a:pt x="4257675" y="5562600"/>
                </a:lnTo>
                <a:lnTo>
                  <a:pt x="4200525" y="5419725"/>
                </a:lnTo>
                <a:lnTo>
                  <a:pt x="4257675" y="5391150"/>
                </a:lnTo>
                <a:lnTo>
                  <a:pt x="4086225" y="5391150"/>
                </a:lnTo>
                <a:lnTo>
                  <a:pt x="4029075" y="5429250"/>
                </a:lnTo>
                <a:lnTo>
                  <a:pt x="4038600" y="5524500"/>
                </a:lnTo>
                <a:lnTo>
                  <a:pt x="4057650" y="5591175"/>
                </a:lnTo>
                <a:lnTo>
                  <a:pt x="4076700" y="5638800"/>
                </a:lnTo>
                <a:lnTo>
                  <a:pt x="4095750" y="5676900"/>
                </a:lnTo>
                <a:lnTo>
                  <a:pt x="4086225" y="5695950"/>
                </a:lnTo>
                <a:lnTo>
                  <a:pt x="4038600" y="5791200"/>
                </a:lnTo>
                <a:lnTo>
                  <a:pt x="4086225" y="5762625"/>
                </a:lnTo>
                <a:lnTo>
                  <a:pt x="3924300" y="5886450"/>
                </a:lnTo>
                <a:lnTo>
                  <a:pt x="4038600" y="5895975"/>
                </a:lnTo>
                <a:lnTo>
                  <a:pt x="4057650" y="5991225"/>
                </a:lnTo>
                <a:lnTo>
                  <a:pt x="4086225" y="6048375"/>
                </a:lnTo>
                <a:lnTo>
                  <a:pt x="3810000" y="6362700"/>
                </a:lnTo>
                <a:lnTo>
                  <a:pt x="4086225" y="6105525"/>
                </a:lnTo>
                <a:lnTo>
                  <a:pt x="4067175" y="6324600"/>
                </a:lnTo>
                <a:lnTo>
                  <a:pt x="3781425" y="6248400"/>
                </a:lnTo>
                <a:lnTo>
                  <a:pt x="3943350" y="6229350"/>
                </a:lnTo>
                <a:lnTo>
                  <a:pt x="3933825" y="6296025"/>
                </a:lnTo>
                <a:lnTo>
                  <a:pt x="3905250" y="6448425"/>
                </a:lnTo>
                <a:lnTo>
                  <a:pt x="3848100" y="6800850"/>
                </a:lnTo>
                <a:lnTo>
                  <a:pt x="3714750" y="6781800"/>
                </a:lnTo>
                <a:lnTo>
                  <a:pt x="3676650" y="6934200"/>
                </a:lnTo>
                <a:lnTo>
                  <a:pt x="3667125" y="7010400"/>
                </a:lnTo>
                <a:lnTo>
                  <a:pt x="3781425" y="7124700"/>
                </a:lnTo>
                <a:lnTo>
                  <a:pt x="3771900" y="7239000"/>
                </a:lnTo>
                <a:lnTo>
                  <a:pt x="3752850" y="7172325"/>
                </a:lnTo>
                <a:lnTo>
                  <a:pt x="3638550" y="7219950"/>
                </a:lnTo>
                <a:lnTo>
                  <a:pt x="3590925" y="7372350"/>
                </a:lnTo>
                <a:lnTo>
                  <a:pt x="3600450" y="7515225"/>
                </a:lnTo>
                <a:lnTo>
                  <a:pt x="3543300" y="7572375"/>
                </a:lnTo>
                <a:lnTo>
                  <a:pt x="3457575" y="7648575"/>
                </a:lnTo>
                <a:lnTo>
                  <a:pt x="3505200" y="7762875"/>
                </a:lnTo>
                <a:lnTo>
                  <a:pt x="3324225" y="7848600"/>
                </a:lnTo>
                <a:lnTo>
                  <a:pt x="3333750" y="7896225"/>
                </a:lnTo>
                <a:lnTo>
                  <a:pt x="3352800" y="8010525"/>
                </a:lnTo>
                <a:lnTo>
                  <a:pt x="3343275" y="8134350"/>
                </a:lnTo>
                <a:lnTo>
                  <a:pt x="3238500" y="8286750"/>
                </a:lnTo>
                <a:lnTo>
                  <a:pt x="3286125" y="8286750"/>
                </a:lnTo>
                <a:lnTo>
                  <a:pt x="3209925" y="8391525"/>
                </a:lnTo>
                <a:lnTo>
                  <a:pt x="3200400" y="8477250"/>
                </a:lnTo>
                <a:lnTo>
                  <a:pt x="3124200" y="8524875"/>
                </a:lnTo>
                <a:lnTo>
                  <a:pt x="3067050" y="8648700"/>
                </a:lnTo>
                <a:lnTo>
                  <a:pt x="3009900" y="8715375"/>
                </a:lnTo>
                <a:close/>
              </a:path>
            </a:pathLst>
          </a:custGeom>
          <a:solidFill>
            <a:srgbClr val="14729E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-3181350" y="-2133600"/>
            <a:ext cx="4238625" cy="8753475"/>
          </a:xfrm>
          <a:custGeom>
            <a:avLst/>
            <a:gdLst/>
            <a:ahLst/>
            <a:cxnLst/>
            <a:rect l="l" t="t" r="r" b="b"/>
            <a:pathLst>
              <a:path w="4238625" h="8753475">
                <a:moveTo>
                  <a:pt x="3019425" y="8753475"/>
                </a:moveTo>
                <a:lnTo>
                  <a:pt x="2847975" y="8486775"/>
                </a:lnTo>
                <a:lnTo>
                  <a:pt x="3248025" y="8420100"/>
                </a:lnTo>
                <a:lnTo>
                  <a:pt x="3181350" y="8267700"/>
                </a:lnTo>
                <a:lnTo>
                  <a:pt x="3095625" y="8410575"/>
                </a:lnTo>
                <a:lnTo>
                  <a:pt x="3019425" y="8353425"/>
                </a:lnTo>
                <a:lnTo>
                  <a:pt x="2886075" y="8343900"/>
                </a:lnTo>
                <a:lnTo>
                  <a:pt x="2790825" y="8324850"/>
                </a:lnTo>
                <a:lnTo>
                  <a:pt x="2686050" y="8210550"/>
                </a:lnTo>
                <a:lnTo>
                  <a:pt x="2667000" y="8096250"/>
                </a:lnTo>
                <a:lnTo>
                  <a:pt x="2609850" y="8162925"/>
                </a:lnTo>
                <a:lnTo>
                  <a:pt x="2552700" y="8162925"/>
                </a:lnTo>
                <a:lnTo>
                  <a:pt x="2438400" y="8048625"/>
                </a:lnTo>
                <a:lnTo>
                  <a:pt x="2466975" y="8010525"/>
                </a:lnTo>
                <a:lnTo>
                  <a:pt x="2466975" y="7934325"/>
                </a:lnTo>
                <a:lnTo>
                  <a:pt x="2428875" y="7762875"/>
                </a:lnTo>
                <a:lnTo>
                  <a:pt x="2219325" y="7620000"/>
                </a:lnTo>
                <a:lnTo>
                  <a:pt x="2114550" y="7581900"/>
                </a:lnTo>
                <a:lnTo>
                  <a:pt x="2124075" y="7553325"/>
                </a:lnTo>
                <a:lnTo>
                  <a:pt x="2038350" y="7477125"/>
                </a:lnTo>
                <a:lnTo>
                  <a:pt x="1952625" y="7543800"/>
                </a:lnTo>
                <a:lnTo>
                  <a:pt x="1819275" y="7362825"/>
                </a:lnTo>
                <a:lnTo>
                  <a:pt x="1800225" y="7400925"/>
                </a:lnTo>
                <a:lnTo>
                  <a:pt x="1762125" y="7334250"/>
                </a:lnTo>
                <a:lnTo>
                  <a:pt x="1638300" y="7200900"/>
                </a:lnTo>
                <a:lnTo>
                  <a:pt x="1562100" y="7067550"/>
                </a:lnTo>
                <a:lnTo>
                  <a:pt x="1438275" y="7029450"/>
                </a:lnTo>
                <a:lnTo>
                  <a:pt x="1447800" y="7058025"/>
                </a:lnTo>
                <a:lnTo>
                  <a:pt x="1447800" y="6991350"/>
                </a:lnTo>
                <a:lnTo>
                  <a:pt x="1390650" y="6934200"/>
                </a:lnTo>
                <a:lnTo>
                  <a:pt x="1314450" y="6905625"/>
                </a:lnTo>
                <a:lnTo>
                  <a:pt x="1257300" y="6829425"/>
                </a:lnTo>
                <a:lnTo>
                  <a:pt x="1219200" y="6715125"/>
                </a:lnTo>
                <a:lnTo>
                  <a:pt x="1209675" y="6696075"/>
                </a:lnTo>
                <a:lnTo>
                  <a:pt x="1190625" y="6696075"/>
                </a:lnTo>
                <a:lnTo>
                  <a:pt x="1209675" y="6572250"/>
                </a:lnTo>
                <a:lnTo>
                  <a:pt x="1143000" y="6543675"/>
                </a:lnTo>
                <a:lnTo>
                  <a:pt x="1143000" y="6381750"/>
                </a:lnTo>
                <a:lnTo>
                  <a:pt x="1085850" y="6305550"/>
                </a:lnTo>
                <a:lnTo>
                  <a:pt x="1143000" y="6286500"/>
                </a:lnTo>
                <a:lnTo>
                  <a:pt x="1076325" y="6162675"/>
                </a:lnTo>
                <a:lnTo>
                  <a:pt x="1019175" y="6153150"/>
                </a:lnTo>
                <a:lnTo>
                  <a:pt x="1028700" y="6105525"/>
                </a:lnTo>
                <a:lnTo>
                  <a:pt x="1028700" y="5953125"/>
                </a:lnTo>
                <a:lnTo>
                  <a:pt x="1047750" y="5924550"/>
                </a:lnTo>
                <a:lnTo>
                  <a:pt x="990600" y="5829300"/>
                </a:lnTo>
                <a:lnTo>
                  <a:pt x="933450" y="5734050"/>
                </a:lnTo>
                <a:lnTo>
                  <a:pt x="952500" y="5638800"/>
                </a:lnTo>
                <a:lnTo>
                  <a:pt x="876300" y="5553075"/>
                </a:lnTo>
                <a:lnTo>
                  <a:pt x="904875" y="5514975"/>
                </a:lnTo>
                <a:lnTo>
                  <a:pt x="876300" y="5419725"/>
                </a:lnTo>
                <a:lnTo>
                  <a:pt x="809625" y="5400675"/>
                </a:lnTo>
                <a:lnTo>
                  <a:pt x="838200" y="5276850"/>
                </a:lnTo>
                <a:lnTo>
                  <a:pt x="752475" y="5172075"/>
                </a:lnTo>
                <a:lnTo>
                  <a:pt x="781050" y="5105400"/>
                </a:lnTo>
                <a:lnTo>
                  <a:pt x="733425" y="5057775"/>
                </a:lnTo>
                <a:lnTo>
                  <a:pt x="733425" y="4933950"/>
                </a:lnTo>
                <a:lnTo>
                  <a:pt x="666750" y="4924425"/>
                </a:lnTo>
                <a:lnTo>
                  <a:pt x="638175" y="4762500"/>
                </a:lnTo>
                <a:lnTo>
                  <a:pt x="619125" y="4743450"/>
                </a:lnTo>
                <a:lnTo>
                  <a:pt x="647700" y="4686300"/>
                </a:lnTo>
                <a:lnTo>
                  <a:pt x="581025" y="4533900"/>
                </a:lnTo>
                <a:lnTo>
                  <a:pt x="542925" y="4543425"/>
                </a:lnTo>
                <a:lnTo>
                  <a:pt x="523875" y="4448175"/>
                </a:lnTo>
                <a:lnTo>
                  <a:pt x="571500" y="4333875"/>
                </a:lnTo>
                <a:lnTo>
                  <a:pt x="676275" y="4267200"/>
                </a:lnTo>
                <a:lnTo>
                  <a:pt x="590550" y="4143375"/>
                </a:lnTo>
                <a:lnTo>
                  <a:pt x="571500" y="4019550"/>
                </a:lnTo>
                <a:lnTo>
                  <a:pt x="390525" y="3867150"/>
                </a:lnTo>
                <a:lnTo>
                  <a:pt x="342900" y="3714750"/>
                </a:lnTo>
                <a:lnTo>
                  <a:pt x="438150" y="3590925"/>
                </a:lnTo>
                <a:lnTo>
                  <a:pt x="342900" y="3524250"/>
                </a:lnTo>
                <a:lnTo>
                  <a:pt x="295275" y="3429000"/>
                </a:lnTo>
                <a:lnTo>
                  <a:pt x="219075" y="3486150"/>
                </a:lnTo>
                <a:lnTo>
                  <a:pt x="47625" y="3267075"/>
                </a:lnTo>
                <a:lnTo>
                  <a:pt x="95250" y="3228975"/>
                </a:lnTo>
                <a:lnTo>
                  <a:pt x="133350" y="2895600"/>
                </a:lnTo>
                <a:lnTo>
                  <a:pt x="219075" y="2847975"/>
                </a:lnTo>
                <a:lnTo>
                  <a:pt x="123825" y="2762250"/>
                </a:lnTo>
                <a:lnTo>
                  <a:pt x="133350" y="2619375"/>
                </a:lnTo>
                <a:lnTo>
                  <a:pt x="257175" y="2543175"/>
                </a:lnTo>
                <a:lnTo>
                  <a:pt x="123825" y="2657475"/>
                </a:lnTo>
                <a:lnTo>
                  <a:pt x="142875" y="2381250"/>
                </a:lnTo>
                <a:lnTo>
                  <a:pt x="95250" y="2219325"/>
                </a:lnTo>
                <a:lnTo>
                  <a:pt x="47625" y="2095500"/>
                </a:lnTo>
                <a:lnTo>
                  <a:pt x="0" y="2009775"/>
                </a:lnTo>
                <a:lnTo>
                  <a:pt x="57150" y="2038350"/>
                </a:lnTo>
                <a:lnTo>
                  <a:pt x="85725" y="1838325"/>
                </a:lnTo>
                <a:lnTo>
                  <a:pt x="47625" y="1752600"/>
                </a:lnTo>
                <a:lnTo>
                  <a:pt x="57150" y="1638300"/>
                </a:lnTo>
                <a:lnTo>
                  <a:pt x="76200" y="1485900"/>
                </a:lnTo>
                <a:lnTo>
                  <a:pt x="38100" y="1362075"/>
                </a:lnTo>
                <a:lnTo>
                  <a:pt x="28575" y="1276350"/>
                </a:lnTo>
                <a:lnTo>
                  <a:pt x="19050" y="1181100"/>
                </a:lnTo>
                <a:lnTo>
                  <a:pt x="57150" y="1019175"/>
                </a:lnTo>
                <a:lnTo>
                  <a:pt x="76200" y="933450"/>
                </a:lnTo>
                <a:lnTo>
                  <a:pt x="95250" y="838200"/>
                </a:lnTo>
                <a:lnTo>
                  <a:pt x="152400" y="857250"/>
                </a:lnTo>
                <a:lnTo>
                  <a:pt x="142875" y="809625"/>
                </a:lnTo>
                <a:lnTo>
                  <a:pt x="266700" y="752475"/>
                </a:lnTo>
                <a:lnTo>
                  <a:pt x="285750" y="781050"/>
                </a:lnTo>
                <a:lnTo>
                  <a:pt x="323850" y="695325"/>
                </a:lnTo>
                <a:lnTo>
                  <a:pt x="314325" y="666750"/>
                </a:lnTo>
                <a:lnTo>
                  <a:pt x="419100" y="638175"/>
                </a:lnTo>
                <a:lnTo>
                  <a:pt x="381000" y="666750"/>
                </a:lnTo>
                <a:lnTo>
                  <a:pt x="514350" y="581025"/>
                </a:lnTo>
                <a:lnTo>
                  <a:pt x="514350" y="590550"/>
                </a:lnTo>
                <a:lnTo>
                  <a:pt x="628650" y="504825"/>
                </a:lnTo>
                <a:lnTo>
                  <a:pt x="647700" y="438150"/>
                </a:lnTo>
                <a:lnTo>
                  <a:pt x="695325" y="419100"/>
                </a:lnTo>
                <a:lnTo>
                  <a:pt x="771525" y="447675"/>
                </a:lnTo>
                <a:lnTo>
                  <a:pt x="847725" y="447675"/>
                </a:lnTo>
                <a:lnTo>
                  <a:pt x="895350" y="428625"/>
                </a:lnTo>
                <a:lnTo>
                  <a:pt x="876300" y="428625"/>
                </a:lnTo>
                <a:lnTo>
                  <a:pt x="981075" y="371475"/>
                </a:lnTo>
                <a:lnTo>
                  <a:pt x="962025" y="342900"/>
                </a:lnTo>
                <a:lnTo>
                  <a:pt x="1047750" y="352425"/>
                </a:lnTo>
                <a:lnTo>
                  <a:pt x="1038225" y="323850"/>
                </a:lnTo>
                <a:lnTo>
                  <a:pt x="1162050" y="314325"/>
                </a:lnTo>
                <a:lnTo>
                  <a:pt x="1209675" y="238125"/>
                </a:lnTo>
                <a:lnTo>
                  <a:pt x="1219200" y="228600"/>
                </a:lnTo>
                <a:lnTo>
                  <a:pt x="1228725" y="247650"/>
                </a:lnTo>
                <a:lnTo>
                  <a:pt x="1266825" y="161925"/>
                </a:lnTo>
                <a:lnTo>
                  <a:pt x="1381125" y="133350"/>
                </a:lnTo>
                <a:lnTo>
                  <a:pt x="1419225" y="142875"/>
                </a:lnTo>
                <a:lnTo>
                  <a:pt x="1400175" y="85725"/>
                </a:lnTo>
                <a:lnTo>
                  <a:pt x="1466850" y="104775"/>
                </a:lnTo>
                <a:lnTo>
                  <a:pt x="1504950" y="9525"/>
                </a:lnTo>
                <a:lnTo>
                  <a:pt x="1628775" y="0"/>
                </a:lnTo>
                <a:lnTo>
                  <a:pt x="1571625" y="76200"/>
                </a:lnTo>
                <a:lnTo>
                  <a:pt x="1781175" y="209550"/>
                </a:lnTo>
                <a:lnTo>
                  <a:pt x="1819275" y="409575"/>
                </a:lnTo>
                <a:lnTo>
                  <a:pt x="1885950" y="514350"/>
                </a:lnTo>
                <a:lnTo>
                  <a:pt x="1933575" y="409575"/>
                </a:lnTo>
                <a:lnTo>
                  <a:pt x="2009775" y="552450"/>
                </a:lnTo>
                <a:lnTo>
                  <a:pt x="2019300" y="581025"/>
                </a:lnTo>
                <a:lnTo>
                  <a:pt x="2085975" y="771525"/>
                </a:lnTo>
                <a:lnTo>
                  <a:pt x="2266950" y="990600"/>
                </a:lnTo>
                <a:lnTo>
                  <a:pt x="2362200" y="923925"/>
                </a:lnTo>
                <a:lnTo>
                  <a:pt x="2381250" y="819150"/>
                </a:lnTo>
                <a:lnTo>
                  <a:pt x="2428875" y="752475"/>
                </a:lnTo>
                <a:lnTo>
                  <a:pt x="2543175" y="952500"/>
                </a:lnTo>
                <a:lnTo>
                  <a:pt x="2552700" y="933450"/>
                </a:lnTo>
                <a:lnTo>
                  <a:pt x="2619375" y="1095375"/>
                </a:lnTo>
                <a:lnTo>
                  <a:pt x="2657475" y="1171575"/>
                </a:lnTo>
                <a:lnTo>
                  <a:pt x="2733675" y="1285875"/>
                </a:lnTo>
                <a:lnTo>
                  <a:pt x="2800350" y="1362075"/>
                </a:lnTo>
                <a:lnTo>
                  <a:pt x="2857500" y="1457325"/>
                </a:lnTo>
                <a:lnTo>
                  <a:pt x="3000375" y="1628775"/>
                </a:lnTo>
                <a:lnTo>
                  <a:pt x="3086100" y="1685925"/>
                </a:lnTo>
                <a:lnTo>
                  <a:pt x="3095625" y="1733550"/>
                </a:lnTo>
                <a:lnTo>
                  <a:pt x="3190875" y="1771650"/>
                </a:lnTo>
                <a:lnTo>
                  <a:pt x="3200400" y="1800225"/>
                </a:lnTo>
                <a:lnTo>
                  <a:pt x="3305175" y="1838325"/>
                </a:lnTo>
                <a:lnTo>
                  <a:pt x="3267075" y="1981200"/>
                </a:lnTo>
                <a:lnTo>
                  <a:pt x="3409950" y="2114550"/>
                </a:lnTo>
                <a:lnTo>
                  <a:pt x="3467100" y="2143125"/>
                </a:lnTo>
                <a:lnTo>
                  <a:pt x="3543300" y="2257425"/>
                </a:lnTo>
                <a:lnTo>
                  <a:pt x="3609975" y="2295525"/>
                </a:lnTo>
                <a:lnTo>
                  <a:pt x="3609975" y="2428875"/>
                </a:lnTo>
                <a:lnTo>
                  <a:pt x="3695700" y="2457450"/>
                </a:lnTo>
                <a:lnTo>
                  <a:pt x="3657600" y="2476500"/>
                </a:lnTo>
                <a:lnTo>
                  <a:pt x="3676650" y="2571750"/>
                </a:lnTo>
                <a:lnTo>
                  <a:pt x="3667125" y="2628900"/>
                </a:lnTo>
                <a:lnTo>
                  <a:pt x="3781425" y="2714625"/>
                </a:lnTo>
                <a:lnTo>
                  <a:pt x="3743325" y="2809875"/>
                </a:lnTo>
                <a:lnTo>
                  <a:pt x="3695700" y="2838450"/>
                </a:lnTo>
                <a:lnTo>
                  <a:pt x="3810000" y="2943225"/>
                </a:lnTo>
                <a:lnTo>
                  <a:pt x="3790950" y="2981325"/>
                </a:lnTo>
                <a:lnTo>
                  <a:pt x="3810000" y="3019425"/>
                </a:lnTo>
                <a:lnTo>
                  <a:pt x="3752850" y="3105150"/>
                </a:lnTo>
                <a:lnTo>
                  <a:pt x="3810000" y="3171825"/>
                </a:lnTo>
                <a:lnTo>
                  <a:pt x="3819525" y="3219450"/>
                </a:lnTo>
                <a:lnTo>
                  <a:pt x="3895725" y="3324225"/>
                </a:lnTo>
                <a:lnTo>
                  <a:pt x="3895725" y="3324225"/>
                </a:lnTo>
                <a:lnTo>
                  <a:pt x="3895725" y="3390900"/>
                </a:lnTo>
                <a:lnTo>
                  <a:pt x="3943350" y="3467100"/>
                </a:lnTo>
                <a:lnTo>
                  <a:pt x="3914775" y="3562350"/>
                </a:lnTo>
                <a:lnTo>
                  <a:pt x="3924300" y="3629025"/>
                </a:lnTo>
                <a:lnTo>
                  <a:pt x="3952875" y="3686175"/>
                </a:lnTo>
                <a:lnTo>
                  <a:pt x="4010025" y="3800475"/>
                </a:lnTo>
                <a:lnTo>
                  <a:pt x="3962400" y="3848100"/>
                </a:lnTo>
                <a:lnTo>
                  <a:pt x="4019550" y="3886200"/>
                </a:lnTo>
                <a:lnTo>
                  <a:pt x="3990975" y="3895725"/>
                </a:lnTo>
                <a:lnTo>
                  <a:pt x="4067175" y="3990975"/>
                </a:lnTo>
                <a:lnTo>
                  <a:pt x="4038600" y="4057650"/>
                </a:lnTo>
                <a:lnTo>
                  <a:pt x="4086225" y="4105275"/>
                </a:lnTo>
                <a:lnTo>
                  <a:pt x="4086225" y="4191000"/>
                </a:lnTo>
                <a:lnTo>
                  <a:pt x="4114800" y="4286250"/>
                </a:lnTo>
                <a:lnTo>
                  <a:pt x="4124325" y="4314825"/>
                </a:lnTo>
                <a:lnTo>
                  <a:pt x="4152900" y="4410075"/>
                </a:lnTo>
                <a:lnTo>
                  <a:pt x="4181475" y="4486275"/>
                </a:lnTo>
                <a:lnTo>
                  <a:pt x="4238625" y="4572000"/>
                </a:lnTo>
                <a:lnTo>
                  <a:pt x="4086225" y="4648200"/>
                </a:lnTo>
                <a:lnTo>
                  <a:pt x="4095750" y="4486275"/>
                </a:lnTo>
                <a:lnTo>
                  <a:pt x="4029075" y="4486275"/>
                </a:lnTo>
                <a:lnTo>
                  <a:pt x="3914775" y="4495800"/>
                </a:lnTo>
                <a:lnTo>
                  <a:pt x="3895725" y="4524375"/>
                </a:lnTo>
                <a:lnTo>
                  <a:pt x="4019550" y="4514850"/>
                </a:lnTo>
                <a:lnTo>
                  <a:pt x="4038600" y="4610100"/>
                </a:lnTo>
                <a:lnTo>
                  <a:pt x="4019550" y="4752975"/>
                </a:lnTo>
                <a:lnTo>
                  <a:pt x="3752850" y="4838700"/>
                </a:lnTo>
                <a:lnTo>
                  <a:pt x="3886200" y="4848225"/>
                </a:lnTo>
                <a:lnTo>
                  <a:pt x="3886200" y="5105400"/>
                </a:lnTo>
                <a:lnTo>
                  <a:pt x="3848100" y="5057775"/>
                </a:lnTo>
                <a:lnTo>
                  <a:pt x="3867150" y="5162550"/>
                </a:lnTo>
                <a:lnTo>
                  <a:pt x="3943350" y="5286375"/>
                </a:lnTo>
                <a:lnTo>
                  <a:pt x="4000500" y="5314950"/>
                </a:lnTo>
                <a:lnTo>
                  <a:pt x="4095750" y="5419725"/>
                </a:lnTo>
                <a:lnTo>
                  <a:pt x="4124325" y="5486400"/>
                </a:lnTo>
                <a:lnTo>
                  <a:pt x="3943350" y="5495925"/>
                </a:lnTo>
                <a:lnTo>
                  <a:pt x="3990975" y="5410200"/>
                </a:lnTo>
                <a:lnTo>
                  <a:pt x="4086225" y="5410200"/>
                </a:lnTo>
                <a:lnTo>
                  <a:pt x="4114800" y="5467350"/>
                </a:lnTo>
                <a:lnTo>
                  <a:pt x="4057650" y="5543550"/>
                </a:lnTo>
                <a:lnTo>
                  <a:pt x="4143375" y="5600700"/>
                </a:lnTo>
                <a:lnTo>
                  <a:pt x="4086225" y="5667375"/>
                </a:lnTo>
                <a:lnTo>
                  <a:pt x="4114800" y="5753100"/>
                </a:lnTo>
                <a:lnTo>
                  <a:pt x="4048125" y="5753100"/>
                </a:lnTo>
                <a:lnTo>
                  <a:pt x="4057650" y="5734050"/>
                </a:lnTo>
                <a:lnTo>
                  <a:pt x="4076700" y="5772150"/>
                </a:lnTo>
                <a:lnTo>
                  <a:pt x="4048125" y="5915025"/>
                </a:lnTo>
                <a:lnTo>
                  <a:pt x="4095750" y="5934075"/>
                </a:lnTo>
                <a:lnTo>
                  <a:pt x="4048125" y="6000750"/>
                </a:lnTo>
                <a:lnTo>
                  <a:pt x="4048125" y="6057900"/>
                </a:lnTo>
                <a:lnTo>
                  <a:pt x="3990975" y="5981700"/>
                </a:lnTo>
                <a:lnTo>
                  <a:pt x="3962400" y="6048375"/>
                </a:lnTo>
                <a:lnTo>
                  <a:pt x="3981450" y="6162675"/>
                </a:lnTo>
                <a:lnTo>
                  <a:pt x="3771900" y="6276975"/>
                </a:lnTo>
                <a:lnTo>
                  <a:pt x="3667125" y="6467475"/>
                </a:lnTo>
                <a:lnTo>
                  <a:pt x="3657600" y="6581775"/>
                </a:lnTo>
                <a:lnTo>
                  <a:pt x="3714750" y="6638925"/>
                </a:lnTo>
                <a:lnTo>
                  <a:pt x="3781425" y="6753225"/>
                </a:lnTo>
                <a:lnTo>
                  <a:pt x="3990975" y="6858000"/>
                </a:lnTo>
                <a:lnTo>
                  <a:pt x="3695700" y="6915150"/>
                </a:lnTo>
                <a:lnTo>
                  <a:pt x="3733800" y="6953250"/>
                </a:lnTo>
                <a:lnTo>
                  <a:pt x="3752850" y="7067550"/>
                </a:lnTo>
                <a:lnTo>
                  <a:pt x="3733800" y="7134225"/>
                </a:lnTo>
                <a:lnTo>
                  <a:pt x="3629025" y="7277100"/>
                </a:lnTo>
                <a:lnTo>
                  <a:pt x="3695700" y="7362825"/>
                </a:lnTo>
                <a:lnTo>
                  <a:pt x="3638550" y="7362825"/>
                </a:lnTo>
                <a:lnTo>
                  <a:pt x="3514725" y="7419975"/>
                </a:lnTo>
                <a:lnTo>
                  <a:pt x="3581400" y="7505700"/>
                </a:lnTo>
                <a:lnTo>
                  <a:pt x="3562350" y="7572375"/>
                </a:lnTo>
                <a:lnTo>
                  <a:pt x="3505200" y="7734300"/>
                </a:lnTo>
                <a:lnTo>
                  <a:pt x="3419475" y="7934325"/>
                </a:lnTo>
                <a:lnTo>
                  <a:pt x="3409950" y="8020050"/>
                </a:lnTo>
                <a:lnTo>
                  <a:pt x="3371850" y="8039100"/>
                </a:lnTo>
                <a:lnTo>
                  <a:pt x="3324225" y="8134350"/>
                </a:lnTo>
                <a:lnTo>
                  <a:pt x="3219450" y="8220075"/>
                </a:lnTo>
                <a:lnTo>
                  <a:pt x="3248025" y="8229600"/>
                </a:lnTo>
                <a:lnTo>
                  <a:pt x="3200400" y="8343900"/>
                </a:lnTo>
                <a:lnTo>
                  <a:pt x="3209925" y="8410575"/>
                </a:lnTo>
                <a:lnTo>
                  <a:pt x="3105150" y="8515350"/>
                </a:lnTo>
                <a:lnTo>
                  <a:pt x="3038475" y="8582025"/>
                </a:lnTo>
                <a:lnTo>
                  <a:pt x="3038475" y="8648700"/>
                </a:lnTo>
                <a:close/>
              </a:path>
            </a:pathLst>
          </a:custGeom>
          <a:solidFill>
            <a:srgbClr val="14729E">
              <a:alpha val="1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-1628775" y="723900"/>
            <a:ext cx="1781175" cy="3514725"/>
          </a:xfrm>
          <a:custGeom>
            <a:avLst/>
            <a:gdLst/>
            <a:ahLst/>
            <a:cxnLst/>
            <a:rect l="l" t="t" r="r" b="b"/>
            <a:pathLst>
              <a:path w="1781175" h="3514725">
                <a:moveTo>
                  <a:pt x="1209675" y="3476625"/>
                </a:moveTo>
                <a:lnTo>
                  <a:pt x="1362075" y="3514725"/>
                </a:lnTo>
                <a:lnTo>
                  <a:pt x="1162050" y="3409950"/>
                </a:lnTo>
                <a:lnTo>
                  <a:pt x="1285875" y="3400425"/>
                </a:lnTo>
                <a:lnTo>
                  <a:pt x="1219200" y="3333750"/>
                </a:lnTo>
                <a:lnTo>
                  <a:pt x="1095375" y="3295650"/>
                </a:lnTo>
                <a:lnTo>
                  <a:pt x="1133475" y="3267075"/>
                </a:lnTo>
                <a:lnTo>
                  <a:pt x="1066800" y="3295650"/>
                </a:lnTo>
                <a:lnTo>
                  <a:pt x="1038225" y="3286125"/>
                </a:lnTo>
                <a:lnTo>
                  <a:pt x="1000125" y="3295650"/>
                </a:lnTo>
                <a:lnTo>
                  <a:pt x="990600" y="3162300"/>
                </a:lnTo>
                <a:lnTo>
                  <a:pt x="962025" y="3181350"/>
                </a:lnTo>
                <a:lnTo>
                  <a:pt x="971550" y="3190875"/>
                </a:lnTo>
                <a:lnTo>
                  <a:pt x="962025" y="3171825"/>
                </a:lnTo>
                <a:lnTo>
                  <a:pt x="895350" y="3048000"/>
                </a:lnTo>
                <a:lnTo>
                  <a:pt x="857250" y="3095625"/>
                </a:lnTo>
                <a:lnTo>
                  <a:pt x="895350" y="3038475"/>
                </a:lnTo>
                <a:lnTo>
                  <a:pt x="723900" y="3048000"/>
                </a:lnTo>
                <a:lnTo>
                  <a:pt x="742950" y="2962275"/>
                </a:lnTo>
                <a:lnTo>
                  <a:pt x="771525" y="3009900"/>
                </a:lnTo>
                <a:lnTo>
                  <a:pt x="790575" y="2981325"/>
                </a:lnTo>
                <a:lnTo>
                  <a:pt x="742950" y="2990850"/>
                </a:lnTo>
                <a:lnTo>
                  <a:pt x="733425" y="2952750"/>
                </a:lnTo>
                <a:lnTo>
                  <a:pt x="714375" y="2857500"/>
                </a:lnTo>
                <a:lnTo>
                  <a:pt x="647700" y="2838450"/>
                </a:lnTo>
                <a:lnTo>
                  <a:pt x="676275" y="2867025"/>
                </a:lnTo>
                <a:lnTo>
                  <a:pt x="619125" y="2828925"/>
                </a:lnTo>
                <a:lnTo>
                  <a:pt x="561975" y="2762250"/>
                </a:lnTo>
                <a:lnTo>
                  <a:pt x="561975" y="2800350"/>
                </a:lnTo>
                <a:lnTo>
                  <a:pt x="533400" y="2771775"/>
                </a:lnTo>
                <a:lnTo>
                  <a:pt x="523875" y="2762250"/>
                </a:lnTo>
                <a:lnTo>
                  <a:pt x="495300" y="2705100"/>
                </a:lnTo>
                <a:lnTo>
                  <a:pt x="514350" y="2714625"/>
                </a:lnTo>
                <a:lnTo>
                  <a:pt x="438150" y="2705100"/>
                </a:lnTo>
                <a:lnTo>
                  <a:pt x="438150" y="2647950"/>
                </a:lnTo>
                <a:lnTo>
                  <a:pt x="438150" y="2590800"/>
                </a:lnTo>
                <a:lnTo>
                  <a:pt x="447675" y="2590800"/>
                </a:lnTo>
                <a:lnTo>
                  <a:pt x="476250" y="2581275"/>
                </a:lnTo>
                <a:lnTo>
                  <a:pt x="447675" y="2514600"/>
                </a:lnTo>
                <a:lnTo>
                  <a:pt x="457200" y="2486025"/>
                </a:lnTo>
                <a:lnTo>
                  <a:pt x="409575" y="2457450"/>
                </a:lnTo>
                <a:lnTo>
                  <a:pt x="447675" y="2409825"/>
                </a:lnTo>
                <a:lnTo>
                  <a:pt x="409575" y="2419350"/>
                </a:lnTo>
                <a:lnTo>
                  <a:pt x="400050" y="2362200"/>
                </a:lnTo>
                <a:lnTo>
                  <a:pt x="390525" y="2352675"/>
                </a:lnTo>
                <a:lnTo>
                  <a:pt x="390525" y="2295525"/>
                </a:lnTo>
                <a:lnTo>
                  <a:pt x="400050" y="2324100"/>
                </a:lnTo>
                <a:lnTo>
                  <a:pt x="352425" y="2286000"/>
                </a:lnTo>
                <a:lnTo>
                  <a:pt x="333375" y="2209800"/>
                </a:lnTo>
                <a:lnTo>
                  <a:pt x="333375" y="2200275"/>
                </a:lnTo>
                <a:lnTo>
                  <a:pt x="333375" y="2200275"/>
                </a:lnTo>
                <a:lnTo>
                  <a:pt x="352425" y="2171700"/>
                </a:lnTo>
                <a:lnTo>
                  <a:pt x="333375" y="2105025"/>
                </a:lnTo>
                <a:lnTo>
                  <a:pt x="314325" y="2105025"/>
                </a:lnTo>
                <a:lnTo>
                  <a:pt x="285750" y="2057400"/>
                </a:lnTo>
                <a:lnTo>
                  <a:pt x="304800" y="2028825"/>
                </a:lnTo>
                <a:lnTo>
                  <a:pt x="285750" y="1990725"/>
                </a:lnTo>
                <a:lnTo>
                  <a:pt x="257175" y="1990725"/>
                </a:lnTo>
                <a:lnTo>
                  <a:pt x="295275" y="1924050"/>
                </a:lnTo>
                <a:lnTo>
                  <a:pt x="276225" y="1895475"/>
                </a:lnTo>
                <a:lnTo>
                  <a:pt x="247650" y="1866900"/>
                </a:lnTo>
                <a:lnTo>
                  <a:pt x="228600" y="1819275"/>
                </a:lnTo>
                <a:lnTo>
                  <a:pt x="238125" y="1790700"/>
                </a:lnTo>
                <a:lnTo>
                  <a:pt x="247650" y="1781175"/>
                </a:lnTo>
                <a:lnTo>
                  <a:pt x="219075" y="1771650"/>
                </a:lnTo>
                <a:lnTo>
                  <a:pt x="95250" y="1628775"/>
                </a:lnTo>
                <a:lnTo>
                  <a:pt x="161925" y="1752600"/>
                </a:lnTo>
                <a:lnTo>
                  <a:pt x="133350" y="1581150"/>
                </a:lnTo>
                <a:lnTo>
                  <a:pt x="152400" y="1524000"/>
                </a:lnTo>
                <a:lnTo>
                  <a:pt x="171450" y="1514475"/>
                </a:lnTo>
                <a:lnTo>
                  <a:pt x="142875" y="1485900"/>
                </a:lnTo>
                <a:lnTo>
                  <a:pt x="133350" y="1419225"/>
                </a:lnTo>
                <a:lnTo>
                  <a:pt x="104775" y="1419225"/>
                </a:lnTo>
                <a:lnTo>
                  <a:pt x="76200" y="1304925"/>
                </a:lnTo>
                <a:lnTo>
                  <a:pt x="47625" y="1209675"/>
                </a:lnTo>
                <a:lnTo>
                  <a:pt x="76200" y="1209675"/>
                </a:lnTo>
                <a:lnTo>
                  <a:pt x="85725" y="1209675"/>
                </a:lnTo>
                <a:lnTo>
                  <a:pt x="85725" y="1171575"/>
                </a:lnTo>
                <a:lnTo>
                  <a:pt x="114300" y="1143000"/>
                </a:lnTo>
                <a:lnTo>
                  <a:pt x="104775" y="1095375"/>
                </a:lnTo>
                <a:lnTo>
                  <a:pt x="95250" y="1076325"/>
                </a:lnTo>
                <a:lnTo>
                  <a:pt x="66675" y="1019175"/>
                </a:lnTo>
                <a:lnTo>
                  <a:pt x="76200" y="904875"/>
                </a:lnTo>
                <a:lnTo>
                  <a:pt x="85725" y="828675"/>
                </a:lnTo>
                <a:lnTo>
                  <a:pt x="19050" y="838200"/>
                </a:lnTo>
                <a:lnTo>
                  <a:pt x="9525" y="819150"/>
                </a:lnTo>
                <a:lnTo>
                  <a:pt x="66675" y="847725"/>
                </a:lnTo>
                <a:lnTo>
                  <a:pt x="57150" y="781050"/>
                </a:lnTo>
                <a:lnTo>
                  <a:pt x="9525" y="762000"/>
                </a:lnTo>
                <a:lnTo>
                  <a:pt x="47625" y="733425"/>
                </a:lnTo>
                <a:lnTo>
                  <a:pt x="47625" y="638175"/>
                </a:lnTo>
                <a:lnTo>
                  <a:pt x="66675" y="590550"/>
                </a:lnTo>
                <a:lnTo>
                  <a:pt x="0" y="561975"/>
                </a:lnTo>
                <a:lnTo>
                  <a:pt x="19050" y="514350"/>
                </a:lnTo>
                <a:lnTo>
                  <a:pt x="38100" y="457200"/>
                </a:lnTo>
                <a:lnTo>
                  <a:pt x="66675" y="381000"/>
                </a:lnTo>
                <a:lnTo>
                  <a:pt x="47625" y="352425"/>
                </a:lnTo>
                <a:lnTo>
                  <a:pt x="76200" y="342900"/>
                </a:lnTo>
                <a:lnTo>
                  <a:pt x="114300" y="371475"/>
                </a:lnTo>
                <a:lnTo>
                  <a:pt x="142875" y="381000"/>
                </a:lnTo>
                <a:lnTo>
                  <a:pt x="95250" y="323850"/>
                </a:lnTo>
                <a:lnTo>
                  <a:pt x="123825" y="371475"/>
                </a:lnTo>
                <a:lnTo>
                  <a:pt x="123825" y="295275"/>
                </a:lnTo>
                <a:lnTo>
                  <a:pt x="171450" y="285750"/>
                </a:lnTo>
                <a:lnTo>
                  <a:pt x="180975" y="314325"/>
                </a:lnTo>
                <a:lnTo>
                  <a:pt x="190500" y="295275"/>
                </a:lnTo>
                <a:lnTo>
                  <a:pt x="247650" y="285750"/>
                </a:lnTo>
                <a:lnTo>
                  <a:pt x="228600" y="228600"/>
                </a:lnTo>
                <a:lnTo>
                  <a:pt x="295275" y="257175"/>
                </a:lnTo>
                <a:lnTo>
                  <a:pt x="276225" y="209550"/>
                </a:lnTo>
                <a:lnTo>
                  <a:pt x="323850" y="209550"/>
                </a:lnTo>
                <a:lnTo>
                  <a:pt x="323850" y="219075"/>
                </a:lnTo>
                <a:lnTo>
                  <a:pt x="323850" y="200025"/>
                </a:lnTo>
                <a:lnTo>
                  <a:pt x="371475" y="171450"/>
                </a:lnTo>
                <a:lnTo>
                  <a:pt x="361950" y="190500"/>
                </a:lnTo>
                <a:lnTo>
                  <a:pt x="361950" y="180975"/>
                </a:lnTo>
                <a:lnTo>
                  <a:pt x="428625" y="180975"/>
                </a:lnTo>
                <a:lnTo>
                  <a:pt x="409575" y="142875"/>
                </a:lnTo>
                <a:lnTo>
                  <a:pt x="447675" y="114300"/>
                </a:lnTo>
                <a:lnTo>
                  <a:pt x="485775" y="142875"/>
                </a:lnTo>
                <a:lnTo>
                  <a:pt x="495300" y="104775"/>
                </a:lnTo>
                <a:lnTo>
                  <a:pt x="533400" y="152400"/>
                </a:lnTo>
                <a:lnTo>
                  <a:pt x="533400" y="114300"/>
                </a:lnTo>
                <a:lnTo>
                  <a:pt x="552450" y="133350"/>
                </a:lnTo>
                <a:lnTo>
                  <a:pt x="552450" y="104775"/>
                </a:lnTo>
                <a:lnTo>
                  <a:pt x="571500" y="66675"/>
                </a:lnTo>
                <a:lnTo>
                  <a:pt x="590550" y="47625"/>
                </a:lnTo>
                <a:lnTo>
                  <a:pt x="619125" y="57150"/>
                </a:lnTo>
                <a:lnTo>
                  <a:pt x="638175" y="76200"/>
                </a:lnTo>
                <a:lnTo>
                  <a:pt x="590550" y="0"/>
                </a:lnTo>
                <a:lnTo>
                  <a:pt x="714375" y="152400"/>
                </a:lnTo>
                <a:lnTo>
                  <a:pt x="704850" y="180975"/>
                </a:lnTo>
                <a:lnTo>
                  <a:pt x="733425" y="200025"/>
                </a:lnTo>
                <a:lnTo>
                  <a:pt x="733425" y="200025"/>
                </a:lnTo>
                <a:lnTo>
                  <a:pt x="809625" y="323850"/>
                </a:lnTo>
                <a:lnTo>
                  <a:pt x="809625" y="304800"/>
                </a:lnTo>
                <a:lnTo>
                  <a:pt x="819150" y="333375"/>
                </a:lnTo>
                <a:lnTo>
                  <a:pt x="866775" y="390525"/>
                </a:lnTo>
                <a:lnTo>
                  <a:pt x="857250" y="314325"/>
                </a:lnTo>
                <a:lnTo>
                  <a:pt x="885825" y="352425"/>
                </a:lnTo>
                <a:lnTo>
                  <a:pt x="942975" y="333375"/>
                </a:lnTo>
                <a:lnTo>
                  <a:pt x="962025" y="361950"/>
                </a:lnTo>
                <a:lnTo>
                  <a:pt x="1038225" y="409575"/>
                </a:lnTo>
                <a:lnTo>
                  <a:pt x="1000125" y="457200"/>
                </a:lnTo>
                <a:lnTo>
                  <a:pt x="1057275" y="495300"/>
                </a:lnTo>
                <a:lnTo>
                  <a:pt x="1104900" y="609600"/>
                </a:lnTo>
                <a:lnTo>
                  <a:pt x="1133475" y="609600"/>
                </a:lnTo>
                <a:lnTo>
                  <a:pt x="1200150" y="619125"/>
                </a:lnTo>
                <a:lnTo>
                  <a:pt x="1162050" y="685800"/>
                </a:lnTo>
                <a:lnTo>
                  <a:pt x="1238250" y="704850"/>
                </a:lnTo>
                <a:lnTo>
                  <a:pt x="1257300" y="752475"/>
                </a:lnTo>
                <a:lnTo>
                  <a:pt x="1219200" y="733425"/>
                </a:lnTo>
                <a:lnTo>
                  <a:pt x="1257300" y="790575"/>
                </a:lnTo>
                <a:lnTo>
                  <a:pt x="1257300" y="752475"/>
                </a:lnTo>
                <a:lnTo>
                  <a:pt x="1285875" y="847725"/>
                </a:lnTo>
                <a:lnTo>
                  <a:pt x="1333500" y="904875"/>
                </a:lnTo>
                <a:lnTo>
                  <a:pt x="1352550" y="885825"/>
                </a:lnTo>
                <a:lnTo>
                  <a:pt x="1381125" y="952500"/>
                </a:lnTo>
                <a:lnTo>
                  <a:pt x="1400175" y="933450"/>
                </a:lnTo>
                <a:lnTo>
                  <a:pt x="1400175" y="990600"/>
                </a:lnTo>
                <a:lnTo>
                  <a:pt x="1457325" y="1009650"/>
                </a:lnTo>
                <a:lnTo>
                  <a:pt x="1409700" y="1009650"/>
                </a:lnTo>
                <a:lnTo>
                  <a:pt x="1457325" y="1085850"/>
                </a:lnTo>
                <a:lnTo>
                  <a:pt x="1457325" y="1047750"/>
                </a:lnTo>
                <a:lnTo>
                  <a:pt x="1466850" y="1085850"/>
                </a:lnTo>
                <a:lnTo>
                  <a:pt x="1504950" y="1133475"/>
                </a:lnTo>
                <a:lnTo>
                  <a:pt x="1466850" y="1181100"/>
                </a:lnTo>
                <a:lnTo>
                  <a:pt x="1457325" y="1219200"/>
                </a:lnTo>
                <a:lnTo>
                  <a:pt x="1476375" y="1190625"/>
                </a:lnTo>
                <a:lnTo>
                  <a:pt x="1514475" y="1200150"/>
                </a:lnTo>
                <a:lnTo>
                  <a:pt x="1524000" y="1238250"/>
                </a:lnTo>
                <a:lnTo>
                  <a:pt x="1524000" y="1295400"/>
                </a:lnTo>
                <a:lnTo>
                  <a:pt x="1524000" y="1295400"/>
                </a:lnTo>
                <a:lnTo>
                  <a:pt x="1533525" y="1304925"/>
                </a:lnTo>
                <a:lnTo>
                  <a:pt x="1524000" y="1343025"/>
                </a:lnTo>
                <a:lnTo>
                  <a:pt x="1552575" y="1381125"/>
                </a:lnTo>
                <a:lnTo>
                  <a:pt x="1533525" y="1428750"/>
                </a:lnTo>
                <a:lnTo>
                  <a:pt x="1552575" y="1447800"/>
                </a:lnTo>
                <a:lnTo>
                  <a:pt x="1562100" y="1466850"/>
                </a:lnTo>
                <a:lnTo>
                  <a:pt x="1581150" y="1524000"/>
                </a:lnTo>
                <a:lnTo>
                  <a:pt x="1543050" y="1514475"/>
                </a:lnTo>
                <a:lnTo>
                  <a:pt x="1581150" y="1571625"/>
                </a:lnTo>
                <a:lnTo>
                  <a:pt x="1562100" y="1600200"/>
                </a:lnTo>
                <a:lnTo>
                  <a:pt x="1609725" y="1590675"/>
                </a:lnTo>
                <a:lnTo>
                  <a:pt x="1562100" y="1581150"/>
                </a:lnTo>
                <a:lnTo>
                  <a:pt x="1590675" y="1647825"/>
                </a:lnTo>
                <a:lnTo>
                  <a:pt x="1581150" y="1666875"/>
                </a:lnTo>
                <a:lnTo>
                  <a:pt x="1628775" y="1685925"/>
                </a:lnTo>
                <a:lnTo>
                  <a:pt x="1628775" y="1724025"/>
                </a:lnTo>
                <a:lnTo>
                  <a:pt x="1638300" y="1714500"/>
                </a:lnTo>
                <a:lnTo>
                  <a:pt x="1628775" y="1781175"/>
                </a:lnTo>
                <a:lnTo>
                  <a:pt x="1657350" y="1809750"/>
                </a:lnTo>
                <a:lnTo>
                  <a:pt x="1666875" y="1809750"/>
                </a:lnTo>
                <a:lnTo>
                  <a:pt x="1781175" y="1990725"/>
                </a:lnTo>
                <a:lnTo>
                  <a:pt x="1762125" y="1704975"/>
                </a:lnTo>
                <a:lnTo>
                  <a:pt x="1685925" y="1771650"/>
                </a:lnTo>
                <a:lnTo>
                  <a:pt x="1524000" y="1800225"/>
                </a:lnTo>
                <a:lnTo>
                  <a:pt x="1552575" y="1847850"/>
                </a:lnTo>
                <a:lnTo>
                  <a:pt x="1562100" y="1895475"/>
                </a:lnTo>
                <a:lnTo>
                  <a:pt x="1533525" y="1895475"/>
                </a:lnTo>
                <a:lnTo>
                  <a:pt x="1590675" y="1924050"/>
                </a:lnTo>
                <a:lnTo>
                  <a:pt x="1581150" y="1866900"/>
                </a:lnTo>
                <a:lnTo>
                  <a:pt x="1666875" y="1971675"/>
                </a:lnTo>
                <a:lnTo>
                  <a:pt x="1581150" y="2009775"/>
                </a:lnTo>
                <a:lnTo>
                  <a:pt x="1533525" y="2009775"/>
                </a:lnTo>
                <a:lnTo>
                  <a:pt x="1495425" y="1971675"/>
                </a:lnTo>
                <a:lnTo>
                  <a:pt x="1590675" y="2038350"/>
                </a:lnTo>
                <a:lnTo>
                  <a:pt x="1628775" y="2114550"/>
                </a:lnTo>
                <a:lnTo>
                  <a:pt x="1581150" y="2171700"/>
                </a:lnTo>
                <a:lnTo>
                  <a:pt x="1647825" y="2152650"/>
                </a:lnTo>
                <a:lnTo>
                  <a:pt x="1666875" y="2133600"/>
                </a:lnTo>
                <a:lnTo>
                  <a:pt x="1619250" y="2257425"/>
                </a:lnTo>
                <a:lnTo>
                  <a:pt x="1600200" y="2152650"/>
                </a:lnTo>
                <a:lnTo>
                  <a:pt x="1609725" y="2162175"/>
                </a:lnTo>
                <a:lnTo>
                  <a:pt x="1638300" y="2171700"/>
                </a:lnTo>
                <a:lnTo>
                  <a:pt x="1609725" y="2200275"/>
                </a:lnTo>
                <a:lnTo>
                  <a:pt x="1590675" y="2266950"/>
                </a:lnTo>
                <a:lnTo>
                  <a:pt x="1628775" y="2295525"/>
                </a:lnTo>
                <a:lnTo>
                  <a:pt x="1619250" y="2305050"/>
                </a:lnTo>
                <a:lnTo>
                  <a:pt x="1638300" y="2324100"/>
                </a:lnTo>
                <a:lnTo>
                  <a:pt x="1600200" y="2343150"/>
                </a:lnTo>
                <a:lnTo>
                  <a:pt x="1533525" y="2343150"/>
                </a:lnTo>
                <a:lnTo>
                  <a:pt x="1552575" y="2390775"/>
                </a:lnTo>
                <a:lnTo>
                  <a:pt x="1590675" y="2390775"/>
                </a:lnTo>
                <a:lnTo>
                  <a:pt x="1590675" y="2390775"/>
                </a:lnTo>
                <a:lnTo>
                  <a:pt x="1419225" y="2362200"/>
                </a:lnTo>
                <a:lnTo>
                  <a:pt x="1352550" y="2438400"/>
                </a:lnTo>
                <a:lnTo>
                  <a:pt x="1466850" y="2438400"/>
                </a:lnTo>
                <a:lnTo>
                  <a:pt x="1485900" y="2476500"/>
                </a:lnTo>
                <a:lnTo>
                  <a:pt x="1514475" y="2476500"/>
                </a:lnTo>
                <a:lnTo>
                  <a:pt x="1466850" y="2619375"/>
                </a:lnTo>
                <a:lnTo>
                  <a:pt x="1485900" y="2657475"/>
                </a:lnTo>
                <a:lnTo>
                  <a:pt x="1495425" y="2667000"/>
                </a:lnTo>
                <a:lnTo>
                  <a:pt x="1524000" y="2705100"/>
                </a:lnTo>
                <a:lnTo>
                  <a:pt x="1466850" y="2771775"/>
                </a:lnTo>
                <a:lnTo>
                  <a:pt x="1457325" y="2828925"/>
                </a:lnTo>
                <a:lnTo>
                  <a:pt x="1476375" y="2847975"/>
                </a:lnTo>
                <a:lnTo>
                  <a:pt x="1485900" y="2819400"/>
                </a:lnTo>
                <a:lnTo>
                  <a:pt x="1447800" y="2876550"/>
                </a:lnTo>
                <a:lnTo>
                  <a:pt x="1438275" y="2924175"/>
                </a:lnTo>
                <a:lnTo>
                  <a:pt x="1438275" y="2943225"/>
                </a:lnTo>
                <a:lnTo>
                  <a:pt x="1381125" y="3067050"/>
                </a:lnTo>
                <a:lnTo>
                  <a:pt x="1400175" y="3067050"/>
                </a:lnTo>
                <a:lnTo>
                  <a:pt x="1457325" y="3086100"/>
                </a:lnTo>
                <a:lnTo>
                  <a:pt x="1333500" y="3086100"/>
                </a:lnTo>
                <a:lnTo>
                  <a:pt x="1352550" y="3086100"/>
                </a:lnTo>
                <a:lnTo>
                  <a:pt x="1323975" y="3105150"/>
                </a:lnTo>
                <a:lnTo>
                  <a:pt x="1314450" y="3133725"/>
                </a:lnTo>
                <a:lnTo>
                  <a:pt x="1304925" y="3228975"/>
                </a:lnTo>
                <a:lnTo>
                  <a:pt x="1238250" y="3248025"/>
                </a:lnTo>
                <a:lnTo>
                  <a:pt x="1266825" y="3305175"/>
                </a:lnTo>
                <a:lnTo>
                  <a:pt x="1238250" y="3314700"/>
                </a:lnTo>
                <a:lnTo>
                  <a:pt x="1257300" y="3352800"/>
                </a:lnTo>
                <a:lnTo>
                  <a:pt x="1219200" y="3381375"/>
                </a:lnTo>
                <a:lnTo>
                  <a:pt x="1228725" y="3381375"/>
                </a:lnTo>
                <a:lnTo>
                  <a:pt x="1190625" y="3448050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-2305050" y="-619125"/>
            <a:ext cx="2333625" cy="4352925"/>
          </a:xfrm>
          <a:custGeom>
            <a:avLst/>
            <a:gdLst/>
            <a:ahLst/>
            <a:cxnLst/>
            <a:rect l="l" t="t" r="r" b="b"/>
            <a:pathLst>
              <a:path w="2333625" h="4352925">
                <a:moveTo>
                  <a:pt x="1543050" y="4352925"/>
                </a:moveTo>
                <a:lnTo>
                  <a:pt x="1638300" y="4267200"/>
                </a:lnTo>
                <a:lnTo>
                  <a:pt x="1571625" y="4219575"/>
                </a:lnTo>
                <a:lnTo>
                  <a:pt x="1485900" y="4191000"/>
                </a:lnTo>
                <a:lnTo>
                  <a:pt x="1609725" y="4171950"/>
                </a:lnTo>
                <a:lnTo>
                  <a:pt x="1533525" y="4010025"/>
                </a:lnTo>
                <a:lnTo>
                  <a:pt x="1428750" y="4114800"/>
                </a:lnTo>
                <a:lnTo>
                  <a:pt x="1466850" y="4114800"/>
                </a:lnTo>
                <a:lnTo>
                  <a:pt x="1381125" y="4067175"/>
                </a:lnTo>
                <a:lnTo>
                  <a:pt x="1390650" y="4114800"/>
                </a:lnTo>
                <a:lnTo>
                  <a:pt x="1400175" y="3952875"/>
                </a:lnTo>
                <a:lnTo>
                  <a:pt x="1304925" y="4000500"/>
                </a:lnTo>
                <a:lnTo>
                  <a:pt x="1257300" y="4010025"/>
                </a:lnTo>
                <a:lnTo>
                  <a:pt x="1304925" y="3857625"/>
                </a:lnTo>
                <a:lnTo>
                  <a:pt x="1314450" y="3933825"/>
                </a:lnTo>
                <a:lnTo>
                  <a:pt x="1238250" y="3867150"/>
                </a:lnTo>
                <a:lnTo>
                  <a:pt x="1181100" y="3829050"/>
                </a:lnTo>
                <a:lnTo>
                  <a:pt x="981075" y="3829050"/>
                </a:lnTo>
                <a:lnTo>
                  <a:pt x="981075" y="3771900"/>
                </a:lnTo>
                <a:lnTo>
                  <a:pt x="990600" y="3829050"/>
                </a:lnTo>
                <a:lnTo>
                  <a:pt x="1019175" y="3752850"/>
                </a:lnTo>
                <a:lnTo>
                  <a:pt x="962025" y="3638550"/>
                </a:lnTo>
                <a:lnTo>
                  <a:pt x="923925" y="3676650"/>
                </a:lnTo>
                <a:lnTo>
                  <a:pt x="866775" y="3581400"/>
                </a:lnTo>
                <a:lnTo>
                  <a:pt x="866775" y="3581400"/>
                </a:lnTo>
                <a:lnTo>
                  <a:pt x="857250" y="3476625"/>
                </a:lnTo>
                <a:lnTo>
                  <a:pt x="800100" y="3476625"/>
                </a:lnTo>
                <a:lnTo>
                  <a:pt x="771525" y="3486150"/>
                </a:lnTo>
                <a:lnTo>
                  <a:pt x="752475" y="3505200"/>
                </a:lnTo>
                <a:lnTo>
                  <a:pt x="752475" y="3448050"/>
                </a:lnTo>
                <a:lnTo>
                  <a:pt x="695325" y="3429000"/>
                </a:lnTo>
                <a:lnTo>
                  <a:pt x="695325" y="3352800"/>
                </a:lnTo>
                <a:lnTo>
                  <a:pt x="695325" y="3362325"/>
                </a:lnTo>
                <a:lnTo>
                  <a:pt x="695325" y="3362325"/>
                </a:lnTo>
                <a:lnTo>
                  <a:pt x="685800" y="3314700"/>
                </a:lnTo>
                <a:lnTo>
                  <a:pt x="657225" y="3276600"/>
                </a:lnTo>
                <a:lnTo>
                  <a:pt x="628650" y="3257550"/>
                </a:lnTo>
                <a:lnTo>
                  <a:pt x="647700" y="3219450"/>
                </a:lnTo>
                <a:lnTo>
                  <a:pt x="590550" y="3152775"/>
                </a:lnTo>
                <a:lnTo>
                  <a:pt x="571500" y="3152775"/>
                </a:lnTo>
                <a:lnTo>
                  <a:pt x="600075" y="3057525"/>
                </a:lnTo>
                <a:lnTo>
                  <a:pt x="542925" y="3028950"/>
                </a:lnTo>
                <a:lnTo>
                  <a:pt x="590550" y="2971800"/>
                </a:lnTo>
                <a:lnTo>
                  <a:pt x="552450" y="2952750"/>
                </a:lnTo>
                <a:lnTo>
                  <a:pt x="552450" y="2943225"/>
                </a:lnTo>
                <a:lnTo>
                  <a:pt x="533400" y="2876550"/>
                </a:lnTo>
                <a:lnTo>
                  <a:pt x="533400" y="2867025"/>
                </a:lnTo>
                <a:lnTo>
                  <a:pt x="533400" y="2819400"/>
                </a:lnTo>
                <a:lnTo>
                  <a:pt x="514350" y="2771775"/>
                </a:lnTo>
                <a:lnTo>
                  <a:pt x="495300" y="2752725"/>
                </a:lnTo>
                <a:lnTo>
                  <a:pt x="466725" y="2724150"/>
                </a:lnTo>
                <a:lnTo>
                  <a:pt x="495300" y="2695575"/>
                </a:lnTo>
                <a:lnTo>
                  <a:pt x="438150" y="2638425"/>
                </a:lnTo>
                <a:lnTo>
                  <a:pt x="466725" y="2590800"/>
                </a:lnTo>
                <a:lnTo>
                  <a:pt x="457200" y="2533650"/>
                </a:lnTo>
                <a:lnTo>
                  <a:pt x="438150" y="2543175"/>
                </a:lnTo>
                <a:lnTo>
                  <a:pt x="400050" y="2486025"/>
                </a:lnTo>
                <a:lnTo>
                  <a:pt x="409575" y="2447925"/>
                </a:lnTo>
                <a:lnTo>
                  <a:pt x="371475" y="2428875"/>
                </a:lnTo>
                <a:lnTo>
                  <a:pt x="400050" y="2390775"/>
                </a:lnTo>
                <a:lnTo>
                  <a:pt x="381000" y="2305050"/>
                </a:lnTo>
                <a:lnTo>
                  <a:pt x="371475" y="2305050"/>
                </a:lnTo>
                <a:lnTo>
                  <a:pt x="333375" y="2247900"/>
                </a:lnTo>
                <a:lnTo>
                  <a:pt x="342900" y="2219325"/>
                </a:lnTo>
                <a:lnTo>
                  <a:pt x="295275" y="2162175"/>
                </a:lnTo>
                <a:lnTo>
                  <a:pt x="104775" y="2228850"/>
                </a:lnTo>
                <a:lnTo>
                  <a:pt x="219075" y="2095500"/>
                </a:lnTo>
                <a:lnTo>
                  <a:pt x="314325" y="2057400"/>
                </a:lnTo>
                <a:lnTo>
                  <a:pt x="257175" y="1943100"/>
                </a:lnTo>
                <a:lnTo>
                  <a:pt x="209550" y="1866900"/>
                </a:lnTo>
                <a:lnTo>
                  <a:pt x="219075" y="1724025"/>
                </a:lnTo>
                <a:lnTo>
                  <a:pt x="219075" y="1790700"/>
                </a:lnTo>
                <a:lnTo>
                  <a:pt x="200025" y="1704975"/>
                </a:lnTo>
                <a:lnTo>
                  <a:pt x="104775" y="1771650"/>
                </a:lnTo>
                <a:lnTo>
                  <a:pt x="85725" y="1676400"/>
                </a:lnTo>
                <a:lnTo>
                  <a:pt x="85725" y="1543050"/>
                </a:lnTo>
                <a:lnTo>
                  <a:pt x="133350" y="1495425"/>
                </a:lnTo>
                <a:lnTo>
                  <a:pt x="152400" y="1476375"/>
                </a:lnTo>
                <a:lnTo>
                  <a:pt x="123825" y="1419225"/>
                </a:lnTo>
                <a:lnTo>
                  <a:pt x="133350" y="1390650"/>
                </a:lnTo>
                <a:lnTo>
                  <a:pt x="209550" y="1314450"/>
                </a:lnTo>
                <a:lnTo>
                  <a:pt x="142875" y="1152525"/>
                </a:lnTo>
                <a:lnTo>
                  <a:pt x="0" y="1247775"/>
                </a:lnTo>
                <a:lnTo>
                  <a:pt x="9525" y="1228725"/>
                </a:lnTo>
                <a:lnTo>
                  <a:pt x="95250" y="1066800"/>
                </a:lnTo>
                <a:lnTo>
                  <a:pt x="66675" y="1009650"/>
                </a:lnTo>
                <a:lnTo>
                  <a:pt x="114300" y="971550"/>
                </a:lnTo>
                <a:lnTo>
                  <a:pt x="142875" y="923925"/>
                </a:lnTo>
                <a:lnTo>
                  <a:pt x="104775" y="923925"/>
                </a:lnTo>
                <a:lnTo>
                  <a:pt x="85725" y="857250"/>
                </a:lnTo>
                <a:lnTo>
                  <a:pt x="142875" y="762000"/>
                </a:lnTo>
                <a:lnTo>
                  <a:pt x="85725" y="714375"/>
                </a:lnTo>
                <a:lnTo>
                  <a:pt x="66675" y="619125"/>
                </a:lnTo>
                <a:lnTo>
                  <a:pt x="85725" y="600075"/>
                </a:lnTo>
                <a:lnTo>
                  <a:pt x="95250" y="523875"/>
                </a:lnTo>
                <a:lnTo>
                  <a:pt x="57150" y="438150"/>
                </a:lnTo>
                <a:lnTo>
                  <a:pt x="66675" y="447675"/>
                </a:lnTo>
                <a:lnTo>
                  <a:pt x="114300" y="381000"/>
                </a:lnTo>
                <a:lnTo>
                  <a:pt x="161925" y="400050"/>
                </a:lnTo>
                <a:lnTo>
                  <a:pt x="161925" y="400050"/>
                </a:lnTo>
                <a:lnTo>
                  <a:pt x="171450" y="381000"/>
                </a:lnTo>
                <a:lnTo>
                  <a:pt x="209550" y="381000"/>
                </a:lnTo>
                <a:lnTo>
                  <a:pt x="228600" y="371475"/>
                </a:lnTo>
                <a:lnTo>
                  <a:pt x="238125" y="352425"/>
                </a:lnTo>
                <a:lnTo>
                  <a:pt x="257175" y="323850"/>
                </a:lnTo>
                <a:lnTo>
                  <a:pt x="304800" y="314325"/>
                </a:lnTo>
                <a:lnTo>
                  <a:pt x="295275" y="276225"/>
                </a:lnTo>
                <a:lnTo>
                  <a:pt x="342900" y="285750"/>
                </a:lnTo>
                <a:lnTo>
                  <a:pt x="361950" y="238125"/>
                </a:lnTo>
                <a:lnTo>
                  <a:pt x="438150" y="247650"/>
                </a:lnTo>
                <a:lnTo>
                  <a:pt x="447675" y="200025"/>
                </a:lnTo>
                <a:lnTo>
                  <a:pt x="438150" y="219075"/>
                </a:lnTo>
                <a:lnTo>
                  <a:pt x="504825" y="228600"/>
                </a:lnTo>
                <a:lnTo>
                  <a:pt x="514350" y="190500"/>
                </a:lnTo>
                <a:lnTo>
                  <a:pt x="495300" y="200025"/>
                </a:lnTo>
                <a:lnTo>
                  <a:pt x="533400" y="228600"/>
                </a:lnTo>
                <a:lnTo>
                  <a:pt x="590550" y="200025"/>
                </a:lnTo>
                <a:lnTo>
                  <a:pt x="571500" y="209550"/>
                </a:lnTo>
                <a:lnTo>
                  <a:pt x="609600" y="180975"/>
                </a:lnTo>
                <a:lnTo>
                  <a:pt x="619125" y="152400"/>
                </a:lnTo>
                <a:lnTo>
                  <a:pt x="695325" y="114300"/>
                </a:lnTo>
                <a:lnTo>
                  <a:pt x="666750" y="95250"/>
                </a:lnTo>
                <a:lnTo>
                  <a:pt x="733425" y="85725"/>
                </a:lnTo>
                <a:lnTo>
                  <a:pt x="762000" y="95250"/>
                </a:lnTo>
                <a:lnTo>
                  <a:pt x="742950" y="85725"/>
                </a:lnTo>
                <a:lnTo>
                  <a:pt x="781050" y="76200"/>
                </a:lnTo>
                <a:lnTo>
                  <a:pt x="771525" y="19050"/>
                </a:lnTo>
                <a:lnTo>
                  <a:pt x="800100" y="38100"/>
                </a:lnTo>
                <a:lnTo>
                  <a:pt x="857250" y="0"/>
                </a:lnTo>
                <a:lnTo>
                  <a:pt x="933450" y="190500"/>
                </a:lnTo>
                <a:lnTo>
                  <a:pt x="914400" y="47625"/>
                </a:lnTo>
                <a:lnTo>
                  <a:pt x="828675" y="285750"/>
                </a:lnTo>
                <a:lnTo>
                  <a:pt x="981075" y="257175"/>
                </a:lnTo>
                <a:lnTo>
                  <a:pt x="1047750" y="285750"/>
                </a:lnTo>
                <a:lnTo>
                  <a:pt x="1066800" y="314325"/>
                </a:lnTo>
                <a:lnTo>
                  <a:pt x="1085850" y="352425"/>
                </a:lnTo>
                <a:lnTo>
                  <a:pt x="1114425" y="390525"/>
                </a:lnTo>
                <a:lnTo>
                  <a:pt x="1162050" y="447675"/>
                </a:lnTo>
                <a:lnTo>
                  <a:pt x="1200150" y="371475"/>
                </a:lnTo>
                <a:lnTo>
                  <a:pt x="1190625" y="457200"/>
                </a:lnTo>
                <a:lnTo>
                  <a:pt x="1247775" y="400050"/>
                </a:lnTo>
                <a:lnTo>
                  <a:pt x="1257300" y="495300"/>
                </a:lnTo>
                <a:lnTo>
                  <a:pt x="1266825" y="504825"/>
                </a:lnTo>
                <a:lnTo>
                  <a:pt x="1333500" y="533400"/>
                </a:lnTo>
                <a:lnTo>
                  <a:pt x="1352550" y="619125"/>
                </a:lnTo>
                <a:lnTo>
                  <a:pt x="1447800" y="704850"/>
                </a:lnTo>
                <a:lnTo>
                  <a:pt x="1466850" y="752475"/>
                </a:lnTo>
                <a:lnTo>
                  <a:pt x="1552575" y="847725"/>
                </a:lnTo>
                <a:lnTo>
                  <a:pt x="1543050" y="800100"/>
                </a:lnTo>
                <a:lnTo>
                  <a:pt x="1581150" y="771525"/>
                </a:lnTo>
                <a:lnTo>
                  <a:pt x="1609725" y="838200"/>
                </a:lnTo>
                <a:lnTo>
                  <a:pt x="1657350" y="895350"/>
                </a:lnTo>
                <a:lnTo>
                  <a:pt x="1657350" y="914400"/>
                </a:lnTo>
                <a:lnTo>
                  <a:pt x="1733550" y="952500"/>
                </a:lnTo>
                <a:lnTo>
                  <a:pt x="1771650" y="1009650"/>
                </a:lnTo>
                <a:lnTo>
                  <a:pt x="1800225" y="1066800"/>
                </a:lnTo>
                <a:lnTo>
                  <a:pt x="1781175" y="1104900"/>
                </a:lnTo>
                <a:lnTo>
                  <a:pt x="1809750" y="1114425"/>
                </a:lnTo>
                <a:lnTo>
                  <a:pt x="1857375" y="1181100"/>
                </a:lnTo>
                <a:lnTo>
                  <a:pt x="1857375" y="1228725"/>
                </a:lnTo>
                <a:lnTo>
                  <a:pt x="1914525" y="1247775"/>
                </a:lnTo>
                <a:lnTo>
                  <a:pt x="1866900" y="1266825"/>
                </a:lnTo>
                <a:lnTo>
                  <a:pt x="1885950" y="1304925"/>
                </a:lnTo>
                <a:lnTo>
                  <a:pt x="1914525" y="1323975"/>
                </a:lnTo>
                <a:lnTo>
                  <a:pt x="1885950" y="1381125"/>
                </a:lnTo>
                <a:lnTo>
                  <a:pt x="1924050" y="1371600"/>
                </a:lnTo>
                <a:lnTo>
                  <a:pt x="1952625" y="1428750"/>
                </a:lnTo>
                <a:lnTo>
                  <a:pt x="1933575" y="1495425"/>
                </a:lnTo>
                <a:lnTo>
                  <a:pt x="1905000" y="1504950"/>
                </a:lnTo>
                <a:lnTo>
                  <a:pt x="1933575" y="1543050"/>
                </a:lnTo>
                <a:lnTo>
                  <a:pt x="1933575" y="1571625"/>
                </a:lnTo>
                <a:lnTo>
                  <a:pt x="1952625" y="1562100"/>
                </a:lnTo>
                <a:lnTo>
                  <a:pt x="1990725" y="1628775"/>
                </a:lnTo>
                <a:lnTo>
                  <a:pt x="1971675" y="1657350"/>
                </a:lnTo>
                <a:lnTo>
                  <a:pt x="2000250" y="1704975"/>
                </a:lnTo>
                <a:lnTo>
                  <a:pt x="1971675" y="1704975"/>
                </a:lnTo>
                <a:lnTo>
                  <a:pt x="2009775" y="1752600"/>
                </a:lnTo>
                <a:lnTo>
                  <a:pt x="1962150" y="1752600"/>
                </a:lnTo>
                <a:lnTo>
                  <a:pt x="2019300" y="1800225"/>
                </a:lnTo>
                <a:lnTo>
                  <a:pt x="2009775" y="1828800"/>
                </a:lnTo>
                <a:lnTo>
                  <a:pt x="2038350" y="1866900"/>
                </a:lnTo>
                <a:lnTo>
                  <a:pt x="2047875" y="1924050"/>
                </a:lnTo>
                <a:lnTo>
                  <a:pt x="2038350" y="1924050"/>
                </a:lnTo>
                <a:lnTo>
                  <a:pt x="2066925" y="1933575"/>
                </a:lnTo>
                <a:lnTo>
                  <a:pt x="2085975" y="2009775"/>
                </a:lnTo>
                <a:lnTo>
                  <a:pt x="2095500" y="2047875"/>
                </a:lnTo>
                <a:lnTo>
                  <a:pt x="2066925" y="2085975"/>
                </a:lnTo>
                <a:lnTo>
                  <a:pt x="2105025" y="2105025"/>
                </a:lnTo>
                <a:lnTo>
                  <a:pt x="2076450" y="2105025"/>
                </a:lnTo>
                <a:lnTo>
                  <a:pt x="2085975" y="2181225"/>
                </a:lnTo>
                <a:lnTo>
                  <a:pt x="2133600" y="2209800"/>
                </a:lnTo>
                <a:lnTo>
                  <a:pt x="2143125" y="2219325"/>
                </a:lnTo>
                <a:lnTo>
                  <a:pt x="2162175" y="2247900"/>
                </a:lnTo>
                <a:lnTo>
                  <a:pt x="2276475" y="2200275"/>
                </a:lnTo>
                <a:lnTo>
                  <a:pt x="2333625" y="2305050"/>
                </a:lnTo>
                <a:lnTo>
                  <a:pt x="2190750" y="2171700"/>
                </a:lnTo>
                <a:lnTo>
                  <a:pt x="1990725" y="2247900"/>
                </a:lnTo>
                <a:lnTo>
                  <a:pt x="2000250" y="2295525"/>
                </a:lnTo>
                <a:lnTo>
                  <a:pt x="1952625" y="2400300"/>
                </a:lnTo>
                <a:lnTo>
                  <a:pt x="2047875" y="2362200"/>
                </a:lnTo>
                <a:lnTo>
                  <a:pt x="2009775" y="2371725"/>
                </a:lnTo>
                <a:lnTo>
                  <a:pt x="2228850" y="2390775"/>
                </a:lnTo>
                <a:lnTo>
                  <a:pt x="2076450" y="2409825"/>
                </a:lnTo>
                <a:lnTo>
                  <a:pt x="2000250" y="2390775"/>
                </a:lnTo>
                <a:lnTo>
                  <a:pt x="1943100" y="2524125"/>
                </a:lnTo>
                <a:lnTo>
                  <a:pt x="1990725" y="2505075"/>
                </a:lnTo>
                <a:lnTo>
                  <a:pt x="2047875" y="2609850"/>
                </a:lnTo>
                <a:lnTo>
                  <a:pt x="2057400" y="2571750"/>
                </a:lnTo>
                <a:lnTo>
                  <a:pt x="2076450" y="2714625"/>
                </a:lnTo>
                <a:lnTo>
                  <a:pt x="2019300" y="2667000"/>
                </a:lnTo>
                <a:lnTo>
                  <a:pt x="2095500" y="2752725"/>
                </a:lnTo>
                <a:lnTo>
                  <a:pt x="2076450" y="2733675"/>
                </a:lnTo>
                <a:lnTo>
                  <a:pt x="2095500" y="2695575"/>
                </a:lnTo>
                <a:lnTo>
                  <a:pt x="2047875" y="2790825"/>
                </a:lnTo>
                <a:lnTo>
                  <a:pt x="2124075" y="2647950"/>
                </a:lnTo>
                <a:lnTo>
                  <a:pt x="2114550" y="2800350"/>
                </a:lnTo>
                <a:lnTo>
                  <a:pt x="2076450" y="2838450"/>
                </a:lnTo>
                <a:lnTo>
                  <a:pt x="2152650" y="2724150"/>
                </a:lnTo>
                <a:lnTo>
                  <a:pt x="2105025" y="2771775"/>
                </a:lnTo>
                <a:lnTo>
                  <a:pt x="2047875" y="2819400"/>
                </a:lnTo>
                <a:lnTo>
                  <a:pt x="2057400" y="2895600"/>
                </a:lnTo>
                <a:lnTo>
                  <a:pt x="1990725" y="2971800"/>
                </a:lnTo>
                <a:lnTo>
                  <a:pt x="2038350" y="2952750"/>
                </a:lnTo>
                <a:lnTo>
                  <a:pt x="2047875" y="2952750"/>
                </a:lnTo>
                <a:lnTo>
                  <a:pt x="2076450" y="3048000"/>
                </a:lnTo>
                <a:lnTo>
                  <a:pt x="1971675" y="3276600"/>
                </a:lnTo>
                <a:lnTo>
                  <a:pt x="1914525" y="3171825"/>
                </a:lnTo>
                <a:lnTo>
                  <a:pt x="1809750" y="3181350"/>
                </a:lnTo>
                <a:lnTo>
                  <a:pt x="1943100" y="3143250"/>
                </a:lnTo>
                <a:lnTo>
                  <a:pt x="1971675" y="3276600"/>
                </a:lnTo>
                <a:lnTo>
                  <a:pt x="2019300" y="3343275"/>
                </a:lnTo>
                <a:lnTo>
                  <a:pt x="1971675" y="3314700"/>
                </a:lnTo>
                <a:lnTo>
                  <a:pt x="1924050" y="3400425"/>
                </a:lnTo>
                <a:lnTo>
                  <a:pt x="1933575" y="3295650"/>
                </a:lnTo>
                <a:lnTo>
                  <a:pt x="1876425" y="3295650"/>
                </a:lnTo>
                <a:lnTo>
                  <a:pt x="1952625" y="3429000"/>
                </a:lnTo>
                <a:lnTo>
                  <a:pt x="1914525" y="3562350"/>
                </a:lnTo>
                <a:lnTo>
                  <a:pt x="1981200" y="3581400"/>
                </a:lnTo>
                <a:lnTo>
                  <a:pt x="1876425" y="3667125"/>
                </a:lnTo>
                <a:lnTo>
                  <a:pt x="1809750" y="3676650"/>
                </a:lnTo>
                <a:lnTo>
                  <a:pt x="1857375" y="3705225"/>
                </a:lnTo>
                <a:lnTo>
                  <a:pt x="1771650" y="3695700"/>
                </a:lnTo>
                <a:lnTo>
                  <a:pt x="1714500" y="3705225"/>
                </a:lnTo>
                <a:lnTo>
                  <a:pt x="1752600" y="3800475"/>
                </a:lnTo>
                <a:lnTo>
                  <a:pt x="1771650" y="3867150"/>
                </a:lnTo>
                <a:lnTo>
                  <a:pt x="1771650" y="3924300"/>
                </a:lnTo>
                <a:lnTo>
                  <a:pt x="1752600" y="3962400"/>
                </a:lnTo>
                <a:lnTo>
                  <a:pt x="1752600" y="4010025"/>
                </a:lnTo>
                <a:lnTo>
                  <a:pt x="1704975" y="4076700"/>
                </a:lnTo>
                <a:lnTo>
                  <a:pt x="1743075" y="4124325"/>
                </a:lnTo>
                <a:lnTo>
                  <a:pt x="1638300" y="4105275"/>
                </a:lnTo>
                <a:lnTo>
                  <a:pt x="1628775" y="4143375"/>
                </a:lnTo>
                <a:lnTo>
                  <a:pt x="1657350" y="4229100"/>
                </a:lnTo>
                <a:lnTo>
                  <a:pt x="1609725" y="4229100"/>
                </a:lnTo>
                <a:lnTo>
                  <a:pt x="1609725" y="4286250"/>
                </a:lnTo>
                <a:lnTo>
                  <a:pt x="1600200" y="4305300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-3133725" y="247650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200025" y="114300"/>
                </a:moveTo>
                <a:lnTo>
                  <a:pt x="180975" y="142875"/>
                </a:lnTo>
                <a:lnTo>
                  <a:pt x="133350" y="200025"/>
                </a:lnTo>
                <a:lnTo>
                  <a:pt x="66675" y="190500"/>
                </a:lnTo>
                <a:lnTo>
                  <a:pt x="0" y="171450"/>
                </a:lnTo>
                <a:lnTo>
                  <a:pt x="19050" y="85725"/>
                </a:lnTo>
                <a:lnTo>
                  <a:pt x="0" y="19050"/>
                </a:lnTo>
                <a:lnTo>
                  <a:pt x="95250" y="38100"/>
                </a:lnTo>
                <a:lnTo>
                  <a:pt x="142875" y="0"/>
                </a:lnTo>
                <a:lnTo>
                  <a:pt x="180975" y="47625"/>
                </a:lnTo>
                <a:close/>
              </a:path>
            </a:pathLst>
          </a:custGeom>
          <a:solidFill>
            <a:srgbClr val="14729E">
              <a:alpha val="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-1295400" y="4305300"/>
            <a:ext cx="323850" cy="200025"/>
          </a:xfrm>
          <a:custGeom>
            <a:avLst/>
            <a:gdLst/>
            <a:ahLst/>
            <a:cxnLst/>
            <a:rect l="l" t="t" r="r" b="b"/>
            <a:pathLst>
              <a:path w="323850" h="200025">
                <a:moveTo>
                  <a:pt x="323850" y="95250"/>
                </a:moveTo>
                <a:lnTo>
                  <a:pt x="266700" y="123825"/>
                </a:lnTo>
                <a:lnTo>
                  <a:pt x="190500" y="190500"/>
                </a:lnTo>
                <a:lnTo>
                  <a:pt x="104775" y="200025"/>
                </a:lnTo>
                <a:lnTo>
                  <a:pt x="0" y="200025"/>
                </a:lnTo>
                <a:lnTo>
                  <a:pt x="19050" y="142875"/>
                </a:lnTo>
                <a:lnTo>
                  <a:pt x="47625" y="19050"/>
                </a:lnTo>
                <a:lnTo>
                  <a:pt x="123825" y="0"/>
                </a:lnTo>
                <a:lnTo>
                  <a:pt x="200025" y="9525"/>
                </a:lnTo>
                <a:lnTo>
                  <a:pt x="266700" y="5715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-3257550" y="3257550"/>
            <a:ext cx="333375" cy="257175"/>
          </a:xfrm>
          <a:custGeom>
            <a:avLst/>
            <a:gdLst/>
            <a:ahLst/>
            <a:cxnLst/>
            <a:rect l="l" t="t" r="r" b="b"/>
            <a:pathLst>
              <a:path w="333375" h="257175">
                <a:moveTo>
                  <a:pt x="333375" y="142875"/>
                </a:moveTo>
                <a:lnTo>
                  <a:pt x="276225" y="190500"/>
                </a:lnTo>
                <a:lnTo>
                  <a:pt x="200025" y="257175"/>
                </a:lnTo>
                <a:lnTo>
                  <a:pt x="142875" y="238125"/>
                </a:lnTo>
                <a:lnTo>
                  <a:pt x="66675" y="228600"/>
                </a:lnTo>
                <a:lnTo>
                  <a:pt x="38100" y="152400"/>
                </a:lnTo>
                <a:lnTo>
                  <a:pt x="0" y="85725"/>
                </a:lnTo>
                <a:lnTo>
                  <a:pt x="114300" y="57150"/>
                </a:lnTo>
                <a:lnTo>
                  <a:pt x="209550" y="0"/>
                </a:lnTo>
                <a:lnTo>
                  <a:pt x="247650" y="85725"/>
                </a:lnTo>
                <a:close/>
              </a:path>
            </a:pathLst>
          </a:custGeom>
          <a:solidFill>
            <a:srgbClr val="14729E">
              <a:alpha val="7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81025" y="4610100"/>
            <a:ext cx="276225" cy="257175"/>
          </a:xfrm>
          <a:custGeom>
            <a:avLst/>
            <a:gdLst/>
            <a:ahLst/>
            <a:cxnLst/>
            <a:rect l="l" t="t" r="r" b="b"/>
            <a:pathLst>
              <a:path w="276225" h="257175">
                <a:moveTo>
                  <a:pt x="276225" y="104775"/>
                </a:moveTo>
                <a:lnTo>
                  <a:pt x="228600" y="171450"/>
                </a:lnTo>
                <a:lnTo>
                  <a:pt x="171450" y="257175"/>
                </a:lnTo>
                <a:lnTo>
                  <a:pt x="95250" y="247650"/>
                </a:lnTo>
                <a:lnTo>
                  <a:pt x="19050" y="200025"/>
                </a:lnTo>
                <a:lnTo>
                  <a:pt x="28575" y="95250"/>
                </a:lnTo>
                <a:lnTo>
                  <a:pt x="0" y="0"/>
                </a:lnTo>
                <a:lnTo>
                  <a:pt x="66675" y="9525"/>
                </a:lnTo>
                <a:lnTo>
                  <a:pt x="171450" y="19050"/>
                </a:lnTo>
                <a:lnTo>
                  <a:pt x="219075" y="7620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-2047875" y="4391025"/>
            <a:ext cx="161925" cy="180975"/>
          </a:xfrm>
          <a:custGeom>
            <a:avLst/>
            <a:gdLst/>
            <a:ahLst/>
            <a:cxnLst/>
            <a:rect l="l" t="t" r="r" b="b"/>
            <a:pathLst>
              <a:path w="161925" h="180975">
                <a:moveTo>
                  <a:pt x="161925" y="95250"/>
                </a:moveTo>
                <a:lnTo>
                  <a:pt x="142875" y="142875"/>
                </a:lnTo>
                <a:lnTo>
                  <a:pt x="114300" y="180975"/>
                </a:lnTo>
                <a:lnTo>
                  <a:pt x="66675" y="180975"/>
                </a:lnTo>
                <a:lnTo>
                  <a:pt x="28575" y="171450"/>
                </a:lnTo>
                <a:lnTo>
                  <a:pt x="19050" y="104775"/>
                </a:lnTo>
                <a:lnTo>
                  <a:pt x="0" y="38100"/>
                </a:lnTo>
                <a:lnTo>
                  <a:pt x="66675" y="19050"/>
                </a:lnTo>
                <a:lnTo>
                  <a:pt x="123825" y="0"/>
                </a:lnTo>
                <a:lnTo>
                  <a:pt x="142875" y="47625"/>
                </a:lnTo>
                <a:close/>
              </a:path>
            </a:pathLst>
          </a:custGeom>
          <a:solidFill>
            <a:srgbClr val="14729E">
              <a:alpha val="9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-3371850" y="2400300"/>
            <a:ext cx="352425" cy="257175"/>
          </a:xfrm>
          <a:custGeom>
            <a:avLst/>
            <a:gdLst/>
            <a:ahLst/>
            <a:cxnLst/>
            <a:rect l="l" t="t" r="r" b="b"/>
            <a:pathLst>
              <a:path w="352425" h="257175">
                <a:moveTo>
                  <a:pt x="352425" y="104775"/>
                </a:moveTo>
                <a:lnTo>
                  <a:pt x="295275" y="152400"/>
                </a:lnTo>
                <a:lnTo>
                  <a:pt x="161925" y="257175"/>
                </a:lnTo>
                <a:lnTo>
                  <a:pt x="57150" y="180975"/>
                </a:lnTo>
                <a:lnTo>
                  <a:pt x="0" y="171450"/>
                </a:lnTo>
                <a:lnTo>
                  <a:pt x="0" y="123825"/>
                </a:lnTo>
                <a:lnTo>
                  <a:pt x="9525" y="28575"/>
                </a:lnTo>
                <a:lnTo>
                  <a:pt x="76200" y="9525"/>
                </a:lnTo>
                <a:lnTo>
                  <a:pt x="152400" y="0"/>
                </a:lnTo>
                <a:lnTo>
                  <a:pt x="219075" y="57150"/>
                </a:lnTo>
                <a:close/>
              </a:path>
            </a:pathLst>
          </a:custGeom>
          <a:solidFill>
            <a:srgbClr val="14729E">
              <a:alpha val="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-3476625" y="-655320"/>
            <a:ext cx="5385435" cy="5051108"/>
          </a:xfrm>
          <a:custGeom>
            <a:avLst/>
            <a:gdLst/>
            <a:ahLst/>
            <a:cxnLst/>
            <a:rect l="l" t="t" r="r" b="b"/>
            <a:pathLst>
              <a:path w="5385435" h="5051108">
                <a:moveTo>
                  <a:pt x="828675" y="894398"/>
                </a:moveTo>
                <a:lnTo>
                  <a:pt x="846772" y="912495"/>
                </a:lnTo>
                <a:lnTo>
                  <a:pt x="828675" y="930592"/>
                </a:lnTo>
                <a:lnTo>
                  <a:pt x="810578" y="912495"/>
                </a:lnTo>
                <a:close/>
                <a:moveTo>
                  <a:pt x="4572000" y="3590925"/>
                </a:moveTo>
                <a:lnTo>
                  <a:pt x="4589145" y="3608070"/>
                </a:lnTo>
                <a:lnTo>
                  <a:pt x="4572000" y="3625215"/>
                </a:lnTo>
                <a:lnTo>
                  <a:pt x="4554855" y="3608070"/>
                </a:lnTo>
                <a:close/>
                <a:moveTo>
                  <a:pt x="923925" y="2310765"/>
                </a:moveTo>
                <a:lnTo>
                  <a:pt x="935355" y="2322195"/>
                </a:lnTo>
                <a:lnTo>
                  <a:pt x="923925" y="2333625"/>
                </a:lnTo>
                <a:lnTo>
                  <a:pt x="912495" y="2322195"/>
                </a:lnTo>
                <a:close/>
                <a:moveTo>
                  <a:pt x="2219325" y="1222058"/>
                </a:moveTo>
                <a:lnTo>
                  <a:pt x="2233613" y="1236345"/>
                </a:lnTo>
                <a:lnTo>
                  <a:pt x="2219325" y="1250633"/>
                </a:lnTo>
                <a:lnTo>
                  <a:pt x="2205038" y="1236345"/>
                </a:lnTo>
                <a:close/>
                <a:moveTo>
                  <a:pt x="762000" y="2120265"/>
                </a:moveTo>
                <a:lnTo>
                  <a:pt x="782955" y="2141220"/>
                </a:lnTo>
                <a:lnTo>
                  <a:pt x="762000" y="2162175"/>
                </a:lnTo>
                <a:lnTo>
                  <a:pt x="741045" y="2141220"/>
                </a:lnTo>
                <a:close/>
                <a:moveTo>
                  <a:pt x="4972050" y="4064317"/>
                </a:moveTo>
                <a:lnTo>
                  <a:pt x="4982528" y="4074795"/>
                </a:lnTo>
                <a:lnTo>
                  <a:pt x="4972050" y="4085273"/>
                </a:lnTo>
                <a:lnTo>
                  <a:pt x="4961573" y="4074795"/>
                </a:lnTo>
                <a:close/>
                <a:moveTo>
                  <a:pt x="3962400" y="4468178"/>
                </a:moveTo>
                <a:lnTo>
                  <a:pt x="3978592" y="4484370"/>
                </a:lnTo>
                <a:lnTo>
                  <a:pt x="3962400" y="4500563"/>
                </a:lnTo>
                <a:lnTo>
                  <a:pt x="3946208" y="4484370"/>
                </a:lnTo>
                <a:close/>
                <a:moveTo>
                  <a:pt x="1924050" y="4018598"/>
                </a:moveTo>
                <a:lnTo>
                  <a:pt x="1942148" y="4036695"/>
                </a:lnTo>
                <a:lnTo>
                  <a:pt x="1924050" y="4054793"/>
                </a:lnTo>
                <a:lnTo>
                  <a:pt x="1905953" y="4036695"/>
                </a:lnTo>
                <a:close/>
                <a:moveTo>
                  <a:pt x="1790700" y="256223"/>
                </a:moveTo>
                <a:lnTo>
                  <a:pt x="1808798" y="274320"/>
                </a:lnTo>
                <a:lnTo>
                  <a:pt x="1790700" y="292418"/>
                </a:lnTo>
                <a:lnTo>
                  <a:pt x="1772603" y="274320"/>
                </a:lnTo>
                <a:close/>
                <a:moveTo>
                  <a:pt x="609600" y="2981325"/>
                </a:moveTo>
                <a:lnTo>
                  <a:pt x="617220" y="2988945"/>
                </a:lnTo>
                <a:lnTo>
                  <a:pt x="609600" y="2996565"/>
                </a:lnTo>
                <a:lnTo>
                  <a:pt x="601980" y="2988945"/>
                </a:lnTo>
                <a:close/>
                <a:moveTo>
                  <a:pt x="762000" y="2010728"/>
                </a:moveTo>
                <a:lnTo>
                  <a:pt x="778192" y="2026920"/>
                </a:lnTo>
                <a:lnTo>
                  <a:pt x="762000" y="2043113"/>
                </a:lnTo>
                <a:lnTo>
                  <a:pt x="745808" y="2026920"/>
                </a:lnTo>
                <a:close/>
                <a:moveTo>
                  <a:pt x="180975" y="2136458"/>
                </a:moveTo>
                <a:lnTo>
                  <a:pt x="195263" y="2150745"/>
                </a:lnTo>
                <a:lnTo>
                  <a:pt x="180975" y="2165033"/>
                </a:lnTo>
                <a:lnTo>
                  <a:pt x="166688" y="2150745"/>
                </a:lnTo>
                <a:close/>
                <a:moveTo>
                  <a:pt x="1000125" y="2273618"/>
                </a:moveTo>
                <a:lnTo>
                  <a:pt x="1020128" y="2293620"/>
                </a:lnTo>
                <a:lnTo>
                  <a:pt x="1000125" y="2313622"/>
                </a:lnTo>
                <a:lnTo>
                  <a:pt x="980122" y="2293620"/>
                </a:lnTo>
                <a:close/>
                <a:moveTo>
                  <a:pt x="4343400" y="3327083"/>
                </a:moveTo>
                <a:lnTo>
                  <a:pt x="4357688" y="3341370"/>
                </a:lnTo>
                <a:lnTo>
                  <a:pt x="4343400" y="3355658"/>
                </a:lnTo>
                <a:lnTo>
                  <a:pt x="4329113" y="3341370"/>
                </a:lnTo>
                <a:close/>
                <a:moveTo>
                  <a:pt x="2733675" y="4253865"/>
                </a:moveTo>
                <a:lnTo>
                  <a:pt x="2754630" y="4274820"/>
                </a:lnTo>
                <a:lnTo>
                  <a:pt x="2733675" y="4295775"/>
                </a:lnTo>
                <a:lnTo>
                  <a:pt x="2712720" y="4274820"/>
                </a:lnTo>
                <a:close/>
                <a:moveTo>
                  <a:pt x="1181100" y="2821305"/>
                </a:moveTo>
                <a:lnTo>
                  <a:pt x="1196340" y="2836545"/>
                </a:lnTo>
                <a:lnTo>
                  <a:pt x="1181100" y="2851785"/>
                </a:lnTo>
                <a:lnTo>
                  <a:pt x="1165860" y="2836545"/>
                </a:lnTo>
                <a:close/>
                <a:moveTo>
                  <a:pt x="2724150" y="4257675"/>
                </a:moveTo>
                <a:lnTo>
                  <a:pt x="2741295" y="4274820"/>
                </a:lnTo>
                <a:lnTo>
                  <a:pt x="2724150" y="4291965"/>
                </a:lnTo>
                <a:lnTo>
                  <a:pt x="2707005" y="4274820"/>
                </a:lnTo>
                <a:close/>
                <a:moveTo>
                  <a:pt x="2324100" y="903923"/>
                </a:moveTo>
                <a:lnTo>
                  <a:pt x="2332673" y="912495"/>
                </a:lnTo>
                <a:lnTo>
                  <a:pt x="2324100" y="921067"/>
                </a:lnTo>
                <a:lnTo>
                  <a:pt x="2315528" y="912495"/>
                </a:lnTo>
                <a:close/>
                <a:moveTo>
                  <a:pt x="1885950" y="4230053"/>
                </a:moveTo>
                <a:lnTo>
                  <a:pt x="1902143" y="4246245"/>
                </a:lnTo>
                <a:lnTo>
                  <a:pt x="1885950" y="4262438"/>
                </a:lnTo>
                <a:lnTo>
                  <a:pt x="1869758" y="4246245"/>
                </a:lnTo>
                <a:close/>
                <a:moveTo>
                  <a:pt x="1314450" y="3638550"/>
                </a:moveTo>
                <a:lnTo>
                  <a:pt x="1322070" y="3646170"/>
                </a:lnTo>
                <a:lnTo>
                  <a:pt x="1314450" y="3653790"/>
                </a:lnTo>
                <a:lnTo>
                  <a:pt x="1306830" y="3646170"/>
                </a:lnTo>
                <a:close/>
                <a:moveTo>
                  <a:pt x="1781175" y="504825"/>
                </a:moveTo>
                <a:lnTo>
                  <a:pt x="1798320" y="521970"/>
                </a:lnTo>
                <a:lnTo>
                  <a:pt x="1781175" y="539115"/>
                </a:lnTo>
                <a:lnTo>
                  <a:pt x="1764030" y="521970"/>
                </a:lnTo>
                <a:close/>
                <a:moveTo>
                  <a:pt x="3495675" y="100965"/>
                </a:moveTo>
                <a:lnTo>
                  <a:pt x="3507105" y="112395"/>
                </a:lnTo>
                <a:lnTo>
                  <a:pt x="3495675" y="123825"/>
                </a:lnTo>
                <a:lnTo>
                  <a:pt x="3484245" y="112395"/>
                </a:lnTo>
                <a:close/>
                <a:moveTo>
                  <a:pt x="4314825" y="4284345"/>
                </a:moveTo>
                <a:lnTo>
                  <a:pt x="4333875" y="4303395"/>
                </a:lnTo>
                <a:lnTo>
                  <a:pt x="4314825" y="4322445"/>
                </a:lnTo>
                <a:lnTo>
                  <a:pt x="4295775" y="4303395"/>
                </a:lnTo>
                <a:close/>
                <a:moveTo>
                  <a:pt x="1714500" y="4037648"/>
                </a:moveTo>
                <a:lnTo>
                  <a:pt x="1732598" y="4055745"/>
                </a:lnTo>
                <a:lnTo>
                  <a:pt x="1714500" y="4073843"/>
                </a:lnTo>
                <a:lnTo>
                  <a:pt x="1696403" y="4055745"/>
                </a:lnTo>
                <a:close/>
                <a:moveTo>
                  <a:pt x="1704975" y="4178617"/>
                </a:moveTo>
                <a:lnTo>
                  <a:pt x="1724978" y="4198620"/>
                </a:lnTo>
                <a:lnTo>
                  <a:pt x="1704975" y="4218623"/>
                </a:lnTo>
                <a:lnTo>
                  <a:pt x="1684973" y="4198620"/>
                </a:lnTo>
                <a:close/>
                <a:moveTo>
                  <a:pt x="4791075" y="3396615"/>
                </a:moveTo>
                <a:lnTo>
                  <a:pt x="4802505" y="3408045"/>
                </a:lnTo>
                <a:lnTo>
                  <a:pt x="4791075" y="3419475"/>
                </a:lnTo>
                <a:lnTo>
                  <a:pt x="4779645" y="3408045"/>
                </a:lnTo>
                <a:close/>
                <a:moveTo>
                  <a:pt x="1314450" y="3906203"/>
                </a:moveTo>
                <a:lnTo>
                  <a:pt x="1321117" y="3912870"/>
                </a:lnTo>
                <a:lnTo>
                  <a:pt x="1314450" y="3919537"/>
                </a:lnTo>
                <a:lnTo>
                  <a:pt x="1307783" y="3912870"/>
                </a:lnTo>
                <a:close/>
                <a:moveTo>
                  <a:pt x="1085850" y="4195763"/>
                </a:moveTo>
                <a:lnTo>
                  <a:pt x="1107758" y="4217670"/>
                </a:lnTo>
                <a:lnTo>
                  <a:pt x="1085850" y="4239578"/>
                </a:lnTo>
                <a:lnTo>
                  <a:pt x="1063942" y="4217670"/>
                </a:lnTo>
                <a:close/>
                <a:moveTo>
                  <a:pt x="4343400" y="778193"/>
                </a:moveTo>
                <a:lnTo>
                  <a:pt x="4363403" y="798195"/>
                </a:lnTo>
                <a:lnTo>
                  <a:pt x="4343400" y="818198"/>
                </a:lnTo>
                <a:lnTo>
                  <a:pt x="4323397" y="798195"/>
                </a:lnTo>
                <a:close/>
                <a:moveTo>
                  <a:pt x="1200150" y="2106930"/>
                </a:moveTo>
                <a:lnTo>
                  <a:pt x="1215390" y="2122170"/>
                </a:lnTo>
                <a:lnTo>
                  <a:pt x="1200150" y="2137410"/>
                </a:lnTo>
                <a:lnTo>
                  <a:pt x="1184910" y="2122170"/>
                </a:lnTo>
                <a:close/>
                <a:moveTo>
                  <a:pt x="19050" y="2331720"/>
                </a:moveTo>
                <a:lnTo>
                  <a:pt x="38100" y="2350770"/>
                </a:lnTo>
                <a:lnTo>
                  <a:pt x="19050" y="2369820"/>
                </a:lnTo>
                <a:lnTo>
                  <a:pt x="0" y="2350770"/>
                </a:lnTo>
                <a:close/>
                <a:moveTo>
                  <a:pt x="4219575" y="2466975"/>
                </a:moveTo>
                <a:lnTo>
                  <a:pt x="4236720" y="2484120"/>
                </a:lnTo>
                <a:lnTo>
                  <a:pt x="4219575" y="2501265"/>
                </a:lnTo>
                <a:lnTo>
                  <a:pt x="4202430" y="2484120"/>
                </a:lnTo>
                <a:close/>
                <a:moveTo>
                  <a:pt x="3476625" y="4294823"/>
                </a:moveTo>
                <a:lnTo>
                  <a:pt x="3494723" y="4312920"/>
                </a:lnTo>
                <a:lnTo>
                  <a:pt x="3476625" y="4331018"/>
                </a:lnTo>
                <a:lnTo>
                  <a:pt x="3458528" y="4312920"/>
                </a:lnTo>
                <a:close/>
                <a:moveTo>
                  <a:pt x="3743325" y="1477327"/>
                </a:moveTo>
                <a:lnTo>
                  <a:pt x="3759518" y="1493520"/>
                </a:lnTo>
                <a:lnTo>
                  <a:pt x="3743325" y="1509713"/>
                </a:lnTo>
                <a:lnTo>
                  <a:pt x="3727133" y="1493520"/>
                </a:lnTo>
                <a:close/>
                <a:moveTo>
                  <a:pt x="5372100" y="2537460"/>
                </a:moveTo>
                <a:lnTo>
                  <a:pt x="5385435" y="2550795"/>
                </a:lnTo>
                <a:lnTo>
                  <a:pt x="5372100" y="2564130"/>
                </a:lnTo>
                <a:lnTo>
                  <a:pt x="5358765" y="2550795"/>
                </a:lnTo>
                <a:close/>
                <a:moveTo>
                  <a:pt x="1228725" y="4913948"/>
                </a:moveTo>
                <a:lnTo>
                  <a:pt x="1237298" y="4922520"/>
                </a:lnTo>
                <a:lnTo>
                  <a:pt x="1228725" y="4931092"/>
                </a:lnTo>
                <a:lnTo>
                  <a:pt x="1220152" y="4922520"/>
                </a:lnTo>
                <a:close/>
                <a:moveTo>
                  <a:pt x="4610100" y="2166938"/>
                </a:moveTo>
                <a:lnTo>
                  <a:pt x="4622483" y="2179320"/>
                </a:lnTo>
                <a:lnTo>
                  <a:pt x="4610100" y="2191703"/>
                </a:lnTo>
                <a:lnTo>
                  <a:pt x="4597718" y="2179320"/>
                </a:lnTo>
                <a:close/>
                <a:moveTo>
                  <a:pt x="4229100" y="2598420"/>
                </a:moveTo>
                <a:lnTo>
                  <a:pt x="4238625" y="2607945"/>
                </a:lnTo>
                <a:lnTo>
                  <a:pt x="4229100" y="2617470"/>
                </a:lnTo>
                <a:lnTo>
                  <a:pt x="4219575" y="2607945"/>
                </a:lnTo>
                <a:close/>
                <a:moveTo>
                  <a:pt x="4371975" y="2838450"/>
                </a:moveTo>
                <a:lnTo>
                  <a:pt x="4389120" y="2855595"/>
                </a:lnTo>
                <a:lnTo>
                  <a:pt x="4371975" y="2872740"/>
                </a:lnTo>
                <a:lnTo>
                  <a:pt x="4354830" y="2855595"/>
                </a:lnTo>
                <a:close/>
                <a:moveTo>
                  <a:pt x="3486150" y="1196340"/>
                </a:moveTo>
                <a:lnTo>
                  <a:pt x="3497580" y="1207770"/>
                </a:lnTo>
                <a:lnTo>
                  <a:pt x="3486150" y="1219200"/>
                </a:lnTo>
                <a:lnTo>
                  <a:pt x="3474720" y="1207770"/>
                </a:lnTo>
                <a:close/>
                <a:moveTo>
                  <a:pt x="666750" y="1882140"/>
                </a:moveTo>
                <a:lnTo>
                  <a:pt x="678180" y="1893570"/>
                </a:lnTo>
                <a:lnTo>
                  <a:pt x="666750" y="1905000"/>
                </a:lnTo>
                <a:lnTo>
                  <a:pt x="655320" y="1893570"/>
                </a:lnTo>
                <a:close/>
                <a:moveTo>
                  <a:pt x="5153025" y="3692842"/>
                </a:moveTo>
                <a:lnTo>
                  <a:pt x="5163503" y="3703320"/>
                </a:lnTo>
                <a:lnTo>
                  <a:pt x="5153025" y="3713798"/>
                </a:lnTo>
                <a:lnTo>
                  <a:pt x="5142548" y="3703320"/>
                </a:lnTo>
                <a:close/>
                <a:moveTo>
                  <a:pt x="1295400" y="1141095"/>
                </a:moveTo>
                <a:lnTo>
                  <a:pt x="1304925" y="1150620"/>
                </a:lnTo>
                <a:lnTo>
                  <a:pt x="1295400" y="1160145"/>
                </a:lnTo>
                <a:lnTo>
                  <a:pt x="1285875" y="1150620"/>
                </a:lnTo>
                <a:close/>
                <a:moveTo>
                  <a:pt x="3276600" y="848678"/>
                </a:moveTo>
                <a:lnTo>
                  <a:pt x="3292793" y="864870"/>
                </a:lnTo>
                <a:lnTo>
                  <a:pt x="3276600" y="881063"/>
                </a:lnTo>
                <a:lnTo>
                  <a:pt x="3260408" y="864870"/>
                </a:lnTo>
                <a:close/>
                <a:moveTo>
                  <a:pt x="76200" y="2319338"/>
                </a:moveTo>
                <a:lnTo>
                  <a:pt x="98108" y="2341245"/>
                </a:lnTo>
                <a:lnTo>
                  <a:pt x="76200" y="2363153"/>
                </a:lnTo>
                <a:lnTo>
                  <a:pt x="54292" y="2341245"/>
                </a:lnTo>
                <a:close/>
                <a:moveTo>
                  <a:pt x="4495800" y="4376738"/>
                </a:moveTo>
                <a:lnTo>
                  <a:pt x="4517708" y="4398645"/>
                </a:lnTo>
                <a:lnTo>
                  <a:pt x="4495800" y="4420553"/>
                </a:lnTo>
                <a:lnTo>
                  <a:pt x="4473893" y="4398645"/>
                </a:lnTo>
                <a:close/>
                <a:moveTo>
                  <a:pt x="3314700" y="581025"/>
                </a:moveTo>
                <a:lnTo>
                  <a:pt x="3322320" y="588645"/>
                </a:lnTo>
                <a:lnTo>
                  <a:pt x="3314700" y="596265"/>
                </a:lnTo>
                <a:lnTo>
                  <a:pt x="3307080" y="588645"/>
                </a:lnTo>
                <a:close/>
                <a:moveTo>
                  <a:pt x="400050" y="3028950"/>
                </a:moveTo>
                <a:lnTo>
                  <a:pt x="417195" y="3046095"/>
                </a:lnTo>
                <a:lnTo>
                  <a:pt x="400050" y="3063240"/>
                </a:lnTo>
                <a:lnTo>
                  <a:pt x="382905" y="3046095"/>
                </a:lnTo>
                <a:close/>
                <a:moveTo>
                  <a:pt x="133350" y="1891665"/>
                </a:moveTo>
                <a:lnTo>
                  <a:pt x="144780" y="1903095"/>
                </a:lnTo>
                <a:lnTo>
                  <a:pt x="133350" y="1914525"/>
                </a:lnTo>
                <a:lnTo>
                  <a:pt x="121920" y="1903095"/>
                </a:lnTo>
                <a:close/>
                <a:moveTo>
                  <a:pt x="857250" y="4218623"/>
                </a:moveTo>
                <a:lnTo>
                  <a:pt x="865822" y="4227195"/>
                </a:lnTo>
                <a:lnTo>
                  <a:pt x="857250" y="4235768"/>
                </a:lnTo>
                <a:lnTo>
                  <a:pt x="848678" y="4227195"/>
                </a:lnTo>
                <a:close/>
                <a:moveTo>
                  <a:pt x="5143500" y="3716655"/>
                </a:moveTo>
                <a:lnTo>
                  <a:pt x="5158740" y="3731895"/>
                </a:lnTo>
                <a:lnTo>
                  <a:pt x="5143500" y="3747135"/>
                </a:lnTo>
                <a:lnTo>
                  <a:pt x="5128260" y="3731895"/>
                </a:lnTo>
                <a:close/>
                <a:moveTo>
                  <a:pt x="1000125" y="3348038"/>
                </a:moveTo>
                <a:lnTo>
                  <a:pt x="1022033" y="3369945"/>
                </a:lnTo>
                <a:lnTo>
                  <a:pt x="1000125" y="3391853"/>
                </a:lnTo>
                <a:lnTo>
                  <a:pt x="978217" y="3369945"/>
                </a:lnTo>
                <a:close/>
                <a:moveTo>
                  <a:pt x="1466850" y="802957"/>
                </a:moveTo>
                <a:lnTo>
                  <a:pt x="1481138" y="817245"/>
                </a:lnTo>
                <a:lnTo>
                  <a:pt x="1466850" y="831532"/>
                </a:lnTo>
                <a:lnTo>
                  <a:pt x="1452563" y="817245"/>
                </a:lnTo>
                <a:close/>
                <a:moveTo>
                  <a:pt x="714375" y="948690"/>
                </a:moveTo>
                <a:lnTo>
                  <a:pt x="735330" y="969645"/>
                </a:lnTo>
                <a:lnTo>
                  <a:pt x="714375" y="990600"/>
                </a:lnTo>
                <a:lnTo>
                  <a:pt x="693420" y="969645"/>
                </a:lnTo>
                <a:close/>
                <a:moveTo>
                  <a:pt x="5210175" y="2315528"/>
                </a:moveTo>
                <a:lnTo>
                  <a:pt x="5226368" y="2331720"/>
                </a:lnTo>
                <a:lnTo>
                  <a:pt x="5210175" y="2347913"/>
                </a:lnTo>
                <a:lnTo>
                  <a:pt x="5193983" y="2331720"/>
                </a:lnTo>
                <a:close/>
                <a:moveTo>
                  <a:pt x="4629150" y="1646872"/>
                </a:moveTo>
                <a:lnTo>
                  <a:pt x="4647248" y="1664970"/>
                </a:lnTo>
                <a:lnTo>
                  <a:pt x="4629150" y="1683068"/>
                </a:lnTo>
                <a:lnTo>
                  <a:pt x="4611053" y="1664970"/>
                </a:lnTo>
                <a:close/>
                <a:moveTo>
                  <a:pt x="742950" y="3006090"/>
                </a:moveTo>
                <a:lnTo>
                  <a:pt x="754380" y="3017520"/>
                </a:lnTo>
                <a:lnTo>
                  <a:pt x="742950" y="3028950"/>
                </a:lnTo>
                <a:lnTo>
                  <a:pt x="731520" y="3017520"/>
                </a:lnTo>
                <a:close/>
                <a:moveTo>
                  <a:pt x="1438275" y="4792980"/>
                </a:moveTo>
                <a:lnTo>
                  <a:pt x="1453515" y="4808220"/>
                </a:lnTo>
                <a:lnTo>
                  <a:pt x="1438275" y="4823460"/>
                </a:lnTo>
                <a:lnTo>
                  <a:pt x="1423035" y="4808220"/>
                </a:lnTo>
                <a:close/>
                <a:moveTo>
                  <a:pt x="1104900" y="2018347"/>
                </a:moveTo>
                <a:lnTo>
                  <a:pt x="1113473" y="2026920"/>
                </a:lnTo>
                <a:lnTo>
                  <a:pt x="1104900" y="2035493"/>
                </a:lnTo>
                <a:lnTo>
                  <a:pt x="1096328" y="2026920"/>
                </a:lnTo>
                <a:close/>
                <a:moveTo>
                  <a:pt x="647700" y="2289810"/>
                </a:moveTo>
                <a:lnTo>
                  <a:pt x="661035" y="2303145"/>
                </a:lnTo>
                <a:lnTo>
                  <a:pt x="647700" y="2316480"/>
                </a:lnTo>
                <a:lnTo>
                  <a:pt x="634365" y="2303145"/>
                </a:lnTo>
                <a:close/>
                <a:moveTo>
                  <a:pt x="2295525" y="357188"/>
                </a:moveTo>
                <a:lnTo>
                  <a:pt x="2317433" y="379095"/>
                </a:lnTo>
                <a:lnTo>
                  <a:pt x="2295525" y="401002"/>
                </a:lnTo>
                <a:lnTo>
                  <a:pt x="2273618" y="379095"/>
                </a:lnTo>
                <a:close/>
                <a:moveTo>
                  <a:pt x="1104900" y="3228023"/>
                </a:moveTo>
                <a:lnTo>
                  <a:pt x="1113473" y="3236595"/>
                </a:lnTo>
                <a:lnTo>
                  <a:pt x="1104900" y="3245168"/>
                </a:lnTo>
                <a:lnTo>
                  <a:pt x="1096328" y="3236595"/>
                </a:lnTo>
                <a:close/>
                <a:moveTo>
                  <a:pt x="3952875" y="1084898"/>
                </a:moveTo>
                <a:lnTo>
                  <a:pt x="3961448" y="1093470"/>
                </a:lnTo>
                <a:lnTo>
                  <a:pt x="3952875" y="1102043"/>
                </a:lnTo>
                <a:lnTo>
                  <a:pt x="3944303" y="1093470"/>
                </a:lnTo>
                <a:close/>
                <a:moveTo>
                  <a:pt x="2295525" y="4338638"/>
                </a:moveTo>
                <a:lnTo>
                  <a:pt x="2317433" y="4360545"/>
                </a:lnTo>
                <a:lnTo>
                  <a:pt x="2295525" y="4382453"/>
                </a:lnTo>
                <a:lnTo>
                  <a:pt x="2273618" y="4360545"/>
                </a:lnTo>
                <a:close/>
                <a:moveTo>
                  <a:pt x="4000500" y="924878"/>
                </a:moveTo>
                <a:lnTo>
                  <a:pt x="4016693" y="941070"/>
                </a:lnTo>
                <a:lnTo>
                  <a:pt x="4000500" y="957263"/>
                </a:lnTo>
                <a:lnTo>
                  <a:pt x="3984308" y="941070"/>
                </a:lnTo>
                <a:close/>
                <a:moveTo>
                  <a:pt x="3152775" y="532448"/>
                </a:moveTo>
                <a:lnTo>
                  <a:pt x="3161348" y="541020"/>
                </a:lnTo>
                <a:lnTo>
                  <a:pt x="3152775" y="549592"/>
                </a:lnTo>
                <a:lnTo>
                  <a:pt x="3144203" y="541020"/>
                </a:lnTo>
                <a:close/>
                <a:moveTo>
                  <a:pt x="3971925" y="3874770"/>
                </a:moveTo>
                <a:lnTo>
                  <a:pt x="3990975" y="3893820"/>
                </a:lnTo>
                <a:lnTo>
                  <a:pt x="3971925" y="3912870"/>
                </a:lnTo>
                <a:lnTo>
                  <a:pt x="3952875" y="3893820"/>
                </a:lnTo>
                <a:close/>
                <a:moveTo>
                  <a:pt x="581025" y="2940367"/>
                </a:moveTo>
                <a:lnTo>
                  <a:pt x="591503" y="2950845"/>
                </a:lnTo>
                <a:lnTo>
                  <a:pt x="581025" y="2961323"/>
                </a:lnTo>
                <a:lnTo>
                  <a:pt x="570547" y="2950845"/>
                </a:lnTo>
                <a:close/>
                <a:moveTo>
                  <a:pt x="1504950" y="3972878"/>
                </a:moveTo>
                <a:lnTo>
                  <a:pt x="1521142" y="3989070"/>
                </a:lnTo>
                <a:lnTo>
                  <a:pt x="1504950" y="4005262"/>
                </a:lnTo>
                <a:lnTo>
                  <a:pt x="1488758" y="3989070"/>
                </a:lnTo>
                <a:close/>
                <a:moveTo>
                  <a:pt x="1924050" y="4093845"/>
                </a:moveTo>
                <a:lnTo>
                  <a:pt x="1933575" y="4103370"/>
                </a:lnTo>
                <a:lnTo>
                  <a:pt x="1924050" y="4112895"/>
                </a:lnTo>
                <a:lnTo>
                  <a:pt x="1914525" y="4103370"/>
                </a:lnTo>
                <a:close/>
                <a:moveTo>
                  <a:pt x="666750" y="1553528"/>
                </a:moveTo>
                <a:lnTo>
                  <a:pt x="682942" y="1569720"/>
                </a:lnTo>
                <a:lnTo>
                  <a:pt x="666750" y="1585913"/>
                </a:lnTo>
                <a:lnTo>
                  <a:pt x="650558" y="1569720"/>
                </a:lnTo>
                <a:close/>
                <a:moveTo>
                  <a:pt x="1952625" y="585788"/>
                </a:moveTo>
                <a:lnTo>
                  <a:pt x="1974533" y="607695"/>
                </a:lnTo>
                <a:lnTo>
                  <a:pt x="1952625" y="629603"/>
                </a:lnTo>
                <a:lnTo>
                  <a:pt x="1930718" y="607695"/>
                </a:lnTo>
                <a:close/>
                <a:moveTo>
                  <a:pt x="1085850" y="4844415"/>
                </a:moveTo>
                <a:lnTo>
                  <a:pt x="1097280" y="4855845"/>
                </a:lnTo>
                <a:lnTo>
                  <a:pt x="1085850" y="4867275"/>
                </a:lnTo>
                <a:lnTo>
                  <a:pt x="1074420" y="4855845"/>
                </a:lnTo>
                <a:close/>
                <a:moveTo>
                  <a:pt x="1914525" y="4591050"/>
                </a:moveTo>
                <a:lnTo>
                  <a:pt x="1922145" y="4598670"/>
                </a:lnTo>
                <a:lnTo>
                  <a:pt x="1914525" y="4606290"/>
                </a:lnTo>
                <a:lnTo>
                  <a:pt x="1906905" y="4598670"/>
                </a:lnTo>
                <a:close/>
                <a:moveTo>
                  <a:pt x="3219450" y="1178242"/>
                </a:moveTo>
                <a:lnTo>
                  <a:pt x="3239453" y="1198245"/>
                </a:lnTo>
                <a:lnTo>
                  <a:pt x="3219450" y="1218248"/>
                </a:lnTo>
                <a:lnTo>
                  <a:pt x="3199447" y="1198245"/>
                </a:lnTo>
                <a:close/>
                <a:moveTo>
                  <a:pt x="3286125" y="1301115"/>
                </a:moveTo>
                <a:lnTo>
                  <a:pt x="3307080" y="1322070"/>
                </a:lnTo>
                <a:lnTo>
                  <a:pt x="3286125" y="1343025"/>
                </a:lnTo>
                <a:lnTo>
                  <a:pt x="3265170" y="1322070"/>
                </a:lnTo>
                <a:close/>
                <a:moveTo>
                  <a:pt x="3638550" y="1138238"/>
                </a:moveTo>
                <a:lnTo>
                  <a:pt x="3650933" y="1150620"/>
                </a:lnTo>
                <a:lnTo>
                  <a:pt x="3638550" y="1163002"/>
                </a:lnTo>
                <a:lnTo>
                  <a:pt x="3626167" y="1150620"/>
                </a:lnTo>
                <a:close/>
                <a:moveTo>
                  <a:pt x="4133850" y="1949768"/>
                </a:moveTo>
                <a:lnTo>
                  <a:pt x="4144328" y="1960245"/>
                </a:lnTo>
                <a:lnTo>
                  <a:pt x="4133850" y="1970722"/>
                </a:lnTo>
                <a:lnTo>
                  <a:pt x="4123372" y="1960245"/>
                </a:lnTo>
                <a:close/>
                <a:moveTo>
                  <a:pt x="3057525" y="4475798"/>
                </a:moveTo>
                <a:lnTo>
                  <a:pt x="3066098" y="4484370"/>
                </a:lnTo>
                <a:lnTo>
                  <a:pt x="3057525" y="4492943"/>
                </a:lnTo>
                <a:lnTo>
                  <a:pt x="3048953" y="4484370"/>
                </a:lnTo>
                <a:close/>
                <a:moveTo>
                  <a:pt x="3581400" y="4165283"/>
                </a:moveTo>
                <a:lnTo>
                  <a:pt x="3595688" y="4179570"/>
                </a:lnTo>
                <a:lnTo>
                  <a:pt x="3581400" y="4193858"/>
                </a:lnTo>
                <a:lnTo>
                  <a:pt x="3567113" y="4179570"/>
                </a:lnTo>
                <a:close/>
                <a:moveTo>
                  <a:pt x="400050" y="2336483"/>
                </a:moveTo>
                <a:lnTo>
                  <a:pt x="414338" y="2350770"/>
                </a:lnTo>
                <a:lnTo>
                  <a:pt x="400050" y="2365058"/>
                </a:lnTo>
                <a:lnTo>
                  <a:pt x="385763" y="2350770"/>
                </a:lnTo>
                <a:close/>
                <a:moveTo>
                  <a:pt x="180975" y="1769745"/>
                </a:moveTo>
                <a:lnTo>
                  <a:pt x="190500" y="1779270"/>
                </a:lnTo>
                <a:lnTo>
                  <a:pt x="180975" y="1788795"/>
                </a:lnTo>
                <a:lnTo>
                  <a:pt x="171450" y="1779270"/>
                </a:lnTo>
                <a:close/>
                <a:moveTo>
                  <a:pt x="2362200" y="0"/>
                </a:moveTo>
                <a:lnTo>
                  <a:pt x="2369820" y="7620"/>
                </a:lnTo>
                <a:lnTo>
                  <a:pt x="2362200" y="15240"/>
                </a:lnTo>
                <a:lnTo>
                  <a:pt x="2354580" y="7620"/>
                </a:lnTo>
                <a:close/>
                <a:moveTo>
                  <a:pt x="2181225" y="4828223"/>
                </a:moveTo>
                <a:lnTo>
                  <a:pt x="2189798" y="4836795"/>
                </a:lnTo>
                <a:lnTo>
                  <a:pt x="2181225" y="4845368"/>
                </a:lnTo>
                <a:lnTo>
                  <a:pt x="2172653" y="4836795"/>
                </a:lnTo>
                <a:close/>
                <a:moveTo>
                  <a:pt x="4057650" y="5022533"/>
                </a:moveTo>
                <a:lnTo>
                  <a:pt x="4071938" y="5036820"/>
                </a:lnTo>
                <a:lnTo>
                  <a:pt x="4057650" y="5051108"/>
                </a:lnTo>
                <a:lnTo>
                  <a:pt x="4043363" y="5036820"/>
                </a:lnTo>
                <a:close/>
                <a:moveTo>
                  <a:pt x="3829050" y="4515803"/>
                </a:moveTo>
                <a:lnTo>
                  <a:pt x="3845243" y="4531995"/>
                </a:lnTo>
                <a:lnTo>
                  <a:pt x="3829050" y="4548188"/>
                </a:lnTo>
                <a:lnTo>
                  <a:pt x="3812858" y="4531995"/>
                </a:lnTo>
                <a:close/>
                <a:moveTo>
                  <a:pt x="1343025" y="319088"/>
                </a:moveTo>
                <a:lnTo>
                  <a:pt x="1364933" y="340995"/>
                </a:lnTo>
                <a:lnTo>
                  <a:pt x="1343025" y="362902"/>
                </a:lnTo>
                <a:lnTo>
                  <a:pt x="1321117" y="340995"/>
                </a:lnTo>
                <a:close/>
                <a:moveTo>
                  <a:pt x="1790700" y="3940493"/>
                </a:moveTo>
                <a:lnTo>
                  <a:pt x="1810703" y="3960495"/>
                </a:lnTo>
                <a:lnTo>
                  <a:pt x="1790700" y="3980498"/>
                </a:lnTo>
                <a:lnTo>
                  <a:pt x="1770698" y="3960495"/>
                </a:lnTo>
                <a:close/>
                <a:moveTo>
                  <a:pt x="1085850" y="2883217"/>
                </a:moveTo>
                <a:lnTo>
                  <a:pt x="1105852" y="2903220"/>
                </a:lnTo>
                <a:lnTo>
                  <a:pt x="1085850" y="2923223"/>
                </a:lnTo>
                <a:lnTo>
                  <a:pt x="1065848" y="2903220"/>
                </a:lnTo>
                <a:close/>
                <a:moveTo>
                  <a:pt x="2476500" y="890588"/>
                </a:moveTo>
                <a:lnTo>
                  <a:pt x="2488883" y="902970"/>
                </a:lnTo>
                <a:lnTo>
                  <a:pt x="2476500" y="915353"/>
                </a:lnTo>
                <a:lnTo>
                  <a:pt x="2464118" y="902970"/>
                </a:lnTo>
                <a:close/>
                <a:moveTo>
                  <a:pt x="4886325" y="4426268"/>
                </a:moveTo>
                <a:lnTo>
                  <a:pt x="4906328" y="4446270"/>
                </a:lnTo>
                <a:lnTo>
                  <a:pt x="4886325" y="4466273"/>
                </a:lnTo>
                <a:lnTo>
                  <a:pt x="4866322" y="4446270"/>
                </a:lnTo>
                <a:close/>
                <a:moveTo>
                  <a:pt x="1981200" y="471488"/>
                </a:moveTo>
                <a:lnTo>
                  <a:pt x="1993583" y="483870"/>
                </a:lnTo>
                <a:lnTo>
                  <a:pt x="1981200" y="496252"/>
                </a:lnTo>
                <a:lnTo>
                  <a:pt x="1968817" y="483870"/>
                </a:lnTo>
                <a:close/>
                <a:moveTo>
                  <a:pt x="3467100" y="231458"/>
                </a:moveTo>
                <a:lnTo>
                  <a:pt x="3481388" y="245745"/>
                </a:lnTo>
                <a:lnTo>
                  <a:pt x="3467100" y="260033"/>
                </a:lnTo>
                <a:lnTo>
                  <a:pt x="3452813" y="245745"/>
                </a:lnTo>
                <a:close/>
                <a:moveTo>
                  <a:pt x="200025" y="2089785"/>
                </a:moveTo>
                <a:lnTo>
                  <a:pt x="213360" y="2103120"/>
                </a:lnTo>
                <a:lnTo>
                  <a:pt x="200025" y="2116455"/>
                </a:lnTo>
                <a:lnTo>
                  <a:pt x="186690" y="2103120"/>
                </a:lnTo>
                <a:close/>
                <a:moveTo>
                  <a:pt x="4286250" y="1066800"/>
                </a:moveTo>
                <a:lnTo>
                  <a:pt x="4303395" y="1083945"/>
                </a:lnTo>
                <a:lnTo>
                  <a:pt x="4286250" y="1101090"/>
                </a:lnTo>
                <a:lnTo>
                  <a:pt x="4269105" y="1083945"/>
                </a:lnTo>
                <a:close/>
                <a:moveTo>
                  <a:pt x="19050" y="2341245"/>
                </a:moveTo>
                <a:lnTo>
                  <a:pt x="28575" y="2350770"/>
                </a:lnTo>
                <a:lnTo>
                  <a:pt x="19050" y="2360295"/>
                </a:lnTo>
                <a:lnTo>
                  <a:pt x="9525" y="2350770"/>
                </a:lnTo>
                <a:close/>
                <a:moveTo>
                  <a:pt x="1066800" y="2952750"/>
                </a:moveTo>
                <a:lnTo>
                  <a:pt x="1074420" y="2960370"/>
                </a:lnTo>
                <a:lnTo>
                  <a:pt x="1066800" y="2967990"/>
                </a:lnTo>
                <a:lnTo>
                  <a:pt x="1059180" y="2960370"/>
                </a:lnTo>
                <a:close/>
                <a:moveTo>
                  <a:pt x="4095750" y="4303395"/>
                </a:moveTo>
                <a:lnTo>
                  <a:pt x="4114800" y="4322445"/>
                </a:lnTo>
                <a:lnTo>
                  <a:pt x="4095750" y="4341495"/>
                </a:lnTo>
                <a:lnTo>
                  <a:pt x="4076700" y="4322445"/>
                </a:lnTo>
                <a:close/>
                <a:moveTo>
                  <a:pt x="3419475" y="4876800"/>
                </a:moveTo>
                <a:lnTo>
                  <a:pt x="3427095" y="4884420"/>
                </a:lnTo>
                <a:lnTo>
                  <a:pt x="3419475" y="4892040"/>
                </a:lnTo>
                <a:lnTo>
                  <a:pt x="3411855" y="4884420"/>
                </a:lnTo>
                <a:close/>
                <a:moveTo>
                  <a:pt x="2686050" y="732472"/>
                </a:moveTo>
                <a:lnTo>
                  <a:pt x="2704148" y="750570"/>
                </a:lnTo>
                <a:lnTo>
                  <a:pt x="2686050" y="768668"/>
                </a:lnTo>
                <a:lnTo>
                  <a:pt x="2667953" y="750570"/>
                </a:lnTo>
                <a:close/>
                <a:moveTo>
                  <a:pt x="419100" y="2521268"/>
                </a:moveTo>
                <a:lnTo>
                  <a:pt x="439103" y="2541270"/>
                </a:lnTo>
                <a:lnTo>
                  <a:pt x="419100" y="2561273"/>
                </a:lnTo>
                <a:lnTo>
                  <a:pt x="399097" y="254127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1992630" y="642938"/>
            <a:ext cx="2667953" cy="2767965"/>
          </a:xfrm>
          <a:custGeom>
            <a:avLst/>
            <a:gdLst/>
            <a:ahLst/>
            <a:cxnLst/>
            <a:rect l="l" t="t" r="r" b="b"/>
            <a:pathLst>
              <a:path w="2667953" h="2767965">
                <a:moveTo>
                  <a:pt x="840105" y="1824038"/>
                </a:moveTo>
                <a:lnTo>
                  <a:pt x="849630" y="1833563"/>
                </a:lnTo>
                <a:lnTo>
                  <a:pt x="840105" y="1843088"/>
                </a:lnTo>
                <a:lnTo>
                  <a:pt x="830580" y="1833563"/>
                </a:lnTo>
                <a:close/>
                <a:moveTo>
                  <a:pt x="1144905" y="550545"/>
                </a:moveTo>
                <a:lnTo>
                  <a:pt x="1151573" y="557213"/>
                </a:lnTo>
                <a:lnTo>
                  <a:pt x="1144905" y="563880"/>
                </a:lnTo>
                <a:lnTo>
                  <a:pt x="1138237" y="557213"/>
                </a:lnTo>
                <a:close/>
                <a:moveTo>
                  <a:pt x="763905" y="2044065"/>
                </a:moveTo>
                <a:lnTo>
                  <a:pt x="772478" y="2052637"/>
                </a:lnTo>
                <a:lnTo>
                  <a:pt x="763905" y="2061210"/>
                </a:lnTo>
                <a:lnTo>
                  <a:pt x="755332" y="2052637"/>
                </a:lnTo>
                <a:close/>
                <a:moveTo>
                  <a:pt x="1859280" y="406718"/>
                </a:moveTo>
                <a:lnTo>
                  <a:pt x="1866900" y="414338"/>
                </a:lnTo>
                <a:lnTo>
                  <a:pt x="1859280" y="421958"/>
                </a:lnTo>
                <a:lnTo>
                  <a:pt x="1851660" y="414338"/>
                </a:lnTo>
                <a:close/>
                <a:moveTo>
                  <a:pt x="287655" y="2175510"/>
                </a:moveTo>
                <a:lnTo>
                  <a:pt x="298132" y="2185988"/>
                </a:lnTo>
                <a:lnTo>
                  <a:pt x="287655" y="2196465"/>
                </a:lnTo>
                <a:lnTo>
                  <a:pt x="277177" y="2185988"/>
                </a:lnTo>
                <a:close/>
                <a:moveTo>
                  <a:pt x="2030730" y="1118235"/>
                </a:moveTo>
                <a:lnTo>
                  <a:pt x="2050733" y="1138238"/>
                </a:lnTo>
                <a:lnTo>
                  <a:pt x="2030730" y="1158240"/>
                </a:lnTo>
                <a:lnTo>
                  <a:pt x="2010727" y="1138238"/>
                </a:lnTo>
                <a:close/>
                <a:moveTo>
                  <a:pt x="802005" y="750570"/>
                </a:moveTo>
                <a:lnTo>
                  <a:pt x="808672" y="757238"/>
                </a:lnTo>
                <a:lnTo>
                  <a:pt x="802005" y="763905"/>
                </a:lnTo>
                <a:lnTo>
                  <a:pt x="795337" y="757238"/>
                </a:lnTo>
                <a:close/>
                <a:moveTo>
                  <a:pt x="240030" y="650558"/>
                </a:moveTo>
                <a:lnTo>
                  <a:pt x="251460" y="661988"/>
                </a:lnTo>
                <a:lnTo>
                  <a:pt x="240030" y="673417"/>
                </a:lnTo>
                <a:lnTo>
                  <a:pt x="228600" y="661988"/>
                </a:lnTo>
                <a:close/>
                <a:moveTo>
                  <a:pt x="744855" y="1764983"/>
                </a:moveTo>
                <a:lnTo>
                  <a:pt x="765810" y="1785938"/>
                </a:lnTo>
                <a:lnTo>
                  <a:pt x="744855" y="1806892"/>
                </a:lnTo>
                <a:lnTo>
                  <a:pt x="723900" y="1785938"/>
                </a:lnTo>
                <a:close/>
                <a:moveTo>
                  <a:pt x="1649730" y="1829753"/>
                </a:moveTo>
                <a:lnTo>
                  <a:pt x="1663065" y="1843088"/>
                </a:lnTo>
                <a:lnTo>
                  <a:pt x="1649730" y="1856422"/>
                </a:lnTo>
                <a:lnTo>
                  <a:pt x="1636395" y="1843088"/>
                </a:lnTo>
                <a:close/>
                <a:moveTo>
                  <a:pt x="173355" y="2096453"/>
                </a:moveTo>
                <a:lnTo>
                  <a:pt x="186690" y="2109788"/>
                </a:lnTo>
                <a:lnTo>
                  <a:pt x="173355" y="2123123"/>
                </a:lnTo>
                <a:lnTo>
                  <a:pt x="160020" y="2109788"/>
                </a:lnTo>
                <a:close/>
                <a:moveTo>
                  <a:pt x="1325880" y="1747838"/>
                </a:moveTo>
                <a:lnTo>
                  <a:pt x="1344930" y="1766888"/>
                </a:lnTo>
                <a:lnTo>
                  <a:pt x="1325880" y="1785938"/>
                </a:lnTo>
                <a:lnTo>
                  <a:pt x="1306830" y="1766888"/>
                </a:lnTo>
                <a:close/>
                <a:moveTo>
                  <a:pt x="1668780" y="1204913"/>
                </a:moveTo>
                <a:lnTo>
                  <a:pt x="1678305" y="1214438"/>
                </a:lnTo>
                <a:lnTo>
                  <a:pt x="1668780" y="1223963"/>
                </a:lnTo>
                <a:lnTo>
                  <a:pt x="1659255" y="1214438"/>
                </a:lnTo>
                <a:close/>
                <a:moveTo>
                  <a:pt x="697230" y="1397318"/>
                </a:moveTo>
                <a:lnTo>
                  <a:pt x="704850" y="1404938"/>
                </a:lnTo>
                <a:lnTo>
                  <a:pt x="697230" y="1412558"/>
                </a:lnTo>
                <a:lnTo>
                  <a:pt x="689610" y="1404938"/>
                </a:lnTo>
                <a:close/>
                <a:moveTo>
                  <a:pt x="2402205" y="1710690"/>
                </a:moveTo>
                <a:lnTo>
                  <a:pt x="2410778" y="1719263"/>
                </a:lnTo>
                <a:lnTo>
                  <a:pt x="2402205" y="1727835"/>
                </a:lnTo>
                <a:lnTo>
                  <a:pt x="2393633" y="1719263"/>
                </a:lnTo>
                <a:close/>
                <a:moveTo>
                  <a:pt x="992505" y="0"/>
                </a:moveTo>
                <a:lnTo>
                  <a:pt x="1006792" y="14288"/>
                </a:lnTo>
                <a:lnTo>
                  <a:pt x="992505" y="28575"/>
                </a:lnTo>
                <a:lnTo>
                  <a:pt x="978217" y="14288"/>
                </a:lnTo>
                <a:close/>
                <a:moveTo>
                  <a:pt x="2183130" y="1630680"/>
                </a:moveTo>
                <a:lnTo>
                  <a:pt x="2205038" y="1652588"/>
                </a:lnTo>
                <a:lnTo>
                  <a:pt x="2183130" y="1674495"/>
                </a:lnTo>
                <a:lnTo>
                  <a:pt x="2161223" y="1652588"/>
                </a:lnTo>
                <a:close/>
                <a:moveTo>
                  <a:pt x="2345055" y="1651635"/>
                </a:moveTo>
                <a:lnTo>
                  <a:pt x="2355532" y="1662113"/>
                </a:lnTo>
                <a:lnTo>
                  <a:pt x="2345055" y="1672590"/>
                </a:lnTo>
                <a:lnTo>
                  <a:pt x="2334578" y="1662113"/>
                </a:lnTo>
                <a:close/>
                <a:moveTo>
                  <a:pt x="525780" y="1059180"/>
                </a:moveTo>
                <a:lnTo>
                  <a:pt x="538163" y="1071563"/>
                </a:lnTo>
                <a:lnTo>
                  <a:pt x="525780" y="1083945"/>
                </a:lnTo>
                <a:lnTo>
                  <a:pt x="513397" y="1071563"/>
                </a:lnTo>
                <a:close/>
                <a:moveTo>
                  <a:pt x="11430" y="2145983"/>
                </a:moveTo>
                <a:lnTo>
                  <a:pt x="22860" y="2157413"/>
                </a:lnTo>
                <a:lnTo>
                  <a:pt x="11430" y="2168842"/>
                </a:lnTo>
                <a:lnTo>
                  <a:pt x="0" y="2157413"/>
                </a:lnTo>
                <a:close/>
                <a:moveTo>
                  <a:pt x="1992630" y="450533"/>
                </a:moveTo>
                <a:lnTo>
                  <a:pt x="2004060" y="461963"/>
                </a:lnTo>
                <a:lnTo>
                  <a:pt x="1992630" y="473393"/>
                </a:lnTo>
                <a:lnTo>
                  <a:pt x="1981200" y="461963"/>
                </a:lnTo>
                <a:close/>
                <a:moveTo>
                  <a:pt x="1030605" y="2311717"/>
                </a:moveTo>
                <a:lnTo>
                  <a:pt x="1038225" y="2319338"/>
                </a:lnTo>
                <a:lnTo>
                  <a:pt x="1030605" y="2326958"/>
                </a:lnTo>
                <a:lnTo>
                  <a:pt x="1022985" y="2319338"/>
                </a:lnTo>
                <a:close/>
                <a:moveTo>
                  <a:pt x="297180" y="2460308"/>
                </a:moveTo>
                <a:lnTo>
                  <a:pt x="308610" y="2471738"/>
                </a:lnTo>
                <a:lnTo>
                  <a:pt x="297180" y="2483167"/>
                </a:lnTo>
                <a:lnTo>
                  <a:pt x="285750" y="2471738"/>
                </a:lnTo>
                <a:close/>
                <a:moveTo>
                  <a:pt x="1716405" y="1060133"/>
                </a:moveTo>
                <a:lnTo>
                  <a:pt x="1727835" y="1071563"/>
                </a:lnTo>
                <a:lnTo>
                  <a:pt x="1716405" y="1082993"/>
                </a:lnTo>
                <a:lnTo>
                  <a:pt x="1704975" y="1071563"/>
                </a:lnTo>
                <a:close/>
                <a:moveTo>
                  <a:pt x="868680" y="732473"/>
                </a:moveTo>
                <a:lnTo>
                  <a:pt x="883920" y="747713"/>
                </a:lnTo>
                <a:lnTo>
                  <a:pt x="868680" y="762953"/>
                </a:lnTo>
                <a:lnTo>
                  <a:pt x="853440" y="747713"/>
                </a:lnTo>
                <a:close/>
                <a:moveTo>
                  <a:pt x="1173480" y="618173"/>
                </a:moveTo>
                <a:lnTo>
                  <a:pt x="1188720" y="633413"/>
                </a:lnTo>
                <a:lnTo>
                  <a:pt x="1173480" y="648653"/>
                </a:lnTo>
                <a:lnTo>
                  <a:pt x="1158240" y="633413"/>
                </a:lnTo>
                <a:close/>
                <a:moveTo>
                  <a:pt x="563880" y="636270"/>
                </a:moveTo>
                <a:lnTo>
                  <a:pt x="570547" y="642938"/>
                </a:lnTo>
                <a:lnTo>
                  <a:pt x="563880" y="649605"/>
                </a:lnTo>
                <a:lnTo>
                  <a:pt x="557213" y="642938"/>
                </a:lnTo>
                <a:close/>
                <a:moveTo>
                  <a:pt x="554355" y="1577340"/>
                </a:moveTo>
                <a:lnTo>
                  <a:pt x="572453" y="1595438"/>
                </a:lnTo>
                <a:lnTo>
                  <a:pt x="554355" y="1613535"/>
                </a:lnTo>
                <a:lnTo>
                  <a:pt x="536257" y="1595438"/>
                </a:lnTo>
                <a:close/>
                <a:moveTo>
                  <a:pt x="2649855" y="1443990"/>
                </a:moveTo>
                <a:lnTo>
                  <a:pt x="2667953" y="1462088"/>
                </a:lnTo>
                <a:lnTo>
                  <a:pt x="2649855" y="1480185"/>
                </a:lnTo>
                <a:lnTo>
                  <a:pt x="2631757" y="1462088"/>
                </a:lnTo>
                <a:close/>
                <a:moveTo>
                  <a:pt x="1183005" y="1573530"/>
                </a:moveTo>
                <a:lnTo>
                  <a:pt x="1204913" y="1595438"/>
                </a:lnTo>
                <a:lnTo>
                  <a:pt x="1183005" y="1617345"/>
                </a:lnTo>
                <a:lnTo>
                  <a:pt x="1161098" y="1595438"/>
                </a:lnTo>
                <a:close/>
                <a:moveTo>
                  <a:pt x="1259205" y="2747010"/>
                </a:moveTo>
                <a:lnTo>
                  <a:pt x="1269683" y="2757488"/>
                </a:lnTo>
                <a:lnTo>
                  <a:pt x="1259205" y="2767965"/>
                </a:lnTo>
                <a:lnTo>
                  <a:pt x="1248727" y="2757488"/>
                </a:lnTo>
                <a:close/>
                <a:moveTo>
                  <a:pt x="1459230" y="837248"/>
                </a:moveTo>
                <a:lnTo>
                  <a:pt x="1474470" y="852488"/>
                </a:lnTo>
                <a:lnTo>
                  <a:pt x="1459230" y="867727"/>
                </a:lnTo>
                <a:lnTo>
                  <a:pt x="1443990" y="852488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-3099435" y="-257175"/>
            <a:ext cx="4853940" cy="4774883"/>
          </a:xfrm>
          <a:custGeom>
            <a:avLst/>
            <a:gdLst/>
            <a:ahLst/>
            <a:cxnLst/>
            <a:rect l="l" t="t" r="r" b="b"/>
            <a:pathLst>
              <a:path w="4853940" h="4774883">
                <a:moveTo>
                  <a:pt x="3556635" y="3371850"/>
                </a:moveTo>
                <a:lnTo>
                  <a:pt x="3566160" y="3381375"/>
                </a:lnTo>
                <a:lnTo>
                  <a:pt x="3556635" y="3390900"/>
                </a:lnTo>
                <a:lnTo>
                  <a:pt x="3547110" y="3381375"/>
                </a:lnTo>
                <a:close/>
                <a:moveTo>
                  <a:pt x="1146810" y="3970973"/>
                </a:moveTo>
                <a:lnTo>
                  <a:pt x="1166812" y="3990975"/>
                </a:lnTo>
                <a:lnTo>
                  <a:pt x="1146810" y="4010978"/>
                </a:lnTo>
                <a:lnTo>
                  <a:pt x="1126808" y="3990975"/>
                </a:lnTo>
                <a:close/>
                <a:moveTo>
                  <a:pt x="365760" y="3031808"/>
                </a:moveTo>
                <a:lnTo>
                  <a:pt x="372427" y="3038475"/>
                </a:lnTo>
                <a:lnTo>
                  <a:pt x="365760" y="3045143"/>
                </a:lnTo>
                <a:lnTo>
                  <a:pt x="359092" y="3038475"/>
                </a:lnTo>
                <a:close/>
                <a:moveTo>
                  <a:pt x="1908810" y="186690"/>
                </a:moveTo>
                <a:lnTo>
                  <a:pt x="1922145" y="200025"/>
                </a:lnTo>
                <a:lnTo>
                  <a:pt x="1908810" y="213360"/>
                </a:lnTo>
                <a:lnTo>
                  <a:pt x="1895475" y="200025"/>
                </a:lnTo>
                <a:close/>
                <a:moveTo>
                  <a:pt x="89535" y="3317558"/>
                </a:moveTo>
                <a:lnTo>
                  <a:pt x="105727" y="3333750"/>
                </a:lnTo>
                <a:lnTo>
                  <a:pt x="89535" y="3349943"/>
                </a:lnTo>
                <a:lnTo>
                  <a:pt x="73342" y="3333750"/>
                </a:lnTo>
                <a:close/>
                <a:moveTo>
                  <a:pt x="4690110" y="2084070"/>
                </a:moveTo>
                <a:lnTo>
                  <a:pt x="4701540" y="2095500"/>
                </a:lnTo>
                <a:lnTo>
                  <a:pt x="4690110" y="2106930"/>
                </a:lnTo>
                <a:lnTo>
                  <a:pt x="4678680" y="2095500"/>
                </a:lnTo>
                <a:close/>
                <a:moveTo>
                  <a:pt x="2289810" y="0"/>
                </a:moveTo>
                <a:lnTo>
                  <a:pt x="2299335" y="9525"/>
                </a:lnTo>
                <a:lnTo>
                  <a:pt x="2289810" y="19050"/>
                </a:lnTo>
                <a:lnTo>
                  <a:pt x="2280285" y="9525"/>
                </a:lnTo>
                <a:close/>
                <a:moveTo>
                  <a:pt x="4290060" y="1367790"/>
                </a:moveTo>
                <a:lnTo>
                  <a:pt x="4303395" y="1381125"/>
                </a:lnTo>
                <a:lnTo>
                  <a:pt x="4290060" y="1394460"/>
                </a:lnTo>
                <a:lnTo>
                  <a:pt x="4276725" y="1381125"/>
                </a:lnTo>
                <a:close/>
                <a:moveTo>
                  <a:pt x="3499485" y="4144328"/>
                </a:moveTo>
                <a:lnTo>
                  <a:pt x="3508057" y="4152900"/>
                </a:lnTo>
                <a:lnTo>
                  <a:pt x="3499485" y="4161473"/>
                </a:lnTo>
                <a:lnTo>
                  <a:pt x="3490913" y="4152900"/>
                </a:lnTo>
                <a:close/>
                <a:moveTo>
                  <a:pt x="3661410" y="1501140"/>
                </a:moveTo>
                <a:lnTo>
                  <a:pt x="3674745" y="1514475"/>
                </a:lnTo>
                <a:lnTo>
                  <a:pt x="3661410" y="1527810"/>
                </a:lnTo>
                <a:lnTo>
                  <a:pt x="3648075" y="1514475"/>
                </a:lnTo>
                <a:close/>
                <a:moveTo>
                  <a:pt x="4032885" y="2008823"/>
                </a:moveTo>
                <a:lnTo>
                  <a:pt x="4043363" y="2019300"/>
                </a:lnTo>
                <a:lnTo>
                  <a:pt x="4032885" y="2029778"/>
                </a:lnTo>
                <a:lnTo>
                  <a:pt x="4022407" y="2019300"/>
                </a:lnTo>
                <a:close/>
                <a:moveTo>
                  <a:pt x="1022985" y="4553903"/>
                </a:moveTo>
                <a:lnTo>
                  <a:pt x="1031557" y="4562475"/>
                </a:lnTo>
                <a:lnTo>
                  <a:pt x="1022985" y="4571048"/>
                </a:lnTo>
                <a:lnTo>
                  <a:pt x="1014412" y="4562475"/>
                </a:lnTo>
                <a:close/>
                <a:moveTo>
                  <a:pt x="3537585" y="3239453"/>
                </a:moveTo>
                <a:lnTo>
                  <a:pt x="3555682" y="3257550"/>
                </a:lnTo>
                <a:lnTo>
                  <a:pt x="3537585" y="3275648"/>
                </a:lnTo>
                <a:lnTo>
                  <a:pt x="3519488" y="3257550"/>
                </a:lnTo>
                <a:close/>
                <a:moveTo>
                  <a:pt x="2432685" y="4541520"/>
                </a:moveTo>
                <a:lnTo>
                  <a:pt x="2444115" y="4552950"/>
                </a:lnTo>
                <a:lnTo>
                  <a:pt x="2432685" y="4564380"/>
                </a:lnTo>
                <a:lnTo>
                  <a:pt x="2421255" y="4552950"/>
                </a:lnTo>
                <a:close/>
                <a:moveTo>
                  <a:pt x="356235" y="2482215"/>
                </a:moveTo>
                <a:lnTo>
                  <a:pt x="379095" y="2505075"/>
                </a:lnTo>
                <a:lnTo>
                  <a:pt x="356235" y="2527935"/>
                </a:lnTo>
                <a:lnTo>
                  <a:pt x="333375" y="2505075"/>
                </a:lnTo>
                <a:close/>
                <a:moveTo>
                  <a:pt x="3594735" y="4302443"/>
                </a:moveTo>
                <a:lnTo>
                  <a:pt x="3616643" y="4324350"/>
                </a:lnTo>
                <a:lnTo>
                  <a:pt x="3594735" y="4346258"/>
                </a:lnTo>
                <a:lnTo>
                  <a:pt x="3572827" y="4324350"/>
                </a:lnTo>
                <a:close/>
                <a:moveTo>
                  <a:pt x="1156335" y="3855720"/>
                </a:moveTo>
                <a:lnTo>
                  <a:pt x="1177290" y="3876675"/>
                </a:lnTo>
                <a:lnTo>
                  <a:pt x="1156335" y="3897630"/>
                </a:lnTo>
                <a:lnTo>
                  <a:pt x="1135380" y="3876675"/>
                </a:lnTo>
                <a:close/>
                <a:moveTo>
                  <a:pt x="80010" y="2638425"/>
                </a:moveTo>
                <a:lnTo>
                  <a:pt x="89535" y="2647950"/>
                </a:lnTo>
                <a:lnTo>
                  <a:pt x="80010" y="2657475"/>
                </a:lnTo>
                <a:lnTo>
                  <a:pt x="70485" y="2647950"/>
                </a:lnTo>
                <a:close/>
                <a:moveTo>
                  <a:pt x="2546985" y="160020"/>
                </a:moveTo>
                <a:lnTo>
                  <a:pt x="2558415" y="171450"/>
                </a:lnTo>
                <a:lnTo>
                  <a:pt x="2546985" y="182880"/>
                </a:lnTo>
                <a:lnTo>
                  <a:pt x="2535555" y="171450"/>
                </a:lnTo>
                <a:close/>
                <a:moveTo>
                  <a:pt x="1089660" y="4750118"/>
                </a:moveTo>
                <a:lnTo>
                  <a:pt x="1102043" y="4762500"/>
                </a:lnTo>
                <a:lnTo>
                  <a:pt x="1089660" y="4774883"/>
                </a:lnTo>
                <a:lnTo>
                  <a:pt x="1077277" y="4762500"/>
                </a:lnTo>
                <a:close/>
                <a:moveTo>
                  <a:pt x="165735" y="3962400"/>
                </a:moveTo>
                <a:lnTo>
                  <a:pt x="175260" y="3971925"/>
                </a:lnTo>
                <a:lnTo>
                  <a:pt x="165735" y="3981450"/>
                </a:lnTo>
                <a:lnTo>
                  <a:pt x="156210" y="3971925"/>
                </a:lnTo>
                <a:close/>
                <a:moveTo>
                  <a:pt x="1308735" y="4439603"/>
                </a:moveTo>
                <a:lnTo>
                  <a:pt x="1326833" y="4457700"/>
                </a:lnTo>
                <a:lnTo>
                  <a:pt x="1308735" y="4475798"/>
                </a:lnTo>
                <a:lnTo>
                  <a:pt x="1290637" y="4457700"/>
                </a:lnTo>
                <a:close/>
                <a:moveTo>
                  <a:pt x="4832985" y="3036570"/>
                </a:moveTo>
                <a:lnTo>
                  <a:pt x="4853940" y="3057525"/>
                </a:lnTo>
                <a:lnTo>
                  <a:pt x="4832985" y="3078480"/>
                </a:lnTo>
                <a:lnTo>
                  <a:pt x="4812030" y="3057525"/>
                </a:lnTo>
                <a:close/>
                <a:moveTo>
                  <a:pt x="1051560" y="1135380"/>
                </a:moveTo>
                <a:lnTo>
                  <a:pt x="1059180" y="1143000"/>
                </a:lnTo>
                <a:lnTo>
                  <a:pt x="1051560" y="1150620"/>
                </a:lnTo>
                <a:lnTo>
                  <a:pt x="1043940" y="1143000"/>
                </a:lnTo>
                <a:close/>
                <a:moveTo>
                  <a:pt x="3794760" y="3950970"/>
                </a:moveTo>
                <a:lnTo>
                  <a:pt x="3806190" y="3962400"/>
                </a:lnTo>
                <a:lnTo>
                  <a:pt x="3794760" y="3973830"/>
                </a:lnTo>
                <a:lnTo>
                  <a:pt x="3783330" y="3962400"/>
                </a:lnTo>
                <a:close/>
                <a:moveTo>
                  <a:pt x="13335" y="1986915"/>
                </a:moveTo>
                <a:lnTo>
                  <a:pt x="26670" y="2000250"/>
                </a:lnTo>
                <a:lnTo>
                  <a:pt x="13335" y="2013585"/>
                </a:lnTo>
                <a:lnTo>
                  <a:pt x="0" y="2000250"/>
                </a:lnTo>
                <a:close/>
                <a:moveTo>
                  <a:pt x="1737360" y="4273868"/>
                </a:moveTo>
                <a:lnTo>
                  <a:pt x="1759268" y="4295775"/>
                </a:lnTo>
                <a:lnTo>
                  <a:pt x="1737360" y="4317683"/>
                </a:lnTo>
                <a:lnTo>
                  <a:pt x="1715452" y="4295775"/>
                </a:lnTo>
                <a:close/>
                <a:moveTo>
                  <a:pt x="2375535" y="2770822"/>
                </a:moveTo>
                <a:lnTo>
                  <a:pt x="2386012" y="2781300"/>
                </a:lnTo>
                <a:lnTo>
                  <a:pt x="2375535" y="2791778"/>
                </a:lnTo>
                <a:lnTo>
                  <a:pt x="2365058" y="2781300"/>
                </a:lnTo>
                <a:close/>
                <a:moveTo>
                  <a:pt x="3737610" y="2318385"/>
                </a:moveTo>
                <a:lnTo>
                  <a:pt x="3752850" y="2333625"/>
                </a:lnTo>
                <a:lnTo>
                  <a:pt x="3737610" y="2348865"/>
                </a:lnTo>
                <a:lnTo>
                  <a:pt x="3722370" y="2333625"/>
                </a:lnTo>
                <a:close/>
                <a:moveTo>
                  <a:pt x="2423160" y="2707005"/>
                </a:moveTo>
                <a:lnTo>
                  <a:pt x="2440305" y="2724150"/>
                </a:lnTo>
                <a:lnTo>
                  <a:pt x="2423160" y="2741295"/>
                </a:lnTo>
                <a:lnTo>
                  <a:pt x="2406015" y="2724150"/>
                </a:lnTo>
                <a:close/>
                <a:moveTo>
                  <a:pt x="1870710" y="2408873"/>
                </a:moveTo>
                <a:lnTo>
                  <a:pt x="1890712" y="2428875"/>
                </a:lnTo>
                <a:lnTo>
                  <a:pt x="1870710" y="2448878"/>
                </a:lnTo>
                <a:lnTo>
                  <a:pt x="1850708" y="2428875"/>
                </a:lnTo>
                <a:close/>
                <a:moveTo>
                  <a:pt x="1470660" y="2697480"/>
                </a:moveTo>
                <a:lnTo>
                  <a:pt x="1487805" y="2714625"/>
                </a:lnTo>
                <a:lnTo>
                  <a:pt x="1470660" y="2731770"/>
                </a:lnTo>
                <a:lnTo>
                  <a:pt x="1453515" y="2714625"/>
                </a:lnTo>
                <a:close/>
                <a:moveTo>
                  <a:pt x="2461260" y="2265998"/>
                </a:moveTo>
                <a:lnTo>
                  <a:pt x="2481263" y="2286000"/>
                </a:lnTo>
                <a:lnTo>
                  <a:pt x="2461260" y="2306003"/>
                </a:lnTo>
                <a:lnTo>
                  <a:pt x="2441257" y="2286000"/>
                </a:lnTo>
                <a:close/>
                <a:moveTo>
                  <a:pt x="2985135" y="3263265"/>
                </a:moveTo>
                <a:lnTo>
                  <a:pt x="2998470" y="3276600"/>
                </a:lnTo>
                <a:lnTo>
                  <a:pt x="2985135" y="3289935"/>
                </a:lnTo>
                <a:lnTo>
                  <a:pt x="2971800" y="3276600"/>
                </a:lnTo>
                <a:close/>
                <a:moveTo>
                  <a:pt x="2118360" y="1768793"/>
                </a:moveTo>
                <a:lnTo>
                  <a:pt x="2140267" y="1790700"/>
                </a:lnTo>
                <a:lnTo>
                  <a:pt x="2118360" y="1812608"/>
                </a:lnTo>
                <a:lnTo>
                  <a:pt x="2096452" y="1790700"/>
                </a:lnTo>
                <a:close/>
                <a:moveTo>
                  <a:pt x="1718310" y="3377565"/>
                </a:moveTo>
                <a:lnTo>
                  <a:pt x="1731645" y="3390900"/>
                </a:lnTo>
                <a:lnTo>
                  <a:pt x="1718310" y="3404235"/>
                </a:lnTo>
                <a:lnTo>
                  <a:pt x="1704975" y="3390900"/>
                </a:lnTo>
                <a:close/>
                <a:moveTo>
                  <a:pt x="3108960" y="3489960"/>
                </a:moveTo>
                <a:lnTo>
                  <a:pt x="3124200" y="3505200"/>
                </a:lnTo>
                <a:lnTo>
                  <a:pt x="3108960" y="3520440"/>
                </a:lnTo>
                <a:lnTo>
                  <a:pt x="3093720" y="3505200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-3533775" y="-600075"/>
            <a:ext cx="5172075" cy="5124450"/>
          </a:xfrm>
          <a:custGeom>
            <a:avLst/>
            <a:gdLst/>
            <a:ahLst/>
            <a:cxnLst/>
            <a:rect l="l" t="t" r="r" b="b"/>
            <a:pathLst>
              <a:path w="5172075" h="5124450">
                <a:moveTo>
                  <a:pt x="2867025" y="5114925"/>
                </a:moveTo>
                <a:quadBezTo>
                  <a:pt x="2790825" y="5095875"/>
                  <a:pt x="2705100" y="5124450"/>
                </a:quadBezTo>
                <a:moveTo>
                  <a:pt x="1228725" y="3648075"/>
                </a:moveTo>
                <a:quadBezTo>
                  <a:pt x="1200150" y="3552825"/>
                  <a:pt x="1181100" y="3495675"/>
                </a:quadBezTo>
                <a:moveTo>
                  <a:pt x="676275" y="2466975"/>
                </a:moveTo>
                <a:quadBezTo>
                  <a:pt x="657225" y="2333625"/>
                  <a:pt x="638175" y="2238375"/>
                </a:quadBezTo>
                <a:moveTo>
                  <a:pt x="1704975" y="190500"/>
                </a:moveTo>
                <a:quadBezTo>
                  <a:pt x="1809750" y="104775"/>
                  <a:pt x="1905000" y="66675"/>
                </a:quadBezTo>
                <a:moveTo>
                  <a:pt x="3505200" y="533400"/>
                </a:moveTo>
                <a:quadBezTo>
                  <a:pt x="3629025" y="581025"/>
                  <a:pt x="3743325" y="666750"/>
                </a:quadBezTo>
                <a:moveTo>
                  <a:pt x="1543050" y="5105400"/>
                </a:moveTo>
                <a:quadBezTo>
                  <a:pt x="1419225" y="5010150"/>
                  <a:pt x="1295400" y="4943475"/>
                </a:quadBezTo>
                <a:moveTo>
                  <a:pt x="4743450" y="3038475"/>
                </a:moveTo>
                <a:quadBezTo>
                  <a:pt x="4724400" y="3067050"/>
                  <a:pt x="4705350" y="3133725"/>
                </a:quadBezTo>
                <a:moveTo>
                  <a:pt x="4438650" y="885825"/>
                </a:moveTo>
                <a:quadBezTo>
                  <a:pt x="4514850" y="904875"/>
                  <a:pt x="4600575" y="962025"/>
                </a:quadBezTo>
                <a:moveTo>
                  <a:pt x="266700" y="3562350"/>
                </a:moveTo>
                <a:quadBezTo>
                  <a:pt x="238125" y="3419475"/>
                  <a:pt x="219075" y="3314700"/>
                </a:quadBezTo>
                <a:moveTo>
                  <a:pt x="2628900" y="19050"/>
                </a:moveTo>
                <a:quadBezTo>
                  <a:pt x="2695575" y="0"/>
                  <a:pt x="2771775" y="19050"/>
                </a:quadBezTo>
                <a:moveTo>
                  <a:pt x="4848225" y="4010025"/>
                </a:moveTo>
                <a:quadBezTo>
                  <a:pt x="4781550" y="4057650"/>
                  <a:pt x="4724400" y="4143375"/>
                </a:quadBezTo>
                <a:moveTo>
                  <a:pt x="819150" y="1095375"/>
                </a:moveTo>
                <a:quadBezTo>
                  <a:pt x="866775" y="1009650"/>
                  <a:pt x="914400" y="952500"/>
                </a:quadBezTo>
                <a:moveTo>
                  <a:pt x="38100" y="2400300"/>
                </a:moveTo>
                <a:quadBezTo>
                  <a:pt x="19050" y="2247900"/>
                  <a:pt x="0" y="2133600"/>
                </a:quadBezTo>
                <a:moveTo>
                  <a:pt x="5172075" y="3352800"/>
                </a:moveTo>
                <a:quadBezTo>
                  <a:pt x="5114925" y="3457575"/>
                  <a:pt x="5048250" y="36099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-3457575" y="400050"/>
            <a:ext cx="2905125" cy="3095625"/>
          </a:xfrm>
          <a:custGeom>
            <a:avLst/>
            <a:gdLst/>
            <a:ahLst/>
            <a:cxnLst/>
            <a:rect l="l" t="t" r="r" b="b"/>
            <a:pathLst>
              <a:path w="2905125" h="3095625">
                <a:moveTo>
                  <a:pt x="2905125" y="0"/>
                </a:moveTo>
                <a:lnTo>
                  <a:pt x="2905125" y="352425"/>
                </a:lnTo>
                <a:moveTo>
                  <a:pt x="2876550" y="0"/>
                </a:moveTo>
                <a:lnTo>
                  <a:pt x="2876550" y="314325"/>
                </a:lnTo>
                <a:moveTo>
                  <a:pt x="2857500" y="0"/>
                </a:moveTo>
                <a:lnTo>
                  <a:pt x="2857500" y="276225"/>
                </a:lnTo>
                <a:moveTo>
                  <a:pt x="2809875" y="0"/>
                </a:moveTo>
                <a:lnTo>
                  <a:pt x="2809875" y="352425"/>
                </a:lnTo>
                <a:moveTo>
                  <a:pt x="504825" y="2276475"/>
                </a:moveTo>
                <a:lnTo>
                  <a:pt x="142875" y="2486025"/>
                </a:lnTo>
                <a:moveTo>
                  <a:pt x="485775" y="2247900"/>
                </a:moveTo>
                <a:lnTo>
                  <a:pt x="28575" y="2505075"/>
                </a:lnTo>
                <a:moveTo>
                  <a:pt x="476250" y="2219325"/>
                </a:moveTo>
                <a:lnTo>
                  <a:pt x="142875" y="2409825"/>
                </a:lnTo>
                <a:moveTo>
                  <a:pt x="457200" y="2181225"/>
                </a:moveTo>
                <a:lnTo>
                  <a:pt x="0" y="2438400"/>
                </a:lnTo>
                <a:moveTo>
                  <a:pt x="1438275" y="2876550"/>
                </a:moveTo>
                <a:lnTo>
                  <a:pt x="1800225" y="2971800"/>
                </a:lnTo>
                <a:moveTo>
                  <a:pt x="1428750" y="2905125"/>
                </a:moveTo>
                <a:lnTo>
                  <a:pt x="1924050" y="3038475"/>
                </a:lnTo>
                <a:moveTo>
                  <a:pt x="1419225" y="2943225"/>
                </a:moveTo>
                <a:lnTo>
                  <a:pt x="1876425" y="3067050"/>
                </a:lnTo>
                <a:moveTo>
                  <a:pt x="1409700" y="2971800"/>
                </a:moveTo>
                <a:lnTo>
                  <a:pt x="1857375" y="309562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-1914525" y="1485900"/>
            <a:ext cx="2752725" cy="6677025"/>
          </a:xfrm>
          <a:custGeom>
            <a:avLst/>
            <a:gdLst/>
            <a:ahLst/>
            <a:cxnLst/>
            <a:rect l="l" t="t" r="r" b="b"/>
            <a:pathLst>
              <a:path w="2752725" h="6677025">
                <a:moveTo>
                  <a:pt x="1076325" y="6677025"/>
                </a:moveTo>
                <a:lnTo>
                  <a:pt x="933450" y="6553200"/>
                </a:lnTo>
                <a:lnTo>
                  <a:pt x="933450" y="6610350"/>
                </a:lnTo>
                <a:lnTo>
                  <a:pt x="933450" y="6543675"/>
                </a:lnTo>
                <a:lnTo>
                  <a:pt x="942975" y="6486525"/>
                </a:lnTo>
                <a:lnTo>
                  <a:pt x="809625" y="6438900"/>
                </a:lnTo>
                <a:lnTo>
                  <a:pt x="809625" y="6381750"/>
                </a:lnTo>
                <a:lnTo>
                  <a:pt x="857250" y="6343650"/>
                </a:lnTo>
                <a:lnTo>
                  <a:pt x="800100" y="6248400"/>
                </a:lnTo>
                <a:lnTo>
                  <a:pt x="866775" y="6124575"/>
                </a:lnTo>
                <a:lnTo>
                  <a:pt x="781050" y="6105525"/>
                </a:lnTo>
                <a:lnTo>
                  <a:pt x="742950" y="6010275"/>
                </a:lnTo>
                <a:lnTo>
                  <a:pt x="676275" y="5972175"/>
                </a:lnTo>
                <a:lnTo>
                  <a:pt x="638175" y="5924550"/>
                </a:lnTo>
                <a:lnTo>
                  <a:pt x="561975" y="5857875"/>
                </a:lnTo>
                <a:lnTo>
                  <a:pt x="523875" y="5829300"/>
                </a:lnTo>
                <a:lnTo>
                  <a:pt x="495300" y="5734050"/>
                </a:lnTo>
                <a:lnTo>
                  <a:pt x="409575" y="5676900"/>
                </a:lnTo>
                <a:lnTo>
                  <a:pt x="333375" y="5715000"/>
                </a:lnTo>
                <a:lnTo>
                  <a:pt x="361950" y="5705475"/>
                </a:lnTo>
                <a:lnTo>
                  <a:pt x="295275" y="5543550"/>
                </a:lnTo>
                <a:lnTo>
                  <a:pt x="238125" y="5495925"/>
                </a:lnTo>
                <a:lnTo>
                  <a:pt x="257175" y="5391150"/>
                </a:lnTo>
                <a:lnTo>
                  <a:pt x="219075" y="5286375"/>
                </a:lnTo>
                <a:lnTo>
                  <a:pt x="257175" y="5200650"/>
                </a:lnTo>
                <a:lnTo>
                  <a:pt x="209550" y="5210175"/>
                </a:lnTo>
                <a:lnTo>
                  <a:pt x="161925" y="5086350"/>
                </a:lnTo>
                <a:lnTo>
                  <a:pt x="142875" y="5029200"/>
                </a:lnTo>
                <a:lnTo>
                  <a:pt x="123825" y="4886325"/>
                </a:lnTo>
                <a:lnTo>
                  <a:pt x="171450" y="4762500"/>
                </a:lnTo>
                <a:lnTo>
                  <a:pt x="142875" y="4638675"/>
                </a:lnTo>
                <a:lnTo>
                  <a:pt x="95250" y="4572000"/>
                </a:lnTo>
                <a:lnTo>
                  <a:pt x="161925" y="4448175"/>
                </a:lnTo>
                <a:lnTo>
                  <a:pt x="0" y="4371975"/>
                </a:lnTo>
                <a:lnTo>
                  <a:pt x="9525" y="4238625"/>
                </a:lnTo>
                <a:lnTo>
                  <a:pt x="123825" y="4105275"/>
                </a:lnTo>
                <a:lnTo>
                  <a:pt x="219075" y="4181475"/>
                </a:lnTo>
                <a:lnTo>
                  <a:pt x="285750" y="4038600"/>
                </a:lnTo>
                <a:lnTo>
                  <a:pt x="190500" y="3952875"/>
                </a:lnTo>
                <a:lnTo>
                  <a:pt x="123825" y="3952875"/>
                </a:lnTo>
                <a:lnTo>
                  <a:pt x="85725" y="3905250"/>
                </a:lnTo>
                <a:lnTo>
                  <a:pt x="47625" y="3810000"/>
                </a:lnTo>
                <a:lnTo>
                  <a:pt x="28575" y="3724275"/>
                </a:lnTo>
                <a:lnTo>
                  <a:pt x="66675" y="3752850"/>
                </a:lnTo>
                <a:lnTo>
                  <a:pt x="19050" y="3752850"/>
                </a:lnTo>
                <a:lnTo>
                  <a:pt x="85725" y="3781425"/>
                </a:lnTo>
                <a:lnTo>
                  <a:pt x="76200" y="3762375"/>
                </a:lnTo>
                <a:lnTo>
                  <a:pt x="76200" y="3695700"/>
                </a:lnTo>
                <a:lnTo>
                  <a:pt x="123825" y="3657600"/>
                </a:lnTo>
                <a:lnTo>
                  <a:pt x="66675" y="3695700"/>
                </a:lnTo>
                <a:lnTo>
                  <a:pt x="104775" y="3714750"/>
                </a:lnTo>
                <a:lnTo>
                  <a:pt x="57150" y="3571875"/>
                </a:lnTo>
                <a:lnTo>
                  <a:pt x="66675" y="3486150"/>
                </a:lnTo>
                <a:lnTo>
                  <a:pt x="104775" y="3467100"/>
                </a:lnTo>
                <a:lnTo>
                  <a:pt x="123825" y="3352800"/>
                </a:lnTo>
                <a:lnTo>
                  <a:pt x="200025" y="3286125"/>
                </a:lnTo>
                <a:lnTo>
                  <a:pt x="209550" y="3238500"/>
                </a:lnTo>
                <a:lnTo>
                  <a:pt x="171450" y="3095625"/>
                </a:lnTo>
                <a:lnTo>
                  <a:pt x="285750" y="2990850"/>
                </a:lnTo>
                <a:lnTo>
                  <a:pt x="276225" y="2962275"/>
                </a:lnTo>
                <a:lnTo>
                  <a:pt x="247650" y="2933700"/>
                </a:lnTo>
                <a:lnTo>
                  <a:pt x="228600" y="2914650"/>
                </a:lnTo>
                <a:lnTo>
                  <a:pt x="228600" y="2790825"/>
                </a:lnTo>
                <a:lnTo>
                  <a:pt x="133350" y="2752725"/>
                </a:lnTo>
                <a:lnTo>
                  <a:pt x="152400" y="2714625"/>
                </a:lnTo>
                <a:lnTo>
                  <a:pt x="200025" y="2676525"/>
                </a:lnTo>
                <a:lnTo>
                  <a:pt x="180975" y="2657475"/>
                </a:lnTo>
                <a:lnTo>
                  <a:pt x="209550" y="2571750"/>
                </a:lnTo>
                <a:lnTo>
                  <a:pt x="209550" y="2466975"/>
                </a:lnTo>
                <a:lnTo>
                  <a:pt x="209550" y="2419350"/>
                </a:lnTo>
                <a:lnTo>
                  <a:pt x="257175" y="2324100"/>
                </a:lnTo>
                <a:lnTo>
                  <a:pt x="238125" y="2333625"/>
                </a:lnTo>
                <a:lnTo>
                  <a:pt x="238125" y="2286000"/>
                </a:lnTo>
                <a:lnTo>
                  <a:pt x="257175" y="2209800"/>
                </a:lnTo>
                <a:lnTo>
                  <a:pt x="323850" y="2105025"/>
                </a:lnTo>
                <a:lnTo>
                  <a:pt x="314325" y="2038350"/>
                </a:lnTo>
                <a:lnTo>
                  <a:pt x="314325" y="2009775"/>
                </a:lnTo>
                <a:lnTo>
                  <a:pt x="333375" y="2009775"/>
                </a:lnTo>
                <a:lnTo>
                  <a:pt x="342900" y="1933575"/>
                </a:lnTo>
                <a:lnTo>
                  <a:pt x="352425" y="1866900"/>
                </a:lnTo>
                <a:lnTo>
                  <a:pt x="371475" y="1790700"/>
                </a:lnTo>
                <a:lnTo>
                  <a:pt x="400050" y="1762125"/>
                </a:lnTo>
                <a:lnTo>
                  <a:pt x="447675" y="1714500"/>
                </a:lnTo>
                <a:lnTo>
                  <a:pt x="476250" y="1619250"/>
                </a:lnTo>
                <a:lnTo>
                  <a:pt x="428625" y="1619250"/>
                </a:lnTo>
                <a:lnTo>
                  <a:pt x="447675" y="1562100"/>
                </a:lnTo>
                <a:lnTo>
                  <a:pt x="466725" y="1457325"/>
                </a:lnTo>
                <a:lnTo>
                  <a:pt x="466725" y="1409700"/>
                </a:lnTo>
                <a:lnTo>
                  <a:pt x="504825" y="1362075"/>
                </a:lnTo>
                <a:lnTo>
                  <a:pt x="514350" y="1295400"/>
                </a:lnTo>
                <a:lnTo>
                  <a:pt x="552450" y="1257300"/>
                </a:lnTo>
                <a:lnTo>
                  <a:pt x="561975" y="1247775"/>
                </a:lnTo>
                <a:lnTo>
                  <a:pt x="581025" y="1162050"/>
                </a:lnTo>
                <a:lnTo>
                  <a:pt x="552450" y="1104900"/>
                </a:lnTo>
                <a:lnTo>
                  <a:pt x="628650" y="1009650"/>
                </a:lnTo>
                <a:lnTo>
                  <a:pt x="581025" y="1000125"/>
                </a:lnTo>
                <a:lnTo>
                  <a:pt x="657225" y="933450"/>
                </a:lnTo>
                <a:lnTo>
                  <a:pt x="685800" y="876300"/>
                </a:lnTo>
                <a:lnTo>
                  <a:pt x="676275" y="904875"/>
                </a:lnTo>
                <a:lnTo>
                  <a:pt x="695325" y="857250"/>
                </a:lnTo>
                <a:lnTo>
                  <a:pt x="762000" y="828675"/>
                </a:lnTo>
                <a:lnTo>
                  <a:pt x="809625" y="752475"/>
                </a:lnTo>
                <a:lnTo>
                  <a:pt x="800100" y="762000"/>
                </a:lnTo>
                <a:lnTo>
                  <a:pt x="857250" y="704850"/>
                </a:lnTo>
                <a:lnTo>
                  <a:pt x="895350" y="619125"/>
                </a:lnTo>
                <a:lnTo>
                  <a:pt x="914400" y="628650"/>
                </a:lnTo>
                <a:lnTo>
                  <a:pt x="942975" y="600075"/>
                </a:lnTo>
                <a:lnTo>
                  <a:pt x="962025" y="542925"/>
                </a:lnTo>
                <a:lnTo>
                  <a:pt x="1057275" y="581025"/>
                </a:lnTo>
                <a:lnTo>
                  <a:pt x="1066800" y="533400"/>
                </a:lnTo>
                <a:lnTo>
                  <a:pt x="1085850" y="466725"/>
                </a:lnTo>
                <a:lnTo>
                  <a:pt x="1133475" y="438150"/>
                </a:lnTo>
                <a:lnTo>
                  <a:pt x="1209675" y="409575"/>
                </a:lnTo>
                <a:lnTo>
                  <a:pt x="1238250" y="438150"/>
                </a:lnTo>
                <a:lnTo>
                  <a:pt x="1323975" y="361950"/>
                </a:lnTo>
                <a:lnTo>
                  <a:pt x="1362075" y="333375"/>
                </a:lnTo>
                <a:lnTo>
                  <a:pt x="1390650" y="333375"/>
                </a:lnTo>
                <a:lnTo>
                  <a:pt x="1419225" y="285750"/>
                </a:lnTo>
                <a:lnTo>
                  <a:pt x="1409700" y="257175"/>
                </a:lnTo>
                <a:lnTo>
                  <a:pt x="1476375" y="266700"/>
                </a:lnTo>
                <a:lnTo>
                  <a:pt x="1533525" y="257175"/>
                </a:lnTo>
                <a:lnTo>
                  <a:pt x="1552575" y="200025"/>
                </a:lnTo>
                <a:lnTo>
                  <a:pt x="1619250" y="152400"/>
                </a:lnTo>
                <a:lnTo>
                  <a:pt x="1647825" y="180975"/>
                </a:lnTo>
                <a:lnTo>
                  <a:pt x="1647825" y="171450"/>
                </a:lnTo>
                <a:lnTo>
                  <a:pt x="1685925" y="104775"/>
                </a:lnTo>
                <a:lnTo>
                  <a:pt x="1752600" y="47625"/>
                </a:lnTo>
                <a:lnTo>
                  <a:pt x="1762125" y="19050"/>
                </a:lnTo>
                <a:lnTo>
                  <a:pt x="1819275" y="0"/>
                </a:lnTo>
                <a:lnTo>
                  <a:pt x="1800225" y="123825"/>
                </a:lnTo>
                <a:lnTo>
                  <a:pt x="1762125" y="152400"/>
                </a:lnTo>
                <a:lnTo>
                  <a:pt x="1809750" y="209550"/>
                </a:lnTo>
                <a:lnTo>
                  <a:pt x="1828800" y="219075"/>
                </a:lnTo>
                <a:lnTo>
                  <a:pt x="1847850" y="314325"/>
                </a:lnTo>
                <a:lnTo>
                  <a:pt x="1885950" y="333375"/>
                </a:lnTo>
                <a:lnTo>
                  <a:pt x="1981200" y="371475"/>
                </a:lnTo>
                <a:lnTo>
                  <a:pt x="1981200" y="457200"/>
                </a:lnTo>
                <a:lnTo>
                  <a:pt x="2057400" y="495300"/>
                </a:lnTo>
                <a:lnTo>
                  <a:pt x="2028825" y="552450"/>
                </a:lnTo>
                <a:lnTo>
                  <a:pt x="2047875" y="590550"/>
                </a:lnTo>
                <a:lnTo>
                  <a:pt x="2114550" y="609600"/>
                </a:lnTo>
                <a:lnTo>
                  <a:pt x="2114550" y="714375"/>
                </a:lnTo>
                <a:lnTo>
                  <a:pt x="2105025" y="723900"/>
                </a:lnTo>
                <a:lnTo>
                  <a:pt x="2114550" y="809625"/>
                </a:lnTo>
                <a:lnTo>
                  <a:pt x="2162175" y="876300"/>
                </a:lnTo>
                <a:lnTo>
                  <a:pt x="2247900" y="914400"/>
                </a:lnTo>
                <a:lnTo>
                  <a:pt x="2238375" y="1009650"/>
                </a:lnTo>
                <a:lnTo>
                  <a:pt x="2276475" y="1047750"/>
                </a:lnTo>
                <a:lnTo>
                  <a:pt x="2305050" y="1057275"/>
                </a:lnTo>
                <a:lnTo>
                  <a:pt x="2305050" y="1171575"/>
                </a:lnTo>
                <a:lnTo>
                  <a:pt x="2324100" y="1152525"/>
                </a:lnTo>
                <a:lnTo>
                  <a:pt x="2343150" y="1228725"/>
                </a:lnTo>
                <a:lnTo>
                  <a:pt x="2352675" y="1295400"/>
                </a:lnTo>
                <a:lnTo>
                  <a:pt x="2419350" y="1371600"/>
                </a:lnTo>
                <a:lnTo>
                  <a:pt x="2419350" y="1438275"/>
                </a:lnTo>
                <a:lnTo>
                  <a:pt x="2466975" y="1495425"/>
                </a:lnTo>
                <a:lnTo>
                  <a:pt x="2438400" y="1562100"/>
                </a:lnTo>
                <a:lnTo>
                  <a:pt x="2466975" y="1609725"/>
                </a:lnTo>
                <a:lnTo>
                  <a:pt x="2514600" y="1628775"/>
                </a:lnTo>
                <a:lnTo>
                  <a:pt x="2552700" y="1704975"/>
                </a:lnTo>
                <a:lnTo>
                  <a:pt x="2571750" y="1743075"/>
                </a:lnTo>
                <a:lnTo>
                  <a:pt x="2466975" y="1876425"/>
                </a:lnTo>
                <a:lnTo>
                  <a:pt x="2724150" y="1857375"/>
                </a:lnTo>
                <a:lnTo>
                  <a:pt x="2714625" y="1876425"/>
                </a:lnTo>
                <a:lnTo>
                  <a:pt x="2657475" y="2000250"/>
                </a:lnTo>
                <a:lnTo>
                  <a:pt x="2695575" y="2047875"/>
                </a:lnTo>
                <a:lnTo>
                  <a:pt x="2647950" y="1981200"/>
                </a:lnTo>
                <a:lnTo>
                  <a:pt x="2733675" y="2143125"/>
                </a:lnTo>
                <a:lnTo>
                  <a:pt x="2705100" y="2295525"/>
                </a:lnTo>
                <a:lnTo>
                  <a:pt x="2476500" y="2514600"/>
                </a:lnTo>
                <a:lnTo>
                  <a:pt x="2476500" y="2543175"/>
                </a:lnTo>
                <a:lnTo>
                  <a:pt x="2533650" y="2552700"/>
                </a:lnTo>
                <a:lnTo>
                  <a:pt x="2447925" y="2638425"/>
                </a:lnTo>
                <a:lnTo>
                  <a:pt x="2505075" y="2667000"/>
                </a:lnTo>
                <a:lnTo>
                  <a:pt x="2505075" y="2781300"/>
                </a:lnTo>
                <a:lnTo>
                  <a:pt x="2505075" y="2857500"/>
                </a:lnTo>
                <a:lnTo>
                  <a:pt x="2562225" y="2819400"/>
                </a:lnTo>
                <a:lnTo>
                  <a:pt x="2600325" y="2971800"/>
                </a:lnTo>
                <a:lnTo>
                  <a:pt x="2571750" y="3000375"/>
                </a:lnTo>
                <a:lnTo>
                  <a:pt x="2657475" y="2981325"/>
                </a:lnTo>
                <a:lnTo>
                  <a:pt x="2543175" y="3067050"/>
                </a:lnTo>
                <a:lnTo>
                  <a:pt x="2562225" y="3114675"/>
                </a:lnTo>
                <a:lnTo>
                  <a:pt x="2628900" y="3209925"/>
                </a:lnTo>
                <a:lnTo>
                  <a:pt x="2609850" y="3181350"/>
                </a:lnTo>
                <a:lnTo>
                  <a:pt x="2695575" y="3295650"/>
                </a:lnTo>
                <a:lnTo>
                  <a:pt x="2552700" y="3371850"/>
                </a:lnTo>
                <a:lnTo>
                  <a:pt x="2628900" y="3371850"/>
                </a:lnTo>
                <a:lnTo>
                  <a:pt x="2686050" y="3524250"/>
                </a:lnTo>
                <a:lnTo>
                  <a:pt x="2714625" y="3514725"/>
                </a:lnTo>
                <a:lnTo>
                  <a:pt x="2676525" y="3600450"/>
                </a:lnTo>
                <a:lnTo>
                  <a:pt x="2667000" y="3724275"/>
                </a:lnTo>
                <a:lnTo>
                  <a:pt x="2724150" y="3714750"/>
                </a:lnTo>
                <a:lnTo>
                  <a:pt x="2676525" y="3790950"/>
                </a:lnTo>
                <a:lnTo>
                  <a:pt x="2600325" y="3829050"/>
                </a:lnTo>
                <a:lnTo>
                  <a:pt x="2657475" y="3895725"/>
                </a:lnTo>
                <a:lnTo>
                  <a:pt x="2695575" y="4076700"/>
                </a:lnTo>
                <a:lnTo>
                  <a:pt x="2705100" y="4086225"/>
                </a:lnTo>
                <a:lnTo>
                  <a:pt x="2714625" y="4171950"/>
                </a:lnTo>
                <a:lnTo>
                  <a:pt x="2714625" y="4238625"/>
                </a:lnTo>
                <a:lnTo>
                  <a:pt x="2686050" y="4210050"/>
                </a:lnTo>
                <a:lnTo>
                  <a:pt x="2628900" y="4133850"/>
                </a:lnTo>
                <a:lnTo>
                  <a:pt x="2752725" y="4276725"/>
                </a:lnTo>
                <a:lnTo>
                  <a:pt x="2647950" y="4267200"/>
                </a:lnTo>
                <a:lnTo>
                  <a:pt x="2695575" y="4257675"/>
                </a:lnTo>
                <a:lnTo>
                  <a:pt x="2676525" y="4305300"/>
                </a:lnTo>
                <a:lnTo>
                  <a:pt x="2705100" y="4410075"/>
                </a:lnTo>
                <a:lnTo>
                  <a:pt x="2590800" y="4467225"/>
                </a:lnTo>
                <a:lnTo>
                  <a:pt x="2514600" y="4524375"/>
                </a:lnTo>
                <a:lnTo>
                  <a:pt x="2533650" y="4619625"/>
                </a:lnTo>
                <a:lnTo>
                  <a:pt x="2505075" y="4819650"/>
                </a:lnTo>
                <a:lnTo>
                  <a:pt x="2447925" y="4772025"/>
                </a:lnTo>
                <a:lnTo>
                  <a:pt x="2409825" y="4886325"/>
                </a:lnTo>
                <a:lnTo>
                  <a:pt x="2495550" y="4886325"/>
                </a:lnTo>
                <a:lnTo>
                  <a:pt x="2495550" y="5019675"/>
                </a:lnTo>
                <a:lnTo>
                  <a:pt x="2457450" y="5172075"/>
                </a:lnTo>
                <a:lnTo>
                  <a:pt x="2486025" y="5191125"/>
                </a:lnTo>
                <a:lnTo>
                  <a:pt x="2486025" y="5248275"/>
                </a:lnTo>
                <a:lnTo>
                  <a:pt x="2476500" y="5305425"/>
                </a:lnTo>
                <a:lnTo>
                  <a:pt x="2524125" y="5334000"/>
                </a:lnTo>
                <a:lnTo>
                  <a:pt x="2533650" y="5391150"/>
                </a:lnTo>
                <a:lnTo>
                  <a:pt x="2533650" y="5457825"/>
                </a:lnTo>
                <a:lnTo>
                  <a:pt x="2524125" y="5467350"/>
                </a:lnTo>
                <a:lnTo>
                  <a:pt x="2543175" y="5534025"/>
                </a:lnTo>
                <a:lnTo>
                  <a:pt x="2571750" y="5638800"/>
                </a:lnTo>
                <a:lnTo>
                  <a:pt x="2505075" y="5648325"/>
                </a:lnTo>
                <a:lnTo>
                  <a:pt x="2447925" y="5762625"/>
                </a:lnTo>
                <a:lnTo>
                  <a:pt x="2371725" y="5762625"/>
                </a:lnTo>
                <a:lnTo>
                  <a:pt x="2381250" y="5791200"/>
                </a:lnTo>
                <a:lnTo>
                  <a:pt x="2381250" y="5791200"/>
                </a:lnTo>
                <a:lnTo>
                  <a:pt x="2314575" y="5857875"/>
                </a:lnTo>
                <a:lnTo>
                  <a:pt x="2238375" y="5848350"/>
                </a:lnTo>
                <a:lnTo>
                  <a:pt x="2181225" y="5915025"/>
                </a:lnTo>
                <a:lnTo>
                  <a:pt x="2200275" y="5934075"/>
                </a:lnTo>
                <a:lnTo>
                  <a:pt x="2095500" y="5934075"/>
                </a:lnTo>
                <a:lnTo>
                  <a:pt x="2047875" y="6000750"/>
                </a:lnTo>
                <a:lnTo>
                  <a:pt x="2000250" y="6010275"/>
                </a:lnTo>
                <a:lnTo>
                  <a:pt x="1990725" y="6029325"/>
                </a:lnTo>
                <a:lnTo>
                  <a:pt x="1924050" y="6038850"/>
                </a:lnTo>
                <a:lnTo>
                  <a:pt x="1857375" y="6153150"/>
                </a:lnTo>
                <a:lnTo>
                  <a:pt x="1838325" y="6162675"/>
                </a:lnTo>
                <a:lnTo>
                  <a:pt x="1847850" y="6219825"/>
                </a:lnTo>
                <a:lnTo>
                  <a:pt x="1771650" y="6257925"/>
                </a:lnTo>
                <a:lnTo>
                  <a:pt x="1743075" y="6248400"/>
                </a:lnTo>
                <a:lnTo>
                  <a:pt x="1714500" y="6276975"/>
                </a:lnTo>
                <a:lnTo>
                  <a:pt x="1676400" y="6343650"/>
                </a:lnTo>
                <a:lnTo>
                  <a:pt x="1619250" y="6381750"/>
                </a:lnTo>
                <a:lnTo>
                  <a:pt x="1581150" y="6362700"/>
                </a:lnTo>
                <a:lnTo>
                  <a:pt x="1485900" y="6429375"/>
                </a:lnTo>
                <a:lnTo>
                  <a:pt x="1447800" y="6467475"/>
                </a:lnTo>
                <a:lnTo>
                  <a:pt x="1371600" y="6419850"/>
                </a:lnTo>
                <a:lnTo>
                  <a:pt x="1333500" y="6429375"/>
                </a:lnTo>
                <a:lnTo>
                  <a:pt x="1304925" y="6534150"/>
                </a:lnTo>
                <a:lnTo>
                  <a:pt x="1247775" y="6572250"/>
                </a:lnTo>
                <a:lnTo>
                  <a:pt x="1200150" y="6524625"/>
                </a:lnTo>
                <a:lnTo>
                  <a:pt x="1200150" y="6581775"/>
                </a:lnTo>
                <a:lnTo>
                  <a:pt x="1123950" y="6581775"/>
                </a:lnTo>
                <a:close/>
              </a:path>
            </a:pathLst>
          </a:custGeom>
          <a:solidFill>
            <a:srgbClr val="F7B733">
              <a:alpha val="1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2152650" y="923925"/>
            <a:ext cx="3209925" cy="7724775"/>
          </a:xfrm>
          <a:custGeom>
            <a:avLst/>
            <a:gdLst/>
            <a:ahLst/>
            <a:cxnLst/>
            <a:rect l="l" t="t" r="r" b="b"/>
            <a:pathLst>
              <a:path w="3209925" h="7724775">
                <a:moveTo>
                  <a:pt x="1257300" y="7724775"/>
                </a:moveTo>
                <a:lnTo>
                  <a:pt x="1133475" y="7572375"/>
                </a:lnTo>
                <a:lnTo>
                  <a:pt x="1085850" y="7715250"/>
                </a:lnTo>
                <a:lnTo>
                  <a:pt x="1019175" y="7591425"/>
                </a:lnTo>
                <a:lnTo>
                  <a:pt x="1085850" y="7486650"/>
                </a:lnTo>
                <a:lnTo>
                  <a:pt x="1019175" y="7581900"/>
                </a:lnTo>
                <a:lnTo>
                  <a:pt x="1028700" y="7429500"/>
                </a:lnTo>
                <a:lnTo>
                  <a:pt x="990600" y="7362825"/>
                </a:lnTo>
                <a:lnTo>
                  <a:pt x="933450" y="7239000"/>
                </a:lnTo>
                <a:lnTo>
                  <a:pt x="952500" y="7019925"/>
                </a:lnTo>
                <a:lnTo>
                  <a:pt x="809625" y="7162800"/>
                </a:lnTo>
                <a:lnTo>
                  <a:pt x="781050" y="7058025"/>
                </a:lnTo>
                <a:lnTo>
                  <a:pt x="742950" y="6972300"/>
                </a:lnTo>
                <a:lnTo>
                  <a:pt x="600075" y="6886575"/>
                </a:lnTo>
                <a:lnTo>
                  <a:pt x="619125" y="6772275"/>
                </a:lnTo>
                <a:lnTo>
                  <a:pt x="561975" y="6762750"/>
                </a:lnTo>
                <a:lnTo>
                  <a:pt x="581025" y="6677025"/>
                </a:lnTo>
                <a:lnTo>
                  <a:pt x="409575" y="6467475"/>
                </a:lnTo>
                <a:lnTo>
                  <a:pt x="361950" y="6467475"/>
                </a:lnTo>
                <a:lnTo>
                  <a:pt x="438150" y="6324600"/>
                </a:lnTo>
                <a:lnTo>
                  <a:pt x="361950" y="6496050"/>
                </a:lnTo>
                <a:lnTo>
                  <a:pt x="352425" y="6400800"/>
                </a:lnTo>
                <a:lnTo>
                  <a:pt x="342900" y="6391275"/>
                </a:lnTo>
                <a:lnTo>
                  <a:pt x="285750" y="6200775"/>
                </a:lnTo>
                <a:lnTo>
                  <a:pt x="285750" y="6124575"/>
                </a:lnTo>
                <a:lnTo>
                  <a:pt x="266700" y="6000750"/>
                </a:lnTo>
                <a:lnTo>
                  <a:pt x="266700" y="5867400"/>
                </a:lnTo>
                <a:lnTo>
                  <a:pt x="247650" y="5753100"/>
                </a:lnTo>
                <a:lnTo>
                  <a:pt x="133350" y="5705475"/>
                </a:lnTo>
                <a:lnTo>
                  <a:pt x="161925" y="5553075"/>
                </a:lnTo>
                <a:lnTo>
                  <a:pt x="152400" y="5419725"/>
                </a:lnTo>
                <a:lnTo>
                  <a:pt x="123825" y="5362575"/>
                </a:lnTo>
                <a:lnTo>
                  <a:pt x="180975" y="5219700"/>
                </a:lnTo>
                <a:lnTo>
                  <a:pt x="342900" y="5229225"/>
                </a:lnTo>
                <a:lnTo>
                  <a:pt x="276225" y="5133975"/>
                </a:lnTo>
                <a:lnTo>
                  <a:pt x="352425" y="5000625"/>
                </a:lnTo>
                <a:lnTo>
                  <a:pt x="333375" y="4838700"/>
                </a:lnTo>
                <a:lnTo>
                  <a:pt x="342900" y="4752975"/>
                </a:lnTo>
                <a:lnTo>
                  <a:pt x="238125" y="4657725"/>
                </a:lnTo>
                <a:lnTo>
                  <a:pt x="190500" y="4648200"/>
                </a:lnTo>
                <a:lnTo>
                  <a:pt x="104775" y="4543425"/>
                </a:lnTo>
                <a:lnTo>
                  <a:pt x="0" y="4429125"/>
                </a:lnTo>
                <a:lnTo>
                  <a:pt x="76200" y="4486275"/>
                </a:lnTo>
                <a:lnTo>
                  <a:pt x="28575" y="4467225"/>
                </a:lnTo>
                <a:lnTo>
                  <a:pt x="19050" y="4438650"/>
                </a:lnTo>
                <a:lnTo>
                  <a:pt x="66675" y="4324350"/>
                </a:lnTo>
                <a:lnTo>
                  <a:pt x="114300" y="4400550"/>
                </a:lnTo>
                <a:lnTo>
                  <a:pt x="95250" y="4324350"/>
                </a:lnTo>
                <a:lnTo>
                  <a:pt x="123825" y="4324350"/>
                </a:lnTo>
                <a:lnTo>
                  <a:pt x="85725" y="4210050"/>
                </a:lnTo>
                <a:lnTo>
                  <a:pt x="190500" y="4133850"/>
                </a:lnTo>
                <a:lnTo>
                  <a:pt x="152400" y="4105275"/>
                </a:lnTo>
                <a:lnTo>
                  <a:pt x="123825" y="4076700"/>
                </a:lnTo>
                <a:lnTo>
                  <a:pt x="114300" y="3962400"/>
                </a:lnTo>
                <a:lnTo>
                  <a:pt x="247650" y="3952875"/>
                </a:lnTo>
                <a:lnTo>
                  <a:pt x="247650" y="3819525"/>
                </a:lnTo>
                <a:lnTo>
                  <a:pt x="257175" y="3800475"/>
                </a:lnTo>
                <a:lnTo>
                  <a:pt x="295275" y="3781425"/>
                </a:lnTo>
                <a:lnTo>
                  <a:pt x="371475" y="3705225"/>
                </a:lnTo>
                <a:lnTo>
                  <a:pt x="304800" y="3543300"/>
                </a:lnTo>
                <a:lnTo>
                  <a:pt x="276225" y="3467100"/>
                </a:lnTo>
                <a:lnTo>
                  <a:pt x="247650" y="3362325"/>
                </a:lnTo>
                <a:lnTo>
                  <a:pt x="200025" y="3324225"/>
                </a:lnTo>
                <a:lnTo>
                  <a:pt x="152400" y="3238500"/>
                </a:lnTo>
                <a:lnTo>
                  <a:pt x="171450" y="3190875"/>
                </a:lnTo>
                <a:lnTo>
                  <a:pt x="123825" y="3162300"/>
                </a:lnTo>
                <a:lnTo>
                  <a:pt x="142875" y="3038475"/>
                </a:lnTo>
                <a:lnTo>
                  <a:pt x="228600" y="3009900"/>
                </a:lnTo>
                <a:lnTo>
                  <a:pt x="266700" y="2924175"/>
                </a:lnTo>
                <a:lnTo>
                  <a:pt x="247650" y="2867025"/>
                </a:lnTo>
                <a:lnTo>
                  <a:pt x="228600" y="2790825"/>
                </a:lnTo>
                <a:lnTo>
                  <a:pt x="247650" y="2686050"/>
                </a:lnTo>
                <a:lnTo>
                  <a:pt x="304800" y="2667000"/>
                </a:lnTo>
                <a:lnTo>
                  <a:pt x="333375" y="2609850"/>
                </a:lnTo>
                <a:lnTo>
                  <a:pt x="381000" y="2533650"/>
                </a:lnTo>
                <a:lnTo>
                  <a:pt x="333375" y="2466975"/>
                </a:lnTo>
                <a:lnTo>
                  <a:pt x="390525" y="2400300"/>
                </a:lnTo>
                <a:lnTo>
                  <a:pt x="400050" y="2362200"/>
                </a:lnTo>
                <a:lnTo>
                  <a:pt x="371475" y="2247900"/>
                </a:lnTo>
                <a:lnTo>
                  <a:pt x="428625" y="2219325"/>
                </a:lnTo>
                <a:lnTo>
                  <a:pt x="457200" y="2133600"/>
                </a:lnTo>
                <a:lnTo>
                  <a:pt x="476250" y="2124075"/>
                </a:lnTo>
                <a:lnTo>
                  <a:pt x="514350" y="2009775"/>
                </a:lnTo>
                <a:lnTo>
                  <a:pt x="523875" y="1971675"/>
                </a:lnTo>
                <a:lnTo>
                  <a:pt x="561975" y="1885950"/>
                </a:lnTo>
                <a:lnTo>
                  <a:pt x="495300" y="1819275"/>
                </a:lnTo>
                <a:lnTo>
                  <a:pt x="600075" y="1771650"/>
                </a:lnTo>
                <a:lnTo>
                  <a:pt x="571500" y="1647825"/>
                </a:lnTo>
                <a:lnTo>
                  <a:pt x="600075" y="1628775"/>
                </a:lnTo>
                <a:lnTo>
                  <a:pt x="590550" y="1533525"/>
                </a:lnTo>
                <a:lnTo>
                  <a:pt x="590550" y="1495425"/>
                </a:lnTo>
                <a:lnTo>
                  <a:pt x="676275" y="1400175"/>
                </a:lnTo>
                <a:lnTo>
                  <a:pt x="647700" y="1390650"/>
                </a:lnTo>
                <a:lnTo>
                  <a:pt x="695325" y="1276350"/>
                </a:lnTo>
                <a:lnTo>
                  <a:pt x="733425" y="1200150"/>
                </a:lnTo>
                <a:lnTo>
                  <a:pt x="742950" y="1171575"/>
                </a:lnTo>
                <a:lnTo>
                  <a:pt x="752475" y="1123950"/>
                </a:lnTo>
                <a:lnTo>
                  <a:pt x="800100" y="1038225"/>
                </a:lnTo>
                <a:lnTo>
                  <a:pt x="809625" y="1038225"/>
                </a:lnTo>
                <a:lnTo>
                  <a:pt x="771525" y="1066800"/>
                </a:lnTo>
                <a:lnTo>
                  <a:pt x="819150" y="942975"/>
                </a:lnTo>
                <a:lnTo>
                  <a:pt x="933450" y="904875"/>
                </a:lnTo>
                <a:lnTo>
                  <a:pt x="914400" y="914400"/>
                </a:lnTo>
                <a:lnTo>
                  <a:pt x="1019175" y="847725"/>
                </a:lnTo>
                <a:lnTo>
                  <a:pt x="1047750" y="790575"/>
                </a:lnTo>
                <a:lnTo>
                  <a:pt x="1047750" y="771525"/>
                </a:lnTo>
                <a:lnTo>
                  <a:pt x="1133475" y="723900"/>
                </a:lnTo>
                <a:lnTo>
                  <a:pt x="1143000" y="704850"/>
                </a:lnTo>
                <a:lnTo>
                  <a:pt x="1162050" y="676275"/>
                </a:lnTo>
                <a:lnTo>
                  <a:pt x="1285875" y="619125"/>
                </a:lnTo>
                <a:lnTo>
                  <a:pt x="1276350" y="600075"/>
                </a:lnTo>
                <a:lnTo>
                  <a:pt x="1352550" y="552450"/>
                </a:lnTo>
                <a:lnTo>
                  <a:pt x="1409700" y="523875"/>
                </a:lnTo>
                <a:lnTo>
                  <a:pt x="1428750" y="495300"/>
                </a:lnTo>
                <a:lnTo>
                  <a:pt x="1476375" y="485775"/>
                </a:lnTo>
                <a:lnTo>
                  <a:pt x="1514475" y="466725"/>
                </a:lnTo>
                <a:lnTo>
                  <a:pt x="1552575" y="390525"/>
                </a:lnTo>
                <a:lnTo>
                  <a:pt x="1647825" y="371475"/>
                </a:lnTo>
                <a:lnTo>
                  <a:pt x="1676400" y="352425"/>
                </a:lnTo>
                <a:lnTo>
                  <a:pt x="1676400" y="342900"/>
                </a:lnTo>
                <a:lnTo>
                  <a:pt x="1724025" y="333375"/>
                </a:lnTo>
                <a:lnTo>
                  <a:pt x="1809750" y="285750"/>
                </a:lnTo>
                <a:lnTo>
                  <a:pt x="1857375" y="257175"/>
                </a:lnTo>
                <a:lnTo>
                  <a:pt x="1885950" y="228600"/>
                </a:lnTo>
                <a:lnTo>
                  <a:pt x="1943100" y="190500"/>
                </a:lnTo>
                <a:lnTo>
                  <a:pt x="1990725" y="123825"/>
                </a:lnTo>
                <a:lnTo>
                  <a:pt x="2009775" y="76200"/>
                </a:lnTo>
                <a:lnTo>
                  <a:pt x="2085975" y="76200"/>
                </a:lnTo>
                <a:lnTo>
                  <a:pt x="2076450" y="0"/>
                </a:lnTo>
                <a:lnTo>
                  <a:pt x="2124075" y="104775"/>
                </a:lnTo>
                <a:lnTo>
                  <a:pt x="2133600" y="133350"/>
                </a:lnTo>
                <a:lnTo>
                  <a:pt x="2162175" y="190500"/>
                </a:lnTo>
                <a:lnTo>
                  <a:pt x="2124075" y="257175"/>
                </a:lnTo>
                <a:lnTo>
                  <a:pt x="2190750" y="361950"/>
                </a:lnTo>
                <a:lnTo>
                  <a:pt x="2276475" y="419100"/>
                </a:lnTo>
                <a:lnTo>
                  <a:pt x="2276475" y="514350"/>
                </a:lnTo>
                <a:lnTo>
                  <a:pt x="2333625" y="581025"/>
                </a:lnTo>
                <a:lnTo>
                  <a:pt x="2362200" y="609600"/>
                </a:lnTo>
                <a:lnTo>
                  <a:pt x="2390775" y="638175"/>
                </a:lnTo>
                <a:lnTo>
                  <a:pt x="2381250" y="704850"/>
                </a:lnTo>
                <a:lnTo>
                  <a:pt x="2419350" y="809625"/>
                </a:lnTo>
                <a:lnTo>
                  <a:pt x="2419350" y="847725"/>
                </a:lnTo>
                <a:lnTo>
                  <a:pt x="2466975" y="904875"/>
                </a:lnTo>
                <a:lnTo>
                  <a:pt x="2495550" y="1009650"/>
                </a:lnTo>
                <a:lnTo>
                  <a:pt x="2552700" y="1028700"/>
                </a:lnTo>
                <a:lnTo>
                  <a:pt x="2524125" y="1114425"/>
                </a:lnTo>
                <a:lnTo>
                  <a:pt x="2543175" y="1133475"/>
                </a:lnTo>
                <a:lnTo>
                  <a:pt x="2600325" y="1257300"/>
                </a:lnTo>
                <a:lnTo>
                  <a:pt x="2667000" y="1323975"/>
                </a:lnTo>
                <a:lnTo>
                  <a:pt x="2695575" y="1323975"/>
                </a:lnTo>
                <a:lnTo>
                  <a:pt x="2705100" y="1371600"/>
                </a:lnTo>
                <a:lnTo>
                  <a:pt x="2733675" y="1457325"/>
                </a:lnTo>
                <a:lnTo>
                  <a:pt x="2714625" y="1552575"/>
                </a:lnTo>
                <a:lnTo>
                  <a:pt x="2762250" y="1638300"/>
                </a:lnTo>
                <a:lnTo>
                  <a:pt x="2790825" y="1666875"/>
                </a:lnTo>
                <a:lnTo>
                  <a:pt x="2809875" y="1752600"/>
                </a:lnTo>
                <a:lnTo>
                  <a:pt x="2847975" y="1838325"/>
                </a:lnTo>
                <a:lnTo>
                  <a:pt x="2895600" y="1905000"/>
                </a:lnTo>
                <a:lnTo>
                  <a:pt x="2952750" y="1962150"/>
                </a:lnTo>
                <a:lnTo>
                  <a:pt x="2952750" y="2009775"/>
                </a:lnTo>
                <a:lnTo>
                  <a:pt x="3009900" y="2047875"/>
                </a:lnTo>
                <a:lnTo>
                  <a:pt x="2790825" y="1990725"/>
                </a:lnTo>
                <a:lnTo>
                  <a:pt x="2876550" y="2143125"/>
                </a:lnTo>
                <a:lnTo>
                  <a:pt x="3086100" y="2190750"/>
                </a:lnTo>
                <a:lnTo>
                  <a:pt x="3133725" y="2305050"/>
                </a:lnTo>
                <a:lnTo>
                  <a:pt x="3095625" y="2514600"/>
                </a:lnTo>
                <a:lnTo>
                  <a:pt x="3105150" y="2447925"/>
                </a:lnTo>
                <a:lnTo>
                  <a:pt x="3038475" y="2505075"/>
                </a:lnTo>
                <a:lnTo>
                  <a:pt x="3114675" y="2714625"/>
                </a:lnTo>
                <a:lnTo>
                  <a:pt x="3009900" y="2838450"/>
                </a:lnTo>
                <a:lnTo>
                  <a:pt x="2914650" y="2895600"/>
                </a:lnTo>
                <a:lnTo>
                  <a:pt x="2886075" y="2971800"/>
                </a:lnTo>
                <a:lnTo>
                  <a:pt x="2905125" y="3095625"/>
                </a:lnTo>
                <a:lnTo>
                  <a:pt x="2847975" y="3190875"/>
                </a:lnTo>
                <a:lnTo>
                  <a:pt x="2924175" y="3209925"/>
                </a:lnTo>
                <a:lnTo>
                  <a:pt x="2943225" y="3295650"/>
                </a:lnTo>
                <a:lnTo>
                  <a:pt x="2924175" y="3333750"/>
                </a:lnTo>
                <a:lnTo>
                  <a:pt x="2914650" y="3448050"/>
                </a:lnTo>
                <a:lnTo>
                  <a:pt x="2905125" y="3419475"/>
                </a:lnTo>
                <a:lnTo>
                  <a:pt x="2895600" y="3581400"/>
                </a:lnTo>
                <a:lnTo>
                  <a:pt x="2895600" y="3638550"/>
                </a:lnTo>
                <a:lnTo>
                  <a:pt x="2962275" y="3600450"/>
                </a:lnTo>
                <a:lnTo>
                  <a:pt x="3114675" y="3686175"/>
                </a:lnTo>
                <a:lnTo>
                  <a:pt x="3133725" y="3800475"/>
                </a:lnTo>
                <a:lnTo>
                  <a:pt x="3095625" y="3819525"/>
                </a:lnTo>
                <a:lnTo>
                  <a:pt x="3143250" y="3886200"/>
                </a:lnTo>
                <a:lnTo>
                  <a:pt x="3162300" y="3933825"/>
                </a:lnTo>
                <a:lnTo>
                  <a:pt x="3124200" y="4057650"/>
                </a:lnTo>
                <a:lnTo>
                  <a:pt x="3190875" y="4152900"/>
                </a:lnTo>
                <a:lnTo>
                  <a:pt x="3171825" y="4210050"/>
                </a:lnTo>
                <a:lnTo>
                  <a:pt x="3181350" y="4314825"/>
                </a:lnTo>
                <a:lnTo>
                  <a:pt x="3181350" y="4410075"/>
                </a:lnTo>
                <a:lnTo>
                  <a:pt x="3133725" y="4438650"/>
                </a:lnTo>
                <a:lnTo>
                  <a:pt x="3067050" y="4676775"/>
                </a:lnTo>
                <a:lnTo>
                  <a:pt x="3143250" y="4686300"/>
                </a:lnTo>
                <a:lnTo>
                  <a:pt x="3105150" y="4781550"/>
                </a:lnTo>
                <a:lnTo>
                  <a:pt x="3095625" y="4848225"/>
                </a:lnTo>
                <a:lnTo>
                  <a:pt x="3009900" y="4810125"/>
                </a:lnTo>
                <a:lnTo>
                  <a:pt x="3009900" y="4838700"/>
                </a:lnTo>
                <a:lnTo>
                  <a:pt x="3105150" y="4876800"/>
                </a:lnTo>
                <a:lnTo>
                  <a:pt x="3057525" y="4886325"/>
                </a:lnTo>
                <a:lnTo>
                  <a:pt x="3181350" y="4857750"/>
                </a:lnTo>
                <a:lnTo>
                  <a:pt x="3209925" y="5000625"/>
                </a:lnTo>
                <a:lnTo>
                  <a:pt x="3133725" y="5010150"/>
                </a:lnTo>
                <a:lnTo>
                  <a:pt x="3105150" y="5067300"/>
                </a:lnTo>
                <a:lnTo>
                  <a:pt x="3190875" y="5114925"/>
                </a:lnTo>
                <a:lnTo>
                  <a:pt x="3009900" y="5219700"/>
                </a:lnTo>
                <a:lnTo>
                  <a:pt x="2962275" y="5353050"/>
                </a:lnTo>
                <a:lnTo>
                  <a:pt x="2971800" y="5457825"/>
                </a:lnTo>
                <a:lnTo>
                  <a:pt x="3162300" y="5495925"/>
                </a:lnTo>
                <a:lnTo>
                  <a:pt x="3009900" y="5543550"/>
                </a:lnTo>
                <a:lnTo>
                  <a:pt x="2924175" y="5686425"/>
                </a:lnTo>
                <a:lnTo>
                  <a:pt x="2857500" y="5724525"/>
                </a:lnTo>
                <a:lnTo>
                  <a:pt x="2905125" y="5772150"/>
                </a:lnTo>
                <a:lnTo>
                  <a:pt x="2981325" y="5857875"/>
                </a:lnTo>
                <a:lnTo>
                  <a:pt x="3019425" y="5943600"/>
                </a:lnTo>
                <a:lnTo>
                  <a:pt x="2924175" y="6105525"/>
                </a:lnTo>
                <a:lnTo>
                  <a:pt x="2867025" y="6210300"/>
                </a:lnTo>
                <a:lnTo>
                  <a:pt x="2867025" y="6248400"/>
                </a:lnTo>
                <a:lnTo>
                  <a:pt x="2914650" y="6381750"/>
                </a:lnTo>
                <a:lnTo>
                  <a:pt x="2971800" y="6324600"/>
                </a:lnTo>
                <a:lnTo>
                  <a:pt x="2914650" y="6391275"/>
                </a:lnTo>
                <a:lnTo>
                  <a:pt x="2933700" y="6543675"/>
                </a:lnTo>
                <a:lnTo>
                  <a:pt x="2943225" y="6553200"/>
                </a:lnTo>
                <a:lnTo>
                  <a:pt x="2981325" y="6619875"/>
                </a:lnTo>
                <a:lnTo>
                  <a:pt x="2819400" y="6667500"/>
                </a:lnTo>
                <a:lnTo>
                  <a:pt x="2838450" y="6667500"/>
                </a:lnTo>
                <a:lnTo>
                  <a:pt x="2771775" y="6705600"/>
                </a:lnTo>
                <a:lnTo>
                  <a:pt x="2743200" y="6772275"/>
                </a:lnTo>
                <a:lnTo>
                  <a:pt x="2667000" y="6829425"/>
                </a:lnTo>
                <a:lnTo>
                  <a:pt x="2657475" y="6791325"/>
                </a:lnTo>
                <a:lnTo>
                  <a:pt x="2562225" y="6858000"/>
                </a:lnTo>
                <a:lnTo>
                  <a:pt x="2543175" y="6905625"/>
                </a:lnTo>
                <a:lnTo>
                  <a:pt x="2486025" y="6934200"/>
                </a:lnTo>
                <a:lnTo>
                  <a:pt x="2447925" y="6972300"/>
                </a:lnTo>
                <a:lnTo>
                  <a:pt x="2324100" y="7038975"/>
                </a:lnTo>
                <a:lnTo>
                  <a:pt x="2266950" y="7000875"/>
                </a:lnTo>
                <a:lnTo>
                  <a:pt x="2295525" y="7077075"/>
                </a:lnTo>
                <a:lnTo>
                  <a:pt x="2219325" y="7115175"/>
                </a:lnTo>
                <a:lnTo>
                  <a:pt x="2181225" y="7200900"/>
                </a:lnTo>
                <a:lnTo>
                  <a:pt x="2105025" y="7219950"/>
                </a:lnTo>
                <a:lnTo>
                  <a:pt x="2095500" y="7258050"/>
                </a:lnTo>
                <a:lnTo>
                  <a:pt x="1990725" y="7315200"/>
                </a:lnTo>
                <a:lnTo>
                  <a:pt x="1990725" y="7362825"/>
                </a:lnTo>
                <a:lnTo>
                  <a:pt x="1933575" y="7391400"/>
                </a:lnTo>
                <a:lnTo>
                  <a:pt x="1866900" y="7439025"/>
                </a:lnTo>
                <a:lnTo>
                  <a:pt x="1771650" y="7467600"/>
                </a:lnTo>
                <a:lnTo>
                  <a:pt x="1752600" y="7477125"/>
                </a:lnTo>
                <a:lnTo>
                  <a:pt x="1685925" y="7505700"/>
                </a:lnTo>
                <a:lnTo>
                  <a:pt x="1628775" y="7562850"/>
                </a:lnTo>
                <a:lnTo>
                  <a:pt x="1609725" y="7543800"/>
                </a:lnTo>
                <a:lnTo>
                  <a:pt x="1504950" y="7620000"/>
                </a:lnTo>
                <a:lnTo>
                  <a:pt x="1466850" y="7658100"/>
                </a:lnTo>
                <a:lnTo>
                  <a:pt x="1419225" y="7667625"/>
                </a:lnTo>
                <a:lnTo>
                  <a:pt x="1371600" y="7677150"/>
                </a:lnTo>
                <a:lnTo>
                  <a:pt x="1333500" y="7705725"/>
                </a:lnTo>
                <a:close/>
              </a:path>
            </a:pathLst>
          </a:custGeom>
          <a:solidFill>
            <a:srgbClr val="F7B733">
              <a:alpha val="13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-2219325" y="981075"/>
            <a:ext cx="3314700" cy="7724775"/>
          </a:xfrm>
          <a:custGeom>
            <a:avLst/>
            <a:gdLst/>
            <a:ahLst/>
            <a:cxnLst/>
            <a:rect l="l" t="t" r="r" b="b"/>
            <a:pathLst>
              <a:path w="3314700" h="7724775">
                <a:moveTo>
                  <a:pt x="1352550" y="7724775"/>
                </a:moveTo>
                <a:lnTo>
                  <a:pt x="1066800" y="7677150"/>
                </a:lnTo>
                <a:lnTo>
                  <a:pt x="1209675" y="7496175"/>
                </a:lnTo>
                <a:lnTo>
                  <a:pt x="1114425" y="7543800"/>
                </a:lnTo>
                <a:lnTo>
                  <a:pt x="1133475" y="7467600"/>
                </a:lnTo>
                <a:lnTo>
                  <a:pt x="1095375" y="7372350"/>
                </a:lnTo>
                <a:lnTo>
                  <a:pt x="1123950" y="7324725"/>
                </a:lnTo>
                <a:lnTo>
                  <a:pt x="981075" y="7219950"/>
                </a:lnTo>
                <a:lnTo>
                  <a:pt x="1019175" y="7200900"/>
                </a:lnTo>
                <a:lnTo>
                  <a:pt x="990600" y="6934200"/>
                </a:lnTo>
                <a:lnTo>
                  <a:pt x="942975" y="6848475"/>
                </a:lnTo>
                <a:lnTo>
                  <a:pt x="942975" y="6905625"/>
                </a:lnTo>
                <a:lnTo>
                  <a:pt x="800100" y="6924675"/>
                </a:lnTo>
                <a:lnTo>
                  <a:pt x="809625" y="6819900"/>
                </a:lnTo>
                <a:lnTo>
                  <a:pt x="685800" y="6677025"/>
                </a:lnTo>
                <a:lnTo>
                  <a:pt x="619125" y="6705600"/>
                </a:lnTo>
                <a:lnTo>
                  <a:pt x="676275" y="6619875"/>
                </a:lnTo>
                <a:lnTo>
                  <a:pt x="504825" y="6686550"/>
                </a:lnTo>
                <a:lnTo>
                  <a:pt x="523875" y="6543675"/>
                </a:lnTo>
                <a:lnTo>
                  <a:pt x="457200" y="6391275"/>
                </a:lnTo>
                <a:lnTo>
                  <a:pt x="447675" y="6429375"/>
                </a:lnTo>
                <a:lnTo>
                  <a:pt x="447675" y="6324600"/>
                </a:lnTo>
                <a:lnTo>
                  <a:pt x="447675" y="6248400"/>
                </a:lnTo>
                <a:lnTo>
                  <a:pt x="361950" y="6153150"/>
                </a:lnTo>
                <a:lnTo>
                  <a:pt x="352425" y="6019800"/>
                </a:lnTo>
                <a:lnTo>
                  <a:pt x="361950" y="5905500"/>
                </a:lnTo>
                <a:lnTo>
                  <a:pt x="285750" y="5829300"/>
                </a:lnTo>
                <a:lnTo>
                  <a:pt x="228600" y="5791200"/>
                </a:lnTo>
                <a:lnTo>
                  <a:pt x="209550" y="5686425"/>
                </a:lnTo>
                <a:lnTo>
                  <a:pt x="152400" y="5534025"/>
                </a:lnTo>
                <a:lnTo>
                  <a:pt x="209550" y="5419725"/>
                </a:lnTo>
                <a:lnTo>
                  <a:pt x="238125" y="5295900"/>
                </a:lnTo>
                <a:lnTo>
                  <a:pt x="219075" y="5181600"/>
                </a:lnTo>
                <a:lnTo>
                  <a:pt x="276225" y="5076825"/>
                </a:lnTo>
                <a:lnTo>
                  <a:pt x="114300" y="5019675"/>
                </a:lnTo>
                <a:lnTo>
                  <a:pt x="219075" y="4953000"/>
                </a:lnTo>
                <a:lnTo>
                  <a:pt x="371475" y="4848225"/>
                </a:lnTo>
                <a:lnTo>
                  <a:pt x="219075" y="4867275"/>
                </a:lnTo>
                <a:lnTo>
                  <a:pt x="171450" y="4772025"/>
                </a:lnTo>
                <a:lnTo>
                  <a:pt x="200025" y="4657725"/>
                </a:lnTo>
                <a:lnTo>
                  <a:pt x="123825" y="4457700"/>
                </a:lnTo>
                <a:lnTo>
                  <a:pt x="190500" y="4400550"/>
                </a:lnTo>
                <a:lnTo>
                  <a:pt x="0" y="4410075"/>
                </a:lnTo>
                <a:lnTo>
                  <a:pt x="47625" y="4333875"/>
                </a:lnTo>
                <a:lnTo>
                  <a:pt x="123825" y="4314825"/>
                </a:lnTo>
                <a:lnTo>
                  <a:pt x="123825" y="4314825"/>
                </a:lnTo>
                <a:lnTo>
                  <a:pt x="209550" y="4238625"/>
                </a:lnTo>
                <a:lnTo>
                  <a:pt x="171450" y="4295775"/>
                </a:lnTo>
                <a:lnTo>
                  <a:pt x="152400" y="4257675"/>
                </a:lnTo>
                <a:lnTo>
                  <a:pt x="104775" y="4238625"/>
                </a:lnTo>
                <a:lnTo>
                  <a:pt x="95250" y="4200525"/>
                </a:lnTo>
                <a:lnTo>
                  <a:pt x="152400" y="4076700"/>
                </a:lnTo>
                <a:lnTo>
                  <a:pt x="142875" y="4000500"/>
                </a:lnTo>
                <a:lnTo>
                  <a:pt x="152400" y="3933825"/>
                </a:lnTo>
                <a:lnTo>
                  <a:pt x="171450" y="3905250"/>
                </a:lnTo>
                <a:lnTo>
                  <a:pt x="295275" y="3800475"/>
                </a:lnTo>
                <a:lnTo>
                  <a:pt x="342900" y="3762375"/>
                </a:lnTo>
                <a:lnTo>
                  <a:pt x="390525" y="3667125"/>
                </a:lnTo>
                <a:lnTo>
                  <a:pt x="428625" y="3552825"/>
                </a:lnTo>
                <a:lnTo>
                  <a:pt x="361950" y="3429000"/>
                </a:lnTo>
                <a:lnTo>
                  <a:pt x="304800" y="3419475"/>
                </a:lnTo>
                <a:lnTo>
                  <a:pt x="266700" y="3333750"/>
                </a:lnTo>
                <a:lnTo>
                  <a:pt x="238125" y="3228975"/>
                </a:lnTo>
                <a:lnTo>
                  <a:pt x="219075" y="3152775"/>
                </a:lnTo>
                <a:lnTo>
                  <a:pt x="200025" y="3124200"/>
                </a:lnTo>
                <a:lnTo>
                  <a:pt x="238125" y="3076575"/>
                </a:lnTo>
                <a:lnTo>
                  <a:pt x="190500" y="3009900"/>
                </a:lnTo>
                <a:lnTo>
                  <a:pt x="257175" y="2924175"/>
                </a:lnTo>
                <a:lnTo>
                  <a:pt x="333375" y="2819400"/>
                </a:lnTo>
                <a:lnTo>
                  <a:pt x="285750" y="2809875"/>
                </a:lnTo>
                <a:lnTo>
                  <a:pt x="342900" y="2705100"/>
                </a:lnTo>
                <a:lnTo>
                  <a:pt x="381000" y="2686050"/>
                </a:lnTo>
                <a:lnTo>
                  <a:pt x="361950" y="2581275"/>
                </a:lnTo>
                <a:lnTo>
                  <a:pt x="428625" y="2552700"/>
                </a:lnTo>
                <a:lnTo>
                  <a:pt x="419100" y="2486025"/>
                </a:lnTo>
                <a:lnTo>
                  <a:pt x="438150" y="2390775"/>
                </a:lnTo>
                <a:lnTo>
                  <a:pt x="419100" y="2314575"/>
                </a:lnTo>
                <a:lnTo>
                  <a:pt x="438150" y="2257425"/>
                </a:lnTo>
                <a:lnTo>
                  <a:pt x="447675" y="2257425"/>
                </a:lnTo>
                <a:lnTo>
                  <a:pt x="523875" y="2181225"/>
                </a:lnTo>
                <a:lnTo>
                  <a:pt x="514350" y="2066925"/>
                </a:lnTo>
                <a:lnTo>
                  <a:pt x="514350" y="2038350"/>
                </a:lnTo>
                <a:lnTo>
                  <a:pt x="590550" y="2009775"/>
                </a:lnTo>
                <a:lnTo>
                  <a:pt x="561975" y="1933575"/>
                </a:lnTo>
                <a:lnTo>
                  <a:pt x="609600" y="1790700"/>
                </a:lnTo>
                <a:lnTo>
                  <a:pt x="581025" y="1762125"/>
                </a:lnTo>
                <a:lnTo>
                  <a:pt x="619125" y="1666875"/>
                </a:lnTo>
                <a:lnTo>
                  <a:pt x="647700" y="1647825"/>
                </a:lnTo>
                <a:lnTo>
                  <a:pt x="647700" y="1571625"/>
                </a:lnTo>
                <a:lnTo>
                  <a:pt x="685800" y="1533525"/>
                </a:lnTo>
                <a:lnTo>
                  <a:pt x="695325" y="1457325"/>
                </a:lnTo>
                <a:lnTo>
                  <a:pt x="714375" y="1400175"/>
                </a:lnTo>
                <a:lnTo>
                  <a:pt x="771525" y="1343025"/>
                </a:lnTo>
                <a:lnTo>
                  <a:pt x="733425" y="1266825"/>
                </a:lnTo>
                <a:lnTo>
                  <a:pt x="800100" y="1133475"/>
                </a:lnTo>
                <a:lnTo>
                  <a:pt x="800100" y="1133475"/>
                </a:lnTo>
                <a:lnTo>
                  <a:pt x="819150" y="1066800"/>
                </a:lnTo>
                <a:lnTo>
                  <a:pt x="838200" y="981075"/>
                </a:lnTo>
                <a:lnTo>
                  <a:pt x="914400" y="971550"/>
                </a:lnTo>
                <a:lnTo>
                  <a:pt x="885825" y="962025"/>
                </a:lnTo>
                <a:lnTo>
                  <a:pt x="895350" y="885825"/>
                </a:lnTo>
                <a:lnTo>
                  <a:pt x="971550" y="876300"/>
                </a:lnTo>
                <a:lnTo>
                  <a:pt x="962025" y="876300"/>
                </a:lnTo>
                <a:lnTo>
                  <a:pt x="1009650" y="752475"/>
                </a:lnTo>
                <a:lnTo>
                  <a:pt x="1114425" y="704850"/>
                </a:lnTo>
                <a:lnTo>
                  <a:pt x="1171575" y="723900"/>
                </a:lnTo>
                <a:lnTo>
                  <a:pt x="1190625" y="628650"/>
                </a:lnTo>
                <a:lnTo>
                  <a:pt x="1162050" y="609600"/>
                </a:lnTo>
                <a:lnTo>
                  <a:pt x="1228725" y="619125"/>
                </a:lnTo>
                <a:lnTo>
                  <a:pt x="1343025" y="609600"/>
                </a:lnTo>
                <a:lnTo>
                  <a:pt x="1371600" y="514350"/>
                </a:lnTo>
                <a:lnTo>
                  <a:pt x="1409700" y="523875"/>
                </a:lnTo>
                <a:lnTo>
                  <a:pt x="1447800" y="504825"/>
                </a:lnTo>
                <a:lnTo>
                  <a:pt x="1562100" y="466725"/>
                </a:lnTo>
                <a:lnTo>
                  <a:pt x="1562100" y="466725"/>
                </a:lnTo>
                <a:lnTo>
                  <a:pt x="1619250" y="409575"/>
                </a:lnTo>
                <a:lnTo>
                  <a:pt x="1647825" y="371475"/>
                </a:lnTo>
                <a:lnTo>
                  <a:pt x="1733550" y="323850"/>
                </a:lnTo>
                <a:lnTo>
                  <a:pt x="1733550" y="314325"/>
                </a:lnTo>
                <a:lnTo>
                  <a:pt x="1771650" y="285750"/>
                </a:lnTo>
                <a:lnTo>
                  <a:pt x="1819275" y="266700"/>
                </a:lnTo>
                <a:lnTo>
                  <a:pt x="1895475" y="238125"/>
                </a:lnTo>
                <a:lnTo>
                  <a:pt x="1895475" y="133350"/>
                </a:lnTo>
                <a:lnTo>
                  <a:pt x="1952625" y="171450"/>
                </a:lnTo>
                <a:lnTo>
                  <a:pt x="2028825" y="152400"/>
                </a:lnTo>
                <a:lnTo>
                  <a:pt x="2076450" y="114300"/>
                </a:lnTo>
                <a:lnTo>
                  <a:pt x="2114550" y="47625"/>
                </a:lnTo>
                <a:lnTo>
                  <a:pt x="2143125" y="38100"/>
                </a:lnTo>
                <a:lnTo>
                  <a:pt x="2209800" y="0"/>
                </a:lnTo>
                <a:lnTo>
                  <a:pt x="2162175" y="66675"/>
                </a:lnTo>
                <a:lnTo>
                  <a:pt x="2190750" y="123825"/>
                </a:lnTo>
                <a:lnTo>
                  <a:pt x="2200275" y="114300"/>
                </a:lnTo>
                <a:lnTo>
                  <a:pt x="2200275" y="209550"/>
                </a:lnTo>
                <a:lnTo>
                  <a:pt x="2200275" y="295275"/>
                </a:lnTo>
                <a:lnTo>
                  <a:pt x="2257425" y="323850"/>
                </a:lnTo>
                <a:lnTo>
                  <a:pt x="2324100" y="447675"/>
                </a:lnTo>
                <a:lnTo>
                  <a:pt x="2409825" y="514350"/>
                </a:lnTo>
                <a:lnTo>
                  <a:pt x="2457450" y="514350"/>
                </a:lnTo>
                <a:lnTo>
                  <a:pt x="2419350" y="619125"/>
                </a:lnTo>
                <a:lnTo>
                  <a:pt x="2447925" y="666750"/>
                </a:lnTo>
                <a:lnTo>
                  <a:pt x="2505075" y="704850"/>
                </a:lnTo>
                <a:lnTo>
                  <a:pt x="2514600" y="819150"/>
                </a:lnTo>
                <a:lnTo>
                  <a:pt x="2543175" y="885825"/>
                </a:lnTo>
                <a:lnTo>
                  <a:pt x="2581275" y="876300"/>
                </a:lnTo>
                <a:lnTo>
                  <a:pt x="2628900" y="962025"/>
                </a:lnTo>
                <a:lnTo>
                  <a:pt x="2619375" y="1019175"/>
                </a:lnTo>
                <a:lnTo>
                  <a:pt x="2638425" y="1123950"/>
                </a:lnTo>
                <a:lnTo>
                  <a:pt x="2686050" y="1228725"/>
                </a:lnTo>
                <a:lnTo>
                  <a:pt x="2705100" y="1209675"/>
                </a:lnTo>
                <a:lnTo>
                  <a:pt x="2714625" y="1295400"/>
                </a:lnTo>
                <a:lnTo>
                  <a:pt x="2743200" y="1390650"/>
                </a:lnTo>
                <a:lnTo>
                  <a:pt x="2828925" y="1409700"/>
                </a:lnTo>
                <a:lnTo>
                  <a:pt x="2819400" y="1504950"/>
                </a:lnTo>
                <a:lnTo>
                  <a:pt x="2876550" y="1552575"/>
                </a:lnTo>
                <a:lnTo>
                  <a:pt x="2895600" y="1628775"/>
                </a:lnTo>
                <a:lnTo>
                  <a:pt x="2933700" y="1666875"/>
                </a:lnTo>
                <a:lnTo>
                  <a:pt x="2933700" y="1743075"/>
                </a:lnTo>
                <a:lnTo>
                  <a:pt x="2990850" y="1819275"/>
                </a:lnTo>
                <a:lnTo>
                  <a:pt x="3028950" y="1857375"/>
                </a:lnTo>
                <a:lnTo>
                  <a:pt x="3057525" y="1962150"/>
                </a:lnTo>
                <a:lnTo>
                  <a:pt x="3067050" y="2019300"/>
                </a:lnTo>
                <a:lnTo>
                  <a:pt x="3228975" y="2219325"/>
                </a:lnTo>
                <a:lnTo>
                  <a:pt x="3314700" y="2133600"/>
                </a:lnTo>
                <a:lnTo>
                  <a:pt x="3267075" y="2257425"/>
                </a:lnTo>
                <a:lnTo>
                  <a:pt x="3152775" y="2247900"/>
                </a:lnTo>
                <a:lnTo>
                  <a:pt x="3152775" y="2333625"/>
                </a:lnTo>
                <a:lnTo>
                  <a:pt x="3238500" y="2486025"/>
                </a:lnTo>
                <a:lnTo>
                  <a:pt x="3276600" y="2562225"/>
                </a:lnTo>
                <a:lnTo>
                  <a:pt x="3200400" y="2638425"/>
                </a:lnTo>
                <a:lnTo>
                  <a:pt x="3200400" y="2638425"/>
                </a:lnTo>
                <a:lnTo>
                  <a:pt x="3086100" y="2743200"/>
                </a:lnTo>
                <a:lnTo>
                  <a:pt x="3057525" y="3000375"/>
                </a:lnTo>
                <a:lnTo>
                  <a:pt x="2943225" y="3038475"/>
                </a:lnTo>
                <a:lnTo>
                  <a:pt x="2952750" y="3143250"/>
                </a:lnTo>
                <a:lnTo>
                  <a:pt x="3057525" y="3162300"/>
                </a:lnTo>
                <a:lnTo>
                  <a:pt x="3009900" y="3295650"/>
                </a:lnTo>
                <a:lnTo>
                  <a:pt x="3038475" y="3305175"/>
                </a:lnTo>
                <a:lnTo>
                  <a:pt x="2933700" y="3219450"/>
                </a:lnTo>
                <a:lnTo>
                  <a:pt x="3000375" y="3381375"/>
                </a:lnTo>
                <a:lnTo>
                  <a:pt x="3086100" y="3543300"/>
                </a:lnTo>
                <a:lnTo>
                  <a:pt x="3019425" y="3562350"/>
                </a:lnTo>
                <a:lnTo>
                  <a:pt x="2990850" y="3629025"/>
                </a:lnTo>
                <a:lnTo>
                  <a:pt x="2990850" y="3733800"/>
                </a:lnTo>
                <a:lnTo>
                  <a:pt x="3067050" y="3686175"/>
                </a:lnTo>
                <a:lnTo>
                  <a:pt x="3200400" y="3762375"/>
                </a:lnTo>
                <a:lnTo>
                  <a:pt x="3238500" y="3981450"/>
                </a:lnTo>
                <a:lnTo>
                  <a:pt x="3171825" y="3952875"/>
                </a:lnTo>
                <a:lnTo>
                  <a:pt x="3171825" y="4019550"/>
                </a:lnTo>
                <a:lnTo>
                  <a:pt x="3248025" y="4095750"/>
                </a:lnTo>
                <a:lnTo>
                  <a:pt x="3267075" y="4181475"/>
                </a:lnTo>
                <a:lnTo>
                  <a:pt x="3228975" y="4257675"/>
                </a:lnTo>
                <a:lnTo>
                  <a:pt x="3200400" y="4343400"/>
                </a:lnTo>
                <a:lnTo>
                  <a:pt x="3171825" y="4400550"/>
                </a:lnTo>
                <a:lnTo>
                  <a:pt x="3181350" y="4495800"/>
                </a:lnTo>
                <a:lnTo>
                  <a:pt x="3190875" y="4676775"/>
                </a:lnTo>
                <a:lnTo>
                  <a:pt x="3114675" y="4800600"/>
                </a:lnTo>
                <a:lnTo>
                  <a:pt x="3171825" y="4772025"/>
                </a:lnTo>
                <a:lnTo>
                  <a:pt x="3200400" y="4667250"/>
                </a:lnTo>
                <a:lnTo>
                  <a:pt x="3181350" y="4695825"/>
                </a:lnTo>
                <a:lnTo>
                  <a:pt x="3105150" y="4819650"/>
                </a:lnTo>
                <a:lnTo>
                  <a:pt x="3114675" y="4848225"/>
                </a:lnTo>
                <a:lnTo>
                  <a:pt x="3133725" y="4772025"/>
                </a:lnTo>
                <a:lnTo>
                  <a:pt x="3171825" y="4876800"/>
                </a:lnTo>
                <a:lnTo>
                  <a:pt x="3143250" y="4810125"/>
                </a:lnTo>
                <a:lnTo>
                  <a:pt x="3200400" y="4943475"/>
                </a:lnTo>
                <a:lnTo>
                  <a:pt x="3086100" y="5095875"/>
                </a:lnTo>
                <a:lnTo>
                  <a:pt x="3067050" y="5162550"/>
                </a:lnTo>
                <a:lnTo>
                  <a:pt x="3067050" y="5295900"/>
                </a:lnTo>
                <a:lnTo>
                  <a:pt x="2990850" y="5410200"/>
                </a:lnTo>
                <a:lnTo>
                  <a:pt x="3067050" y="5505450"/>
                </a:lnTo>
                <a:lnTo>
                  <a:pt x="3009900" y="5514975"/>
                </a:lnTo>
                <a:lnTo>
                  <a:pt x="2990850" y="5562600"/>
                </a:lnTo>
                <a:lnTo>
                  <a:pt x="2924175" y="5695950"/>
                </a:lnTo>
                <a:lnTo>
                  <a:pt x="2914650" y="5772150"/>
                </a:lnTo>
                <a:lnTo>
                  <a:pt x="2886075" y="5924550"/>
                </a:lnTo>
                <a:lnTo>
                  <a:pt x="2981325" y="6057900"/>
                </a:lnTo>
                <a:lnTo>
                  <a:pt x="3028950" y="6096000"/>
                </a:lnTo>
                <a:lnTo>
                  <a:pt x="3067050" y="6115050"/>
                </a:lnTo>
                <a:lnTo>
                  <a:pt x="2981325" y="6248400"/>
                </a:lnTo>
                <a:lnTo>
                  <a:pt x="2990850" y="6286500"/>
                </a:lnTo>
                <a:lnTo>
                  <a:pt x="2990850" y="6286500"/>
                </a:lnTo>
                <a:lnTo>
                  <a:pt x="2971800" y="6276975"/>
                </a:lnTo>
                <a:lnTo>
                  <a:pt x="3009900" y="6400800"/>
                </a:lnTo>
                <a:lnTo>
                  <a:pt x="3000375" y="6477000"/>
                </a:lnTo>
                <a:lnTo>
                  <a:pt x="2981325" y="6534150"/>
                </a:lnTo>
                <a:lnTo>
                  <a:pt x="2924175" y="6591300"/>
                </a:lnTo>
                <a:lnTo>
                  <a:pt x="2924175" y="6619875"/>
                </a:lnTo>
                <a:lnTo>
                  <a:pt x="2828925" y="6657975"/>
                </a:lnTo>
                <a:lnTo>
                  <a:pt x="2790825" y="6696075"/>
                </a:lnTo>
                <a:lnTo>
                  <a:pt x="2800350" y="6715125"/>
                </a:lnTo>
                <a:lnTo>
                  <a:pt x="2695575" y="6734175"/>
                </a:lnTo>
                <a:lnTo>
                  <a:pt x="2628900" y="6838950"/>
                </a:lnTo>
                <a:lnTo>
                  <a:pt x="2609850" y="6829425"/>
                </a:lnTo>
                <a:lnTo>
                  <a:pt x="2505075" y="6848475"/>
                </a:lnTo>
                <a:lnTo>
                  <a:pt x="2495550" y="6896100"/>
                </a:lnTo>
                <a:lnTo>
                  <a:pt x="2428875" y="6962775"/>
                </a:lnTo>
                <a:lnTo>
                  <a:pt x="2371725" y="6943725"/>
                </a:lnTo>
                <a:lnTo>
                  <a:pt x="2286000" y="7067550"/>
                </a:lnTo>
                <a:lnTo>
                  <a:pt x="2228850" y="7086600"/>
                </a:lnTo>
                <a:lnTo>
                  <a:pt x="2247900" y="7153275"/>
                </a:lnTo>
                <a:lnTo>
                  <a:pt x="2209800" y="7200900"/>
                </a:lnTo>
                <a:lnTo>
                  <a:pt x="2143125" y="7219950"/>
                </a:lnTo>
                <a:lnTo>
                  <a:pt x="2066925" y="7258050"/>
                </a:lnTo>
                <a:lnTo>
                  <a:pt x="2066925" y="7315200"/>
                </a:lnTo>
                <a:lnTo>
                  <a:pt x="1971675" y="7353300"/>
                </a:lnTo>
                <a:lnTo>
                  <a:pt x="1905000" y="7343775"/>
                </a:lnTo>
                <a:lnTo>
                  <a:pt x="1885950" y="7381875"/>
                </a:lnTo>
                <a:lnTo>
                  <a:pt x="1847850" y="7429500"/>
                </a:lnTo>
                <a:lnTo>
                  <a:pt x="1743075" y="7410450"/>
                </a:lnTo>
                <a:lnTo>
                  <a:pt x="1666875" y="7429500"/>
                </a:lnTo>
                <a:lnTo>
                  <a:pt x="1647825" y="7477125"/>
                </a:lnTo>
                <a:lnTo>
                  <a:pt x="1581150" y="7505700"/>
                </a:lnTo>
                <a:lnTo>
                  <a:pt x="1543050" y="7562850"/>
                </a:lnTo>
                <a:lnTo>
                  <a:pt x="1485900" y="7629525"/>
                </a:lnTo>
                <a:lnTo>
                  <a:pt x="1476375" y="7620000"/>
                </a:lnTo>
                <a:lnTo>
                  <a:pt x="1400175" y="7648575"/>
                </a:lnTo>
                <a:close/>
              </a:path>
            </a:pathLst>
          </a:custGeom>
          <a:solidFill>
            <a:srgbClr val="F7B733">
              <a:alpha val="13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-1847850" y="3667125"/>
            <a:ext cx="1304925" cy="3171825"/>
          </a:xfrm>
          <a:custGeom>
            <a:avLst/>
            <a:gdLst/>
            <a:ahLst/>
            <a:cxnLst/>
            <a:rect l="l" t="t" r="r" b="b"/>
            <a:pathLst>
              <a:path w="1304925" h="3171825">
                <a:moveTo>
                  <a:pt x="514350" y="3086100"/>
                </a:moveTo>
                <a:lnTo>
                  <a:pt x="485775" y="3171825"/>
                </a:lnTo>
                <a:lnTo>
                  <a:pt x="533400" y="3124200"/>
                </a:lnTo>
                <a:lnTo>
                  <a:pt x="523875" y="3143250"/>
                </a:lnTo>
                <a:lnTo>
                  <a:pt x="438150" y="2981325"/>
                </a:lnTo>
                <a:lnTo>
                  <a:pt x="438150" y="2952750"/>
                </a:lnTo>
                <a:lnTo>
                  <a:pt x="419100" y="2895600"/>
                </a:lnTo>
                <a:lnTo>
                  <a:pt x="438150" y="2886075"/>
                </a:lnTo>
                <a:lnTo>
                  <a:pt x="400050" y="2886075"/>
                </a:lnTo>
                <a:lnTo>
                  <a:pt x="342900" y="2952750"/>
                </a:lnTo>
                <a:lnTo>
                  <a:pt x="371475" y="2847975"/>
                </a:lnTo>
                <a:lnTo>
                  <a:pt x="333375" y="2828925"/>
                </a:lnTo>
                <a:lnTo>
                  <a:pt x="314325" y="2771775"/>
                </a:lnTo>
                <a:lnTo>
                  <a:pt x="304800" y="2752725"/>
                </a:lnTo>
                <a:lnTo>
                  <a:pt x="361950" y="2705100"/>
                </a:lnTo>
                <a:lnTo>
                  <a:pt x="295275" y="2657475"/>
                </a:lnTo>
                <a:lnTo>
                  <a:pt x="200025" y="2657475"/>
                </a:lnTo>
                <a:lnTo>
                  <a:pt x="180975" y="2514600"/>
                </a:lnTo>
                <a:lnTo>
                  <a:pt x="257175" y="2600325"/>
                </a:lnTo>
                <a:lnTo>
                  <a:pt x="209550" y="2571750"/>
                </a:lnTo>
                <a:lnTo>
                  <a:pt x="171450" y="2581275"/>
                </a:lnTo>
                <a:lnTo>
                  <a:pt x="123825" y="2571750"/>
                </a:lnTo>
                <a:lnTo>
                  <a:pt x="95250" y="2447925"/>
                </a:lnTo>
                <a:lnTo>
                  <a:pt x="104775" y="2409825"/>
                </a:lnTo>
                <a:lnTo>
                  <a:pt x="114300" y="2419350"/>
                </a:lnTo>
                <a:lnTo>
                  <a:pt x="85725" y="2381250"/>
                </a:lnTo>
                <a:lnTo>
                  <a:pt x="28575" y="2324100"/>
                </a:lnTo>
                <a:lnTo>
                  <a:pt x="66675" y="2305050"/>
                </a:lnTo>
                <a:lnTo>
                  <a:pt x="57150" y="2247900"/>
                </a:lnTo>
                <a:lnTo>
                  <a:pt x="66675" y="2200275"/>
                </a:lnTo>
                <a:lnTo>
                  <a:pt x="57150" y="2152650"/>
                </a:lnTo>
                <a:lnTo>
                  <a:pt x="85725" y="2114550"/>
                </a:lnTo>
                <a:lnTo>
                  <a:pt x="85725" y="2066925"/>
                </a:lnTo>
                <a:lnTo>
                  <a:pt x="19050" y="2143125"/>
                </a:lnTo>
                <a:lnTo>
                  <a:pt x="76200" y="2076450"/>
                </a:lnTo>
                <a:lnTo>
                  <a:pt x="152400" y="2085975"/>
                </a:lnTo>
                <a:lnTo>
                  <a:pt x="104775" y="1952625"/>
                </a:lnTo>
                <a:lnTo>
                  <a:pt x="209550" y="1857375"/>
                </a:lnTo>
                <a:lnTo>
                  <a:pt x="76200" y="1857375"/>
                </a:lnTo>
                <a:lnTo>
                  <a:pt x="38100" y="1857375"/>
                </a:lnTo>
                <a:lnTo>
                  <a:pt x="9525" y="1790700"/>
                </a:lnTo>
                <a:lnTo>
                  <a:pt x="28575" y="1743075"/>
                </a:lnTo>
                <a:lnTo>
                  <a:pt x="28575" y="1743075"/>
                </a:lnTo>
                <a:lnTo>
                  <a:pt x="38100" y="1704975"/>
                </a:lnTo>
                <a:lnTo>
                  <a:pt x="9525" y="1762125"/>
                </a:lnTo>
                <a:lnTo>
                  <a:pt x="57150" y="1762125"/>
                </a:lnTo>
                <a:lnTo>
                  <a:pt x="47625" y="1724025"/>
                </a:lnTo>
                <a:lnTo>
                  <a:pt x="0" y="1733550"/>
                </a:lnTo>
                <a:lnTo>
                  <a:pt x="57150" y="1724025"/>
                </a:lnTo>
                <a:lnTo>
                  <a:pt x="19050" y="1657350"/>
                </a:lnTo>
                <a:lnTo>
                  <a:pt x="57150" y="1638300"/>
                </a:lnTo>
                <a:lnTo>
                  <a:pt x="114300" y="1600200"/>
                </a:lnTo>
                <a:lnTo>
                  <a:pt x="19050" y="1600200"/>
                </a:lnTo>
                <a:lnTo>
                  <a:pt x="57150" y="1581150"/>
                </a:lnTo>
                <a:lnTo>
                  <a:pt x="38100" y="1552575"/>
                </a:lnTo>
                <a:lnTo>
                  <a:pt x="76200" y="1543050"/>
                </a:lnTo>
                <a:lnTo>
                  <a:pt x="114300" y="1495425"/>
                </a:lnTo>
                <a:lnTo>
                  <a:pt x="171450" y="1447800"/>
                </a:lnTo>
                <a:lnTo>
                  <a:pt x="114300" y="1476375"/>
                </a:lnTo>
                <a:lnTo>
                  <a:pt x="85725" y="1419225"/>
                </a:lnTo>
                <a:lnTo>
                  <a:pt x="95250" y="1381125"/>
                </a:lnTo>
                <a:lnTo>
                  <a:pt x="85725" y="1371600"/>
                </a:lnTo>
                <a:lnTo>
                  <a:pt x="38100" y="1323975"/>
                </a:lnTo>
                <a:lnTo>
                  <a:pt x="47625" y="1266825"/>
                </a:lnTo>
                <a:lnTo>
                  <a:pt x="66675" y="1247775"/>
                </a:lnTo>
                <a:lnTo>
                  <a:pt x="19050" y="1219200"/>
                </a:lnTo>
                <a:lnTo>
                  <a:pt x="66675" y="1190625"/>
                </a:lnTo>
                <a:lnTo>
                  <a:pt x="66675" y="1152525"/>
                </a:lnTo>
                <a:lnTo>
                  <a:pt x="85725" y="1152525"/>
                </a:lnTo>
                <a:lnTo>
                  <a:pt x="95250" y="1143000"/>
                </a:lnTo>
                <a:lnTo>
                  <a:pt x="85725" y="1066800"/>
                </a:lnTo>
                <a:lnTo>
                  <a:pt x="76200" y="1047750"/>
                </a:lnTo>
                <a:lnTo>
                  <a:pt x="104775" y="1038225"/>
                </a:lnTo>
                <a:lnTo>
                  <a:pt x="152400" y="1009650"/>
                </a:lnTo>
                <a:lnTo>
                  <a:pt x="133350" y="990600"/>
                </a:lnTo>
                <a:lnTo>
                  <a:pt x="133350" y="962025"/>
                </a:lnTo>
                <a:lnTo>
                  <a:pt x="152400" y="923925"/>
                </a:lnTo>
                <a:lnTo>
                  <a:pt x="123825" y="914400"/>
                </a:lnTo>
                <a:lnTo>
                  <a:pt x="161925" y="904875"/>
                </a:lnTo>
                <a:lnTo>
                  <a:pt x="133350" y="876300"/>
                </a:lnTo>
                <a:lnTo>
                  <a:pt x="190500" y="828675"/>
                </a:lnTo>
                <a:lnTo>
                  <a:pt x="190500" y="790575"/>
                </a:lnTo>
                <a:lnTo>
                  <a:pt x="180975" y="800100"/>
                </a:lnTo>
                <a:lnTo>
                  <a:pt x="190500" y="752475"/>
                </a:lnTo>
                <a:lnTo>
                  <a:pt x="190500" y="752475"/>
                </a:lnTo>
                <a:lnTo>
                  <a:pt x="209550" y="714375"/>
                </a:lnTo>
                <a:lnTo>
                  <a:pt x="209550" y="704850"/>
                </a:lnTo>
                <a:lnTo>
                  <a:pt x="209550" y="676275"/>
                </a:lnTo>
                <a:lnTo>
                  <a:pt x="247650" y="619125"/>
                </a:lnTo>
                <a:lnTo>
                  <a:pt x="247650" y="638175"/>
                </a:lnTo>
                <a:lnTo>
                  <a:pt x="238125" y="600075"/>
                </a:lnTo>
                <a:lnTo>
                  <a:pt x="257175" y="571500"/>
                </a:lnTo>
                <a:lnTo>
                  <a:pt x="247650" y="561975"/>
                </a:lnTo>
                <a:lnTo>
                  <a:pt x="285750" y="504825"/>
                </a:lnTo>
                <a:lnTo>
                  <a:pt x="276225" y="466725"/>
                </a:lnTo>
                <a:lnTo>
                  <a:pt x="304800" y="476250"/>
                </a:lnTo>
                <a:lnTo>
                  <a:pt x="295275" y="428625"/>
                </a:lnTo>
                <a:lnTo>
                  <a:pt x="247650" y="371475"/>
                </a:lnTo>
                <a:lnTo>
                  <a:pt x="314325" y="400050"/>
                </a:lnTo>
                <a:lnTo>
                  <a:pt x="323850" y="371475"/>
                </a:lnTo>
                <a:lnTo>
                  <a:pt x="314325" y="390525"/>
                </a:lnTo>
                <a:lnTo>
                  <a:pt x="323850" y="333375"/>
                </a:lnTo>
                <a:lnTo>
                  <a:pt x="361950" y="333375"/>
                </a:lnTo>
                <a:lnTo>
                  <a:pt x="400050" y="342900"/>
                </a:lnTo>
                <a:lnTo>
                  <a:pt x="381000" y="295275"/>
                </a:lnTo>
                <a:lnTo>
                  <a:pt x="390525" y="304800"/>
                </a:lnTo>
                <a:lnTo>
                  <a:pt x="447675" y="285750"/>
                </a:lnTo>
                <a:lnTo>
                  <a:pt x="466725" y="295275"/>
                </a:lnTo>
                <a:lnTo>
                  <a:pt x="457200" y="276225"/>
                </a:lnTo>
                <a:lnTo>
                  <a:pt x="523875" y="257175"/>
                </a:lnTo>
                <a:lnTo>
                  <a:pt x="514350" y="209550"/>
                </a:lnTo>
                <a:lnTo>
                  <a:pt x="552450" y="209550"/>
                </a:lnTo>
                <a:lnTo>
                  <a:pt x="542925" y="219075"/>
                </a:lnTo>
                <a:lnTo>
                  <a:pt x="571500" y="200025"/>
                </a:lnTo>
                <a:lnTo>
                  <a:pt x="590550" y="180975"/>
                </a:lnTo>
                <a:lnTo>
                  <a:pt x="609600" y="180975"/>
                </a:lnTo>
                <a:lnTo>
                  <a:pt x="600075" y="161925"/>
                </a:lnTo>
                <a:lnTo>
                  <a:pt x="628650" y="142875"/>
                </a:lnTo>
                <a:lnTo>
                  <a:pt x="638175" y="114300"/>
                </a:lnTo>
                <a:lnTo>
                  <a:pt x="657225" y="123825"/>
                </a:lnTo>
                <a:lnTo>
                  <a:pt x="695325" y="104775"/>
                </a:lnTo>
                <a:lnTo>
                  <a:pt x="714375" y="123825"/>
                </a:lnTo>
                <a:lnTo>
                  <a:pt x="752475" y="95250"/>
                </a:lnTo>
                <a:lnTo>
                  <a:pt x="723900" y="66675"/>
                </a:lnTo>
                <a:lnTo>
                  <a:pt x="762000" y="66675"/>
                </a:lnTo>
                <a:lnTo>
                  <a:pt x="762000" y="66675"/>
                </a:lnTo>
                <a:lnTo>
                  <a:pt x="819150" y="19050"/>
                </a:lnTo>
                <a:lnTo>
                  <a:pt x="819150" y="57150"/>
                </a:lnTo>
                <a:lnTo>
                  <a:pt x="847725" y="28575"/>
                </a:lnTo>
                <a:lnTo>
                  <a:pt x="847725" y="0"/>
                </a:lnTo>
                <a:lnTo>
                  <a:pt x="847725" y="85725"/>
                </a:lnTo>
                <a:lnTo>
                  <a:pt x="857250" y="95250"/>
                </a:lnTo>
                <a:lnTo>
                  <a:pt x="838200" y="95250"/>
                </a:lnTo>
                <a:lnTo>
                  <a:pt x="847725" y="114300"/>
                </a:lnTo>
                <a:lnTo>
                  <a:pt x="876300" y="152400"/>
                </a:lnTo>
                <a:lnTo>
                  <a:pt x="895350" y="171450"/>
                </a:lnTo>
                <a:lnTo>
                  <a:pt x="923925" y="219075"/>
                </a:lnTo>
                <a:lnTo>
                  <a:pt x="942975" y="219075"/>
                </a:lnTo>
                <a:lnTo>
                  <a:pt x="952500" y="276225"/>
                </a:lnTo>
                <a:lnTo>
                  <a:pt x="962025" y="266700"/>
                </a:lnTo>
                <a:lnTo>
                  <a:pt x="952500" y="314325"/>
                </a:lnTo>
                <a:lnTo>
                  <a:pt x="981075" y="352425"/>
                </a:lnTo>
                <a:lnTo>
                  <a:pt x="952500" y="333375"/>
                </a:lnTo>
                <a:lnTo>
                  <a:pt x="981075" y="390525"/>
                </a:lnTo>
                <a:lnTo>
                  <a:pt x="1019175" y="400050"/>
                </a:lnTo>
                <a:lnTo>
                  <a:pt x="990600" y="466725"/>
                </a:lnTo>
                <a:lnTo>
                  <a:pt x="1009650" y="457200"/>
                </a:lnTo>
                <a:lnTo>
                  <a:pt x="1038225" y="485775"/>
                </a:lnTo>
                <a:lnTo>
                  <a:pt x="1047750" y="523875"/>
                </a:lnTo>
                <a:lnTo>
                  <a:pt x="1066800" y="542925"/>
                </a:lnTo>
                <a:lnTo>
                  <a:pt x="1076325" y="571500"/>
                </a:lnTo>
                <a:lnTo>
                  <a:pt x="1076325" y="609600"/>
                </a:lnTo>
                <a:lnTo>
                  <a:pt x="1104900" y="581025"/>
                </a:lnTo>
                <a:lnTo>
                  <a:pt x="1114425" y="657225"/>
                </a:lnTo>
                <a:lnTo>
                  <a:pt x="1114425" y="657225"/>
                </a:lnTo>
                <a:lnTo>
                  <a:pt x="1133475" y="666750"/>
                </a:lnTo>
                <a:lnTo>
                  <a:pt x="1143000" y="723900"/>
                </a:lnTo>
                <a:lnTo>
                  <a:pt x="1171575" y="752475"/>
                </a:lnTo>
                <a:lnTo>
                  <a:pt x="1152525" y="752475"/>
                </a:lnTo>
                <a:lnTo>
                  <a:pt x="1171575" y="790575"/>
                </a:lnTo>
                <a:lnTo>
                  <a:pt x="1181100" y="828675"/>
                </a:lnTo>
                <a:lnTo>
                  <a:pt x="1304925" y="809625"/>
                </a:lnTo>
                <a:lnTo>
                  <a:pt x="1238250" y="933450"/>
                </a:lnTo>
                <a:lnTo>
                  <a:pt x="1238250" y="914400"/>
                </a:lnTo>
                <a:lnTo>
                  <a:pt x="1228725" y="923925"/>
                </a:lnTo>
                <a:lnTo>
                  <a:pt x="1257300" y="962025"/>
                </a:lnTo>
                <a:lnTo>
                  <a:pt x="1266825" y="1038225"/>
                </a:lnTo>
                <a:lnTo>
                  <a:pt x="1276350" y="1066800"/>
                </a:lnTo>
                <a:lnTo>
                  <a:pt x="1209675" y="10668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181100" y="1162050"/>
                </a:lnTo>
                <a:lnTo>
                  <a:pt x="1162050" y="1219200"/>
                </a:lnTo>
                <a:lnTo>
                  <a:pt x="1076325" y="1295400"/>
                </a:lnTo>
                <a:lnTo>
                  <a:pt x="1123950" y="1304925"/>
                </a:lnTo>
                <a:lnTo>
                  <a:pt x="1152525" y="1333500"/>
                </a:lnTo>
                <a:lnTo>
                  <a:pt x="1190625" y="1333500"/>
                </a:lnTo>
                <a:lnTo>
                  <a:pt x="1200150" y="1352550"/>
                </a:lnTo>
                <a:lnTo>
                  <a:pt x="1228725" y="1419225"/>
                </a:lnTo>
                <a:lnTo>
                  <a:pt x="1200150" y="1447800"/>
                </a:lnTo>
                <a:lnTo>
                  <a:pt x="1152525" y="1419225"/>
                </a:lnTo>
                <a:lnTo>
                  <a:pt x="1162050" y="1447800"/>
                </a:lnTo>
                <a:lnTo>
                  <a:pt x="1181100" y="1552575"/>
                </a:lnTo>
                <a:lnTo>
                  <a:pt x="1209675" y="1533525"/>
                </a:lnTo>
                <a:lnTo>
                  <a:pt x="1228725" y="1485900"/>
                </a:lnTo>
                <a:lnTo>
                  <a:pt x="1238250" y="1552575"/>
                </a:lnTo>
                <a:lnTo>
                  <a:pt x="1238250" y="1600200"/>
                </a:lnTo>
                <a:lnTo>
                  <a:pt x="1238250" y="1600200"/>
                </a:lnTo>
                <a:lnTo>
                  <a:pt x="1285875" y="1609725"/>
                </a:lnTo>
                <a:lnTo>
                  <a:pt x="1219200" y="1657350"/>
                </a:lnTo>
                <a:lnTo>
                  <a:pt x="1238250" y="1714500"/>
                </a:lnTo>
                <a:lnTo>
                  <a:pt x="1238250" y="1752600"/>
                </a:lnTo>
                <a:lnTo>
                  <a:pt x="1247775" y="1743075"/>
                </a:lnTo>
                <a:lnTo>
                  <a:pt x="1219200" y="1781175"/>
                </a:lnTo>
                <a:lnTo>
                  <a:pt x="1285875" y="1743075"/>
                </a:lnTo>
                <a:lnTo>
                  <a:pt x="1219200" y="1847850"/>
                </a:lnTo>
                <a:lnTo>
                  <a:pt x="1228725" y="1905000"/>
                </a:lnTo>
                <a:lnTo>
                  <a:pt x="1266825" y="1981200"/>
                </a:lnTo>
                <a:lnTo>
                  <a:pt x="1219200" y="2009775"/>
                </a:lnTo>
                <a:lnTo>
                  <a:pt x="1247775" y="1990725"/>
                </a:lnTo>
                <a:lnTo>
                  <a:pt x="1190625" y="1952625"/>
                </a:lnTo>
                <a:lnTo>
                  <a:pt x="1228725" y="2000250"/>
                </a:lnTo>
                <a:lnTo>
                  <a:pt x="1266825" y="1962150"/>
                </a:lnTo>
                <a:lnTo>
                  <a:pt x="1257300" y="2019300"/>
                </a:lnTo>
                <a:lnTo>
                  <a:pt x="1219200" y="2000250"/>
                </a:lnTo>
                <a:lnTo>
                  <a:pt x="1190625" y="1971675"/>
                </a:lnTo>
                <a:lnTo>
                  <a:pt x="1152525" y="2028825"/>
                </a:lnTo>
                <a:lnTo>
                  <a:pt x="1152525" y="2076450"/>
                </a:lnTo>
                <a:lnTo>
                  <a:pt x="1152525" y="2162175"/>
                </a:lnTo>
                <a:lnTo>
                  <a:pt x="1209675" y="2171700"/>
                </a:lnTo>
                <a:lnTo>
                  <a:pt x="1200150" y="2209800"/>
                </a:lnTo>
                <a:lnTo>
                  <a:pt x="1143000" y="2219325"/>
                </a:lnTo>
                <a:lnTo>
                  <a:pt x="1162050" y="2247900"/>
                </a:lnTo>
                <a:lnTo>
                  <a:pt x="1162050" y="2286000"/>
                </a:lnTo>
                <a:lnTo>
                  <a:pt x="1152525" y="2362200"/>
                </a:lnTo>
                <a:lnTo>
                  <a:pt x="1133475" y="2400300"/>
                </a:lnTo>
                <a:lnTo>
                  <a:pt x="1133475" y="2457450"/>
                </a:lnTo>
                <a:lnTo>
                  <a:pt x="1152525" y="2486025"/>
                </a:lnTo>
                <a:lnTo>
                  <a:pt x="1181100" y="2495550"/>
                </a:lnTo>
                <a:lnTo>
                  <a:pt x="1181100" y="2505075"/>
                </a:lnTo>
                <a:lnTo>
                  <a:pt x="1162050" y="2505075"/>
                </a:lnTo>
                <a:lnTo>
                  <a:pt x="1200150" y="2476500"/>
                </a:lnTo>
                <a:lnTo>
                  <a:pt x="1219200" y="2533650"/>
                </a:lnTo>
                <a:lnTo>
                  <a:pt x="1200150" y="2581275"/>
                </a:lnTo>
                <a:lnTo>
                  <a:pt x="1171575" y="2609850"/>
                </a:lnTo>
                <a:lnTo>
                  <a:pt x="1152525" y="2657475"/>
                </a:lnTo>
                <a:lnTo>
                  <a:pt x="1133475" y="2657475"/>
                </a:lnTo>
                <a:lnTo>
                  <a:pt x="1104900" y="2705100"/>
                </a:lnTo>
                <a:lnTo>
                  <a:pt x="1095375" y="2686050"/>
                </a:lnTo>
                <a:lnTo>
                  <a:pt x="1057275" y="2667000"/>
                </a:lnTo>
                <a:lnTo>
                  <a:pt x="1038225" y="2724150"/>
                </a:lnTo>
                <a:lnTo>
                  <a:pt x="1019175" y="2705100"/>
                </a:lnTo>
                <a:lnTo>
                  <a:pt x="990600" y="2733675"/>
                </a:lnTo>
                <a:lnTo>
                  <a:pt x="981075" y="2724150"/>
                </a:lnTo>
                <a:lnTo>
                  <a:pt x="933450" y="2743200"/>
                </a:lnTo>
                <a:lnTo>
                  <a:pt x="914400" y="2762250"/>
                </a:lnTo>
                <a:lnTo>
                  <a:pt x="885825" y="2771775"/>
                </a:lnTo>
                <a:lnTo>
                  <a:pt x="876300" y="2819400"/>
                </a:lnTo>
                <a:lnTo>
                  <a:pt x="857250" y="2857500"/>
                </a:lnTo>
                <a:lnTo>
                  <a:pt x="847725" y="2828925"/>
                </a:lnTo>
                <a:lnTo>
                  <a:pt x="838200" y="2886075"/>
                </a:lnTo>
                <a:lnTo>
                  <a:pt x="819150" y="2886075"/>
                </a:lnTo>
                <a:lnTo>
                  <a:pt x="771525" y="2876550"/>
                </a:lnTo>
                <a:lnTo>
                  <a:pt x="771525" y="2905125"/>
                </a:lnTo>
                <a:lnTo>
                  <a:pt x="742950" y="2905125"/>
                </a:lnTo>
                <a:lnTo>
                  <a:pt x="771525" y="2914650"/>
                </a:lnTo>
                <a:lnTo>
                  <a:pt x="714375" y="2924175"/>
                </a:lnTo>
                <a:lnTo>
                  <a:pt x="704850" y="2962275"/>
                </a:lnTo>
                <a:lnTo>
                  <a:pt x="657225" y="2952750"/>
                </a:lnTo>
                <a:lnTo>
                  <a:pt x="628650" y="2971800"/>
                </a:lnTo>
                <a:lnTo>
                  <a:pt x="609600" y="3009900"/>
                </a:lnTo>
                <a:lnTo>
                  <a:pt x="628650" y="3009900"/>
                </a:lnTo>
                <a:lnTo>
                  <a:pt x="571500" y="3028950"/>
                </a:lnTo>
                <a:lnTo>
                  <a:pt x="561975" y="3057525"/>
                </a:lnTo>
                <a:lnTo>
                  <a:pt x="533400" y="3067050"/>
                </a:lnTo>
                <a:lnTo>
                  <a:pt x="504825" y="30384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-1666875" y="3819525"/>
            <a:ext cx="1171575" cy="2733675"/>
          </a:xfrm>
          <a:custGeom>
            <a:avLst/>
            <a:gdLst/>
            <a:ahLst/>
            <a:cxnLst/>
            <a:rect l="l" t="t" r="r" b="b"/>
            <a:pathLst>
              <a:path w="1171575" h="2733675">
                <a:moveTo>
                  <a:pt x="466725" y="2724150"/>
                </a:moveTo>
                <a:lnTo>
                  <a:pt x="400050" y="2638425"/>
                </a:lnTo>
                <a:lnTo>
                  <a:pt x="342900" y="2733675"/>
                </a:lnTo>
                <a:lnTo>
                  <a:pt x="409575" y="2724150"/>
                </a:lnTo>
                <a:lnTo>
                  <a:pt x="390525" y="2609850"/>
                </a:lnTo>
                <a:lnTo>
                  <a:pt x="371475" y="2638425"/>
                </a:lnTo>
                <a:lnTo>
                  <a:pt x="352425" y="2600325"/>
                </a:lnTo>
                <a:lnTo>
                  <a:pt x="390525" y="2647950"/>
                </a:lnTo>
                <a:lnTo>
                  <a:pt x="381000" y="2543175"/>
                </a:lnTo>
                <a:lnTo>
                  <a:pt x="361950" y="2476500"/>
                </a:lnTo>
                <a:lnTo>
                  <a:pt x="333375" y="2514600"/>
                </a:lnTo>
                <a:lnTo>
                  <a:pt x="323850" y="2505075"/>
                </a:lnTo>
                <a:lnTo>
                  <a:pt x="285750" y="2438400"/>
                </a:lnTo>
                <a:lnTo>
                  <a:pt x="342900" y="2419350"/>
                </a:lnTo>
                <a:lnTo>
                  <a:pt x="295275" y="2352675"/>
                </a:lnTo>
                <a:lnTo>
                  <a:pt x="285750" y="2333625"/>
                </a:lnTo>
                <a:lnTo>
                  <a:pt x="257175" y="2314575"/>
                </a:lnTo>
                <a:lnTo>
                  <a:pt x="200025" y="2219325"/>
                </a:lnTo>
                <a:lnTo>
                  <a:pt x="190500" y="2200275"/>
                </a:lnTo>
                <a:lnTo>
                  <a:pt x="180975" y="2238375"/>
                </a:lnTo>
                <a:lnTo>
                  <a:pt x="171450" y="2247900"/>
                </a:lnTo>
                <a:lnTo>
                  <a:pt x="142875" y="2228850"/>
                </a:lnTo>
                <a:lnTo>
                  <a:pt x="133350" y="2200275"/>
                </a:lnTo>
                <a:lnTo>
                  <a:pt x="133350" y="2152650"/>
                </a:lnTo>
                <a:lnTo>
                  <a:pt x="133350" y="2124075"/>
                </a:lnTo>
                <a:lnTo>
                  <a:pt x="142875" y="2095500"/>
                </a:lnTo>
                <a:lnTo>
                  <a:pt x="133350" y="2047875"/>
                </a:lnTo>
                <a:lnTo>
                  <a:pt x="114300" y="2028825"/>
                </a:lnTo>
                <a:lnTo>
                  <a:pt x="76200" y="1990725"/>
                </a:lnTo>
                <a:lnTo>
                  <a:pt x="95250" y="1952625"/>
                </a:lnTo>
                <a:lnTo>
                  <a:pt x="104775" y="1876425"/>
                </a:lnTo>
                <a:lnTo>
                  <a:pt x="76200" y="1828800"/>
                </a:lnTo>
                <a:lnTo>
                  <a:pt x="85725" y="1809750"/>
                </a:lnTo>
                <a:lnTo>
                  <a:pt x="85725" y="1762125"/>
                </a:lnTo>
                <a:lnTo>
                  <a:pt x="104775" y="1647825"/>
                </a:lnTo>
                <a:lnTo>
                  <a:pt x="123825" y="1571625"/>
                </a:lnTo>
                <a:lnTo>
                  <a:pt x="133350" y="1666875"/>
                </a:lnTo>
                <a:lnTo>
                  <a:pt x="57150" y="1666875"/>
                </a:lnTo>
                <a:lnTo>
                  <a:pt x="85725" y="1657350"/>
                </a:lnTo>
                <a:lnTo>
                  <a:pt x="76200" y="1619250"/>
                </a:lnTo>
                <a:lnTo>
                  <a:pt x="66675" y="1552575"/>
                </a:lnTo>
                <a:lnTo>
                  <a:pt x="0" y="1562100"/>
                </a:lnTo>
                <a:lnTo>
                  <a:pt x="104775" y="1543050"/>
                </a:lnTo>
                <a:lnTo>
                  <a:pt x="95250" y="1562100"/>
                </a:lnTo>
                <a:lnTo>
                  <a:pt x="38100" y="1543050"/>
                </a:lnTo>
                <a:lnTo>
                  <a:pt x="47625" y="1466850"/>
                </a:lnTo>
                <a:lnTo>
                  <a:pt x="47625" y="1524000"/>
                </a:lnTo>
                <a:lnTo>
                  <a:pt x="19050" y="1504950"/>
                </a:lnTo>
                <a:lnTo>
                  <a:pt x="57150" y="1514475"/>
                </a:lnTo>
                <a:lnTo>
                  <a:pt x="76200" y="1495425"/>
                </a:lnTo>
                <a:lnTo>
                  <a:pt x="38100" y="1419225"/>
                </a:lnTo>
                <a:lnTo>
                  <a:pt x="38100" y="1400175"/>
                </a:lnTo>
                <a:lnTo>
                  <a:pt x="38100" y="1400175"/>
                </a:lnTo>
                <a:lnTo>
                  <a:pt x="114300" y="1390650"/>
                </a:lnTo>
                <a:lnTo>
                  <a:pt x="85725" y="1381125"/>
                </a:lnTo>
                <a:lnTo>
                  <a:pt x="104775" y="1371600"/>
                </a:lnTo>
                <a:lnTo>
                  <a:pt x="133350" y="1295400"/>
                </a:lnTo>
                <a:lnTo>
                  <a:pt x="85725" y="1219200"/>
                </a:lnTo>
                <a:lnTo>
                  <a:pt x="95250" y="1247775"/>
                </a:lnTo>
                <a:lnTo>
                  <a:pt x="133350" y="1266825"/>
                </a:lnTo>
                <a:lnTo>
                  <a:pt x="123825" y="1171575"/>
                </a:lnTo>
                <a:lnTo>
                  <a:pt x="133350" y="1133475"/>
                </a:lnTo>
                <a:lnTo>
                  <a:pt x="104775" y="1123950"/>
                </a:lnTo>
                <a:lnTo>
                  <a:pt x="85725" y="1095375"/>
                </a:lnTo>
                <a:lnTo>
                  <a:pt x="76200" y="1085850"/>
                </a:lnTo>
                <a:lnTo>
                  <a:pt x="104775" y="1076325"/>
                </a:lnTo>
                <a:lnTo>
                  <a:pt x="76200" y="1038225"/>
                </a:lnTo>
                <a:lnTo>
                  <a:pt x="85725" y="1047750"/>
                </a:lnTo>
                <a:lnTo>
                  <a:pt x="133350" y="1019175"/>
                </a:lnTo>
                <a:lnTo>
                  <a:pt x="114300" y="962025"/>
                </a:lnTo>
                <a:lnTo>
                  <a:pt x="152400" y="952500"/>
                </a:lnTo>
                <a:lnTo>
                  <a:pt x="114300" y="923925"/>
                </a:lnTo>
                <a:lnTo>
                  <a:pt x="142875" y="895350"/>
                </a:lnTo>
                <a:lnTo>
                  <a:pt x="161925" y="876300"/>
                </a:lnTo>
                <a:lnTo>
                  <a:pt x="161925" y="876300"/>
                </a:lnTo>
                <a:lnTo>
                  <a:pt x="133350" y="838200"/>
                </a:lnTo>
                <a:lnTo>
                  <a:pt x="171450" y="809625"/>
                </a:lnTo>
                <a:lnTo>
                  <a:pt x="152400" y="819150"/>
                </a:lnTo>
                <a:lnTo>
                  <a:pt x="180975" y="800100"/>
                </a:lnTo>
                <a:lnTo>
                  <a:pt x="171450" y="781050"/>
                </a:lnTo>
                <a:lnTo>
                  <a:pt x="161925" y="762000"/>
                </a:lnTo>
                <a:lnTo>
                  <a:pt x="200025" y="723900"/>
                </a:lnTo>
                <a:lnTo>
                  <a:pt x="190500" y="695325"/>
                </a:lnTo>
                <a:lnTo>
                  <a:pt x="247650" y="666750"/>
                </a:lnTo>
                <a:lnTo>
                  <a:pt x="190500" y="638175"/>
                </a:lnTo>
                <a:lnTo>
                  <a:pt x="200025" y="590550"/>
                </a:lnTo>
                <a:lnTo>
                  <a:pt x="238125" y="590550"/>
                </a:lnTo>
                <a:lnTo>
                  <a:pt x="228600" y="600075"/>
                </a:lnTo>
                <a:lnTo>
                  <a:pt x="257175" y="542925"/>
                </a:lnTo>
                <a:lnTo>
                  <a:pt x="247650" y="533400"/>
                </a:lnTo>
                <a:lnTo>
                  <a:pt x="247650" y="485775"/>
                </a:lnTo>
                <a:lnTo>
                  <a:pt x="285750" y="466725"/>
                </a:lnTo>
                <a:lnTo>
                  <a:pt x="247650" y="476250"/>
                </a:lnTo>
                <a:lnTo>
                  <a:pt x="247650" y="438150"/>
                </a:lnTo>
                <a:lnTo>
                  <a:pt x="257175" y="428625"/>
                </a:lnTo>
                <a:lnTo>
                  <a:pt x="257175" y="409575"/>
                </a:lnTo>
                <a:lnTo>
                  <a:pt x="295275" y="352425"/>
                </a:lnTo>
                <a:lnTo>
                  <a:pt x="276225" y="381000"/>
                </a:lnTo>
                <a:lnTo>
                  <a:pt x="295275" y="342900"/>
                </a:lnTo>
                <a:lnTo>
                  <a:pt x="323850" y="342900"/>
                </a:lnTo>
                <a:lnTo>
                  <a:pt x="333375" y="333375"/>
                </a:lnTo>
                <a:lnTo>
                  <a:pt x="333375" y="304800"/>
                </a:lnTo>
                <a:lnTo>
                  <a:pt x="352425" y="304800"/>
                </a:lnTo>
                <a:lnTo>
                  <a:pt x="371475" y="314325"/>
                </a:lnTo>
                <a:lnTo>
                  <a:pt x="371475" y="238125"/>
                </a:lnTo>
                <a:lnTo>
                  <a:pt x="419100" y="266700"/>
                </a:lnTo>
                <a:lnTo>
                  <a:pt x="428625" y="219075"/>
                </a:lnTo>
                <a:lnTo>
                  <a:pt x="457200" y="228600"/>
                </a:lnTo>
                <a:lnTo>
                  <a:pt x="428625" y="219075"/>
                </a:lnTo>
                <a:lnTo>
                  <a:pt x="485775" y="200025"/>
                </a:lnTo>
                <a:lnTo>
                  <a:pt x="504825" y="190500"/>
                </a:lnTo>
                <a:lnTo>
                  <a:pt x="476250" y="209550"/>
                </a:lnTo>
                <a:lnTo>
                  <a:pt x="514350" y="180975"/>
                </a:lnTo>
                <a:lnTo>
                  <a:pt x="495300" y="171450"/>
                </a:lnTo>
                <a:lnTo>
                  <a:pt x="561975" y="152400"/>
                </a:lnTo>
                <a:lnTo>
                  <a:pt x="542925" y="104775"/>
                </a:lnTo>
                <a:lnTo>
                  <a:pt x="561975" y="142875"/>
                </a:lnTo>
                <a:lnTo>
                  <a:pt x="609600" y="114300"/>
                </a:lnTo>
                <a:lnTo>
                  <a:pt x="609600" y="142875"/>
                </a:lnTo>
                <a:lnTo>
                  <a:pt x="619125" y="114300"/>
                </a:lnTo>
                <a:lnTo>
                  <a:pt x="619125" y="95250"/>
                </a:lnTo>
                <a:lnTo>
                  <a:pt x="647700" y="85725"/>
                </a:lnTo>
                <a:lnTo>
                  <a:pt x="685800" y="66675"/>
                </a:lnTo>
                <a:lnTo>
                  <a:pt x="676275" y="57150"/>
                </a:lnTo>
                <a:lnTo>
                  <a:pt x="733425" y="57150"/>
                </a:lnTo>
                <a:lnTo>
                  <a:pt x="714375" y="57150"/>
                </a:lnTo>
                <a:lnTo>
                  <a:pt x="733425" y="9525"/>
                </a:lnTo>
                <a:lnTo>
                  <a:pt x="733425" y="19050"/>
                </a:lnTo>
                <a:lnTo>
                  <a:pt x="752475" y="0"/>
                </a:lnTo>
                <a:lnTo>
                  <a:pt x="790575" y="19050"/>
                </a:lnTo>
                <a:lnTo>
                  <a:pt x="781050" y="47625"/>
                </a:lnTo>
                <a:lnTo>
                  <a:pt x="781050" y="38100"/>
                </a:lnTo>
                <a:lnTo>
                  <a:pt x="771525" y="95250"/>
                </a:lnTo>
                <a:lnTo>
                  <a:pt x="781050" y="133350"/>
                </a:lnTo>
                <a:lnTo>
                  <a:pt x="800100" y="123825"/>
                </a:lnTo>
                <a:lnTo>
                  <a:pt x="819150" y="123825"/>
                </a:lnTo>
                <a:lnTo>
                  <a:pt x="819150" y="171450"/>
                </a:lnTo>
                <a:lnTo>
                  <a:pt x="857250" y="190500"/>
                </a:lnTo>
                <a:lnTo>
                  <a:pt x="838200" y="219075"/>
                </a:lnTo>
                <a:lnTo>
                  <a:pt x="847725" y="266700"/>
                </a:lnTo>
                <a:lnTo>
                  <a:pt x="866775" y="276225"/>
                </a:lnTo>
                <a:lnTo>
                  <a:pt x="914400" y="266700"/>
                </a:lnTo>
                <a:lnTo>
                  <a:pt x="866775" y="295275"/>
                </a:lnTo>
                <a:lnTo>
                  <a:pt x="914400" y="314325"/>
                </a:lnTo>
                <a:lnTo>
                  <a:pt x="933450" y="361950"/>
                </a:lnTo>
                <a:lnTo>
                  <a:pt x="923925" y="352425"/>
                </a:lnTo>
                <a:lnTo>
                  <a:pt x="933450" y="381000"/>
                </a:lnTo>
                <a:lnTo>
                  <a:pt x="942975" y="419100"/>
                </a:lnTo>
                <a:lnTo>
                  <a:pt x="971550" y="457200"/>
                </a:lnTo>
                <a:lnTo>
                  <a:pt x="981075" y="438150"/>
                </a:lnTo>
                <a:lnTo>
                  <a:pt x="962025" y="476250"/>
                </a:lnTo>
                <a:lnTo>
                  <a:pt x="1000125" y="495300"/>
                </a:lnTo>
                <a:lnTo>
                  <a:pt x="981075" y="523875"/>
                </a:lnTo>
                <a:lnTo>
                  <a:pt x="1009650" y="552450"/>
                </a:lnTo>
                <a:lnTo>
                  <a:pt x="981075" y="552450"/>
                </a:lnTo>
                <a:lnTo>
                  <a:pt x="1000125" y="609600"/>
                </a:lnTo>
                <a:lnTo>
                  <a:pt x="1057275" y="628650"/>
                </a:lnTo>
                <a:lnTo>
                  <a:pt x="1057275" y="628650"/>
                </a:lnTo>
                <a:lnTo>
                  <a:pt x="1057275" y="666750"/>
                </a:lnTo>
                <a:lnTo>
                  <a:pt x="1085850" y="685800"/>
                </a:lnTo>
                <a:lnTo>
                  <a:pt x="1057275" y="695325"/>
                </a:lnTo>
                <a:lnTo>
                  <a:pt x="1066800" y="723900"/>
                </a:lnTo>
                <a:lnTo>
                  <a:pt x="1076325" y="762000"/>
                </a:lnTo>
                <a:lnTo>
                  <a:pt x="1076325" y="809625"/>
                </a:lnTo>
                <a:lnTo>
                  <a:pt x="1123950" y="790575"/>
                </a:lnTo>
                <a:lnTo>
                  <a:pt x="1104900" y="809625"/>
                </a:lnTo>
                <a:lnTo>
                  <a:pt x="1019175" y="876300"/>
                </a:lnTo>
                <a:lnTo>
                  <a:pt x="1066800" y="942975"/>
                </a:lnTo>
                <a:lnTo>
                  <a:pt x="1095375" y="933450"/>
                </a:lnTo>
                <a:lnTo>
                  <a:pt x="1171575" y="962025"/>
                </a:lnTo>
                <a:lnTo>
                  <a:pt x="1104900" y="952500"/>
                </a:lnTo>
                <a:lnTo>
                  <a:pt x="1085850" y="1019175"/>
                </a:lnTo>
                <a:lnTo>
                  <a:pt x="1019175" y="1038225"/>
                </a:lnTo>
                <a:lnTo>
                  <a:pt x="1047750" y="1095375"/>
                </a:lnTo>
                <a:lnTo>
                  <a:pt x="1057275" y="1114425"/>
                </a:lnTo>
                <a:lnTo>
                  <a:pt x="1028700" y="1152525"/>
                </a:lnTo>
                <a:lnTo>
                  <a:pt x="1057275" y="1133475"/>
                </a:lnTo>
                <a:lnTo>
                  <a:pt x="1028700" y="1285875"/>
                </a:lnTo>
                <a:lnTo>
                  <a:pt x="1057275" y="1285875"/>
                </a:lnTo>
                <a:lnTo>
                  <a:pt x="1085850" y="1276350"/>
                </a:lnTo>
                <a:lnTo>
                  <a:pt x="1076325" y="1238250"/>
                </a:lnTo>
                <a:lnTo>
                  <a:pt x="1095375" y="1266825"/>
                </a:lnTo>
                <a:lnTo>
                  <a:pt x="1143000" y="1295400"/>
                </a:lnTo>
                <a:lnTo>
                  <a:pt x="1143000" y="1257300"/>
                </a:lnTo>
                <a:lnTo>
                  <a:pt x="1133475" y="1343025"/>
                </a:lnTo>
                <a:lnTo>
                  <a:pt x="1152525" y="1295400"/>
                </a:lnTo>
                <a:lnTo>
                  <a:pt x="1162050" y="1352550"/>
                </a:lnTo>
                <a:lnTo>
                  <a:pt x="1171575" y="1381125"/>
                </a:lnTo>
                <a:lnTo>
                  <a:pt x="1133475" y="1428750"/>
                </a:lnTo>
                <a:lnTo>
                  <a:pt x="1162050" y="1419225"/>
                </a:lnTo>
                <a:lnTo>
                  <a:pt x="1162050" y="1485900"/>
                </a:lnTo>
                <a:lnTo>
                  <a:pt x="1171575" y="1504950"/>
                </a:lnTo>
                <a:lnTo>
                  <a:pt x="1143000" y="1543050"/>
                </a:lnTo>
                <a:lnTo>
                  <a:pt x="1028700" y="1647825"/>
                </a:lnTo>
                <a:lnTo>
                  <a:pt x="1066800" y="1609725"/>
                </a:lnTo>
                <a:lnTo>
                  <a:pt x="1047750" y="1666875"/>
                </a:lnTo>
                <a:lnTo>
                  <a:pt x="1143000" y="1666875"/>
                </a:lnTo>
                <a:lnTo>
                  <a:pt x="1066800" y="1724025"/>
                </a:lnTo>
                <a:lnTo>
                  <a:pt x="1057275" y="1704975"/>
                </a:lnTo>
                <a:lnTo>
                  <a:pt x="1066800" y="1714500"/>
                </a:lnTo>
                <a:lnTo>
                  <a:pt x="1114425" y="1685925"/>
                </a:lnTo>
                <a:lnTo>
                  <a:pt x="1095375" y="1685925"/>
                </a:lnTo>
                <a:lnTo>
                  <a:pt x="1095375" y="1695450"/>
                </a:lnTo>
                <a:lnTo>
                  <a:pt x="1133475" y="1733550"/>
                </a:lnTo>
                <a:lnTo>
                  <a:pt x="1114425" y="1733550"/>
                </a:lnTo>
                <a:lnTo>
                  <a:pt x="1104900" y="1762125"/>
                </a:lnTo>
                <a:lnTo>
                  <a:pt x="1095375" y="1781175"/>
                </a:lnTo>
                <a:lnTo>
                  <a:pt x="1085850" y="1828800"/>
                </a:lnTo>
                <a:lnTo>
                  <a:pt x="1076325" y="1866900"/>
                </a:lnTo>
                <a:lnTo>
                  <a:pt x="1095375" y="1933575"/>
                </a:lnTo>
                <a:lnTo>
                  <a:pt x="1038225" y="1924050"/>
                </a:lnTo>
                <a:lnTo>
                  <a:pt x="1038225" y="1971675"/>
                </a:lnTo>
                <a:lnTo>
                  <a:pt x="1057275" y="1981200"/>
                </a:lnTo>
                <a:lnTo>
                  <a:pt x="1095375" y="1981200"/>
                </a:lnTo>
                <a:lnTo>
                  <a:pt x="1028700" y="2019300"/>
                </a:lnTo>
                <a:lnTo>
                  <a:pt x="1066800" y="2057400"/>
                </a:lnTo>
                <a:lnTo>
                  <a:pt x="1028700" y="2133600"/>
                </a:lnTo>
                <a:lnTo>
                  <a:pt x="1076325" y="2133600"/>
                </a:lnTo>
                <a:lnTo>
                  <a:pt x="1038225" y="2162175"/>
                </a:lnTo>
                <a:lnTo>
                  <a:pt x="1000125" y="2162175"/>
                </a:lnTo>
                <a:lnTo>
                  <a:pt x="1066800" y="2190750"/>
                </a:lnTo>
                <a:lnTo>
                  <a:pt x="1076325" y="2238375"/>
                </a:lnTo>
                <a:lnTo>
                  <a:pt x="1085850" y="2247900"/>
                </a:lnTo>
                <a:lnTo>
                  <a:pt x="1028700" y="2314575"/>
                </a:lnTo>
                <a:lnTo>
                  <a:pt x="1038225" y="2286000"/>
                </a:lnTo>
                <a:lnTo>
                  <a:pt x="1019175" y="2324100"/>
                </a:lnTo>
                <a:lnTo>
                  <a:pt x="1019175" y="2324100"/>
                </a:lnTo>
                <a:lnTo>
                  <a:pt x="981075" y="2324100"/>
                </a:lnTo>
                <a:lnTo>
                  <a:pt x="1009650" y="2362200"/>
                </a:lnTo>
                <a:lnTo>
                  <a:pt x="981075" y="2381250"/>
                </a:lnTo>
                <a:lnTo>
                  <a:pt x="933450" y="2362200"/>
                </a:lnTo>
                <a:lnTo>
                  <a:pt x="914400" y="2390775"/>
                </a:lnTo>
                <a:lnTo>
                  <a:pt x="895350" y="2390775"/>
                </a:lnTo>
                <a:lnTo>
                  <a:pt x="866775" y="2457450"/>
                </a:lnTo>
                <a:lnTo>
                  <a:pt x="857250" y="2447925"/>
                </a:lnTo>
                <a:lnTo>
                  <a:pt x="838200" y="2438400"/>
                </a:lnTo>
                <a:lnTo>
                  <a:pt x="819150" y="2438400"/>
                </a:lnTo>
                <a:lnTo>
                  <a:pt x="828675" y="2486025"/>
                </a:lnTo>
                <a:lnTo>
                  <a:pt x="781050" y="2476500"/>
                </a:lnTo>
                <a:lnTo>
                  <a:pt x="781050" y="2514600"/>
                </a:lnTo>
                <a:lnTo>
                  <a:pt x="771525" y="2514600"/>
                </a:lnTo>
                <a:lnTo>
                  <a:pt x="762000" y="2533650"/>
                </a:lnTo>
                <a:lnTo>
                  <a:pt x="742950" y="2562225"/>
                </a:lnTo>
                <a:lnTo>
                  <a:pt x="695325" y="2562225"/>
                </a:lnTo>
                <a:lnTo>
                  <a:pt x="685800" y="2600325"/>
                </a:lnTo>
                <a:lnTo>
                  <a:pt x="657225" y="2581275"/>
                </a:lnTo>
                <a:lnTo>
                  <a:pt x="685800" y="2609850"/>
                </a:lnTo>
                <a:lnTo>
                  <a:pt x="638175" y="2581275"/>
                </a:lnTo>
                <a:lnTo>
                  <a:pt x="609600" y="2628900"/>
                </a:lnTo>
                <a:lnTo>
                  <a:pt x="600075" y="2647950"/>
                </a:lnTo>
                <a:lnTo>
                  <a:pt x="590550" y="2609850"/>
                </a:lnTo>
                <a:lnTo>
                  <a:pt x="542925" y="2667000"/>
                </a:lnTo>
                <a:lnTo>
                  <a:pt x="552450" y="2686050"/>
                </a:lnTo>
                <a:lnTo>
                  <a:pt x="523875" y="2695575"/>
                </a:lnTo>
                <a:lnTo>
                  <a:pt x="523875" y="2705100"/>
                </a:lnTo>
                <a:lnTo>
                  <a:pt x="495300" y="2705100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-1457325" y="2838450"/>
            <a:ext cx="219075" cy="209550"/>
          </a:xfrm>
          <a:custGeom>
            <a:avLst/>
            <a:gdLst/>
            <a:ahLst/>
            <a:cxnLst/>
            <a:rect l="l" t="t" r="r" b="b"/>
            <a:pathLst>
              <a:path w="219075" h="209550">
                <a:moveTo>
                  <a:pt x="219075" y="104775"/>
                </a:moveTo>
                <a:lnTo>
                  <a:pt x="152400" y="161925"/>
                </a:lnTo>
                <a:lnTo>
                  <a:pt x="133350" y="209550"/>
                </a:lnTo>
                <a:lnTo>
                  <a:pt x="85725" y="180975"/>
                </a:lnTo>
                <a:lnTo>
                  <a:pt x="19050" y="152400"/>
                </a:lnTo>
                <a:lnTo>
                  <a:pt x="28575" y="123825"/>
                </a:lnTo>
                <a:lnTo>
                  <a:pt x="0" y="38100"/>
                </a:lnTo>
                <a:lnTo>
                  <a:pt x="66675" y="28575"/>
                </a:lnTo>
                <a:lnTo>
                  <a:pt x="123825" y="0"/>
                </a:lnTo>
                <a:lnTo>
                  <a:pt x="190500" y="4762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-1933575" y="6276975"/>
            <a:ext cx="333375" cy="361950"/>
          </a:xfrm>
          <a:custGeom>
            <a:avLst/>
            <a:gdLst/>
            <a:ahLst/>
            <a:cxnLst/>
            <a:rect l="l" t="t" r="r" b="b"/>
            <a:pathLst>
              <a:path w="333375" h="361950">
                <a:moveTo>
                  <a:pt x="333375" y="228600"/>
                </a:moveTo>
                <a:lnTo>
                  <a:pt x="295275" y="285750"/>
                </a:lnTo>
                <a:lnTo>
                  <a:pt x="180975" y="361950"/>
                </a:lnTo>
                <a:lnTo>
                  <a:pt x="104775" y="342900"/>
                </a:lnTo>
                <a:lnTo>
                  <a:pt x="19050" y="342900"/>
                </a:lnTo>
                <a:lnTo>
                  <a:pt x="47625" y="180975"/>
                </a:lnTo>
                <a:lnTo>
                  <a:pt x="0" y="95250"/>
                </a:lnTo>
                <a:lnTo>
                  <a:pt x="76200" y="57150"/>
                </a:lnTo>
                <a:lnTo>
                  <a:pt x="180975" y="0"/>
                </a:lnTo>
                <a:lnTo>
                  <a:pt x="276225" y="76200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-1104900" y="2314575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5" y="142875"/>
                </a:moveTo>
                <a:lnTo>
                  <a:pt x="228600" y="200025"/>
                </a:lnTo>
                <a:lnTo>
                  <a:pt x="161925" y="266700"/>
                </a:lnTo>
                <a:lnTo>
                  <a:pt x="85725" y="266700"/>
                </a:lnTo>
                <a:lnTo>
                  <a:pt x="9525" y="228600"/>
                </a:lnTo>
                <a:lnTo>
                  <a:pt x="0" y="161925"/>
                </a:lnTo>
                <a:lnTo>
                  <a:pt x="9525" y="66675"/>
                </a:lnTo>
                <a:lnTo>
                  <a:pt x="95250" y="57150"/>
                </a:lnTo>
                <a:lnTo>
                  <a:pt x="171450" y="0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552450" y="7105650"/>
            <a:ext cx="219075" cy="257175"/>
          </a:xfrm>
          <a:custGeom>
            <a:avLst/>
            <a:gdLst/>
            <a:ahLst/>
            <a:cxnLst/>
            <a:rect l="l" t="t" r="r" b="b"/>
            <a:pathLst>
              <a:path w="219075" h="257175">
                <a:moveTo>
                  <a:pt x="219075" y="152400"/>
                </a:moveTo>
                <a:lnTo>
                  <a:pt x="200025" y="219075"/>
                </a:lnTo>
                <a:lnTo>
                  <a:pt x="190500" y="257175"/>
                </a:lnTo>
                <a:lnTo>
                  <a:pt x="85725" y="209550"/>
                </a:lnTo>
                <a:lnTo>
                  <a:pt x="0" y="209550"/>
                </a:lnTo>
                <a:lnTo>
                  <a:pt x="9525" y="133350"/>
                </a:lnTo>
                <a:lnTo>
                  <a:pt x="38100" y="47625"/>
                </a:lnTo>
                <a:lnTo>
                  <a:pt x="95250" y="38100"/>
                </a:lnTo>
                <a:lnTo>
                  <a:pt x="161925" y="0"/>
                </a:lnTo>
                <a:lnTo>
                  <a:pt x="171450" y="95250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85750" y="2733675"/>
            <a:ext cx="142875" cy="180975"/>
          </a:xfrm>
          <a:custGeom>
            <a:avLst/>
            <a:gdLst/>
            <a:ahLst/>
            <a:cxnLst/>
            <a:rect l="l" t="t" r="r" b="b"/>
            <a:pathLst>
              <a:path w="142875" h="180975">
                <a:moveTo>
                  <a:pt x="142875" y="66675"/>
                </a:moveTo>
                <a:lnTo>
                  <a:pt x="142875" y="133350"/>
                </a:lnTo>
                <a:lnTo>
                  <a:pt x="104775" y="180975"/>
                </a:lnTo>
                <a:lnTo>
                  <a:pt x="57150" y="133350"/>
                </a:lnTo>
                <a:lnTo>
                  <a:pt x="0" y="114300"/>
                </a:lnTo>
                <a:lnTo>
                  <a:pt x="9525" y="66675"/>
                </a:lnTo>
                <a:lnTo>
                  <a:pt x="28575" y="28575"/>
                </a:lnTo>
                <a:lnTo>
                  <a:pt x="57150" y="19050"/>
                </a:lnTo>
                <a:lnTo>
                  <a:pt x="104775" y="0"/>
                </a:lnTo>
                <a:lnTo>
                  <a:pt x="133350" y="47625"/>
                </a:lnTo>
                <a:close/>
              </a:path>
            </a:pathLst>
          </a:custGeom>
          <a:solidFill>
            <a:srgbClr val="F7B733">
              <a:alpha val="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-2819400" y="4743450"/>
            <a:ext cx="390525" cy="333375"/>
          </a:xfrm>
          <a:custGeom>
            <a:avLst/>
            <a:gdLst/>
            <a:ahLst/>
            <a:cxnLst/>
            <a:rect l="l" t="t" r="r" b="b"/>
            <a:pathLst>
              <a:path w="390525" h="333375">
                <a:moveTo>
                  <a:pt x="390525" y="142875"/>
                </a:moveTo>
                <a:lnTo>
                  <a:pt x="304800" y="257175"/>
                </a:lnTo>
                <a:lnTo>
                  <a:pt x="247650" y="333375"/>
                </a:lnTo>
                <a:lnTo>
                  <a:pt x="123825" y="276225"/>
                </a:lnTo>
                <a:lnTo>
                  <a:pt x="38100" y="238125"/>
                </a:lnTo>
                <a:lnTo>
                  <a:pt x="19050" y="104775"/>
                </a:lnTo>
                <a:lnTo>
                  <a:pt x="0" y="38100"/>
                </a:lnTo>
                <a:lnTo>
                  <a:pt x="142875" y="9525"/>
                </a:lnTo>
                <a:lnTo>
                  <a:pt x="247650" y="0"/>
                </a:lnTo>
                <a:lnTo>
                  <a:pt x="333375" y="47625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-2635567" y="2639378"/>
            <a:ext cx="4425315" cy="4524375"/>
          </a:xfrm>
          <a:custGeom>
            <a:avLst/>
            <a:gdLst/>
            <a:ahLst/>
            <a:cxnLst/>
            <a:rect l="l" t="t" r="r" b="b"/>
            <a:pathLst>
              <a:path w="4425315" h="4524375">
                <a:moveTo>
                  <a:pt x="1835468" y="3971925"/>
                </a:moveTo>
                <a:lnTo>
                  <a:pt x="1844040" y="3980497"/>
                </a:lnTo>
                <a:lnTo>
                  <a:pt x="1835468" y="3989070"/>
                </a:lnTo>
                <a:lnTo>
                  <a:pt x="1826895" y="3980497"/>
                </a:lnTo>
                <a:close/>
                <a:moveTo>
                  <a:pt x="2835593" y="981075"/>
                </a:moveTo>
                <a:lnTo>
                  <a:pt x="2844165" y="989647"/>
                </a:lnTo>
                <a:lnTo>
                  <a:pt x="2835593" y="998220"/>
                </a:lnTo>
                <a:lnTo>
                  <a:pt x="2827020" y="989647"/>
                </a:lnTo>
                <a:close/>
                <a:moveTo>
                  <a:pt x="3549968" y="1773555"/>
                </a:moveTo>
                <a:lnTo>
                  <a:pt x="3566160" y="1789747"/>
                </a:lnTo>
                <a:lnTo>
                  <a:pt x="3549968" y="1805940"/>
                </a:lnTo>
                <a:lnTo>
                  <a:pt x="3533775" y="1789747"/>
                </a:lnTo>
                <a:close/>
                <a:moveTo>
                  <a:pt x="1149667" y="817245"/>
                </a:moveTo>
                <a:lnTo>
                  <a:pt x="1160145" y="827722"/>
                </a:lnTo>
                <a:lnTo>
                  <a:pt x="1149667" y="838200"/>
                </a:lnTo>
                <a:lnTo>
                  <a:pt x="1139190" y="827722"/>
                </a:lnTo>
                <a:close/>
                <a:moveTo>
                  <a:pt x="2073593" y="502920"/>
                </a:moveTo>
                <a:lnTo>
                  <a:pt x="2084070" y="513397"/>
                </a:lnTo>
                <a:lnTo>
                  <a:pt x="2073593" y="523875"/>
                </a:lnTo>
                <a:lnTo>
                  <a:pt x="2063115" y="513397"/>
                </a:lnTo>
                <a:close/>
                <a:moveTo>
                  <a:pt x="2302193" y="3408045"/>
                </a:moveTo>
                <a:lnTo>
                  <a:pt x="2322195" y="3428047"/>
                </a:lnTo>
                <a:lnTo>
                  <a:pt x="2302193" y="3448050"/>
                </a:lnTo>
                <a:lnTo>
                  <a:pt x="2282190" y="3428047"/>
                </a:lnTo>
                <a:close/>
                <a:moveTo>
                  <a:pt x="2549843" y="3561398"/>
                </a:moveTo>
                <a:lnTo>
                  <a:pt x="2568892" y="3580448"/>
                </a:lnTo>
                <a:lnTo>
                  <a:pt x="2549843" y="3599497"/>
                </a:lnTo>
                <a:lnTo>
                  <a:pt x="2530793" y="3580448"/>
                </a:lnTo>
                <a:close/>
                <a:moveTo>
                  <a:pt x="140017" y="1065847"/>
                </a:moveTo>
                <a:lnTo>
                  <a:pt x="149542" y="1075372"/>
                </a:lnTo>
                <a:lnTo>
                  <a:pt x="140017" y="1084897"/>
                </a:lnTo>
                <a:lnTo>
                  <a:pt x="130492" y="1075372"/>
                </a:lnTo>
                <a:close/>
                <a:moveTo>
                  <a:pt x="787717" y="1453515"/>
                </a:moveTo>
                <a:lnTo>
                  <a:pt x="809625" y="1475422"/>
                </a:lnTo>
                <a:lnTo>
                  <a:pt x="787717" y="1497330"/>
                </a:lnTo>
                <a:lnTo>
                  <a:pt x="765810" y="1475422"/>
                </a:lnTo>
                <a:close/>
                <a:moveTo>
                  <a:pt x="2702243" y="743902"/>
                </a:moveTo>
                <a:lnTo>
                  <a:pt x="2709863" y="751522"/>
                </a:lnTo>
                <a:lnTo>
                  <a:pt x="2702243" y="759142"/>
                </a:lnTo>
                <a:lnTo>
                  <a:pt x="2694623" y="751522"/>
                </a:lnTo>
                <a:close/>
                <a:moveTo>
                  <a:pt x="16192" y="1811655"/>
                </a:moveTo>
                <a:lnTo>
                  <a:pt x="32385" y="1827847"/>
                </a:lnTo>
                <a:lnTo>
                  <a:pt x="16192" y="1844040"/>
                </a:lnTo>
                <a:lnTo>
                  <a:pt x="0" y="1827847"/>
                </a:lnTo>
                <a:close/>
                <a:moveTo>
                  <a:pt x="4121467" y="2753678"/>
                </a:moveTo>
                <a:lnTo>
                  <a:pt x="4138613" y="2770822"/>
                </a:lnTo>
                <a:lnTo>
                  <a:pt x="4121467" y="2787967"/>
                </a:lnTo>
                <a:lnTo>
                  <a:pt x="4104323" y="2770822"/>
                </a:lnTo>
                <a:close/>
                <a:moveTo>
                  <a:pt x="1549717" y="209550"/>
                </a:moveTo>
                <a:lnTo>
                  <a:pt x="1558290" y="218122"/>
                </a:lnTo>
                <a:lnTo>
                  <a:pt x="1549717" y="226695"/>
                </a:lnTo>
                <a:lnTo>
                  <a:pt x="1541145" y="218122"/>
                </a:lnTo>
                <a:close/>
                <a:moveTo>
                  <a:pt x="3130868" y="2977515"/>
                </a:moveTo>
                <a:lnTo>
                  <a:pt x="3152775" y="2999422"/>
                </a:lnTo>
                <a:lnTo>
                  <a:pt x="3130868" y="3021330"/>
                </a:lnTo>
                <a:lnTo>
                  <a:pt x="3108960" y="2999422"/>
                </a:lnTo>
                <a:close/>
                <a:moveTo>
                  <a:pt x="463867" y="357188"/>
                </a:moveTo>
                <a:lnTo>
                  <a:pt x="477203" y="370522"/>
                </a:lnTo>
                <a:lnTo>
                  <a:pt x="463867" y="383857"/>
                </a:lnTo>
                <a:lnTo>
                  <a:pt x="450532" y="370522"/>
                </a:lnTo>
                <a:close/>
                <a:moveTo>
                  <a:pt x="3616643" y="3068955"/>
                </a:moveTo>
                <a:lnTo>
                  <a:pt x="3623310" y="3075623"/>
                </a:lnTo>
                <a:lnTo>
                  <a:pt x="3616643" y="3082290"/>
                </a:lnTo>
                <a:lnTo>
                  <a:pt x="3609975" y="3075623"/>
                </a:lnTo>
                <a:close/>
                <a:moveTo>
                  <a:pt x="4302443" y="1961197"/>
                </a:moveTo>
                <a:lnTo>
                  <a:pt x="4321493" y="1980248"/>
                </a:lnTo>
                <a:lnTo>
                  <a:pt x="4302443" y="1999297"/>
                </a:lnTo>
                <a:lnTo>
                  <a:pt x="4283393" y="1980248"/>
                </a:lnTo>
                <a:close/>
                <a:moveTo>
                  <a:pt x="749617" y="2670810"/>
                </a:moveTo>
                <a:lnTo>
                  <a:pt x="763905" y="2685097"/>
                </a:lnTo>
                <a:lnTo>
                  <a:pt x="749617" y="2699385"/>
                </a:lnTo>
                <a:lnTo>
                  <a:pt x="735330" y="2685097"/>
                </a:lnTo>
                <a:close/>
                <a:moveTo>
                  <a:pt x="2883217" y="3217545"/>
                </a:moveTo>
                <a:lnTo>
                  <a:pt x="2893695" y="3228022"/>
                </a:lnTo>
                <a:lnTo>
                  <a:pt x="2883217" y="3238500"/>
                </a:lnTo>
                <a:lnTo>
                  <a:pt x="2872740" y="3228022"/>
                </a:lnTo>
                <a:close/>
                <a:moveTo>
                  <a:pt x="263842" y="2771775"/>
                </a:moveTo>
                <a:lnTo>
                  <a:pt x="272415" y="2780348"/>
                </a:lnTo>
                <a:lnTo>
                  <a:pt x="263842" y="2788920"/>
                </a:lnTo>
                <a:lnTo>
                  <a:pt x="255270" y="2780348"/>
                </a:lnTo>
                <a:close/>
                <a:moveTo>
                  <a:pt x="625792" y="2214563"/>
                </a:moveTo>
                <a:lnTo>
                  <a:pt x="639127" y="2227897"/>
                </a:lnTo>
                <a:lnTo>
                  <a:pt x="625792" y="2241232"/>
                </a:lnTo>
                <a:lnTo>
                  <a:pt x="612457" y="2227897"/>
                </a:lnTo>
                <a:close/>
                <a:moveTo>
                  <a:pt x="187642" y="2403157"/>
                </a:moveTo>
                <a:lnTo>
                  <a:pt x="202882" y="2418398"/>
                </a:lnTo>
                <a:lnTo>
                  <a:pt x="187642" y="2433638"/>
                </a:lnTo>
                <a:lnTo>
                  <a:pt x="172402" y="2418398"/>
                </a:lnTo>
                <a:close/>
                <a:moveTo>
                  <a:pt x="2911792" y="3564255"/>
                </a:moveTo>
                <a:lnTo>
                  <a:pt x="2927985" y="3580448"/>
                </a:lnTo>
                <a:lnTo>
                  <a:pt x="2911792" y="3596640"/>
                </a:lnTo>
                <a:lnTo>
                  <a:pt x="2895600" y="3580448"/>
                </a:lnTo>
                <a:close/>
                <a:moveTo>
                  <a:pt x="2225992" y="4076700"/>
                </a:moveTo>
                <a:lnTo>
                  <a:pt x="2244090" y="4094797"/>
                </a:lnTo>
                <a:lnTo>
                  <a:pt x="2225992" y="4112895"/>
                </a:lnTo>
                <a:lnTo>
                  <a:pt x="2207895" y="4094797"/>
                </a:lnTo>
                <a:close/>
                <a:moveTo>
                  <a:pt x="3588068" y="1121092"/>
                </a:moveTo>
                <a:lnTo>
                  <a:pt x="3609023" y="1142047"/>
                </a:lnTo>
                <a:lnTo>
                  <a:pt x="3588068" y="1163002"/>
                </a:lnTo>
                <a:lnTo>
                  <a:pt x="3567113" y="1142047"/>
                </a:lnTo>
                <a:close/>
                <a:moveTo>
                  <a:pt x="1759268" y="3676650"/>
                </a:moveTo>
                <a:lnTo>
                  <a:pt x="1777365" y="3694747"/>
                </a:lnTo>
                <a:lnTo>
                  <a:pt x="1759268" y="3712845"/>
                </a:lnTo>
                <a:lnTo>
                  <a:pt x="1741170" y="3694747"/>
                </a:lnTo>
                <a:close/>
                <a:moveTo>
                  <a:pt x="1321117" y="734377"/>
                </a:moveTo>
                <a:lnTo>
                  <a:pt x="1328738" y="741997"/>
                </a:lnTo>
                <a:lnTo>
                  <a:pt x="1321117" y="749617"/>
                </a:lnTo>
                <a:lnTo>
                  <a:pt x="1313497" y="741997"/>
                </a:lnTo>
                <a:close/>
                <a:moveTo>
                  <a:pt x="4188143" y="1367790"/>
                </a:moveTo>
                <a:lnTo>
                  <a:pt x="4200525" y="1380172"/>
                </a:lnTo>
                <a:lnTo>
                  <a:pt x="4188143" y="1392555"/>
                </a:lnTo>
                <a:lnTo>
                  <a:pt x="4175760" y="1380172"/>
                </a:lnTo>
                <a:close/>
                <a:moveTo>
                  <a:pt x="2949893" y="3500438"/>
                </a:moveTo>
                <a:lnTo>
                  <a:pt x="2963227" y="3513772"/>
                </a:lnTo>
                <a:lnTo>
                  <a:pt x="2949893" y="3527107"/>
                </a:lnTo>
                <a:lnTo>
                  <a:pt x="2936558" y="3513772"/>
                </a:lnTo>
                <a:close/>
                <a:moveTo>
                  <a:pt x="1025843" y="3570922"/>
                </a:moveTo>
                <a:lnTo>
                  <a:pt x="1044892" y="3589973"/>
                </a:lnTo>
                <a:lnTo>
                  <a:pt x="1025843" y="3609023"/>
                </a:lnTo>
                <a:lnTo>
                  <a:pt x="1006792" y="3589973"/>
                </a:lnTo>
                <a:close/>
                <a:moveTo>
                  <a:pt x="2387918" y="3829050"/>
                </a:moveTo>
                <a:lnTo>
                  <a:pt x="2406015" y="3847148"/>
                </a:lnTo>
                <a:lnTo>
                  <a:pt x="2387918" y="3865245"/>
                </a:lnTo>
                <a:lnTo>
                  <a:pt x="2369820" y="3847148"/>
                </a:lnTo>
                <a:close/>
                <a:moveTo>
                  <a:pt x="3483292" y="1579245"/>
                </a:moveTo>
                <a:lnTo>
                  <a:pt x="3503295" y="1599247"/>
                </a:lnTo>
                <a:lnTo>
                  <a:pt x="3483292" y="1619250"/>
                </a:lnTo>
                <a:lnTo>
                  <a:pt x="3463290" y="1599247"/>
                </a:lnTo>
                <a:close/>
                <a:moveTo>
                  <a:pt x="568642" y="2164080"/>
                </a:moveTo>
                <a:lnTo>
                  <a:pt x="584835" y="2180273"/>
                </a:lnTo>
                <a:lnTo>
                  <a:pt x="568642" y="2196465"/>
                </a:lnTo>
                <a:lnTo>
                  <a:pt x="552450" y="2180273"/>
                </a:lnTo>
                <a:close/>
                <a:moveTo>
                  <a:pt x="2721293" y="4423410"/>
                </a:moveTo>
                <a:lnTo>
                  <a:pt x="2735580" y="4437697"/>
                </a:lnTo>
                <a:lnTo>
                  <a:pt x="2721293" y="4451985"/>
                </a:lnTo>
                <a:lnTo>
                  <a:pt x="2707005" y="4437697"/>
                </a:lnTo>
                <a:close/>
                <a:moveTo>
                  <a:pt x="4407218" y="1238250"/>
                </a:moveTo>
                <a:lnTo>
                  <a:pt x="4425315" y="1256347"/>
                </a:lnTo>
                <a:lnTo>
                  <a:pt x="4407218" y="1274445"/>
                </a:lnTo>
                <a:lnTo>
                  <a:pt x="4389120" y="1256347"/>
                </a:lnTo>
                <a:close/>
                <a:moveTo>
                  <a:pt x="1892618" y="4065270"/>
                </a:moveTo>
                <a:lnTo>
                  <a:pt x="1912620" y="4085273"/>
                </a:lnTo>
                <a:lnTo>
                  <a:pt x="1892618" y="4105275"/>
                </a:lnTo>
                <a:lnTo>
                  <a:pt x="1872615" y="4085273"/>
                </a:lnTo>
                <a:close/>
                <a:moveTo>
                  <a:pt x="1016317" y="3758565"/>
                </a:moveTo>
                <a:lnTo>
                  <a:pt x="1028700" y="3770948"/>
                </a:lnTo>
                <a:lnTo>
                  <a:pt x="1016317" y="3783330"/>
                </a:lnTo>
                <a:lnTo>
                  <a:pt x="1003935" y="3770948"/>
                </a:lnTo>
                <a:close/>
                <a:moveTo>
                  <a:pt x="4359593" y="1229677"/>
                </a:moveTo>
                <a:lnTo>
                  <a:pt x="4367213" y="1237297"/>
                </a:lnTo>
                <a:lnTo>
                  <a:pt x="4359593" y="1244918"/>
                </a:lnTo>
                <a:lnTo>
                  <a:pt x="4351972" y="1237297"/>
                </a:lnTo>
                <a:close/>
                <a:moveTo>
                  <a:pt x="530542" y="3585210"/>
                </a:moveTo>
                <a:lnTo>
                  <a:pt x="544830" y="3599497"/>
                </a:lnTo>
                <a:lnTo>
                  <a:pt x="530542" y="3613785"/>
                </a:lnTo>
                <a:lnTo>
                  <a:pt x="516255" y="3599497"/>
                </a:lnTo>
                <a:close/>
                <a:moveTo>
                  <a:pt x="1683068" y="4503420"/>
                </a:moveTo>
                <a:lnTo>
                  <a:pt x="1693545" y="4513898"/>
                </a:lnTo>
                <a:lnTo>
                  <a:pt x="1683068" y="4524375"/>
                </a:lnTo>
                <a:lnTo>
                  <a:pt x="1672590" y="4513898"/>
                </a:lnTo>
                <a:close/>
                <a:moveTo>
                  <a:pt x="3207068" y="358140"/>
                </a:moveTo>
                <a:lnTo>
                  <a:pt x="3219450" y="370522"/>
                </a:lnTo>
                <a:lnTo>
                  <a:pt x="3207068" y="382905"/>
                </a:lnTo>
                <a:lnTo>
                  <a:pt x="3194685" y="370522"/>
                </a:lnTo>
                <a:close/>
                <a:moveTo>
                  <a:pt x="1044892" y="78105"/>
                </a:moveTo>
                <a:lnTo>
                  <a:pt x="1061085" y="94297"/>
                </a:lnTo>
                <a:lnTo>
                  <a:pt x="1044892" y="110490"/>
                </a:lnTo>
                <a:lnTo>
                  <a:pt x="1028700" y="94297"/>
                </a:lnTo>
                <a:close/>
                <a:moveTo>
                  <a:pt x="1292542" y="3996690"/>
                </a:moveTo>
                <a:lnTo>
                  <a:pt x="1304925" y="4009072"/>
                </a:lnTo>
                <a:lnTo>
                  <a:pt x="1292542" y="4021455"/>
                </a:lnTo>
                <a:lnTo>
                  <a:pt x="1280160" y="4009072"/>
                </a:lnTo>
                <a:close/>
                <a:moveTo>
                  <a:pt x="3130868" y="585788"/>
                </a:moveTo>
                <a:lnTo>
                  <a:pt x="3153728" y="608647"/>
                </a:lnTo>
                <a:lnTo>
                  <a:pt x="3130868" y="631507"/>
                </a:lnTo>
                <a:lnTo>
                  <a:pt x="3108008" y="608647"/>
                </a:lnTo>
                <a:close/>
                <a:moveTo>
                  <a:pt x="997268" y="3821430"/>
                </a:moveTo>
                <a:lnTo>
                  <a:pt x="1003935" y="3828098"/>
                </a:lnTo>
                <a:lnTo>
                  <a:pt x="997268" y="3834765"/>
                </a:lnTo>
                <a:lnTo>
                  <a:pt x="990600" y="3828098"/>
                </a:lnTo>
                <a:close/>
                <a:moveTo>
                  <a:pt x="682942" y="1905952"/>
                </a:moveTo>
                <a:lnTo>
                  <a:pt x="700088" y="1923098"/>
                </a:lnTo>
                <a:lnTo>
                  <a:pt x="682942" y="1940242"/>
                </a:lnTo>
                <a:lnTo>
                  <a:pt x="665797" y="1923098"/>
                </a:lnTo>
                <a:close/>
                <a:moveTo>
                  <a:pt x="4064317" y="3050857"/>
                </a:moveTo>
                <a:lnTo>
                  <a:pt x="4079557" y="3066098"/>
                </a:lnTo>
                <a:lnTo>
                  <a:pt x="4064317" y="3081338"/>
                </a:lnTo>
                <a:lnTo>
                  <a:pt x="4049078" y="3066098"/>
                </a:lnTo>
                <a:close/>
                <a:moveTo>
                  <a:pt x="2730818" y="3733800"/>
                </a:moveTo>
                <a:lnTo>
                  <a:pt x="2739390" y="3742373"/>
                </a:lnTo>
                <a:lnTo>
                  <a:pt x="2730818" y="3750945"/>
                </a:lnTo>
                <a:lnTo>
                  <a:pt x="2722245" y="3742373"/>
                </a:lnTo>
                <a:close/>
                <a:moveTo>
                  <a:pt x="2178368" y="100965"/>
                </a:moveTo>
                <a:lnTo>
                  <a:pt x="2190750" y="113347"/>
                </a:lnTo>
                <a:lnTo>
                  <a:pt x="2178368" y="125730"/>
                </a:lnTo>
                <a:lnTo>
                  <a:pt x="2165985" y="113347"/>
                </a:lnTo>
                <a:close/>
                <a:moveTo>
                  <a:pt x="3911918" y="2855595"/>
                </a:moveTo>
                <a:lnTo>
                  <a:pt x="3922395" y="2866073"/>
                </a:lnTo>
                <a:lnTo>
                  <a:pt x="3911918" y="2876550"/>
                </a:lnTo>
                <a:lnTo>
                  <a:pt x="3901440" y="2866073"/>
                </a:lnTo>
                <a:close/>
                <a:moveTo>
                  <a:pt x="1844993" y="129540"/>
                </a:moveTo>
                <a:lnTo>
                  <a:pt x="1866900" y="151447"/>
                </a:lnTo>
                <a:lnTo>
                  <a:pt x="1844993" y="173355"/>
                </a:lnTo>
                <a:lnTo>
                  <a:pt x="1823085" y="151447"/>
                </a:lnTo>
                <a:close/>
                <a:moveTo>
                  <a:pt x="2168842" y="4107180"/>
                </a:moveTo>
                <a:lnTo>
                  <a:pt x="2175510" y="4113848"/>
                </a:lnTo>
                <a:lnTo>
                  <a:pt x="2168842" y="4120515"/>
                </a:lnTo>
                <a:lnTo>
                  <a:pt x="2162175" y="4113848"/>
                </a:lnTo>
                <a:close/>
                <a:moveTo>
                  <a:pt x="2883217" y="835342"/>
                </a:moveTo>
                <a:lnTo>
                  <a:pt x="2894648" y="846772"/>
                </a:lnTo>
                <a:lnTo>
                  <a:pt x="2883217" y="858202"/>
                </a:lnTo>
                <a:lnTo>
                  <a:pt x="2871788" y="846772"/>
                </a:lnTo>
                <a:close/>
                <a:moveTo>
                  <a:pt x="1054418" y="3828098"/>
                </a:moveTo>
                <a:lnTo>
                  <a:pt x="1063942" y="3837622"/>
                </a:lnTo>
                <a:lnTo>
                  <a:pt x="1054418" y="3847148"/>
                </a:lnTo>
                <a:lnTo>
                  <a:pt x="1044892" y="3837622"/>
                </a:lnTo>
                <a:close/>
                <a:moveTo>
                  <a:pt x="3607118" y="3368992"/>
                </a:moveTo>
                <a:lnTo>
                  <a:pt x="3628072" y="3389948"/>
                </a:lnTo>
                <a:lnTo>
                  <a:pt x="3607118" y="3410903"/>
                </a:lnTo>
                <a:lnTo>
                  <a:pt x="3586163" y="3389948"/>
                </a:lnTo>
                <a:close/>
                <a:moveTo>
                  <a:pt x="4254818" y="2513647"/>
                </a:moveTo>
                <a:lnTo>
                  <a:pt x="4264343" y="2523173"/>
                </a:lnTo>
                <a:lnTo>
                  <a:pt x="4254818" y="2532698"/>
                </a:lnTo>
                <a:lnTo>
                  <a:pt x="4245293" y="2523173"/>
                </a:lnTo>
                <a:close/>
                <a:moveTo>
                  <a:pt x="1254443" y="52388"/>
                </a:moveTo>
                <a:lnTo>
                  <a:pt x="1277302" y="75247"/>
                </a:lnTo>
                <a:lnTo>
                  <a:pt x="1254443" y="98107"/>
                </a:lnTo>
                <a:lnTo>
                  <a:pt x="1231582" y="75247"/>
                </a:lnTo>
                <a:close/>
                <a:moveTo>
                  <a:pt x="2197417" y="413385"/>
                </a:moveTo>
                <a:lnTo>
                  <a:pt x="2211705" y="427672"/>
                </a:lnTo>
                <a:lnTo>
                  <a:pt x="2197417" y="441960"/>
                </a:lnTo>
                <a:lnTo>
                  <a:pt x="2183130" y="427672"/>
                </a:lnTo>
                <a:close/>
                <a:moveTo>
                  <a:pt x="3140392" y="1093470"/>
                </a:moveTo>
                <a:lnTo>
                  <a:pt x="3160395" y="1113472"/>
                </a:lnTo>
                <a:lnTo>
                  <a:pt x="3140392" y="1133475"/>
                </a:lnTo>
                <a:lnTo>
                  <a:pt x="3120390" y="1113472"/>
                </a:lnTo>
                <a:close/>
                <a:moveTo>
                  <a:pt x="968693" y="1266825"/>
                </a:moveTo>
                <a:lnTo>
                  <a:pt x="986790" y="1284922"/>
                </a:lnTo>
                <a:lnTo>
                  <a:pt x="968693" y="1303020"/>
                </a:lnTo>
                <a:lnTo>
                  <a:pt x="950595" y="1284922"/>
                </a:lnTo>
                <a:close/>
                <a:moveTo>
                  <a:pt x="1721167" y="3704273"/>
                </a:moveTo>
                <a:lnTo>
                  <a:pt x="1730693" y="3713798"/>
                </a:lnTo>
                <a:lnTo>
                  <a:pt x="1721167" y="3723322"/>
                </a:lnTo>
                <a:lnTo>
                  <a:pt x="1711643" y="3713798"/>
                </a:lnTo>
                <a:close/>
                <a:moveTo>
                  <a:pt x="3607118" y="2187893"/>
                </a:moveTo>
                <a:lnTo>
                  <a:pt x="3628072" y="2208848"/>
                </a:lnTo>
                <a:lnTo>
                  <a:pt x="3607118" y="2229802"/>
                </a:lnTo>
                <a:lnTo>
                  <a:pt x="3586163" y="2208848"/>
                </a:lnTo>
                <a:close/>
                <a:moveTo>
                  <a:pt x="1559243" y="321945"/>
                </a:moveTo>
                <a:lnTo>
                  <a:pt x="1569720" y="332422"/>
                </a:lnTo>
                <a:lnTo>
                  <a:pt x="1559243" y="342900"/>
                </a:lnTo>
                <a:lnTo>
                  <a:pt x="1548765" y="332422"/>
                </a:lnTo>
                <a:close/>
                <a:moveTo>
                  <a:pt x="1340168" y="3919537"/>
                </a:moveTo>
                <a:lnTo>
                  <a:pt x="1353503" y="3932873"/>
                </a:lnTo>
                <a:lnTo>
                  <a:pt x="1340168" y="3946208"/>
                </a:lnTo>
                <a:lnTo>
                  <a:pt x="1326833" y="3932873"/>
                </a:lnTo>
                <a:close/>
                <a:moveTo>
                  <a:pt x="1178242" y="180022"/>
                </a:moveTo>
                <a:lnTo>
                  <a:pt x="1197293" y="199072"/>
                </a:lnTo>
                <a:lnTo>
                  <a:pt x="1178242" y="218122"/>
                </a:lnTo>
                <a:lnTo>
                  <a:pt x="1159193" y="199072"/>
                </a:lnTo>
                <a:close/>
                <a:moveTo>
                  <a:pt x="3730943" y="2960370"/>
                </a:moveTo>
                <a:lnTo>
                  <a:pt x="3741420" y="2970847"/>
                </a:lnTo>
                <a:lnTo>
                  <a:pt x="3730943" y="2981325"/>
                </a:lnTo>
                <a:lnTo>
                  <a:pt x="3720465" y="2970847"/>
                </a:lnTo>
                <a:close/>
                <a:moveTo>
                  <a:pt x="2416493" y="3477578"/>
                </a:moveTo>
                <a:lnTo>
                  <a:pt x="2424113" y="3485197"/>
                </a:lnTo>
                <a:lnTo>
                  <a:pt x="2416493" y="3492817"/>
                </a:lnTo>
                <a:lnTo>
                  <a:pt x="2408873" y="3485197"/>
                </a:lnTo>
                <a:close/>
                <a:moveTo>
                  <a:pt x="606742" y="1052513"/>
                </a:moveTo>
                <a:lnTo>
                  <a:pt x="629603" y="1075372"/>
                </a:lnTo>
                <a:lnTo>
                  <a:pt x="606742" y="1098232"/>
                </a:lnTo>
                <a:lnTo>
                  <a:pt x="583882" y="1075372"/>
                </a:lnTo>
                <a:close/>
                <a:moveTo>
                  <a:pt x="3597592" y="2179320"/>
                </a:moveTo>
                <a:lnTo>
                  <a:pt x="3608070" y="2189798"/>
                </a:lnTo>
                <a:lnTo>
                  <a:pt x="3597592" y="2200275"/>
                </a:lnTo>
                <a:lnTo>
                  <a:pt x="3587115" y="2189798"/>
                </a:lnTo>
                <a:close/>
                <a:moveTo>
                  <a:pt x="921067" y="3700463"/>
                </a:moveTo>
                <a:lnTo>
                  <a:pt x="934402" y="3713798"/>
                </a:lnTo>
                <a:lnTo>
                  <a:pt x="921067" y="3727132"/>
                </a:lnTo>
                <a:lnTo>
                  <a:pt x="907732" y="3713798"/>
                </a:lnTo>
                <a:close/>
                <a:moveTo>
                  <a:pt x="2845118" y="608647"/>
                </a:moveTo>
                <a:lnTo>
                  <a:pt x="2864168" y="627697"/>
                </a:lnTo>
                <a:lnTo>
                  <a:pt x="2845118" y="646747"/>
                </a:lnTo>
                <a:lnTo>
                  <a:pt x="2826067" y="627697"/>
                </a:lnTo>
                <a:close/>
                <a:moveTo>
                  <a:pt x="701992" y="3593782"/>
                </a:moveTo>
                <a:lnTo>
                  <a:pt x="717232" y="3609023"/>
                </a:lnTo>
                <a:lnTo>
                  <a:pt x="701992" y="3624263"/>
                </a:lnTo>
                <a:lnTo>
                  <a:pt x="686753" y="3609023"/>
                </a:lnTo>
                <a:close/>
                <a:moveTo>
                  <a:pt x="3626167" y="1301115"/>
                </a:moveTo>
                <a:lnTo>
                  <a:pt x="3638550" y="1313497"/>
                </a:lnTo>
                <a:lnTo>
                  <a:pt x="3626167" y="1325880"/>
                </a:lnTo>
                <a:lnTo>
                  <a:pt x="3613785" y="1313497"/>
                </a:lnTo>
                <a:close/>
                <a:moveTo>
                  <a:pt x="1587818" y="0"/>
                </a:moveTo>
                <a:lnTo>
                  <a:pt x="1596390" y="8572"/>
                </a:lnTo>
                <a:lnTo>
                  <a:pt x="1587818" y="17145"/>
                </a:lnTo>
                <a:lnTo>
                  <a:pt x="1579245" y="8572"/>
                </a:lnTo>
                <a:close/>
                <a:moveTo>
                  <a:pt x="3197542" y="1121092"/>
                </a:moveTo>
                <a:lnTo>
                  <a:pt x="3208973" y="1132522"/>
                </a:lnTo>
                <a:lnTo>
                  <a:pt x="3197542" y="1143952"/>
                </a:lnTo>
                <a:lnTo>
                  <a:pt x="3186113" y="1132522"/>
                </a:lnTo>
                <a:close/>
                <a:moveTo>
                  <a:pt x="3730943" y="3337560"/>
                </a:moveTo>
                <a:lnTo>
                  <a:pt x="3745230" y="3351848"/>
                </a:lnTo>
                <a:lnTo>
                  <a:pt x="3730943" y="3366135"/>
                </a:lnTo>
                <a:lnTo>
                  <a:pt x="3716655" y="3351848"/>
                </a:lnTo>
                <a:close/>
                <a:moveTo>
                  <a:pt x="730567" y="2318385"/>
                </a:moveTo>
                <a:lnTo>
                  <a:pt x="744855" y="2332673"/>
                </a:lnTo>
                <a:lnTo>
                  <a:pt x="730567" y="2346960"/>
                </a:lnTo>
                <a:lnTo>
                  <a:pt x="716280" y="2332673"/>
                </a:lnTo>
                <a:close/>
                <a:moveTo>
                  <a:pt x="501967" y="886777"/>
                </a:moveTo>
                <a:lnTo>
                  <a:pt x="509587" y="894397"/>
                </a:lnTo>
                <a:lnTo>
                  <a:pt x="501967" y="902017"/>
                </a:lnTo>
                <a:lnTo>
                  <a:pt x="494347" y="894397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-1609725" y="3689033"/>
            <a:ext cx="2245995" cy="2351723"/>
          </a:xfrm>
          <a:custGeom>
            <a:avLst/>
            <a:gdLst/>
            <a:ahLst/>
            <a:cxnLst/>
            <a:rect l="l" t="t" r="r" b="b"/>
            <a:pathLst>
              <a:path w="2245995" h="2351723">
                <a:moveTo>
                  <a:pt x="209550" y="708660"/>
                </a:moveTo>
                <a:lnTo>
                  <a:pt x="231458" y="730567"/>
                </a:lnTo>
                <a:lnTo>
                  <a:pt x="209550" y="752475"/>
                </a:lnTo>
                <a:lnTo>
                  <a:pt x="187642" y="730567"/>
                </a:lnTo>
                <a:close/>
                <a:moveTo>
                  <a:pt x="695325" y="1524952"/>
                </a:moveTo>
                <a:lnTo>
                  <a:pt x="710565" y="1540193"/>
                </a:lnTo>
                <a:lnTo>
                  <a:pt x="695325" y="1555433"/>
                </a:lnTo>
                <a:lnTo>
                  <a:pt x="680085" y="1540193"/>
                </a:lnTo>
                <a:close/>
                <a:moveTo>
                  <a:pt x="885825" y="1176338"/>
                </a:moveTo>
                <a:lnTo>
                  <a:pt x="906780" y="1197293"/>
                </a:lnTo>
                <a:lnTo>
                  <a:pt x="885825" y="1218248"/>
                </a:lnTo>
                <a:lnTo>
                  <a:pt x="864870" y="1197293"/>
                </a:lnTo>
                <a:close/>
                <a:moveTo>
                  <a:pt x="1266825" y="460058"/>
                </a:moveTo>
                <a:lnTo>
                  <a:pt x="1280160" y="473392"/>
                </a:lnTo>
                <a:lnTo>
                  <a:pt x="1266825" y="486727"/>
                </a:lnTo>
                <a:lnTo>
                  <a:pt x="1253490" y="473392"/>
                </a:lnTo>
                <a:close/>
                <a:moveTo>
                  <a:pt x="276225" y="101917"/>
                </a:moveTo>
                <a:lnTo>
                  <a:pt x="295275" y="120967"/>
                </a:lnTo>
                <a:lnTo>
                  <a:pt x="276225" y="140017"/>
                </a:lnTo>
                <a:lnTo>
                  <a:pt x="257175" y="120967"/>
                </a:lnTo>
                <a:close/>
                <a:moveTo>
                  <a:pt x="1390650" y="96202"/>
                </a:moveTo>
                <a:lnTo>
                  <a:pt x="1405890" y="111442"/>
                </a:lnTo>
                <a:lnTo>
                  <a:pt x="1390650" y="126683"/>
                </a:lnTo>
                <a:lnTo>
                  <a:pt x="1375410" y="111442"/>
                </a:lnTo>
                <a:close/>
                <a:moveTo>
                  <a:pt x="2238375" y="1180147"/>
                </a:moveTo>
                <a:lnTo>
                  <a:pt x="2245995" y="1187768"/>
                </a:lnTo>
                <a:lnTo>
                  <a:pt x="2238375" y="1195387"/>
                </a:lnTo>
                <a:lnTo>
                  <a:pt x="2230755" y="1187768"/>
                </a:lnTo>
                <a:close/>
                <a:moveTo>
                  <a:pt x="1200150" y="1922145"/>
                </a:moveTo>
                <a:lnTo>
                  <a:pt x="1218248" y="1940242"/>
                </a:lnTo>
                <a:lnTo>
                  <a:pt x="1200150" y="1958340"/>
                </a:lnTo>
                <a:lnTo>
                  <a:pt x="1182053" y="1940242"/>
                </a:lnTo>
                <a:close/>
                <a:moveTo>
                  <a:pt x="1466850" y="1674495"/>
                </a:moveTo>
                <a:lnTo>
                  <a:pt x="1475423" y="1683068"/>
                </a:lnTo>
                <a:lnTo>
                  <a:pt x="1466850" y="1691640"/>
                </a:lnTo>
                <a:lnTo>
                  <a:pt x="1458278" y="1683068"/>
                </a:lnTo>
                <a:close/>
                <a:moveTo>
                  <a:pt x="285750" y="1350645"/>
                </a:moveTo>
                <a:lnTo>
                  <a:pt x="303848" y="1368743"/>
                </a:lnTo>
                <a:lnTo>
                  <a:pt x="285750" y="1386840"/>
                </a:lnTo>
                <a:lnTo>
                  <a:pt x="267652" y="1368743"/>
                </a:lnTo>
                <a:close/>
                <a:moveTo>
                  <a:pt x="561975" y="656272"/>
                </a:moveTo>
                <a:lnTo>
                  <a:pt x="569595" y="663892"/>
                </a:lnTo>
                <a:lnTo>
                  <a:pt x="561975" y="671513"/>
                </a:lnTo>
                <a:lnTo>
                  <a:pt x="554355" y="663892"/>
                </a:lnTo>
                <a:close/>
                <a:moveTo>
                  <a:pt x="1828800" y="615315"/>
                </a:moveTo>
                <a:lnTo>
                  <a:pt x="1839277" y="625792"/>
                </a:lnTo>
                <a:lnTo>
                  <a:pt x="1828800" y="636270"/>
                </a:lnTo>
                <a:lnTo>
                  <a:pt x="1818323" y="625792"/>
                </a:lnTo>
                <a:close/>
                <a:moveTo>
                  <a:pt x="200025" y="262890"/>
                </a:moveTo>
                <a:lnTo>
                  <a:pt x="220027" y="282892"/>
                </a:lnTo>
                <a:lnTo>
                  <a:pt x="200025" y="302895"/>
                </a:lnTo>
                <a:lnTo>
                  <a:pt x="180023" y="282892"/>
                </a:lnTo>
                <a:close/>
                <a:moveTo>
                  <a:pt x="390525" y="1169670"/>
                </a:moveTo>
                <a:lnTo>
                  <a:pt x="408623" y="1187768"/>
                </a:lnTo>
                <a:lnTo>
                  <a:pt x="390525" y="1205865"/>
                </a:lnTo>
                <a:lnTo>
                  <a:pt x="372427" y="1187768"/>
                </a:lnTo>
                <a:close/>
                <a:moveTo>
                  <a:pt x="9525" y="863917"/>
                </a:moveTo>
                <a:lnTo>
                  <a:pt x="19050" y="873442"/>
                </a:lnTo>
                <a:lnTo>
                  <a:pt x="9525" y="882967"/>
                </a:lnTo>
                <a:lnTo>
                  <a:pt x="0" y="873442"/>
                </a:lnTo>
                <a:close/>
                <a:moveTo>
                  <a:pt x="1285875" y="1451610"/>
                </a:moveTo>
                <a:lnTo>
                  <a:pt x="1298258" y="1463992"/>
                </a:lnTo>
                <a:lnTo>
                  <a:pt x="1285875" y="1476375"/>
                </a:lnTo>
                <a:lnTo>
                  <a:pt x="1273493" y="1463992"/>
                </a:lnTo>
                <a:close/>
                <a:moveTo>
                  <a:pt x="1952625" y="1285875"/>
                </a:moveTo>
                <a:lnTo>
                  <a:pt x="1968817" y="1302068"/>
                </a:lnTo>
                <a:lnTo>
                  <a:pt x="1952625" y="1318260"/>
                </a:lnTo>
                <a:lnTo>
                  <a:pt x="1936433" y="1302068"/>
                </a:lnTo>
                <a:close/>
                <a:moveTo>
                  <a:pt x="1847850" y="1310640"/>
                </a:moveTo>
                <a:lnTo>
                  <a:pt x="1867852" y="1330643"/>
                </a:lnTo>
                <a:lnTo>
                  <a:pt x="1847850" y="1350645"/>
                </a:lnTo>
                <a:lnTo>
                  <a:pt x="1827848" y="1330643"/>
                </a:lnTo>
                <a:close/>
                <a:moveTo>
                  <a:pt x="685800" y="1924050"/>
                </a:moveTo>
                <a:lnTo>
                  <a:pt x="692468" y="1930718"/>
                </a:lnTo>
                <a:lnTo>
                  <a:pt x="685800" y="1937385"/>
                </a:lnTo>
                <a:lnTo>
                  <a:pt x="679133" y="1930718"/>
                </a:lnTo>
                <a:close/>
                <a:moveTo>
                  <a:pt x="1666875" y="25717"/>
                </a:moveTo>
                <a:lnTo>
                  <a:pt x="1676400" y="35242"/>
                </a:lnTo>
                <a:lnTo>
                  <a:pt x="1666875" y="44767"/>
                </a:lnTo>
                <a:lnTo>
                  <a:pt x="1657350" y="35242"/>
                </a:lnTo>
                <a:close/>
                <a:moveTo>
                  <a:pt x="1285875" y="2053590"/>
                </a:moveTo>
                <a:lnTo>
                  <a:pt x="1296353" y="2064068"/>
                </a:lnTo>
                <a:lnTo>
                  <a:pt x="1285875" y="2074545"/>
                </a:lnTo>
                <a:lnTo>
                  <a:pt x="1275398" y="2064068"/>
                </a:lnTo>
                <a:close/>
                <a:moveTo>
                  <a:pt x="904875" y="2056448"/>
                </a:moveTo>
                <a:lnTo>
                  <a:pt x="922020" y="2073593"/>
                </a:lnTo>
                <a:lnTo>
                  <a:pt x="904875" y="2090737"/>
                </a:lnTo>
                <a:lnTo>
                  <a:pt x="887730" y="2073593"/>
                </a:lnTo>
                <a:close/>
                <a:moveTo>
                  <a:pt x="1666875" y="903922"/>
                </a:moveTo>
                <a:lnTo>
                  <a:pt x="1674495" y="911542"/>
                </a:lnTo>
                <a:lnTo>
                  <a:pt x="1666875" y="919162"/>
                </a:lnTo>
                <a:lnTo>
                  <a:pt x="1659255" y="911542"/>
                </a:lnTo>
                <a:close/>
                <a:moveTo>
                  <a:pt x="1819275" y="1775460"/>
                </a:moveTo>
                <a:lnTo>
                  <a:pt x="1831658" y="1787843"/>
                </a:lnTo>
                <a:lnTo>
                  <a:pt x="1819275" y="1800225"/>
                </a:lnTo>
                <a:lnTo>
                  <a:pt x="1806892" y="1787843"/>
                </a:lnTo>
                <a:close/>
                <a:moveTo>
                  <a:pt x="942975" y="0"/>
                </a:moveTo>
                <a:lnTo>
                  <a:pt x="959168" y="16192"/>
                </a:lnTo>
                <a:lnTo>
                  <a:pt x="942975" y="32385"/>
                </a:lnTo>
                <a:lnTo>
                  <a:pt x="926782" y="16192"/>
                </a:lnTo>
                <a:close/>
                <a:moveTo>
                  <a:pt x="1257300" y="2309812"/>
                </a:moveTo>
                <a:lnTo>
                  <a:pt x="1278255" y="2330768"/>
                </a:lnTo>
                <a:lnTo>
                  <a:pt x="1257300" y="2351723"/>
                </a:lnTo>
                <a:lnTo>
                  <a:pt x="1236345" y="2330768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-2816542" y="2466975"/>
            <a:ext cx="4634865" cy="4562475"/>
          </a:xfrm>
          <a:custGeom>
            <a:avLst/>
            <a:gdLst/>
            <a:ahLst/>
            <a:cxnLst/>
            <a:rect l="l" t="t" r="r" b="b"/>
            <a:pathLst>
              <a:path w="4634865" h="4562475">
                <a:moveTo>
                  <a:pt x="4550093" y="1323975"/>
                </a:moveTo>
                <a:lnTo>
                  <a:pt x="4559618" y="1333500"/>
                </a:lnTo>
                <a:lnTo>
                  <a:pt x="4550093" y="1343025"/>
                </a:lnTo>
                <a:lnTo>
                  <a:pt x="4540568" y="1333500"/>
                </a:lnTo>
                <a:close/>
                <a:moveTo>
                  <a:pt x="1073468" y="3258503"/>
                </a:moveTo>
                <a:lnTo>
                  <a:pt x="1082040" y="3267075"/>
                </a:lnTo>
                <a:lnTo>
                  <a:pt x="1073468" y="3275648"/>
                </a:lnTo>
                <a:lnTo>
                  <a:pt x="1064895" y="3267075"/>
                </a:lnTo>
                <a:close/>
                <a:moveTo>
                  <a:pt x="16192" y="2031683"/>
                </a:moveTo>
                <a:lnTo>
                  <a:pt x="32385" y="2047875"/>
                </a:lnTo>
                <a:lnTo>
                  <a:pt x="16192" y="2064068"/>
                </a:lnTo>
                <a:lnTo>
                  <a:pt x="0" y="2047875"/>
                </a:lnTo>
                <a:close/>
                <a:moveTo>
                  <a:pt x="2978468" y="512445"/>
                </a:moveTo>
                <a:lnTo>
                  <a:pt x="2999422" y="533400"/>
                </a:lnTo>
                <a:lnTo>
                  <a:pt x="2978468" y="554355"/>
                </a:lnTo>
                <a:lnTo>
                  <a:pt x="2957513" y="533400"/>
                </a:lnTo>
                <a:close/>
                <a:moveTo>
                  <a:pt x="320992" y="1592580"/>
                </a:moveTo>
                <a:lnTo>
                  <a:pt x="328613" y="1600200"/>
                </a:lnTo>
                <a:lnTo>
                  <a:pt x="320992" y="1607820"/>
                </a:lnTo>
                <a:lnTo>
                  <a:pt x="313372" y="1600200"/>
                </a:lnTo>
                <a:close/>
                <a:moveTo>
                  <a:pt x="3092768" y="383858"/>
                </a:moveTo>
                <a:lnTo>
                  <a:pt x="3108960" y="400050"/>
                </a:lnTo>
                <a:lnTo>
                  <a:pt x="3092768" y="416242"/>
                </a:lnTo>
                <a:lnTo>
                  <a:pt x="3076575" y="400050"/>
                </a:lnTo>
                <a:close/>
                <a:moveTo>
                  <a:pt x="359092" y="1961197"/>
                </a:moveTo>
                <a:lnTo>
                  <a:pt x="369570" y="1971675"/>
                </a:lnTo>
                <a:lnTo>
                  <a:pt x="359092" y="1982153"/>
                </a:lnTo>
                <a:lnTo>
                  <a:pt x="348615" y="1971675"/>
                </a:lnTo>
                <a:close/>
                <a:moveTo>
                  <a:pt x="3530918" y="4255770"/>
                </a:moveTo>
                <a:lnTo>
                  <a:pt x="3551873" y="4276725"/>
                </a:lnTo>
                <a:lnTo>
                  <a:pt x="3530918" y="4297680"/>
                </a:lnTo>
                <a:lnTo>
                  <a:pt x="3509963" y="4276725"/>
                </a:lnTo>
                <a:close/>
                <a:moveTo>
                  <a:pt x="1568768" y="716280"/>
                </a:moveTo>
                <a:lnTo>
                  <a:pt x="1585913" y="733425"/>
                </a:lnTo>
                <a:lnTo>
                  <a:pt x="1568768" y="750570"/>
                </a:lnTo>
                <a:lnTo>
                  <a:pt x="1551622" y="733425"/>
                </a:lnTo>
                <a:close/>
                <a:moveTo>
                  <a:pt x="3845243" y="2708910"/>
                </a:moveTo>
                <a:lnTo>
                  <a:pt x="3860483" y="2724150"/>
                </a:lnTo>
                <a:lnTo>
                  <a:pt x="3845243" y="2739390"/>
                </a:lnTo>
                <a:lnTo>
                  <a:pt x="3830003" y="2724150"/>
                </a:lnTo>
                <a:close/>
                <a:moveTo>
                  <a:pt x="797242" y="671513"/>
                </a:moveTo>
                <a:lnTo>
                  <a:pt x="811530" y="685800"/>
                </a:lnTo>
                <a:lnTo>
                  <a:pt x="797242" y="700088"/>
                </a:lnTo>
                <a:lnTo>
                  <a:pt x="782955" y="685800"/>
                </a:lnTo>
                <a:close/>
                <a:moveTo>
                  <a:pt x="1063942" y="396240"/>
                </a:moveTo>
                <a:lnTo>
                  <a:pt x="1077277" y="409575"/>
                </a:lnTo>
                <a:lnTo>
                  <a:pt x="1063942" y="422910"/>
                </a:lnTo>
                <a:lnTo>
                  <a:pt x="1050607" y="409575"/>
                </a:lnTo>
                <a:close/>
                <a:moveTo>
                  <a:pt x="1406842" y="522922"/>
                </a:moveTo>
                <a:lnTo>
                  <a:pt x="1426845" y="542925"/>
                </a:lnTo>
                <a:lnTo>
                  <a:pt x="1406842" y="562928"/>
                </a:lnTo>
                <a:lnTo>
                  <a:pt x="1386840" y="542925"/>
                </a:lnTo>
                <a:close/>
                <a:moveTo>
                  <a:pt x="3111817" y="3974783"/>
                </a:moveTo>
                <a:lnTo>
                  <a:pt x="3128010" y="3990975"/>
                </a:lnTo>
                <a:lnTo>
                  <a:pt x="3111817" y="4007168"/>
                </a:lnTo>
                <a:lnTo>
                  <a:pt x="3095625" y="3990975"/>
                </a:lnTo>
                <a:close/>
                <a:moveTo>
                  <a:pt x="2216468" y="4006215"/>
                </a:moveTo>
                <a:lnTo>
                  <a:pt x="2239328" y="4029075"/>
                </a:lnTo>
                <a:lnTo>
                  <a:pt x="2216468" y="4051935"/>
                </a:lnTo>
                <a:lnTo>
                  <a:pt x="2193608" y="4029075"/>
                </a:lnTo>
                <a:close/>
                <a:moveTo>
                  <a:pt x="3854768" y="3532823"/>
                </a:moveTo>
                <a:lnTo>
                  <a:pt x="3874770" y="3552825"/>
                </a:lnTo>
                <a:lnTo>
                  <a:pt x="3854768" y="3572828"/>
                </a:lnTo>
                <a:lnTo>
                  <a:pt x="3834765" y="3552825"/>
                </a:lnTo>
                <a:close/>
                <a:moveTo>
                  <a:pt x="3635693" y="3112770"/>
                </a:moveTo>
                <a:lnTo>
                  <a:pt x="3656647" y="3133725"/>
                </a:lnTo>
                <a:lnTo>
                  <a:pt x="3635693" y="3154680"/>
                </a:lnTo>
                <a:lnTo>
                  <a:pt x="3614738" y="3133725"/>
                </a:lnTo>
                <a:close/>
                <a:moveTo>
                  <a:pt x="3616643" y="1659255"/>
                </a:moveTo>
                <a:lnTo>
                  <a:pt x="3633788" y="1676400"/>
                </a:lnTo>
                <a:lnTo>
                  <a:pt x="3616643" y="1693545"/>
                </a:lnTo>
                <a:lnTo>
                  <a:pt x="3599497" y="1676400"/>
                </a:lnTo>
                <a:close/>
                <a:moveTo>
                  <a:pt x="3130868" y="1047750"/>
                </a:moveTo>
                <a:lnTo>
                  <a:pt x="3140392" y="1057275"/>
                </a:lnTo>
                <a:lnTo>
                  <a:pt x="3130868" y="1066800"/>
                </a:lnTo>
                <a:lnTo>
                  <a:pt x="3121343" y="1057275"/>
                </a:lnTo>
                <a:close/>
                <a:moveTo>
                  <a:pt x="4026218" y="2105025"/>
                </a:moveTo>
                <a:lnTo>
                  <a:pt x="4035742" y="2114550"/>
                </a:lnTo>
                <a:lnTo>
                  <a:pt x="4026218" y="2124075"/>
                </a:lnTo>
                <a:lnTo>
                  <a:pt x="4016693" y="2114550"/>
                </a:lnTo>
                <a:close/>
                <a:moveTo>
                  <a:pt x="3092768" y="0"/>
                </a:moveTo>
                <a:lnTo>
                  <a:pt x="3102293" y="9525"/>
                </a:lnTo>
                <a:lnTo>
                  <a:pt x="3092768" y="19050"/>
                </a:lnTo>
                <a:lnTo>
                  <a:pt x="3083242" y="9525"/>
                </a:lnTo>
                <a:close/>
                <a:moveTo>
                  <a:pt x="892492" y="1352550"/>
                </a:moveTo>
                <a:lnTo>
                  <a:pt x="902017" y="1362075"/>
                </a:lnTo>
                <a:lnTo>
                  <a:pt x="892492" y="1371600"/>
                </a:lnTo>
                <a:lnTo>
                  <a:pt x="882967" y="1362075"/>
                </a:lnTo>
                <a:close/>
                <a:moveTo>
                  <a:pt x="1187768" y="368617"/>
                </a:moveTo>
                <a:lnTo>
                  <a:pt x="1200150" y="381000"/>
                </a:lnTo>
                <a:lnTo>
                  <a:pt x="1187768" y="393383"/>
                </a:lnTo>
                <a:lnTo>
                  <a:pt x="1175385" y="381000"/>
                </a:lnTo>
                <a:close/>
                <a:moveTo>
                  <a:pt x="4626293" y="2791778"/>
                </a:moveTo>
                <a:lnTo>
                  <a:pt x="4634865" y="2800350"/>
                </a:lnTo>
                <a:lnTo>
                  <a:pt x="4626293" y="2808923"/>
                </a:lnTo>
                <a:lnTo>
                  <a:pt x="4617720" y="2800350"/>
                </a:lnTo>
                <a:close/>
                <a:moveTo>
                  <a:pt x="1102043" y="448628"/>
                </a:moveTo>
                <a:lnTo>
                  <a:pt x="1110615" y="457200"/>
                </a:lnTo>
                <a:lnTo>
                  <a:pt x="1102043" y="465772"/>
                </a:lnTo>
                <a:lnTo>
                  <a:pt x="1093470" y="457200"/>
                </a:lnTo>
                <a:close/>
                <a:moveTo>
                  <a:pt x="3607118" y="3600450"/>
                </a:moveTo>
                <a:lnTo>
                  <a:pt x="3626167" y="3619500"/>
                </a:lnTo>
                <a:lnTo>
                  <a:pt x="3607118" y="3638550"/>
                </a:lnTo>
                <a:lnTo>
                  <a:pt x="3588068" y="3619500"/>
                </a:lnTo>
                <a:close/>
                <a:moveTo>
                  <a:pt x="2149793" y="793433"/>
                </a:moveTo>
                <a:lnTo>
                  <a:pt x="2165985" y="809625"/>
                </a:lnTo>
                <a:lnTo>
                  <a:pt x="2149793" y="825817"/>
                </a:lnTo>
                <a:lnTo>
                  <a:pt x="2133600" y="809625"/>
                </a:lnTo>
                <a:close/>
                <a:moveTo>
                  <a:pt x="3854768" y="2630805"/>
                </a:moveTo>
                <a:lnTo>
                  <a:pt x="3862387" y="2638425"/>
                </a:lnTo>
                <a:lnTo>
                  <a:pt x="3854768" y="2646045"/>
                </a:lnTo>
                <a:lnTo>
                  <a:pt x="3847148" y="2638425"/>
                </a:lnTo>
                <a:close/>
                <a:moveTo>
                  <a:pt x="1073468" y="2802255"/>
                </a:moveTo>
                <a:lnTo>
                  <a:pt x="1090613" y="2819400"/>
                </a:lnTo>
                <a:lnTo>
                  <a:pt x="1073468" y="2836545"/>
                </a:lnTo>
                <a:lnTo>
                  <a:pt x="1056322" y="2819400"/>
                </a:lnTo>
                <a:close/>
                <a:moveTo>
                  <a:pt x="492442" y="1075372"/>
                </a:moveTo>
                <a:lnTo>
                  <a:pt x="512445" y="1095375"/>
                </a:lnTo>
                <a:lnTo>
                  <a:pt x="492442" y="1115378"/>
                </a:lnTo>
                <a:lnTo>
                  <a:pt x="472440" y="1095375"/>
                </a:lnTo>
                <a:close/>
                <a:moveTo>
                  <a:pt x="2997517" y="4524375"/>
                </a:moveTo>
                <a:lnTo>
                  <a:pt x="3016568" y="4543425"/>
                </a:lnTo>
                <a:lnTo>
                  <a:pt x="2997517" y="4562475"/>
                </a:lnTo>
                <a:lnTo>
                  <a:pt x="2978468" y="4543425"/>
                </a:lnTo>
                <a:close/>
                <a:moveTo>
                  <a:pt x="2349818" y="3157538"/>
                </a:moveTo>
                <a:lnTo>
                  <a:pt x="2364105" y="3171825"/>
                </a:lnTo>
                <a:lnTo>
                  <a:pt x="2349818" y="3186113"/>
                </a:lnTo>
                <a:lnTo>
                  <a:pt x="2335530" y="3171825"/>
                </a:lnTo>
                <a:close/>
                <a:moveTo>
                  <a:pt x="2054542" y="3551873"/>
                </a:moveTo>
                <a:lnTo>
                  <a:pt x="2065020" y="3562350"/>
                </a:lnTo>
                <a:lnTo>
                  <a:pt x="2054542" y="3572828"/>
                </a:lnTo>
                <a:lnTo>
                  <a:pt x="2044065" y="3562350"/>
                </a:lnTo>
                <a:close/>
                <a:moveTo>
                  <a:pt x="1730693" y="2584132"/>
                </a:moveTo>
                <a:lnTo>
                  <a:pt x="1746885" y="2600325"/>
                </a:lnTo>
                <a:lnTo>
                  <a:pt x="1730693" y="2616518"/>
                </a:lnTo>
                <a:lnTo>
                  <a:pt x="1714500" y="2600325"/>
                </a:lnTo>
                <a:close/>
                <a:moveTo>
                  <a:pt x="3445193" y="2842260"/>
                </a:moveTo>
                <a:lnTo>
                  <a:pt x="3460432" y="2857500"/>
                </a:lnTo>
                <a:lnTo>
                  <a:pt x="3445193" y="2872740"/>
                </a:lnTo>
                <a:lnTo>
                  <a:pt x="3429953" y="2857500"/>
                </a:lnTo>
                <a:close/>
                <a:moveTo>
                  <a:pt x="3121343" y="1840230"/>
                </a:moveTo>
                <a:lnTo>
                  <a:pt x="3128963" y="1847850"/>
                </a:lnTo>
                <a:lnTo>
                  <a:pt x="3121343" y="1855470"/>
                </a:lnTo>
                <a:lnTo>
                  <a:pt x="3113722" y="1847850"/>
                </a:lnTo>
                <a:close/>
                <a:moveTo>
                  <a:pt x="2635568" y="3261360"/>
                </a:moveTo>
                <a:lnTo>
                  <a:pt x="2650808" y="3276600"/>
                </a:lnTo>
                <a:lnTo>
                  <a:pt x="2635568" y="3291840"/>
                </a:lnTo>
                <a:lnTo>
                  <a:pt x="2620327" y="3276600"/>
                </a:lnTo>
                <a:close/>
                <a:moveTo>
                  <a:pt x="2845118" y="2030730"/>
                </a:moveTo>
                <a:lnTo>
                  <a:pt x="2862263" y="2047875"/>
                </a:lnTo>
                <a:lnTo>
                  <a:pt x="2845118" y="2065020"/>
                </a:lnTo>
                <a:lnTo>
                  <a:pt x="2827972" y="2047875"/>
                </a:lnTo>
                <a:close/>
                <a:moveTo>
                  <a:pt x="3340417" y="1799272"/>
                </a:moveTo>
                <a:lnTo>
                  <a:pt x="3360420" y="1819275"/>
                </a:lnTo>
                <a:lnTo>
                  <a:pt x="3340417" y="1839278"/>
                </a:lnTo>
                <a:lnTo>
                  <a:pt x="3320415" y="1819275"/>
                </a:lnTo>
                <a:close/>
                <a:moveTo>
                  <a:pt x="2921318" y="2833688"/>
                </a:moveTo>
                <a:lnTo>
                  <a:pt x="2935605" y="2847975"/>
                </a:lnTo>
                <a:lnTo>
                  <a:pt x="2921318" y="2862263"/>
                </a:lnTo>
                <a:lnTo>
                  <a:pt x="2907030" y="2847975"/>
                </a:lnTo>
                <a:close/>
                <a:moveTo>
                  <a:pt x="1892618" y="2172653"/>
                </a:moveTo>
                <a:lnTo>
                  <a:pt x="1901190" y="2181225"/>
                </a:lnTo>
                <a:lnTo>
                  <a:pt x="1892618" y="2189798"/>
                </a:lnTo>
                <a:lnTo>
                  <a:pt x="1884045" y="218122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-2457450" y="2771775"/>
            <a:ext cx="3819525" cy="3943350"/>
          </a:xfrm>
          <a:custGeom>
            <a:avLst/>
            <a:gdLst/>
            <a:ahLst/>
            <a:cxnLst/>
            <a:rect l="l" t="t" r="r" b="b"/>
            <a:pathLst>
              <a:path w="3819525" h="3943350">
                <a:moveTo>
                  <a:pt x="3114675" y="3838575"/>
                </a:moveTo>
                <a:quadBezTo>
                  <a:pt x="2990850" y="3867150"/>
                  <a:pt x="2857500" y="3943350"/>
                </a:quadBezTo>
                <a:moveTo>
                  <a:pt x="2295525" y="381000"/>
                </a:moveTo>
                <a:quadBezTo>
                  <a:pt x="2400300" y="352425"/>
                  <a:pt x="2514600" y="371475"/>
                </a:quadBezTo>
                <a:moveTo>
                  <a:pt x="1962150" y="257175"/>
                </a:moveTo>
                <a:quadBezTo>
                  <a:pt x="2028825" y="228600"/>
                  <a:pt x="2085975" y="238125"/>
                </a:quadBezTo>
                <a:moveTo>
                  <a:pt x="247650" y="3562350"/>
                </a:moveTo>
                <a:quadBezTo>
                  <a:pt x="123825" y="3467100"/>
                  <a:pt x="0" y="3400425"/>
                </a:quadBezTo>
                <a:moveTo>
                  <a:pt x="3171825" y="609600"/>
                </a:moveTo>
                <a:quadBezTo>
                  <a:pt x="3219450" y="647700"/>
                  <a:pt x="3267075" y="723900"/>
                </a:quadBezTo>
                <a:moveTo>
                  <a:pt x="409575" y="2876550"/>
                </a:moveTo>
                <a:quadBezTo>
                  <a:pt x="342900" y="2790825"/>
                  <a:pt x="276225" y="2743200"/>
                </a:quadBezTo>
                <a:moveTo>
                  <a:pt x="3257550" y="276225"/>
                </a:moveTo>
                <a:quadBezTo>
                  <a:pt x="3362325" y="333375"/>
                  <a:pt x="3467100" y="428625"/>
                </a:quadBezTo>
                <a:moveTo>
                  <a:pt x="3800475" y="1562100"/>
                </a:moveTo>
                <a:quadBezTo>
                  <a:pt x="3810000" y="1628775"/>
                  <a:pt x="3819525" y="1724025"/>
                </a:quadBezTo>
                <a:moveTo>
                  <a:pt x="1362075" y="104775"/>
                </a:moveTo>
                <a:quadBezTo>
                  <a:pt x="1419225" y="66675"/>
                  <a:pt x="1485900" y="66675"/>
                </a:quadBezTo>
                <a:moveTo>
                  <a:pt x="3171825" y="3209925"/>
                </a:moveTo>
                <a:quadBezTo>
                  <a:pt x="3105150" y="3267075"/>
                  <a:pt x="3048000" y="3371850"/>
                </a:quadBezTo>
                <a:moveTo>
                  <a:pt x="447675" y="1743075"/>
                </a:moveTo>
                <a:quadBezTo>
                  <a:pt x="457200" y="1647825"/>
                  <a:pt x="466725" y="1600200"/>
                </a:quadBezTo>
                <a:moveTo>
                  <a:pt x="2381250" y="3505200"/>
                </a:moveTo>
                <a:quadBezTo>
                  <a:pt x="2324100" y="3495675"/>
                  <a:pt x="2257425" y="3533775"/>
                </a:quadBezTo>
                <a:moveTo>
                  <a:pt x="3476625" y="742950"/>
                </a:moveTo>
                <a:quadBezTo>
                  <a:pt x="3524250" y="781050"/>
                  <a:pt x="3571875" y="847725"/>
                </a:quadBezTo>
                <a:moveTo>
                  <a:pt x="676275" y="57150"/>
                </a:moveTo>
                <a:quadBezTo>
                  <a:pt x="742950" y="9525"/>
                  <a:pt x="809625" y="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2400300" y="5448300"/>
            <a:ext cx="2714625" cy="847725"/>
          </a:xfrm>
          <a:custGeom>
            <a:avLst/>
            <a:gdLst/>
            <a:ahLst/>
            <a:cxnLst/>
            <a:rect l="l" t="t" r="r" b="b"/>
            <a:pathLst>
              <a:path w="2714625" h="847725">
                <a:moveTo>
                  <a:pt x="400050" y="66675"/>
                </a:moveTo>
                <a:lnTo>
                  <a:pt x="19050" y="276225"/>
                </a:lnTo>
                <a:moveTo>
                  <a:pt x="390525" y="47625"/>
                </a:moveTo>
                <a:lnTo>
                  <a:pt x="114300" y="200025"/>
                </a:lnTo>
                <a:moveTo>
                  <a:pt x="381000" y="19050"/>
                </a:moveTo>
                <a:lnTo>
                  <a:pt x="0" y="228600"/>
                </a:lnTo>
                <a:moveTo>
                  <a:pt x="361950" y="0"/>
                </a:moveTo>
                <a:lnTo>
                  <a:pt x="9525" y="200025"/>
                </a:lnTo>
                <a:moveTo>
                  <a:pt x="1066800" y="152400"/>
                </a:moveTo>
                <a:lnTo>
                  <a:pt x="923925" y="504825"/>
                </a:lnTo>
                <a:moveTo>
                  <a:pt x="1038225" y="142875"/>
                </a:moveTo>
                <a:lnTo>
                  <a:pt x="895350" y="504825"/>
                </a:lnTo>
                <a:moveTo>
                  <a:pt x="1009650" y="133350"/>
                </a:moveTo>
                <a:lnTo>
                  <a:pt x="885825" y="438150"/>
                </a:lnTo>
                <a:moveTo>
                  <a:pt x="981075" y="123825"/>
                </a:moveTo>
                <a:lnTo>
                  <a:pt x="838200" y="476250"/>
                </a:lnTo>
                <a:moveTo>
                  <a:pt x="2619375" y="342900"/>
                </a:moveTo>
                <a:lnTo>
                  <a:pt x="2714625" y="723900"/>
                </a:lnTo>
                <a:moveTo>
                  <a:pt x="2590800" y="342900"/>
                </a:moveTo>
                <a:lnTo>
                  <a:pt x="2714625" y="819150"/>
                </a:lnTo>
                <a:moveTo>
                  <a:pt x="2552700" y="352425"/>
                </a:moveTo>
                <a:lnTo>
                  <a:pt x="2686050" y="847725"/>
                </a:lnTo>
                <a:moveTo>
                  <a:pt x="2524125" y="361950"/>
                </a:moveTo>
                <a:lnTo>
                  <a:pt x="2638425" y="8001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2238375" y="4676775"/>
            <a:ext cx="3048000" cy="4171950"/>
          </a:xfrm>
          <a:custGeom>
            <a:avLst/>
            <a:gdLst/>
            <a:ahLst/>
            <a:cxnLst/>
            <a:rect l="l" t="t" r="r" b="b"/>
            <a:pathLst>
              <a:path w="3048000" h="4171950">
                <a:moveTo>
                  <a:pt x="1743075" y="4086225"/>
                </a:moveTo>
                <a:lnTo>
                  <a:pt x="1790700" y="4171950"/>
                </a:lnTo>
                <a:lnTo>
                  <a:pt x="1704975" y="4095750"/>
                </a:lnTo>
                <a:lnTo>
                  <a:pt x="1685925" y="4029075"/>
                </a:lnTo>
                <a:lnTo>
                  <a:pt x="1666875" y="4000500"/>
                </a:lnTo>
                <a:lnTo>
                  <a:pt x="1533525" y="3981450"/>
                </a:lnTo>
                <a:lnTo>
                  <a:pt x="1514475" y="3971925"/>
                </a:lnTo>
                <a:lnTo>
                  <a:pt x="1409700" y="3914775"/>
                </a:lnTo>
                <a:lnTo>
                  <a:pt x="1381125" y="3829050"/>
                </a:lnTo>
                <a:lnTo>
                  <a:pt x="1295400" y="3695700"/>
                </a:lnTo>
                <a:lnTo>
                  <a:pt x="1276350" y="3695700"/>
                </a:lnTo>
                <a:lnTo>
                  <a:pt x="1238250" y="3667125"/>
                </a:lnTo>
                <a:lnTo>
                  <a:pt x="1257300" y="3638550"/>
                </a:lnTo>
                <a:lnTo>
                  <a:pt x="1257300" y="3600450"/>
                </a:lnTo>
                <a:lnTo>
                  <a:pt x="1276350" y="3543300"/>
                </a:lnTo>
                <a:lnTo>
                  <a:pt x="1200150" y="3505200"/>
                </a:lnTo>
                <a:lnTo>
                  <a:pt x="1171575" y="3486150"/>
                </a:lnTo>
                <a:lnTo>
                  <a:pt x="1114425" y="3390900"/>
                </a:lnTo>
                <a:lnTo>
                  <a:pt x="1143000" y="3448050"/>
                </a:lnTo>
                <a:lnTo>
                  <a:pt x="1162050" y="3438525"/>
                </a:lnTo>
                <a:lnTo>
                  <a:pt x="1133475" y="3457575"/>
                </a:lnTo>
                <a:lnTo>
                  <a:pt x="1123950" y="3400425"/>
                </a:lnTo>
                <a:lnTo>
                  <a:pt x="1009650" y="3305175"/>
                </a:lnTo>
                <a:lnTo>
                  <a:pt x="933450" y="3267075"/>
                </a:lnTo>
                <a:lnTo>
                  <a:pt x="847725" y="3257550"/>
                </a:lnTo>
                <a:lnTo>
                  <a:pt x="895350" y="3257550"/>
                </a:lnTo>
                <a:lnTo>
                  <a:pt x="838200" y="3133725"/>
                </a:lnTo>
                <a:lnTo>
                  <a:pt x="742950" y="3095625"/>
                </a:lnTo>
                <a:lnTo>
                  <a:pt x="676275" y="3114675"/>
                </a:lnTo>
                <a:lnTo>
                  <a:pt x="628650" y="3076575"/>
                </a:lnTo>
                <a:lnTo>
                  <a:pt x="600075" y="3038475"/>
                </a:lnTo>
                <a:lnTo>
                  <a:pt x="600075" y="2990850"/>
                </a:lnTo>
                <a:lnTo>
                  <a:pt x="533400" y="2914650"/>
                </a:lnTo>
                <a:lnTo>
                  <a:pt x="571500" y="2886075"/>
                </a:lnTo>
                <a:lnTo>
                  <a:pt x="447675" y="2905125"/>
                </a:lnTo>
                <a:lnTo>
                  <a:pt x="390525" y="2952750"/>
                </a:lnTo>
                <a:lnTo>
                  <a:pt x="257175" y="2800350"/>
                </a:lnTo>
                <a:lnTo>
                  <a:pt x="285750" y="2743200"/>
                </a:lnTo>
                <a:lnTo>
                  <a:pt x="219075" y="2724150"/>
                </a:lnTo>
                <a:lnTo>
                  <a:pt x="295275" y="2638425"/>
                </a:lnTo>
                <a:lnTo>
                  <a:pt x="361950" y="2562225"/>
                </a:lnTo>
                <a:lnTo>
                  <a:pt x="352425" y="2543175"/>
                </a:lnTo>
                <a:lnTo>
                  <a:pt x="419100" y="2486025"/>
                </a:lnTo>
                <a:lnTo>
                  <a:pt x="409575" y="2447925"/>
                </a:lnTo>
                <a:lnTo>
                  <a:pt x="409575" y="2362200"/>
                </a:lnTo>
                <a:lnTo>
                  <a:pt x="390525" y="2324100"/>
                </a:lnTo>
                <a:lnTo>
                  <a:pt x="361950" y="2305050"/>
                </a:lnTo>
                <a:lnTo>
                  <a:pt x="400050" y="2247900"/>
                </a:lnTo>
                <a:lnTo>
                  <a:pt x="457200" y="2133600"/>
                </a:lnTo>
                <a:lnTo>
                  <a:pt x="571500" y="2200275"/>
                </a:lnTo>
                <a:lnTo>
                  <a:pt x="533400" y="2019300"/>
                </a:lnTo>
                <a:lnTo>
                  <a:pt x="447675" y="2038350"/>
                </a:lnTo>
                <a:lnTo>
                  <a:pt x="466725" y="2047875"/>
                </a:lnTo>
                <a:lnTo>
                  <a:pt x="438150" y="1981200"/>
                </a:lnTo>
                <a:lnTo>
                  <a:pt x="476250" y="1885950"/>
                </a:lnTo>
                <a:lnTo>
                  <a:pt x="400050" y="1885950"/>
                </a:lnTo>
                <a:lnTo>
                  <a:pt x="333375" y="1876425"/>
                </a:lnTo>
                <a:lnTo>
                  <a:pt x="304800" y="1847850"/>
                </a:lnTo>
                <a:lnTo>
                  <a:pt x="295275" y="1733550"/>
                </a:lnTo>
                <a:lnTo>
                  <a:pt x="209550" y="1771650"/>
                </a:lnTo>
                <a:lnTo>
                  <a:pt x="180975" y="1752600"/>
                </a:lnTo>
                <a:lnTo>
                  <a:pt x="85725" y="1724025"/>
                </a:lnTo>
                <a:lnTo>
                  <a:pt x="47625" y="1762125"/>
                </a:lnTo>
                <a:lnTo>
                  <a:pt x="38100" y="1685925"/>
                </a:lnTo>
                <a:lnTo>
                  <a:pt x="0" y="1619250"/>
                </a:lnTo>
                <a:lnTo>
                  <a:pt x="76200" y="1514475"/>
                </a:lnTo>
                <a:lnTo>
                  <a:pt x="57150" y="1524000"/>
                </a:lnTo>
                <a:lnTo>
                  <a:pt x="66675" y="1504950"/>
                </a:lnTo>
                <a:lnTo>
                  <a:pt x="76200" y="1419225"/>
                </a:lnTo>
                <a:lnTo>
                  <a:pt x="152400" y="1428750"/>
                </a:lnTo>
                <a:lnTo>
                  <a:pt x="152400" y="1409700"/>
                </a:lnTo>
                <a:lnTo>
                  <a:pt x="152400" y="1371600"/>
                </a:lnTo>
                <a:lnTo>
                  <a:pt x="209550" y="1323975"/>
                </a:lnTo>
                <a:lnTo>
                  <a:pt x="180975" y="1276350"/>
                </a:lnTo>
                <a:lnTo>
                  <a:pt x="200025" y="1295400"/>
                </a:lnTo>
                <a:lnTo>
                  <a:pt x="228600" y="1219200"/>
                </a:lnTo>
                <a:lnTo>
                  <a:pt x="238125" y="1171575"/>
                </a:lnTo>
                <a:lnTo>
                  <a:pt x="295275" y="1181100"/>
                </a:lnTo>
                <a:lnTo>
                  <a:pt x="323850" y="1143000"/>
                </a:lnTo>
                <a:lnTo>
                  <a:pt x="295275" y="1133475"/>
                </a:lnTo>
                <a:lnTo>
                  <a:pt x="304800" y="1038225"/>
                </a:lnTo>
                <a:lnTo>
                  <a:pt x="323850" y="1000125"/>
                </a:lnTo>
                <a:lnTo>
                  <a:pt x="333375" y="1009650"/>
                </a:lnTo>
                <a:lnTo>
                  <a:pt x="333375" y="952500"/>
                </a:lnTo>
                <a:lnTo>
                  <a:pt x="371475" y="914400"/>
                </a:lnTo>
                <a:lnTo>
                  <a:pt x="361950" y="914400"/>
                </a:lnTo>
                <a:lnTo>
                  <a:pt x="419100" y="857250"/>
                </a:lnTo>
                <a:lnTo>
                  <a:pt x="400050" y="838200"/>
                </a:lnTo>
                <a:lnTo>
                  <a:pt x="428625" y="819150"/>
                </a:lnTo>
                <a:lnTo>
                  <a:pt x="447675" y="809625"/>
                </a:lnTo>
                <a:lnTo>
                  <a:pt x="485775" y="752475"/>
                </a:lnTo>
                <a:lnTo>
                  <a:pt x="514350" y="723900"/>
                </a:lnTo>
                <a:lnTo>
                  <a:pt x="533400" y="695325"/>
                </a:lnTo>
                <a:lnTo>
                  <a:pt x="504825" y="628650"/>
                </a:lnTo>
                <a:lnTo>
                  <a:pt x="504825" y="638175"/>
                </a:lnTo>
                <a:lnTo>
                  <a:pt x="542925" y="581025"/>
                </a:lnTo>
                <a:lnTo>
                  <a:pt x="552450" y="561975"/>
                </a:lnTo>
                <a:lnTo>
                  <a:pt x="571500" y="647700"/>
                </a:lnTo>
                <a:lnTo>
                  <a:pt x="695325" y="666750"/>
                </a:lnTo>
                <a:lnTo>
                  <a:pt x="742950" y="762000"/>
                </a:lnTo>
                <a:lnTo>
                  <a:pt x="695325" y="657225"/>
                </a:lnTo>
                <a:lnTo>
                  <a:pt x="638175" y="733425"/>
                </a:lnTo>
                <a:lnTo>
                  <a:pt x="752475" y="685800"/>
                </a:lnTo>
                <a:lnTo>
                  <a:pt x="752475" y="581025"/>
                </a:lnTo>
                <a:lnTo>
                  <a:pt x="838200" y="628650"/>
                </a:lnTo>
                <a:lnTo>
                  <a:pt x="895350" y="542925"/>
                </a:lnTo>
                <a:lnTo>
                  <a:pt x="866775" y="590550"/>
                </a:lnTo>
                <a:lnTo>
                  <a:pt x="828675" y="504825"/>
                </a:lnTo>
                <a:lnTo>
                  <a:pt x="838200" y="485775"/>
                </a:lnTo>
                <a:lnTo>
                  <a:pt x="914400" y="428625"/>
                </a:lnTo>
                <a:lnTo>
                  <a:pt x="838200" y="390525"/>
                </a:lnTo>
                <a:lnTo>
                  <a:pt x="819150" y="390525"/>
                </a:lnTo>
                <a:lnTo>
                  <a:pt x="857250" y="333375"/>
                </a:lnTo>
                <a:lnTo>
                  <a:pt x="866775" y="352425"/>
                </a:lnTo>
                <a:lnTo>
                  <a:pt x="828675" y="342900"/>
                </a:lnTo>
                <a:lnTo>
                  <a:pt x="1047750" y="323850"/>
                </a:lnTo>
                <a:lnTo>
                  <a:pt x="1038225" y="352425"/>
                </a:lnTo>
                <a:lnTo>
                  <a:pt x="1076325" y="238125"/>
                </a:lnTo>
                <a:lnTo>
                  <a:pt x="1076325" y="247650"/>
                </a:lnTo>
                <a:lnTo>
                  <a:pt x="1095375" y="219075"/>
                </a:lnTo>
                <a:lnTo>
                  <a:pt x="1181100" y="161925"/>
                </a:lnTo>
                <a:lnTo>
                  <a:pt x="1200150" y="228600"/>
                </a:lnTo>
                <a:lnTo>
                  <a:pt x="1162050" y="171450"/>
                </a:lnTo>
                <a:lnTo>
                  <a:pt x="1190625" y="152400"/>
                </a:lnTo>
                <a:lnTo>
                  <a:pt x="1190625" y="152400"/>
                </a:lnTo>
                <a:lnTo>
                  <a:pt x="1257300" y="123825"/>
                </a:lnTo>
                <a:lnTo>
                  <a:pt x="1323975" y="28575"/>
                </a:lnTo>
                <a:lnTo>
                  <a:pt x="1390650" y="9525"/>
                </a:lnTo>
                <a:lnTo>
                  <a:pt x="1457325" y="0"/>
                </a:lnTo>
                <a:lnTo>
                  <a:pt x="1533525" y="9525"/>
                </a:lnTo>
                <a:lnTo>
                  <a:pt x="1600200" y="95250"/>
                </a:lnTo>
                <a:lnTo>
                  <a:pt x="1619250" y="123825"/>
                </a:lnTo>
                <a:lnTo>
                  <a:pt x="1638300" y="180975"/>
                </a:lnTo>
                <a:lnTo>
                  <a:pt x="1695450" y="114300"/>
                </a:lnTo>
                <a:lnTo>
                  <a:pt x="1724025" y="171450"/>
                </a:lnTo>
                <a:lnTo>
                  <a:pt x="1819275" y="228600"/>
                </a:lnTo>
                <a:lnTo>
                  <a:pt x="1866900" y="276225"/>
                </a:lnTo>
                <a:lnTo>
                  <a:pt x="1838325" y="247650"/>
                </a:lnTo>
                <a:lnTo>
                  <a:pt x="1924050" y="323850"/>
                </a:lnTo>
                <a:lnTo>
                  <a:pt x="2038350" y="304800"/>
                </a:lnTo>
                <a:lnTo>
                  <a:pt x="2047875" y="257175"/>
                </a:lnTo>
                <a:lnTo>
                  <a:pt x="2105025" y="295275"/>
                </a:lnTo>
                <a:lnTo>
                  <a:pt x="2143125" y="314325"/>
                </a:lnTo>
                <a:lnTo>
                  <a:pt x="2143125" y="266700"/>
                </a:lnTo>
                <a:lnTo>
                  <a:pt x="2152650" y="323850"/>
                </a:lnTo>
                <a:lnTo>
                  <a:pt x="2276475" y="314325"/>
                </a:lnTo>
                <a:lnTo>
                  <a:pt x="2343150" y="342900"/>
                </a:lnTo>
                <a:lnTo>
                  <a:pt x="2381250" y="381000"/>
                </a:lnTo>
                <a:lnTo>
                  <a:pt x="2428875" y="381000"/>
                </a:lnTo>
                <a:lnTo>
                  <a:pt x="2438400" y="447675"/>
                </a:lnTo>
                <a:lnTo>
                  <a:pt x="2486025" y="419100"/>
                </a:lnTo>
                <a:lnTo>
                  <a:pt x="2543175" y="495300"/>
                </a:lnTo>
                <a:lnTo>
                  <a:pt x="2647950" y="457200"/>
                </a:lnTo>
                <a:lnTo>
                  <a:pt x="2695575" y="485775"/>
                </a:lnTo>
                <a:lnTo>
                  <a:pt x="2733675" y="504825"/>
                </a:lnTo>
                <a:lnTo>
                  <a:pt x="2790825" y="514350"/>
                </a:lnTo>
                <a:lnTo>
                  <a:pt x="2838450" y="514350"/>
                </a:lnTo>
                <a:lnTo>
                  <a:pt x="2895600" y="514350"/>
                </a:lnTo>
                <a:lnTo>
                  <a:pt x="2933700" y="561975"/>
                </a:lnTo>
                <a:lnTo>
                  <a:pt x="2981325" y="571500"/>
                </a:lnTo>
                <a:lnTo>
                  <a:pt x="2981325" y="600075"/>
                </a:lnTo>
                <a:lnTo>
                  <a:pt x="2914650" y="704850"/>
                </a:lnTo>
                <a:lnTo>
                  <a:pt x="2952750" y="676275"/>
                </a:lnTo>
                <a:lnTo>
                  <a:pt x="3000375" y="838200"/>
                </a:lnTo>
                <a:lnTo>
                  <a:pt x="3028950" y="800100"/>
                </a:lnTo>
                <a:lnTo>
                  <a:pt x="3038475" y="781050"/>
                </a:lnTo>
                <a:lnTo>
                  <a:pt x="2981325" y="790575"/>
                </a:lnTo>
                <a:lnTo>
                  <a:pt x="3019425" y="762000"/>
                </a:lnTo>
                <a:lnTo>
                  <a:pt x="2990850" y="857250"/>
                </a:lnTo>
                <a:lnTo>
                  <a:pt x="2962275" y="885825"/>
                </a:lnTo>
                <a:lnTo>
                  <a:pt x="3048000" y="971550"/>
                </a:lnTo>
                <a:lnTo>
                  <a:pt x="3038475" y="1047750"/>
                </a:lnTo>
                <a:lnTo>
                  <a:pt x="2952750" y="990600"/>
                </a:lnTo>
                <a:lnTo>
                  <a:pt x="2924175" y="1095375"/>
                </a:lnTo>
                <a:lnTo>
                  <a:pt x="2847975" y="1114425"/>
                </a:lnTo>
                <a:lnTo>
                  <a:pt x="2876550" y="1190625"/>
                </a:lnTo>
                <a:lnTo>
                  <a:pt x="2819400" y="1200150"/>
                </a:lnTo>
                <a:lnTo>
                  <a:pt x="2828925" y="1238250"/>
                </a:lnTo>
                <a:lnTo>
                  <a:pt x="2895600" y="1228725"/>
                </a:lnTo>
                <a:lnTo>
                  <a:pt x="2895600" y="1257300"/>
                </a:lnTo>
                <a:lnTo>
                  <a:pt x="2924175" y="1314450"/>
                </a:lnTo>
                <a:lnTo>
                  <a:pt x="2838450" y="1381125"/>
                </a:lnTo>
                <a:lnTo>
                  <a:pt x="2867025" y="1400175"/>
                </a:lnTo>
                <a:lnTo>
                  <a:pt x="2847975" y="1504950"/>
                </a:lnTo>
                <a:lnTo>
                  <a:pt x="2847975" y="1581150"/>
                </a:lnTo>
                <a:lnTo>
                  <a:pt x="2828925" y="1600200"/>
                </a:lnTo>
                <a:lnTo>
                  <a:pt x="2876550" y="1590675"/>
                </a:lnTo>
                <a:lnTo>
                  <a:pt x="2924175" y="1685925"/>
                </a:lnTo>
                <a:lnTo>
                  <a:pt x="2924175" y="1704975"/>
                </a:lnTo>
                <a:lnTo>
                  <a:pt x="2905125" y="1752600"/>
                </a:lnTo>
                <a:lnTo>
                  <a:pt x="2895600" y="1781175"/>
                </a:lnTo>
                <a:lnTo>
                  <a:pt x="2952750" y="1781175"/>
                </a:lnTo>
                <a:lnTo>
                  <a:pt x="2981325" y="1819275"/>
                </a:lnTo>
                <a:lnTo>
                  <a:pt x="2981325" y="1885950"/>
                </a:lnTo>
                <a:lnTo>
                  <a:pt x="2952750" y="1885950"/>
                </a:lnTo>
                <a:lnTo>
                  <a:pt x="2914650" y="1933575"/>
                </a:lnTo>
                <a:lnTo>
                  <a:pt x="2867025" y="2038350"/>
                </a:lnTo>
                <a:lnTo>
                  <a:pt x="2847975" y="2038350"/>
                </a:lnTo>
                <a:lnTo>
                  <a:pt x="2838450" y="2066925"/>
                </a:lnTo>
                <a:lnTo>
                  <a:pt x="2847975" y="2114550"/>
                </a:lnTo>
                <a:lnTo>
                  <a:pt x="2800350" y="2171700"/>
                </a:lnTo>
                <a:lnTo>
                  <a:pt x="2781300" y="2228850"/>
                </a:lnTo>
                <a:lnTo>
                  <a:pt x="2733675" y="2276475"/>
                </a:lnTo>
                <a:lnTo>
                  <a:pt x="2705100" y="2352675"/>
                </a:lnTo>
                <a:lnTo>
                  <a:pt x="2695575" y="2352675"/>
                </a:lnTo>
                <a:lnTo>
                  <a:pt x="2695575" y="2438400"/>
                </a:lnTo>
                <a:lnTo>
                  <a:pt x="2667000" y="2447925"/>
                </a:lnTo>
                <a:lnTo>
                  <a:pt x="2628900" y="2524125"/>
                </a:lnTo>
                <a:lnTo>
                  <a:pt x="2657475" y="2581275"/>
                </a:lnTo>
                <a:lnTo>
                  <a:pt x="2600325" y="2628900"/>
                </a:lnTo>
                <a:lnTo>
                  <a:pt x="2600325" y="2686050"/>
                </a:lnTo>
                <a:lnTo>
                  <a:pt x="2533650" y="2743200"/>
                </a:lnTo>
                <a:lnTo>
                  <a:pt x="2562225" y="2752725"/>
                </a:lnTo>
                <a:lnTo>
                  <a:pt x="2505075" y="2790825"/>
                </a:lnTo>
                <a:lnTo>
                  <a:pt x="2533650" y="2867025"/>
                </a:lnTo>
                <a:lnTo>
                  <a:pt x="2533650" y="2933700"/>
                </a:lnTo>
                <a:lnTo>
                  <a:pt x="2486025" y="2962275"/>
                </a:lnTo>
                <a:lnTo>
                  <a:pt x="2457450" y="3019425"/>
                </a:lnTo>
                <a:lnTo>
                  <a:pt x="2409825" y="3038475"/>
                </a:lnTo>
                <a:lnTo>
                  <a:pt x="2381250" y="3086100"/>
                </a:lnTo>
                <a:lnTo>
                  <a:pt x="2362200" y="3133725"/>
                </a:lnTo>
                <a:lnTo>
                  <a:pt x="2381250" y="3162300"/>
                </a:lnTo>
                <a:lnTo>
                  <a:pt x="2352675" y="3248025"/>
                </a:lnTo>
                <a:lnTo>
                  <a:pt x="2314575" y="3276600"/>
                </a:lnTo>
                <a:lnTo>
                  <a:pt x="2257425" y="3305175"/>
                </a:lnTo>
                <a:lnTo>
                  <a:pt x="2266950" y="3390900"/>
                </a:lnTo>
                <a:lnTo>
                  <a:pt x="2400300" y="3467100"/>
                </a:lnTo>
                <a:lnTo>
                  <a:pt x="2257425" y="3505200"/>
                </a:lnTo>
                <a:lnTo>
                  <a:pt x="2314575" y="3524250"/>
                </a:lnTo>
                <a:lnTo>
                  <a:pt x="2276475" y="3419475"/>
                </a:lnTo>
                <a:lnTo>
                  <a:pt x="2343150" y="3514725"/>
                </a:lnTo>
                <a:lnTo>
                  <a:pt x="2314575" y="3600450"/>
                </a:lnTo>
                <a:lnTo>
                  <a:pt x="2219325" y="3619500"/>
                </a:lnTo>
                <a:lnTo>
                  <a:pt x="2238375" y="3562350"/>
                </a:lnTo>
                <a:lnTo>
                  <a:pt x="2076450" y="3600450"/>
                </a:lnTo>
                <a:lnTo>
                  <a:pt x="2066925" y="3657600"/>
                </a:lnTo>
                <a:lnTo>
                  <a:pt x="2047875" y="3686175"/>
                </a:lnTo>
                <a:lnTo>
                  <a:pt x="2057400" y="3686175"/>
                </a:lnTo>
                <a:lnTo>
                  <a:pt x="1981200" y="3724275"/>
                </a:lnTo>
                <a:lnTo>
                  <a:pt x="1952625" y="3714750"/>
                </a:lnTo>
                <a:lnTo>
                  <a:pt x="1857375" y="3743325"/>
                </a:lnTo>
                <a:lnTo>
                  <a:pt x="1971675" y="3790950"/>
                </a:lnTo>
                <a:lnTo>
                  <a:pt x="1943100" y="3762375"/>
                </a:lnTo>
                <a:lnTo>
                  <a:pt x="1971675" y="3724275"/>
                </a:lnTo>
                <a:lnTo>
                  <a:pt x="1952625" y="3800475"/>
                </a:lnTo>
                <a:lnTo>
                  <a:pt x="1876425" y="3810000"/>
                </a:lnTo>
                <a:lnTo>
                  <a:pt x="1847850" y="3819525"/>
                </a:lnTo>
                <a:lnTo>
                  <a:pt x="1847850" y="3924300"/>
                </a:lnTo>
                <a:lnTo>
                  <a:pt x="1847850" y="3952875"/>
                </a:lnTo>
                <a:lnTo>
                  <a:pt x="1857375" y="3905250"/>
                </a:lnTo>
                <a:lnTo>
                  <a:pt x="1857375" y="3914775"/>
                </a:lnTo>
                <a:lnTo>
                  <a:pt x="1819275" y="3990975"/>
                </a:lnTo>
                <a:lnTo>
                  <a:pt x="1800225" y="4010025"/>
                </a:lnTo>
                <a:lnTo>
                  <a:pt x="1800225" y="4076700"/>
                </a:lnTo>
                <a:lnTo>
                  <a:pt x="1781175" y="4076700"/>
                </a:lnTo>
                <a:lnTo>
                  <a:pt x="1743075" y="4105275"/>
                </a:lnTo>
                <a:close/>
              </a:path>
            </a:pathLst>
          </a:custGeom>
          <a:solidFill>
            <a:srgbClr val="E86A5E">
              <a:alpha val="1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-2486025" y="4362450"/>
            <a:ext cx="3581400" cy="4733925"/>
          </a:xfrm>
          <a:custGeom>
            <a:avLst/>
            <a:gdLst/>
            <a:ahLst/>
            <a:cxnLst/>
            <a:rect l="l" t="t" r="r" b="b"/>
            <a:pathLst>
              <a:path w="3581400" h="4733925">
                <a:moveTo>
                  <a:pt x="1981200" y="4733925"/>
                </a:moveTo>
                <a:lnTo>
                  <a:pt x="2038350" y="4572000"/>
                </a:lnTo>
                <a:lnTo>
                  <a:pt x="1971675" y="4657725"/>
                </a:lnTo>
                <a:lnTo>
                  <a:pt x="1914525" y="4562475"/>
                </a:lnTo>
                <a:lnTo>
                  <a:pt x="1943100" y="4686300"/>
                </a:lnTo>
                <a:lnTo>
                  <a:pt x="1762125" y="4591050"/>
                </a:lnTo>
                <a:lnTo>
                  <a:pt x="1695450" y="4533900"/>
                </a:lnTo>
                <a:lnTo>
                  <a:pt x="1638300" y="4457700"/>
                </a:lnTo>
                <a:lnTo>
                  <a:pt x="1571625" y="4486275"/>
                </a:lnTo>
                <a:lnTo>
                  <a:pt x="1543050" y="4362450"/>
                </a:lnTo>
                <a:lnTo>
                  <a:pt x="1514475" y="4381500"/>
                </a:lnTo>
                <a:lnTo>
                  <a:pt x="1457325" y="4324350"/>
                </a:lnTo>
                <a:lnTo>
                  <a:pt x="1495425" y="4267200"/>
                </a:lnTo>
                <a:lnTo>
                  <a:pt x="1381125" y="4200525"/>
                </a:lnTo>
                <a:lnTo>
                  <a:pt x="1362075" y="4133850"/>
                </a:lnTo>
                <a:lnTo>
                  <a:pt x="1400175" y="4124325"/>
                </a:lnTo>
                <a:lnTo>
                  <a:pt x="1362075" y="4019550"/>
                </a:lnTo>
                <a:lnTo>
                  <a:pt x="1409700" y="4010025"/>
                </a:lnTo>
                <a:lnTo>
                  <a:pt x="1371600" y="4019550"/>
                </a:lnTo>
                <a:lnTo>
                  <a:pt x="1400175" y="4048125"/>
                </a:lnTo>
                <a:lnTo>
                  <a:pt x="1314450" y="3981450"/>
                </a:lnTo>
                <a:lnTo>
                  <a:pt x="1266825" y="3971925"/>
                </a:lnTo>
                <a:lnTo>
                  <a:pt x="1190625" y="3905250"/>
                </a:lnTo>
                <a:lnTo>
                  <a:pt x="1066800" y="3810000"/>
                </a:lnTo>
                <a:lnTo>
                  <a:pt x="981075" y="3829050"/>
                </a:lnTo>
                <a:lnTo>
                  <a:pt x="971550" y="3714750"/>
                </a:lnTo>
                <a:lnTo>
                  <a:pt x="838200" y="3695700"/>
                </a:lnTo>
                <a:lnTo>
                  <a:pt x="781050" y="3609975"/>
                </a:lnTo>
                <a:lnTo>
                  <a:pt x="790575" y="3600450"/>
                </a:lnTo>
                <a:lnTo>
                  <a:pt x="695325" y="3562350"/>
                </a:lnTo>
                <a:lnTo>
                  <a:pt x="666750" y="3543300"/>
                </a:lnTo>
                <a:lnTo>
                  <a:pt x="600075" y="3438525"/>
                </a:lnTo>
                <a:lnTo>
                  <a:pt x="609600" y="3400425"/>
                </a:lnTo>
                <a:lnTo>
                  <a:pt x="514350" y="3543300"/>
                </a:lnTo>
                <a:lnTo>
                  <a:pt x="295275" y="3314700"/>
                </a:lnTo>
                <a:lnTo>
                  <a:pt x="304800" y="3238500"/>
                </a:lnTo>
                <a:lnTo>
                  <a:pt x="266700" y="3295650"/>
                </a:lnTo>
                <a:lnTo>
                  <a:pt x="400050" y="3286125"/>
                </a:lnTo>
                <a:lnTo>
                  <a:pt x="438150" y="3181350"/>
                </a:lnTo>
                <a:lnTo>
                  <a:pt x="428625" y="3095625"/>
                </a:lnTo>
                <a:lnTo>
                  <a:pt x="400050" y="3009900"/>
                </a:lnTo>
                <a:lnTo>
                  <a:pt x="390525" y="2847975"/>
                </a:lnTo>
                <a:lnTo>
                  <a:pt x="419100" y="2876550"/>
                </a:lnTo>
                <a:lnTo>
                  <a:pt x="409575" y="2809875"/>
                </a:lnTo>
                <a:lnTo>
                  <a:pt x="466725" y="2800350"/>
                </a:lnTo>
                <a:lnTo>
                  <a:pt x="476250" y="2676525"/>
                </a:lnTo>
                <a:lnTo>
                  <a:pt x="485775" y="2590800"/>
                </a:lnTo>
                <a:lnTo>
                  <a:pt x="438150" y="2524125"/>
                </a:lnTo>
                <a:lnTo>
                  <a:pt x="476250" y="2524125"/>
                </a:lnTo>
                <a:lnTo>
                  <a:pt x="514350" y="2524125"/>
                </a:lnTo>
                <a:lnTo>
                  <a:pt x="447675" y="2590800"/>
                </a:lnTo>
                <a:lnTo>
                  <a:pt x="504825" y="2457450"/>
                </a:lnTo>
                <a:lnTo>
                  <a:pt x="533400" y="2390775"/>
                </a:lnTo>
                <a:lnTo>
                  <a:pt x="523875" y="2381250"/>
                </a:lnTo>
                <a:lnTo>
                  <a:pt x="542925" y="2295525"/>
                </a:lnTo>
                <a:lnTo>
                  <a:pt x="495300" y="2228850"/>
                </a:lnTo>
                <a:lnTo>
                  <a:pt x="381000" y="2133600"/>
                </a:lnTo>
                <a:lnTo>
                  <a:pt x="219075" y="2209800"/>
                </a:lnTo>
                <a:lnTo>
                  <a:pt x="276225" y="2095500"/>
                </a:lnTo>
                <a:lnTo>
                  <a:pt x="266700" y="2085975"/>
                </a:lnTo>
                <a:lnTo>
                  <a:pt x="161925" y="2009775"/>
                </a:lnTo>
                <a:lnTo>
                  <a:pt x="180975" y="2000250"/>
                </a:lnTo>
                <a:lnTo>
                  <a:pt x="95250" y="1933575"/>
                </a:lnTo>
                <a:lnTo>
                  <a:pt x="9525" y="1943100"/>
                </a:lnTo>
                <a:lnTo>
                  <a:pt x="0" y="1885950"/>
                </a:lnTo>
                <a:lnTo>
                  <a:pt x="9525" y="1866900"/>
                </a:lnTo>
                <a:lnTo>
                  <a:pt x="38100" y="1790700"/>
                </a:lnTo>
                <a:lnTo>
                  <a:pt x="66675" y="1724025"/>
                </a:lnTo>
                <a:lnTo>
                  <a:pt x="85725" y="1704975"/>
                </a:lnTo>
                <a:lnTo>
                  <a:pt x="114300" y="1628775"/>
                </a:lnTo>
                <a:lnTo>
                  <a:pt x="123825" y="1657350"/>
                </a:lnTo>
                <a:lnTo>
                  <a:pt x="152400" y="1628775"/>
                </a:lnTo>
                <a:lnTo>
                  <a:pt x="219075" y="1552575"/>
                </a:lnTo>
                <a:lnTo>
                  <a:pt x="228600" y="1514475"/>
                </a:lnTo>
                <a:lnTo>
                  <a:pt x="228600" y="1466850"/>
                </a:lnTo>
                <a:lnTo>
                  <a:pt x="295275" y="1447800"/>
                </a:lnTo>
                <a:lnTo>
                  <a:pt x="276225" y="1390650"/>
                </a:lnTo>
                <a:lnTo>
                  <a:pt x="342900" y="1381125"/>
                </a:lnTo>
                <a:lnTo>
                  <a:pt x="352425" y="1323975"/>
                </a:lnTo>
                <a:lnTo>
                  <a:pt x="352425" y="1285875"/>
                </a:lnTo>
                <a:lnTo>
                  <a:pt x="390525" y="1238250"/>
                </a:lnTo>
                <a:lnTo>
                  <a:pt x="419100" y="1209675"/>
                </a:lnTo>
                <a:lnTo>
                  <a:pt x="390525" y="1152525"/>
                </a:lnTo>
                <a:lnTo>
                  <a:pt x="400050" y="1133475"/>
                </a:lnTo>
                <a:lnTo>
                  <a:pt x="457200" y="1123950"/>
                </a:lnTo>
                <a:lnTo>
                  <a:pt x="476250" y="1085850"/>
                </a:lnTo>
                <a:lnTo>
                  <a:pt x="447675" y="1028700"/>
                </a:lnTo>
                <a:lnTo>
                  <a:pt x="457200" y="1000125"/>
                </a:lnTo>
                <a:lnTo>
                  <a:pt x="523875" y="952500"/>
                </a:lnTo>
                <a:lnTo>
                  <a:pt x="552450" y="923925"/>
                </a:lnTo>
                <a:lnTo>
                  <a:pt x="542925" y="885825"/>
                </a:lnTo>
                <a:lnTo>
                  <a:pt x="581025" y="885825"/>
                </a:lnTo>
                <a:lnTo>
                  <a:pt x="581025" y="790575"/>
                </a:lnTo>
                <a:lnTo>
                  <a:pt x="619125" y="781050"/>
                </a:lnTo>
                <a:lnTo>
                  <a:pt x="590550" y="714375"/>
                </a:lnTo>
                <a:lnTo>
                  <a:pt x="609600" y="704850"/>
                </a:lnTo>
                <a:lnTo>
                  <a:pt x="638175" y="647700"/>
                </a:lnTo>
                <a:lnTo>
                  <a:pt x="657225" y="685800"/>
                </a:lnTo>
                <a:lnTo>
                  <a:pt x="704850" y="552450"/>
                </a:lnTo>
                <a:lnTo>
                  <a:pt x="704850" y="685800"/>
                </a:lnTo>
                <a:lnTo>
                  <a:pt x="819150" y="800100"/>
                </a:lnTo>
                <a:lnTo>
                  <a:pt x="1038225" y="733425"/>
                </a:lnTo>
                <a:lnTo>
                  <a:pt x="1009650" y="714375"/>
                </a:lnTo>
                <a:lnTo>
                  <a:pt x="942975" y="714375"/>
                </a:lnTo>
                <a:lnTo>
                  <a:pt x="962025" y="714375"/>
                </a:lnTo>
                <a:lnTo>
                  <a:pt x="942975" y="638175"/>
                </a:lnTo>
                <a:lnTo>
                  <a:pt x="952500" y="638175"/>
                </a:lnTo>
                <a:lnTo>
                  <a:pt x="990600" y="628650"/>
                </a:lnTo>
                <a:lnTo>
                  <a:pt x="971550" y="590550"/>
                </a:lnTo>
                <a:lnTo>
                  <a:pt x="990600" y="514350"/>
                </a:lnTo>
                <a:lnTo>
                  <a:pt x="1047750" y="476250"/>
                </a:lnTo>
                <a:lnTo>
                  <a:pt x="1038225" y="447675"/>
                </a:lnTo>
                <a:lnTo>
                  <a:pt x="1009650" y="419100"/>
                </a:lnTo>
                <a:lnTo>
                  <a:pt x="1104900" y="342900"/>
                </a:lnTo>
                <a:lnTo>
                  <a:pt x="1066800" y="257175"/>
                </a:lnTo>
                <a:lnTo>
                  <a:pt x="1171575" y="400050"/>
                </a:lnTo>
                <a:lnTo>
                  <a:pt x="1143000" y="361950"/>
                </a:lnTo>
                <a:lnTo>
                  <a:pt x="1219200" y="323850"/>
                </a:lnTo>
                <a:lnTo>
                  <a:pt x="1247775" y="295275"/>
                </a:lnTo>
                <a:lnTo>
                  <a:pt x="1304925" y="257175"/>
                </a:lnTo>
                <a:lnTo>
                  <a:pt x="1333500" y="238125"/>
                </a:lnTo>
                <a:lnTo>
                  <a:pt x="1371600" y="257175"/>
                </a:lnTo>
                <a:lnTo>
                  <a:pt x="1371600" y="171450"/>
                </a:lnTo>
                <a:lnTo>
                  <a:pt x="1419225" y="190500"/>
                </a:lnTo>
                <a:lnTo>
                  <a:pt x="1400175" y="161925"/>
                </a:lnTo>
                <a:lnTo>
                  <a:pt x="1447800" y="114300"/>
                </a:lnTo>
                <a:lnTo>
                  <a:pt x="1562100" y="152400"/>
                </a:lnTo>
                <a:lnTo>
                  <a:pt x="1619250" y="104775"/>
                </a:lnTo>
                <a:lnTo>
                  <a:pt x="1685925" y="0"/>
                </a:lnTo>
                <a:lnTo>
                  <a:pt x="1800225" y="66675"/>
                </a:lnTo>
                <a:lnTo>
                  <a:pt x="1743075" y="28575"/>
                </a:lnTo>
                <a:lnTo>
                  <a:pt x="1828800" y="228600"/>
                </a:lnTo>
                <a:lnTo>
                  <a:pt x="1885950" y="257175"/>
                </a:lnTo>
                <a:lnTo>
                  <a:pt x="1981200" y="247650"/>
                </a:lnTo>
                <a:lnTo>
                  <a:pt x="2028825" y="304800"/>
                </a:lnTo>
                <a:lnTo>
                  <a:pt x="2038350" y="266700"/>
                </a:lnTo>
                <a:lnTo>
                  <a:pt x="2181225" y="295275"/>
                </a:lnTo>
                <a:lnTo>
                  <a:pt x="2228850" y="409575"/>
                </a:lnTo>
                <a:lnTo>
                  <a:pt x="2238375" y="323850"/>
                </a:lnTo>
                <a:lnTo>
                  <a:pt x="2295525" y="304800"/>
                </a:lnTo>
                <a:lnTo>
                  <a:pt x="2362200" y="295275"/>
                </a:lnTo>
                <a:lnTo>
                  <a:pt x="2438400" y="276225"/>
                </a:lnTo>
                <a:lnTo>
                  <a:pt x="2428875" y="333375"/>
                </a:lnTo>
                <a:lnTo>
                  <a:pt x="2476500" y="342900"/>
                </a:lnTo>
                <a:lnTo>
                  <a:pt x="2562225" y="352425"/>
                </a:lnTo>
                <a:lnTo>
                  <a:pt x="2647950" y="447675"/>
                </a:lnTo>
                <a:lnTo>
                  <a:pt x="2686050" y="409575"/>
                </a:lnTo>
                <a:lnTo>
                  <a:pt x="2676525" y="428625"/>
                </a:lnTo>
                <a:lnTo>
                  <a:pt x="2828925" y="485775"/>
                </a:lnTo>
                <a:lnTo>
                  <a:pt x="2876550" y="466725"/>
                </a:lnTo>
                <a:lnTo>
                  <a:pt x="2962275" y="504825"/>
                </a:lnTo>
                <a:lnTo>
                  <a:pt x="3019425" y="533400"/>
                </a:lnTo>
                <a:lnTo>
                  <a:pt x="3038475" y="581025"/>
                </a:lnTo>
                <a:lnTo>
                  <a:pt x="3095625" y="600075"/>
                </a:lnTo>
                <a:lnTo>
                  <a:pt x="3143250" y="590550"/>
                </a:lnTo>
                <a:lnTo>
                  <a:pt x="3276600" y="561975"/>
                </a:lnTo>
                <a:lnTo>
                  <a:pt x="3267075" y="619125"/>
                </a:lnTo>
                <a:lnTo>
                  <a:pt x="3295650" y="619125"/>
                </a:lnTo>
                <a:lnTo>
                  <a:pt x="3371850" y="676275"/>
                </a:lnTo>
                <a:lnTo>
                  <a:pt x="3476625" y="657225"/>
                </a:lnTo>
                <a:lnTo>
                  <a:pt x="3486150" y="657225"/>
                </a:lnTo>
                <a:lnTo>
                  <a:pt x="3486150" y="866775"/>
                </a:lnTo>
                <a:lnTo>
                  <a:pt x="3429000" y="666750"/>
                </a:lnTo>
                <a:lnTo>
                  <a:pt x="3524250" y="666750"/>
                </a:lnTo>
                <a:lnTo>
                  <a:pt x="3486150" y="933450"/>
                </a:lnTo>
                <a:lnTo>
                  <a:pt x="3581400" y="990600"/>
                </a:lnTo>
                <a:lnTo>
                  <a:pt x="3486150" y="971550"/>
                </a:lnTo>
                <a:lnTo>
                  <a:pt x="3390900" y="914400"/>
                </a:lnTo>
                <a:lnTo>
                  <a:pt x="3486150" y="1000125"/>
                </a:lnTo>
                <a:lnTo>
                  <a:pt x="3524250" y="1085850"/>
                </a:lnTo>
                <a:lnTo>
                  <a:pt x="3448050" y="1171575"/>
                </a:lnTo>
                <a:lnTo>
                  <a:pt x="3467100" y="1190625"/>
                </a:lnTo>
                <a:lnTo>
                  <a:pt x="3486150" y="1152525"/>
                </a:lnTo>
                <a:lnTo>
                  <a:pt x="3438525" y="1266825"/>
                </a:lnTo>
                <a:lnTo>
                  <a:pt x="3390900" y="1228725"/>
                </a:lnTo>
                <a:lnTo>
                  <a:pt x="3352800" y="1314450"/>
                </a:lnTo>
                <a:lnTo>
                  <a:pt x="3295650" y="1419225"/>
                </a:lnTo>
                <a:lnTo>
                  <a:pt x="3219450" y="1504950"/>
                </a:lnTo>
                <a:lnTo>
                  <a:pt x="3314700" y="1390650"/>
                </a:lnTo>
                <a:lnTo>
                  <a:pt x="3257550" y="1495425"/>
                </a:lnTo>
                <a:lnTo>
                  <a:pt x="3381375" y="1533525"/>
                </a:lnTo>
                <a:lnTo>
                  <a:pt x="3295650" y="1685925"/>
                </a:lnTo>
                <a:lnTo>
                  <a:pt x="3362325" y="1781175"/>
                </a:lnTo>
                <a:lnTo>
                  <a:pt x="3324225" y="1838325"/>
                </a:lnTo>
                <a:lnTo>
                  <a:pt x="3295650" y="1866900"/>
                </a:lnTo>
                <a:lnTo>
                  <a:pt x="3352800" y="1828800"/>
                </a:lnTo>
                <a:lnTo>
                  <a:pt x="3371850" y="1895475"/>
                </a:lnTo>
                <a:lnTo>
                  <a:pt x="3390900" y="1905000"/>
                </a:lnTo>
                <a:lnTo>
                  <a:pt x="3371850" y="1943100"/>
                </a:lnTo>
                <a:lnTo>
                  <a:pt x="3381375" y="2000250"/>
                </a:lnTo>
                <a:lnTo>
                  <a:pt x="3409950" y="2009775"/>
                </a:lnTo>
                <a:lnTo>
                  <a:pt x="3429000" y="2076450"/>
                </a:lnTo>
                <a:lnTo>
                  <a:pt x="3467100" y="2085975"/>
                </a:lnTo>
                <a:lnTo>
                  <a:pt x="3495675" y="2114550"/>
                </a:lnTo>
                <a:lnTo>
                  <a:pt x="3448050" y="2219325"/>
                </a:lnTo>
                <a:lnTo>
                  <a:pt x="3371850" y="2266950"/>
                </a:lnTo>
                <a:lnTo>
                  <a:pt x="3352800" y="2333625"/>
                </a:lnTo>
                <a:lnTo>
                  <a:pt x="3343275" y="2362200"/>
                </a:lnTo>
                <a:lnTo>
                  <a:pt x="3324225" y="2419350"/>
                </a:lnTo>
                <a:lnTo>
                  <a:pt x="3324225" y="2505075"/>
                </a:lnTo>
                <a:lnTo>
                  <a:pt x="3276600" y="2533650"/>
                </a:lnTo>
                <a:lnTo>
                  <a:pt x="3238500" y="2581275"/>
                </a:lnTo>
                <a:lnTo>
                  <a:pt x="3200400" y="2638425"/>
                </a:lnTo>
                <a:lnTo>
                  <a:pt x="3181350" y="2686050"/>
                </a:lnTo>
                <a:lnTo>
                  <a:pt x="3162300" y="2733675"/>
                </a:lnTo>
                <a:lnTo>
                  <a:pt x="3152775" y="2790825"/>
                </a:lnTo>
                <a:lnTo>
                  <a:pt x="3086100" y="2876550"/>
                </a:lnTo>
                <a:lnTo>
                  <a:pt x="3067050" y="2914650"/>
                </a:lnTo>
                <a:lnTo>
                  <a:pt x="3067050" y="3000375"/>
                </a:lnTo>
                <a:lnTo>
                  <a:pt x="3009900" y="3038475"/>
                </a:lnTo>
                <a:lnTo>
                  <a:pt x="3000375" y="3114675"/>
                </a:lnTo>
                <a:lnTo>
                  <a:pt x="3019425" y="3143250"/>
                </a:lnTo>
                <a:lnTo>
                  <a:pt x="2990850" y="3248025"/>
                </a:lnTo>
                <a:lnTo>
                  <a:pt x="2943225" y="3257550"/>
                </a:lnTo>
                <a:lnTo>
                  <a:pt x="2933700" y="3343275"/>
                </a:lnTo>
                <a:lnTo>
                  <a:pt x="2876550" y="3381375"/>
                </a:lnTo>
                <a:lnTo>
                  <a:pt x="2867025" y="3448050"/>
                </a:lnTo>
                <a:lnTo>
                  <a:pt x="2819400" y="3505200"/>
                </a:lnTo>
                <a:lnTo>
                  <a:pt x="2781300" y="3533775"/>
                </a:lnTo>
                <a:lnTo>
                  <a:pt x="2762250" y="3609975"/>
                </a:lnTo>
                <a:lnTo>
                  <a:pt x="2743200" y="3629025"/>
                </a:lnTo>
                <a:lnTo>
                  <a:pt x="2714625" y="3686175"/>
                </a:lnTo>
                <a:lnTo>
                  <a:pt x="2676525" y="3733800"/>
                </a:lnTo>
                <a:lnTo>
                  <a:pt x="2638425" y="3790950"/>
                </a:lnTo>
                <a:lnTo>
                  <a:pt x="2667000" y="3886200"/>
                </a:lnTo>
                <a:lnTo>
                  <a:pt x="2705100" y="3952875"/>
                </a:lnTo>
                <a:lnTo>
                  <a:pt x="2600325" y="3971925"/>
                </a:lnTo>
                <a:lnTo>
                  <a:pt x="2676525" y="3990975"/>
                </a:lnTo>
                <a:lnTo>
                  <a:pt x="2657475" y="4057650"/>
                </a:lnTo>
                <a:lnTo>
                  <a:pt x="2600325" y="3990975"/>
                </a:lnTo>
                <a:lnTo>
                  <a:pt x="2590800" y="4057650"/>
                </a:lnTo>
                <a:lnTo>
                  <a:pt x="2562225" y="4095750"/>
                </a:lnTo>
                <a:lnTo>
                  <a:pt x="2590800" y="4219575"/>
                </a:lnTo>
                <a:lnTo>
                  <a:pt x="2390775" y="4048125"/>
                </a:lnTo>
                <a:lnTo>
                  <a:pt x="2457450" y="4162425"/>
                </a:lnTo>
                <a:lnTo>
                  <a:pt x="2428875" y="4267200"/>
                </a:lnTo>
                <a:lnTo>
                  <a:pt x="2438400" y="4324350"/>
                </a:lnTo>
                <a:lnTo>
                  <a:pt x="2352675" y="4314825"/>
                </a:lnTo>
                <a:lnTo>
                  <a:pt x="2266950" y="4400550"/>
                </a:lnTo>
                <a:lnTo>
                  <a:pt x="2228850" y="4343400"/>
                </a:lnTo>
                <a:lnTo>
                  <a:pt x="2143125" y="4314825"/>
                </a:lnTo>
                <a:lnTo>
                  <a:pt x="2076450" y="4352925"/>
                </a:lnTo>
                <a:lnTo>
                  <a:pt x="2114550" y="4324350"/>
                </a:lnTo>
                <a:lnTo>
                  <a:pt x="2238375" y="4352925"/>
                </a:lnTo>
                <a:lnTo>
                  <a:pt x="2247900" y="4410075"/>
                </a:lnTo>
                <a:lnTo>
                  <a:pt x="2200275" y="4419600"/>
                </a:lnTo>
                <a:lnTo>
                  <a:pt x="2171700" y="4495800"/>
                </a:lnTo>
                <a:lnTo>
                  <a:pt x="2171700" y="4533900"/>
                </a:lnTo>
                <a:lnTo>
                  <a:pt x="2152650" y="4572000"/>
                </a:lnTo>
                <a:lnTo>
                  <a:pt x="2124075" y="4619625"/>
                </a:lnTo>
                <a:lnTo>
                  <a:pt x="2124075" y="4648200"/>
                </a:lnTo>
                <a:lnTo>
                  <a:pt x="2085975" y="4657725"/>
                </a:lnTo>
                <a:lnTo>
                  <a:pt x="2143125" y="4705350"/>
                </a:lnTo>
                <a:lnTo>
                  <a:pt x="2057400" y="4686300"/>
                </a:lnTo>
                <a:lnTo>
                  <a:pt x="2000250" y="4676775"/>
                </a:lnTo>
                <a:lnTo>
                  <a:pt x="2028825" y="470535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-2514600" y="4410075"/>
            <a:ext cx="3648075" cy="4724400"/>
          </a:xfrm>
          <a:custGeom>
            <a:avLst/>
            <a:gdLst/>
            <a:ahLst/>
            <a:cxnLst/>
            <a:rect l="l" t="t" r="r" b="b"/>
            <a:pathLst>
              <a:path w="3648075" h="4724400">
                <a:moveTo>
                  <a:pt x="2047875" y="4695825"/>
                </a:moveTo>
                <a:lnTo>
                  <a:pt x="2028825" y="4591050"/>
                </a:lnTo>
                <a:lnTo>
                  <a:pt x="2066925" y="4543425"/>
                </a:lnTo>
                <a:lnTo>
                  <a:pt x="2114550" y="4676775"/>
                </a:lnTo>
                <a:lnTo>
                  <a:pt x="1962150" y="4629150"/>
                </a:lnTo>
                <a:lnTo>
                  <a:pt x="1905000" y="4581525"/>
                </a:lnTo>
                <a:lnTo>
                  <a:pt x="1790700" y="4486275"/>
                </a:lnTo>
                <a:lnTo>
                  <a:pt x="1704975" y="4457700"/>
                </a:lnTo>
                <a:lnTo>
                  <a:pt x="1600200" y="4438650"/>
                </a:lnTo>
                <a:lnTo>
                  <a:pt x="1552575" y="4400550"/>
                </a:lnTo>
                <a:lnTo>
                  <a:pt x="1581150" y="4314825"/>
                </a:lnTo>
                <a:lnTo>
                  <a:pt x="1543050" y="4210050"/>
                </a:lnTo>
                <a:lnTo>
                  <a:pt x="1476375" y="4219575"/>
                </a:lnTo>
                <a:lnTo>
                  <a:pt x="1457325" y="4210050"/>
                </a:lnTo>
                <a:lnTo>
                  <a:pt x="1485900" y="4048125"/>
                </a:lnTo>
                <a:lnTo>
                  <a:pt x="1466850" y="4086225"/>
                </a:lnTo>
                <a:lnTo>
                  <a:pt x="1390650" y="3971925"/>
                </a:lnTo>
                <a:lnTo>
                  <a:pt x="1409700" y="4000500"/>
                </a:lnTo>
                <a:lnTo>
                  <a:pt x="1390650" y="3981450"/>
                </a:lnTo>
                <a:lnTo>
                  <a:pt x="1333500" y="3952875"/>
                </a:lnTo>
                <a:lnTo>
                  <a:pt x="1304925" y="3933825"/>
                </a:lnTo>
                <a:lnTo>
                  <a:pt x="1200150" y="3848100"/>
                </a:lnTo>
                <a:lnTo>
                  <a:pt x="1181100" y="3838575"/>
                </a:lnTo>
                <a:lnTo>
                  <a:pt x="1076325" y="3781425"/>
                </a:lnTo>
                <a:lnTo>
                  <a:pt x="990600" y="3771900"/>
                </a:lnTo>
                <a:lnTo>
                  <a:pt x="1047750" y="3714750"/>
                </a:lnTo>
                <a:lnTo>
                  <a:pt x="981075" y="3638550"/>
                </a:lnTo>
                <a:lnTo>
                  <a:pt x="895350" y="3619500"/>
                </a:lnTo>
                <a:lnTo>
                  <a:pt x="838200" y="3581400"/>
                </a:lnTo>
                <a:lnTo>
                  <a:pt x="790575" y="3533775"/>
                </a:lnTo>
                <a:lnTo>
                  <a:pt x="704850" y="3505200"/>
                </a:lnTo>
                <a:lnTo>
                  <a:pt x="714375" y="3457575"/>
                </a:lnTo>
                <a:lnTo>
                  <a:pt x="619125" y="3381375"/>
                </a:lnTo>
                <a:lnTo>
                  <a:pt x="428625" y="3486150"/>
                </a:lnTo>
                <a:lnTo>
                  <a:pt x="428625" y="3390900"/>
                </a:lnTo>
                <a:lnTo>
                  <a:pt x="361950" y="3362325"/>
                </a:lnTo>
                <a:lnTo>
                  <a:pt x="333375" y="3257550"/>
                </a:lnTo>
                <a:lnTo>
                  <a:pt x="371475" y="3095625"/>
                </a:lnTo>
                <a:lnTo>
                  <a:pt x="342900" y="3019425"/>
                </a:lnTo>
                <a:lnTo>
                  <a:pt x="381000" y="2952750"/>
                </a:lnTo>
                <a:lnTo>
                  <a:pt x="409575" y="2943225"/>
                </a:lnTo>
                <a:lnTo>
                  <a:pt x="428625" y="2886075"/>
                </a:lnTo>
                <a:lnTo>
                  <a:pt x="476250" y="2819400"/>
                </a:lnTo>
                <a:lnTo>
                  <a:pt x="428625" y="2819400"/>
                </a:lnTo>
                <a:lnTo>
                  <a:pt x="466725" y="2724150"/>
                </a:lnTo>
                <a:lnTo>
                  <a:pt x="590550" y="2790825"/>
                </a:lnTo>
                <a:lnTo>
                  <a:pt x="581025" y="2686050"/>
                </a:lnTo>
                <a:lnTo>
                  <a:pt x="571500" y="2571750"/>
                </a:lnTo>
                <a:lnTo>
                  <a:pt x="495300" y="2447925"/>
                </a:lnTo>
                <a:lnTo>
                  <a:pt x="514350" y="2514600"/>
                </a:lnTo>
                <a:lnTo>
                  <a:pt x="466725" y="2562225"/>
                </a:lnTo>
                <a:lnTo>
                  <a:pt x="533400" y="2428875"/>
                </a:lnTo>
                <a:lnTo>
                  <a:pt x="609600" y="2371725"/>
                </a:lnTo>
                <a:lnTo>
                  <a:pt x="476250" y="2352675"/>
                </a:lnTo>
                <a:lnTo>
                  <a:pt x="409575" y="2247900"/>
                </a:lnTo>
                <a:lnTo>
                  <a:pt x="409575" y="2247900"/>
                </a:lnTo>
                <a:lnTo>
                  <a:pt x="419100" y="2095500"/>
                </a:lnTo>
                <a:lnTo>
                  <a:pt x="323850" y="2152650"/>
                </a:lnTo>
                <a:lnTo>
                  <a:pt x="333375" y="2105025"/>
                </a:lnTo>
                <a:lnTo>
                  <a:pt x="285750" y="1990725"/>
                </a:lnTo>
                <a:lnTo>
                  <a:pt x="190500" y="1971675"/>
                </a:lnTo>
                <a:lnTo>
                  <a:pt x="180975" y="1952625"/>
                </a:lnTo>
                <a:lnTo>
                  <a:pt x="133350" y="1885950"/>
                </a:lnTo>
                <a:lnTo>
                  <a:pt x="66675" y="1847850"/>
                </a:lnTo>
                <a:lnTo>
                  <a:pt x="0" y="1866900"/>
                </a:lnTo>
                <a:lnTo>
                  <a:pt x="47625" y="1781175"/>
                </a:lnTo>
                <a:lnTo>
                  <a:pt x="47625" y="1743075"/>
                </a:lnTo>
                <a:lnTo>
                  <a:pt x="57150" y="1714500"/>
                </a:lnTo>
                <a:lnTo>
                  <a:pt x="114300" y="1657350"/>
                </a:lnTo>
                <a:lnTo>
                  <a:pt x="123825" y="1590675"/>
                </a:lnTo>
                <a:lnTo>
                  <a:pt x="200025" y="1590675"/>
                </a:lnTo>
                <a:lnTo>
                  <a:pt x="190500" y="1533525"/>
                </a:lnTo>
                <a:lnTo>
                  <a:pt x="219075" y="1524000"/>
                </a:lnTo>
                <a:lnTo>
                  <a:pt x="257175" y="1495425"/>
                </a:lnTo>
                <a:lnTo>
                  <a:pt x="295275" y="1438275"/>
                </a:lnTo>
                <a:lnTo>
                  <a:pt x="266700" y="1409700"/>
                </a:lnTo>
                <a:lnTo>
                  <a:pt x="323850" y="1371600"/>
                </a:lnTo>
                <a:lnTo>
                  <a:pt x="342900" y="1314450"/>
                </a:lnTo>
                <a:lnTo>
                  <a:pt x="381000" y="1276350"/>
                </a:lnTo>
                <a:lnTo>
                  <a:pt x="361950" y="1219200"/>
                </a:lnTo>
                <a:lnTo>
                  <a:pt x="428625" y="1219200"/>
                </a:lnTo>
                <a:lnTo>
                  <a:pt x="457200" y="1143000"/>
                </a:lnTo>
                <a:lnTo>
                  <a:pt x="438150" y="1114425"/>
                </a:lnTo>
                <a:lnTo>
                  <a:pt x="457200" y="1104900"/>
                </a:lnTo>
                <a:lnTo>
                  <a:pt x="504825" y="1057275"/>
                </a:lnTo>
                <a:lnTo>
                  <a:pt x="514350" y="1038225"/>
                </a:lnTo>
                <a:lnTo>
                  <a:pt x="495300" y="1000125"/>
                </a:lnTo>
                <a:lnTo>
                  <a:pt x="495300" y="981075"/>
                </a:lnTo>
                <a:lnTo>
                  <a:pt x="514350" y="933450"/>
                </a:lnTo>
                <a:lnTo>
                  <a:pt x="561975" y="904875"/>
                </a:lnTo>
                <a:lnTo>
                  <a:pt x="533400" y="857250"/>
                </a:lnTo>
                <a:lnTo>
                  <a:pt x="571500" y="771525"/>
                </a:lnTo>
                <a:lnTo>
                  <a:pt x="628650" y="781050"/>
                </a:lnTo>
                <a:lnTo>
                  <a:pt x="609600" y="733425"/>
                </a:lnTo>
                <a:lnTo>
                  <a:pt x="619125" y="704850"/>
                </a:lnTo>
                <a:lnTo>
                  <a:pt x="647700" y="628650"/>
                </a:lnTo>
                <a:lnTo>
                  <a:pt x="695325" y="600075"/>
                </a:lnTo>
                <a:lnTo>
                  <a:pt x="638175" y="657225"/>
                </a:lnTo>
                <a:lnTo>
                  <a:pt x="647700" y="885825"/>
                </a:lnTo>
                <a:lnTo>
                  <a:pt x="838200" y="876300"/>
                </a:lnTo>
                <a:lnTo>
                  <a:pt x="847725" y="714375"/>
                </a:lnTo>
                <a:lnTo>
                  <a:pt x="876300" y="762000"/>
                </a:lnTo>
                <a:lnTo>
                  <a:pt x="1000125" y="800100"/>
                </a:lnTo>
                <a:lnTo>
                  <a:pt x="1009650" y="676275"/>
                </a:lnTo>
                <a:lnTo>
                  <a:pt x="962025" y="685800"/>
                </a:lnTo>
                <a:lnTo>
                  <a:pt x="990600" y="609600"/>
                </a:lnTo>
                <a:lnTo>
                  <a:pt x="1066800" y="581025"/>
                </a:lnTo>
                <a:lnTo>
                  <a:pt x="1028700" y="609600"/>
                </a:lnTo>
                <a:lnTo>
                  <a:pt x="1009650" y="495300"/>
                </a:lnTo>
                <a:lnTo>
                  <a:pt x="1076325" y="495300"/>
                </a:lnTo>
                <a:lnTo>
                  <a:pt x="981075" y="485775"/>
                </a:lnTo>
                <a:lnTo>
                  <a:pt x="990600" y="409575"/>
                </a:lnTo>
                <a:lnTo>
                  <a:pt x="1047750" y="390525"/>
                </a:lnTo>
                <a:lnTo>
                  <a:pt x="1019175" y="352425"/>
                </a:lnTo>
                <a:lnTo>
                  <a:pt x="1152525" y="428625"/>
                </a:lnTo>
                <a:lnTo>
                  <a:pt x="1095375" y="466725"/>
                </a:lnTo>
                <a:lnTo>
                  <a:pt x="1181100" y="352425"/>
                </a:lnTo>
                <a:lnTo>
                  <a:pt x="1219200" y="304800"/>
                </a:lnTo>
                <a:lnTo>
                  <a:pt x="1266825" y="304800"/>
                </a:lnTo>
                <a:lnTo>
                  <a:pt x="1343025" y="238125"/>
                </a:lnTo>
                <a:lnTo>
                  <a:pt x="1409700" y="200025"/>
                </a:lnTo>
                <a:lnTo>
                  <a:pt x="1381125" y="123825"/>
                </a:lnTo>
                <a:lnTo>
                  <a:pt x="1457325" y="171450"/>
                </a:lnTo>
                <a:lnTo>
                  <a:pt x="1419225" y="123825"/>
                </a:lnTo>
                <a:lnTo>
                  <a:pt x="1438275" y="95250"/>
                </a:lnTo>
                <a:lnTo>
                  <a:pt x="1504950" y="95250"/>
                </a:lnTo>
                <a:lnTo>
                  <a:pt x="1562100" y="0"/>
                </a:lnTo>
                <a:lnTo>
                  <a:pt x="1657350" y="9525"/>
                </a:lnTo>
                <a:lnTo>
                  <a:pt x="1704975" y="0"/>
                </a:lnTo>
                <a:lnTo>
                  <a:pt x="1847850" y="66675"/>
                </a:lnTo>
                <a:lnTo>
                  <a:pt x="1876425" y="95250"/>
                </a:lnTo>
                <a:lnTo>
                  <a:pt x="1895475" y="133350"/>
                </a:lnTo>
                <a:lnTo>
                  <a:pt x="1914525" y="209550"/>
                </a:lnTo>
                <a:lnTo>
                  <a:pt x="2028825" y="228600"/>
                </a:lnTo>
                <a:lnTo>
                  <a:pt x="2085975" y="238125"/>
                </a:lnTo>
                <a:lnTo>
                  <a:pt x="2152650" y="257175"/>
                </a:lnTo>
                <a:lnTo>
                  <a:pt x="2171700" y="228600"/>
                </a:lnTo>
                <a:lnTo>
                  <a:pt x="2190750" y="152400"/>
                </a:lnTo>
                <a:lnTo>
                  <a:pt x="2286000" y="266700"/>
                </a:lnTo>
                <a:lnTo>
                  <a:pt x="2400300" y="247650"/>
                </a:lnTo>
                <a:lnTo>
                  <a:pt x="2409825" y="247650"/>
                </a:lnTo>
                <a:lnTo>
                  <a:pt x="2419350" y="266700"/>
                </a:lnTo>
                <a:lnTo>
                  <a:pt x="2505075" y="285750"/>
                </a:lnTo>
                <a:lnTo>
                  <a:pt x="2533650" y="361950"/>
                </a:lnTo>
                <a:lnTo>
                  <a:pt x="2581275" y="304800"/>
                </a:lnTo>
                <a:lnTo>
                  <a:pt x="2571750" y="352425"/>
                </a:lnTo>
                <a:lnTo>
                  <a:pt x="2686050" y="361950"/>
                </a:lnTo>
                <a:lnTo>
                  <a:pt x="2762250" y="409575"/>
                </a:lnTo>
                <a:lnTo>
                  <a:pt x="2838450" y="419100"/>
                </a:lnTo>
                <a:lnTo>
                  <a:pt x="2876550" y="476250"/>
                </a:lnTo>
                <a:lnTo>
                  <a:pt x="2971800" y="533400"/>
                </a:lnTo>
                <a:lnTo>
                  <a:pt x="3048000" y="542925"/>
                </a:lnTo>
                <a:lnTo>
                  <a:pt x="3086100" y="495300"/>
                </a:lnTo>
                <a:lnTo>
                  <a:pt x="3143250" y="514350"/>
                </a:lnTo>
                <a:lnTo>
                  <a:pt x="3228975" y="552450"/>
                </a:lnTo>
                <a:lnTo>
                  <a:pt x="3286125" y="523875"/>
                </a:lnTo>
                <a:lnTo>
                  <a:pt x="3352800" y="514350"/>
                </a:lnTo>
                <a:lnTo>
                  <a:pt x="3343275" y="552450"/>
                </a:lnTo>
                <a:lnTo>
                  <a:pt x="3438525" y="571500"/>
                </a:lnTo>
                <a:lnTo>
                  <a:pt x="3495675" y="590550"/>
                </a:lnTo>
                <a:lnTo>
                  <a:pt x="3486150" y="619125"/>
                </a:lnTo>
                <a:lnTo>
                  <a:pt x="3648075" y="809625"/>
                </a:lnTo>
                <a:lnTo>
                  <a:pt x="3581400" y="666750"/>
                </a:lnTo>
                <a:lnTo>
                  <a:pt x="3476625" y="847725"/>
                </a:lnTo>
                <a:lnTo>
                  <a:pt x="3524250" y="923925"/>
                </a:lnTo>
                <a:lnTo>
                  <a:pt x="3476625" y="838200"/>
                </a:lnTo>
                <a:lnTo>
                  <a:pt x="3467100" y="933450"/>
                </a:lnTo>
                <a:lnTo>
                  <a:pt x="3514725" y="962025"/>
                </a:lnTo>
                <a:lnTo>
                  <a:pt x="3514725" y="942975"/>
                </a:lnTo>
                <a:lnTo>
                  <a:pt x="3533775" y="866775"/>
                </a:lnTo>
                <a:lnTo>
                  <a:pt x="3619500" y="914400"/>
                </a:lnTo>
                <a:lnTo>
                  <a:pt x="3571875" y="1047750"/>
                </a:lnTo>
                <a:lnTo>
                  <a:pt x="3524250" y="1104900"/>
                </a:lnTo>
                <a:lnTo>
                  <a:pt x="3419475" y="1200150"/>
                </a:lnTo>
                <a:lnTo>
                  <a:pt x="3400425" y="1276350"/>
                </a:lnTo>
                <a:lnTo>
                  <a:pt x="3343275" y="1314450"/>
                </a:lnTo>
                <a:lnTo>
                  <a:pt x="3324225" y="1333500"/>
                </a:lnTo>
                <a:lnTo>
                  <a:pt x="3295650" y="1352550"/>
                </a:lnTo>
                <a:lnTo>
                  <a:pt x="3371850" y="1419225"/>
                </a:lnTo>
                <a:lnTo>
                  <a:pt x="3429000" y="1504950"/>
                </a:lnTo>
                <a:lnTo>
                  <a:pt x="3467100" y="1485900"/>
                </a:lnTo>
                <a:lnTo>
                  <a:pt x="3390900" y="1524000"/>
                </a:lnTo>
                <a:lnTo>
                  <a:pt x="3314700" y="1638300"/>
                </a:lnTo>
                <a:lnTo>
                  <a:pt x="3333750" y="1685925"/>
                </a:lnTo>
                <a:lnTo>
                  <a:pt x="3352800" y="1781175"/>
                </a:lnTo>
                <a:lnTo>
                  <a:pt x="3409950" y="1752600"/>
                </a:lnTo>
                <a:lnTo>
                  <a:pt x="3314700" y="1800225"/>
                </a:lnTo>
                <a:lnTo>
                  <a:pt x="3352800" y="1857375"/>
                </a:lnTo>
                <a:lnTo>
                  <a:pt x="3390900" y="1885950"/>
                </a:lnTo>
                <a:lnTo>
                  <a:pt x="3448050" y="1952625"/>
                </a:lnTo>
                <a:lnTo>
                  <a:pt x="3467100" y="2009775"/>
                </a:lnTo>
                <a:lnTo>
                  <a:pt x="3457575" y="2019300"/>
                </a:lnTo>
                <a:lnTo>
                  <a:pt x="3505200" y="2066925"/>
                </a:lnTo>
                <a:lnTo>
                  <a:pt x="3486150" y="2124075"/>
                </a:lnTo>
                <a:lnTo>
                  <a:pt x="3486150" y="2228850"/>
                </a:lnTo>
                <a:lnTo>
                  <a:pt x="3409950" y="2247900"/>
                </a:lnTo>
                <a:lnTo>
                  <a:pt x="3371850" y="2276475"/>
                </a:lnTo>
                <a:lnTo>
                  <a:pt x="3352800" y="2371725"/>
                </a:lnTo>
                <a:lnTo>
                  <a:pt x="3352800" y="2419350"/>
                </a:lnTo>
                <a:lnTo>
                  <a:pt x="3333750" y="2476500"/>
                </a:lnTo>
                <a:lnTo>
                  <a:pt x="3286125" y="2495550"/>
                </a:lnTo>
                <a:lnTo>
                  <a:pt x="3248025" y="2543175"/>
                </a:lnTo>
                <a:lnTo>
                  <a:pt x="3267075" y="2609850"/>
                </a:lnTo>
                <a:lnTo>
                  <a:pt x="3190875" y="2667000"/>
                </a:lnTo>
                <a:lnTo>
                  <a:pt x="3162300" y="2724150"/>
                </a:lnTo>
                <a:lnTo>
                  <a:pt x="3133725" y="2771775"/>
                </a:lnTo>
                <a:lnTo>
                  <a:pt x="3105150" y="2847975"/>
                </a:lnTo>
                <a:lnTo>
                  <a:pt x="3095625" y="2905125"/>
                </a:lnTo>
                <a:lnTo>
                  <a:pt x="3057525" y="2933700"/>
                </a:lnTo>
                <a:lnTo>
                  <a:pt x="3095625" y="3019425"/>
                </a:lnTo>
                <a:lnTo>
                  <a:pt x="3009900" y="3076575"/>
                </a:lnTo>
                <a:lnTo>
                  <a:pt x="3009900" y="3105150"/>
                </a:lnTo>
                <a:lnTo>
                  <a:pt x="2971800" y="3200400"/>
                </a:lnTo>
                <a:lnTo>
                  <a:pt x="2990850" y="3228975"/>
                </a:lnTo>
                <a:lnTo>
                  <a:pt x="2962275" y="3324225"/>
                </a:lnTo>
                <a:lnTo>
                  <a:pt x="2914650" y="3343275"/>
                </a:lnTo>
                <a:lnTo>
                  <a:pt x="2905125" y="3381375"/>
                </a:lnTo>
                <a:lnTo>
                  <a:pt x="2876550" y="3476625"/>
                </a:lnTo>
                <a:lnTo>
                  <a:pt x="2838450" y="3495675"/>
                </a:lnTo>
                <a:lnTo>
                  <a:pt x="2800350" y="3514725"/>
                </a:lnTo>
                <a:lnTo>
                  <a:pt x="2790825" y="3600450"/>
                </a:lnTo>
                <a:lnTo>
                  <a:pt x="2733675" y="3638550"/>
                </a:lnTo>
                <a:lnTo>
                  <a:pt x="2714625" y="3714750"/>
                </a:lnTo>
                <a:lnTo>
                  <a:pt x="2714625" y="3743325"/>
                </a:lnTo>
                <a:lnTo>
                  <a:pt x="2686050" y="3848100"/>
                </a:lnTo>
                <a:lnTo>
                  <a:pt x="2628900" y="4010025"/>
                </a:lnTo>
                <a:lnTo>
                  <a:pt x="2743200" y="3895725"/>
                </a:lnTo>
                <a:lnTo>
                  <a:pt x="2743200" y="4029075"/>
                </a:lnTo>
                <a:lnTo>
                  <a:pt x="2695575" y="4048125"/>
                </a:lnTo>
                <a:lnTo>
                  <a:pt x="2762250" y="4067175"/>
                </a:lnTo>
                <a:lnTo>
                  <a:pt x="2676525" y="4171950"/>
                </a:lnTo>
                <a:lnTo>
                  <a:pt x="2619375" y="4095750"/>
                </a:lnTo>
                <a:lnTo>
                  <a:pt x="2609850" y="4143375"/>
                </a:lnTo>
                <a:lnTo>
                  <a:pt x="2590800" y="4324350"/>
                </a:lnTo>
                <a:lnTo>
                  <a:pt x="2505075" y="4229100"/>
                </a:lnTo>
                <a:lnTo>
                  <a:pt x="2524125" y="4286250"/>
                </a:lnTo>
                <a:lnTo>
                  <a:pt x="2466975" y="4267200"/>
                </a:lnTo>
                <a:lnTo>
                  <a:pt x="2362200" y="4219575"/>
                </a:lnTo>
                <a:lnTo>
                  <a:pt x="2314575" y="4257675"/>
                </a:lnTo>
                <a:lnTo>
                  <a:pt x="2238375" y="4333875"/>
                </a:lnTo>
                <a:lnTo>
                  <a:pt x="2209800" y="4305300"/>
                </a:lnTo>
                <a:lnTo>
                  <a:pt x="2247900" y="4143375"/>
                </a:lnTo>
                <a:lnTo>
                  <a:pt x="2228850" y="4305300"/>
                </a:lnTo>
                <a:lnTo>
                  <a:pt x="2257425" y="4333875"/>
                </a:lnTo>
                <a:lnTo>
                  <a:pt x="2266950" y="4352925"/>
                </a:lnTo>
                <a:lnTo>
                  <a:pt x="2228850" y="4400550"/>
                </a:lnTo>
                <a:lnTo>
                  <a:pt x="2209800" y="4429125"/>
                </a:lnTo>
                <a:lnTo>
                  <a:pt x="2171700" y="4391025"/>
                </a:lnTo>
                <a:lnTo>
                  <a:pt x="2171700" y="4543425"/>
                </a:lnTo>
                <a:lnTo>
                  <a:pt x="2143125" y="4572000"/>
                </a:lnTo>
                <a:lnTo>
                  <a:pt x="2095500" y="4676775"/>
                </a:lnTo>
                <a:lnTo>
                  <a:pt x="2143125" y="4676775"/>
                </a:lnTo>
                <a:lnTo>
                  <a:pt x="2114550" y="4629150"/>
                </a:lnTo>
                <a:lnTo>
                  <a:pt x="2152650" y="4657725"/>
                </a:lnTo>
                <a:lnTo>
                  <a:pt x="2057400" y="4724400"/>
                </a:lnTo>
                <a:lnTo>
                  <a:pt x="2038350" y="4724400"/>
                </a:lnTo>
                <a:close/>
              </a:path>
            </a:pathLst>
          </a:custGeom>
          <a:solidFill>
            <a:srgbClr val="E86A5E">
              <a:alpha val="11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-1419225" y="5924550"/>
            <a:ext cx="1304925" cy="1676400"/>
          </a:xfrm>
          <a:custGeom>
            <a:avLst/>
            <a:gdLst/>
            <a:ahLst/>
            <a:cxnLst/>
            <a:rect l="l" t="t" r="r" b="b"/>
            <a:pathLst>
              <a:path w="1304925" h="1676400">
                <a:moveTo>
                  <a:pt x="704850" y="1647825"/>
                </a:moveTo>
                <a:lnTo>
                  <a:pt x="781050" y="1647825"/>
                </a:lnTo>
                <a:lnTo>
                  <a:pt x="733425" y="1676400"/>
                </a:lnTo>
                <a:lnTo>
                  <a:pt x="647700" y="1676400"/>
                </a:lnTo>
                <a:lnTo>
                  <a:pt x="695325" y="1619250"/>
                </a:lnTo>
                <a:lnTo>
                  <a:pt x="695325" y="1628775"/>
                </a:lnTo>
                <a:lnTo>
                  <a:pt x="647700" y="1619250"/>
                </a:lnTo>
                <a:lnTo>
                  <a:pt x="590550" y="1581150"/>
                </a:lnTo>
                <a:lnTo>
                  <a:pt x="552450" y="1581150"/>
                </a:lnTo>
                <a:lnTo>
                  <a:pt x="600075" y="1552575"/>
                </a:lnTo>
                <a:lnTo>
                  <a:pt x="609600" y="1562100"/>
                </a:lnTo>
                <a:lnTo>
                  <a:pt x="600075" y="1562100"/>
                </a:lnTo>
                <a:lnTo>
                  <a:pt x="542925" y="1495425"/>
                </a:lnTo>
                <a:lnTo>
                  <a:pt x="495300" y="1495425"/>
                </a:lnTo>
                <a:lnTo>
                  <a:pt x="495300" y="1466850"/>
                </a:lnTo>
                <a:lnTo>
                  <a:pt x="504825" y="1457325"/>
                </a:lnTo>
                <a:lnTo>
                  <a:pt x="485775" y="1409700"/>
                </a:lnTo>
                <a:lnTo>
                  <a:pt x="542925" y="1447800"/>
                </a:lnTo>
                <a:lnTo>
                  <a:pt x="476250" y="1352550"/>
                </a:lnTo>
                <a:lnTo>
                  <a:pt x="447675" y="1400175"/>
                </a:lnTo>
                <a:lnTo>
                  <a:pt x="447675" y="1400175"/>
                </a:lnTo>
                <a:lnTo>
                  <a:pt x="438150" y="1362075"/>
                </a:lnTo>
                <a:lnTo>
                  <a:pt x="428625" y="1390650"/>
                </a:lnTo>
                <a:lnTo>
                  <a:pt x="409575" y="1343025"/>
                </a:lnTo>
                <a:lnTo>
                  <a:pt x="352425" y="1343025"/>
                </a:lnTo>
                <a:lnTo>
                  <a:pt x="352425" y="1323975"/>
                </a:lnTo>
                <a:lnTo>
                  <a:pt x="342900" y="1266825"/>
                </a:lnTo>
                <a:lnTo>
                  <a:pt x="342900" y="1285875"/>
                </a:lnTo>
                <a:lnTo>
                  <a:pt x="295275" y="1276350"/>
                </a:lnTo>
                <a:lnTo>
                  <a:pt x="295275" y="1247775"/>
                </a:lnTo>
                <a:lnTo>
                  <a:pt x="257175" y="1219200"/>
                </a:lnTo>
                <a:lnTo>
                  <a:pt x="238125" y="1238250"/>
                </a:lnTo>
                <a:lnTo>
                  <a:pt x="209550" y="1190625"/>
                </a:lnTo>
                <a:lnTo>
                  <a:pt x="152400" y="1276350"/>
                </a:lnTo>
                <a:lnTo>
                  <a:pt x="161925" y="1219200"/>
                </a:lnTo>
                <a:lnTo>
                  <a:pt x="171450" y="1200150"/>
                </a:lnTo>
                <a:lnTo>
                  <a:pt x="123825" y="1133475"/>
                </a:lnTo>
                <a:lnTo>
                  <a:pt x="104775" y="1171575"/>
                </a:lnTo>
                <a:lnTo>
                  <a:pt x="180975" y="1133475"/>
                </a:lnTo>
                <a:lnTo>
                  <a:pt x="152400" y="1085850"/>
                </a:lnTo>
                <a:lnTo>
                  <a:pt x="171450" y="1076325"/>
                </a:lnTo>
                <a:lnTo>
                  <a:pt x="123825" y="1076325"/>
                </a:lnTo>
                <a:lnTo>
                  <a:pt x="171450" y="1000125"/>
                </a:lnTo>
                <a:lnTo>
                  <a:pt x="180975" y="981075"/>
                </a:lnTo>
                <a:lnTo>
                  <a:pt x="171450" y="981075"/>
                </a:lnTo>
                <a:lnTo>
                  <a:pt x="180975" y="942975"/>
                </a:lnTo>
                <a:lnTo>
                  <a:pt x="180975" y="914400"/>
                </a:lnTo>
                <a:lnTo>
                  <a:pt x="190500" y="895350"/>
                </a:lnTo>
                <a:lnTo>
                  <a:pt x="209550" y="895350"/>
                </a:lnTo>
                <a:lnTo>
                  <a:pt x="123825" y="838200"/>
                </a:lnTo>
                <a:lnTo>
                  <a:pt x="247650" y="790575"/>
                </a:lnTo>
                <a:lnTo>
                  <a:pt x="266700" y="828675"/>
                </a:lnTo>
                <a:lnTo>
                  <a:pt x="209550" y="838200"/>
                </a:lnTo>
                <a:lnTo>
                  <a:pt x="238125" y="800100"/>
                </a:lnTo>
                <a:lnTo>
                  <a:pt x="219075" y="790575"/>
                </a:lnTo>
                <a:lnTo>
                  <a:pt x="219075" y="733425"/>
                </a:lnTo>
                <a:lnTo>
                  <a:pt x="161925" y="742950"/>
                </a:lnTo>
                <a:lnTo>
                  <a:pt x="171450" y="752475"/>
                </a:lnTo>
                <a:lnTo>
                  <a:pt x="171450" y="733425"/>
                </a:lnTo>
                <a:lnTo>
                  <a:pt x="142875" y="695325"/>
                </a:lnTo>
                <a:lnTo>
                  <a:pt x="66675" y="704850"/>
                </a:lnTo>
                <a:lnTo>
                  <a:pt x="57150" y="638175"/>
                </a:lnTo>
                <a:lnTo>
                  <a:pt x="47625" y="714375"/>
                </a:lnTo>
                <a:lnTo>
                  <a:pt x="38100" y="704850"/>
                </a:lnTo>
                <a:lnTo>
                  <a:pt x="0" y="666750"/>
                </a:lnTo>
                <a:lnTo>
                  <a:pt x="38100" y="638175"/>
                </a:lnTo>
                <a:lnTo>
                  <a:pt x="47625" y="619125"/>
                </a:lnTo>
                <a:lnTo>
                  <a:pt x="57150" y="609600"/>
                </a:lnTo>
                <a:lnTo>
                  <a:pt x="66675" y="581025"/>
                </a:lnTo>
                <a:lnTo>
                  <a:pt x="38100" y="571500"/>
                </a:lnTo>
                <a:lnTo>
                  <a:pt x="57150" y="561975"/>
                </a:lnTo>
                <a:lnTo>
                  <a:pt x="85725" y="561975"/>
                </a:lnTo>
                <a:lnTo>
                  <a:pt x="95250" y="561975"/>
                </a:lnTo>
                <a:lnTo>
                  <a:pt x="85725" y="552450"/>
                </a:lnTo>
                <a:lnTo>
                  <a:pt x="104775" y="523875"/>
                </a:lnTo>
                <a:lnTo>
                  <a:pt x="123825" y="523875"/>
                </a:lnTo>
                <a:lnTo>
                  <a:pt x="114300" y="495300"/>
                </a:lnTo>
                <a:lnTo>
                  <a:pt x="133350" y="476250"/>
                </a:lnTo>
                <a:lnTo>
                  <a:pt x="142875" y="476250"/>
                </a:lnTo>
                <a:lnTo>
                  <a:pt x="161925" y="476250"/>
                </a:lnTo>
                <a:lnTo>
                  <a:pt x="152400" y="457200"/>
                </a:lnTo>
                <a:lnTo>
                  <a:pt x="152400" y="419100"/>
                </a:lnTo>
                <a:lnTo>
                  <a:pt x="142875" y="400050"/>
                </a:lnTo>
                <a:lnTo>
                  <a:pt x="161925" y="390525"/>
                </a:lnTo>
                <a:lnTo>
                  <a:pt x="152400" y="381000"/>
                </a:lnTo>
                <a:lnTo>
                  <a:pt x="171450" y="371475"/>
                </a:lnTo>
                <a:lnTo>
                  <a:pt x="200025" y="381000"/>
                </a:lnTo>
                <a:lnTo>
                  <a:pt x="209550" y="361950"/>
                </a:lnTo>
                <a:lnTo>
                  <a:pt x="190500" y="342900"/>
                </a:lnTo>
                <a:lnTo>
                  <a:pt x="180975" y="342900"/>
                </a:lnTo>
                <a:lnTo>
                  <a:pt x="209550" y="333375"/>
                </a:lnTo>
                <a:lnTo>
                  <a:pt x="219075" y="295275"/>
                </a:lnTo>
                <a:lnTo>
                  <a:pt x="200025" y="276225"/>
                </a:lnTo>
                <a:lnTo>
                  <a:pt x="219075" y="285750"/>
                </a:lnTo>
                <a:lnTo>
                  <a:pt x="228600" y="285750"/>
                </a:lnTo>
                <a:lnTo>
                  <a:pt x="228600" y="247650"/>
                </a:lnTo>
                <a:lnTo>
                  <a:pt x="238125" y="247650"/>
                </a:lnTo>
                <a:lnTo>
                  <a:pt x="161925" y="276225"/>
                </a:lnTo>
                <a:lnTo>
                  <a:pt x="276225" y="295275"/>
                </a:lnTo>
                <a:lnTo>
                  <a:pt x="257175" y="266700"/>
                </a:lnTo>
                <a:lnTo>
                  <a:pt x="285750" y="285750"/>
                </a:lnTo>
                <a:lnTo>
                  <a:pt x="342900" y="276225"/>
                </a:lnTo>
                <a:lnTo>
                  <a:pt x="381000" y="219075"/>
                </a:lnTo>
                <a:lnTo>
                  <a:pt x="371475" y="285750"/>
                </a:lnTo>
                <a:lnTo>
                  <a:pt x="342900" y="247650"/>
                </a:lnTo>
                <a:lnTo>
                  <a:pt x="361950" y="228600"/>
                </a:lnTo>
                <a:lnTo>
                  <a:pt x="361950" y="209550"/>
                </a:lnTo>
                <a:lnTo>
                  <a:pt x="342900" y="200025"/>
                </a:lnTo>
                <a:lnTo>
                  <a:pt x="371475" y="190500"/>
                </a:lnTo>
                <a:lnTo>
                  <a:pt x="342900" y="228600"/>
                </a:lnTo>
                <a:lnTo>
                  <a:pt x="400050" y="180975"/>
                </a:lnTo>
                <a:lnTo>
                  <a:pt x="361950" y="142875"/>
                </a:lnTo>
                <a:lnTo>
                  <a:pt x="342900" y="171450"/>
                </a:lnTo>
                <a:lnTo>
                  <a:pt x="409575" y="180975"/>
                </a:lnTo>
                <a:lnTo>
                  <a:pt x="400050" y="161925"/>
                </a:lnTo>
                <a:lnTo>
                  <a:pt x="457200" y="133350"/>
                </a:lnTo>
                <a:lnTo>
                  <a:pt x="419100" y="152400"/>
                </a:lnTo>
                <a:lnTo>
                  <a:pt x="428625" y="114300"/>
                </a:lnTo>
                <a:lnTo>
                  <a:pt x="428625" y="104775"/>
                </a:lnTo>
                <a:lnTo>
                  <a:pt x="457200" y="114300"/>
                </a:lnTo>
                <a:lnTo>
                  <a:pt x="504825" y="95250"/>
                </a:lnTo>
                <a:lnTo>
                  <a:pt x="495300" y="47625"/>
                </a:lnTo>
                <a:lnTo>
                  <a:pt x="514350" y="57150"/>
                </a:lnTo>
                <a:lnTo>
                  <a:pt x="542925" y="66675"/>
                </a:lnTo>
                <a:lnTo>
                  <a:pt x="504825" y="85725"/>
                </a:lnTo>
                <a:lnTo>
                  <a:pt x="552450" y="76200"/>
                </a:lnTo>
                <a:lnTo>
                  <a:pt x="561975" y="28575"/>
                </a:lnTo>
                <a:lnTo>
                  <a:pt x="590550" y="19050"/>
                </a:lnTo>
                <a:lnTo>
                  <a:pt x="590550" y="38100"/>
                </a:lnTo>
                <a:lnTo>
                  <a:pt x="609600" y="28575"/>
                </a:lnTo>
                <a:lnTo>
                  <a:pt x="619125" y="19050"/>
                </a:lnTo>
                <a:lnTo>
                  <a:pt x="638175" y="0"/>
                </a:lnTo>
                <a:lnTo>
                  <a:pt x="676275" y="85725"/>
                </a:lnTo>
                <a:lnTo>
                  <a:pt x="733425" y="76200"/>
                </a:lnTo>
                <a:lnTo>
                  <a:pt x="704850" y="133350"/>
                </a:lnTo>
                <a:lnTo>
                  <a:pt x="762000" y="123825"/>
                </a:lnTo>
                <a:lnTo>
                  <a:pt x="762000" y="104775"/>
                </a:lnTo>
                <a:lnTo>
                  <a:pt x="781050" y="123825"/>
                </a:lnTo>
                <a:lnTo>
                  <a:pt x="781050" y="85725"/>
                </a:lnTo>
                <a:lnTo>
                  <a:pt x="819150" y="104775"/>
                </a:lnTo>
                <a:lnTo>
                  <a:pt x="847725" y="104775"/>
                </a:lnTo>
                <a:lnTo>
                  <a:pt x="847725" y="123825"/>
                </a:lnTo>
                <a:lnTo>
                  <a:pt x="876300" y="133350"/>
                </a:lnTo>
                <a:lnTo>
                  <a:pt x="876300" y="123825"/>
                </a:lnTo>
                <a:lnTo>
                  <a:pt x="895350" y="152400"/>
                </a:lnTo>
                <a:lnTo>
                  <a:pt x="923925" y="161925"/>
                </a:lnTo>
                <a:lnTo>
                  <a:pt x="904875" y="123825"/>
                </a:lnTo>
                <a:lnTo>
                  <a:pt x="971550" y="133350"/>
                </a:lnTo>
                <a:lnTo>
                  <a:pt x="990600" y="152400"/>
                </a:lnTo>
                <a:lnTo>
                  <a:pt x="1019175" y="161925"/>
                </a:lnTo>
                <a:lnTo>
                  <a:pt x="1009650" y="190500"/>
                </a:lnTo>
                <a:lnTo>
                  <a:pt x="1038225" y="180975"/>
                </a:lnTo>
                <a:lnTo>
                  <a:pt x="1085850" y="209550"/>
                </a:lnTo>
                <a:lnTo>
                  <a:pt x="1114425" y="200025"/>
                </a:lnTo>
                <a:lnTo>
                  <a:pt x="1123950" y="180975"/>
                </a:lnTo>
                <a:lnTo>
                  <a:pt x="1162050" y="209550"/>
                </a:lnTo>
                <a:lnTo>
                  <a:pt x="1171575" y="219075"/>
                </a:lnTo>
                <a:lnTo>
                  <a:pt x="1171575" y="209550"/>
                </a:lnTo>
                <a:lnTo>
                  <a:pt x="1181100" y="238125"/>
                </a:lnTo>
                <a:lnTo>
                  <a:pt x="1200150" y="257175"/>
                </a:lnTo>
                <a:lnTo>
                  <a:pt x="1209675" y="247650"/>
                </a:lnTo>
                <a:lnTo>
                  <a:pt x="1295400" y="304800"/>
                </a:lnTo>
                <a:lnTo>
                  <a:pt x="1304925" y="381000"/>
                </a:lnTo>
                <a:lnTo>
                  <a:pt x="1257300" y="333375"/>
                </a:lnTo>
                <a:lnTo>
                  <a:pt x="1219200" y="342900"/>
                </a:lnTo>
                <a:lnTo>
                  <a:pt x="1276350" y="371475"/>
                </a:lnTo>
                <a:lnTo>
                  <a:pt x="1228725" y="381000"/>
                </a:lnTo>
                <a:lnTo>
                  <a:pt x="1200150" y="352425"/>
                </a:lnTo>
                <a:lnTo>
                  <a:pt x="1219200" y="352425"/>
                </a:lnTo>
                <a:lnTo>
                  <a:pt x="1304925" y="400050"/>
                </a:lnTo>
                <a:lnTo>
                  <a:pt x="1190625" y="466725"/>
                </a:lnTo>
                <a:lnTo>
                  <a:pt x="1238250" y="400050"/>
                </a:lnTo>
                <a:lnTo>
                  <a:pt x="1200150" y="409575"/>
                </a:lnTo>
                <a:lnTo>
                  <a:pt x="1162050" y="428625"/>
                </a:lnTo>
                <a:lnTo>
                  <a:pt x="1190625" y="428625"/>
                </a:lnTo>
                <a:lnTo>
                  <a:pt x="1181100" y="476250"/>
                </a:lnTo>
                <a:lnTo>
                  <a:pt x="1152525" y="485775"/>
                </a:lnTo>
                <a:lnTo>
                  <a:pt x="1219200" y="514350"/>
                </a:lnTo>
                <a:lnTo>
                  <a:pt x="1257300" y="533400"/>
                </a:lnTo>
                <a:lnTo>
                  <a:pt x="1209675" y="523875"/>
                </a:lnTo>
                <a:lnTo>
                  <a:pt x="1181100" y="542925"/>
                </a:lnTo>
                <a:lnTo>
                  <a:pt x="1228725" y="514350"/>
                </a:lnTo>
                <a:lnTo>
                  <a:pt x="1219200" y="571500"/>
                </a:lnTo>
                <a:lnTo>
                  <a:pt x="1152525" y="561975"/>
                </a:lnTo>
                <a:lnTo>
                  <a:pt x="1162050" y="666750"/>
                </a:lnTo>
                <a:lnTo>
                  <a:pt x="1209675" y="638175"/>
                </a:lnTo>
                <a:lnTo>
                  <a:pt x="1181100" y="647700"/>
                </a:lnTo>
                <a:lnTo>
                  <a:pt x="1190625" y="685800"/>
                </a:lnTo>
                <a:lnTo>
                  <a:pt x="1200150" y="695325"/>
                </a:lnTo>
                <a:lnTo>
                  <a:pt x="1209675" y="733425"/>
                </a:lnTo>
                <a:lnTo>
                  <a:pt x="1200150" y="733425"/>
                </a:lnTo>
                <a:lnTo>
                  <a:pt x="1219200" y="723900"/>
                </a:lnTo>
                <a:lnTo>
                  <a:pt x="1209675" y="733425"/>
                </a:lnTo>
                <a:lnTo>
                  <a:pt x="1219200" y="762000"/>
                </a:lnTo>
                <a:lnTo>
                  <a:pt x="1181100" y="790575"/>
                </a:lnTo>
                <a:lnTo>
                  <a:pt x="1200150" y="828675"/>
                </a:lnTo>
                <a:lnTo>
                  <a:pt x="1171575" y="828675"/>
                </a:lnTo>
                <a:lnTo>
                  <a:pt x="1152525" y="828675"/>
                </a:lnTo>
                <a:lnTo>
                  <a:pt x="1171575" y="866775"/>
                </a:lnTo>
                <a:lnTo>
                  <a:pt x="1143000" y="895350"/>
                </a:lnTo>
                <a:lnTo>
                  <a:pt x="1162050" y="885825"/>
                </a:lnTo>
                <a:lnTo>
                  <a:pt x="1133475" y="933450"/>
                </a:lnTo>
                <a:lnTo>
                  <a:pt x="1123950" y="933450"/>
                </a:lnTo>
                <a:lnTo>
                  <a:pt x="1114425" y="942975"/>
                </a:lnTo>
                <a:lnTo>
                  <a:pt x="1104900" y="971550"/>
                </a:lnTo>
                <a:lnTo>
                  <a:pt x="1104900" y="990600"/>
                </a:lnTo>
                <a:lnTo>
                  <a:pt x="1076325" y="1019175"/>
                </a:lnTo>
                <a:lnTo>
                  <a:pt x="1095375" y="1028700"/>
                </a:lnTo>
                <a:lnTo>
                  <a:pt x="1095375" y="1028700"/>
                </a:lnTo>
                <a:lnTo>
                  <a:pt x="1076325" y="1076325"/>
                </a:lnTo>
                <a:lnTo>
                  <a:pt x="1057275" y="1104900"/>
                </a:lnTo>
                <a:lnTo>
                  <a:pt x="1057275" y="1095375"/>
                </a:lnTo>
                <a:lnTo>
                  <a:pt x="1028700" y="1143000"/>
                </a:lnTo>
                <a:lnTo>
                  <a:pt x="1047750" y="1162050"/>
                </a:lnTo>
                <a:lnTo>
                  <a:pt x="1057275" y="1181100"/>
                </a:lnTo>
                <a:lnTo>
                  <a:pt x="1028700" y="1209675"/>
                </a:lnTo>
                <a:lnTo>
                  <a:pt x="1000125" y="1209675"/>
                </a:lnTo>
                <a:lnTo>
                  <a:pt x="981075" y="1238250"/>
                </a:lnTo>
                <a:lnTo>
                  <a:pt x="1000125" y="1238250"/>
                </a:lnTo>
                <a:lnTo>
                  <a:pt x="981075" y="1257300"/>
                </a:lnTo>
                <a:lnTo>
                  <a:pt x="971550" y="1276350"/>
                </a:lnTo>
                <a:lnTo>
                  <a:pt x="971550" y="1295400"/>
                </a:lnTo>
                <a:lnTo>
                  <a:pt x="952500" y="1304925"/>
                </a:lnTo>
                <a:lnTo>
                  <a:pt x="923925" y="1323975"/>
                </a:lnTo>
                <a:lnTo>
                  <a:pt x="923925" y="1362075"/>
                </a:lnTo>
                <a:lnTo>
                  <a:pt x="962025" y="1304925"/>
                </a:lnTo>
                <a:lnTo>
                  <a:pt x="847725" y="1371600"/>
                </a:lnTo>
                <a:lnTo>
                  <a:pt x="838200" y="1447800"/>
                </a:lnTo>
                <a:lnTo>
                  <a:pt x="923925" y="1419225"/>
                </a:lnTo>
                <a:lnTo>
                  <a:pt x="876300" y="1495425"/>
                </a:lnTo>
                <a:lnTo>
                  <a:pt x="904875" y="1485900"/>
                </a:lnTo>
                <a:lnTo>
                  <a:pt x="857250" y="1562100"/>
                </a:lnTo>
                <a:lnTo>
                  <a:pt x="914400" y="1485900"/>
                </a:lnTo>
                <a:lnTo>
                  <a:pt x="895350" y="1485900"/>
                </a:lnTo>
                <a:lnTo>
                  <a:pt x="885825" y="1428750"/>
                </a:lnTo>
                <a:lnTo>
                  <a:pt x="895350" y="1438275"/>
                </a:lnTo>
                <a:lnTo>
                  <a:pt x="838200" y="1514475"/>
                </a:lnTo>
                <a:lnTo>
                  <a:pt x="809625" y="1504950"/>
                </a:lnTo>
                <a:lnTo>
                  <a:pt x="800100" y="1485900"/>
                </a:lnTo>
                <a:lnTo>
                  <a:pt x="800100" y="1524000"/>
                </a:lnTo>
                <a:lnTo>
                  <a:pt x="762000" y="1514475"/>
                </a:lnTo>
                <a:lnTo>
                  <a:pt x="809625" y="1504950"/>
                </a:lnTo>
                <a:lnTo>
                  <a:pt x="771525" y="1514475"/>
                </a:lnTo>
                <a:lnTo>
                  <a:pt x="781050" y="1543050"/>
                </a:lnTo>
                <a:lnTo>
                  <a:pt x="809625" y="1571625"/>
                </a:lnTo>
                <a:lnTo>
                  <a:pt x="762000" y="1562100"/>
                </a:lnTo>
                <a:lnTo>
                  <a:pt x="742950" y="1581150"/>
                </a:lnTo>
                <a:lnTo>
                  <a:pt x="762000" y="1600200"/>
                </a:lnTo>
                <a:lnTo>
                  <a:pt x="742950" y="1609725"/>
                </a:lnTo>
                <a:lnTo>
                  <a:pt x="762000" y="1619250"/>
                </a:lnTo>
                <a:lnTo>
                  <a:pt x="771525" y="1657350"/>
                </a:lnTo>
                <a:lnTo>
                  <a:pt x="781050" y="1647825"/>
                </a:lnTo>
                <a:lnTo>
                  <a:pt x="742950" y="1638300"/>
                </a:lnTo>
                <a:lnTo>
                  <a:pt x="762000" y="1638300"/>
                </a:lnTo>
                <a:lnTo>
                  <a:pt x="762000" y="1657350"/>
                </a:lnTo>
                <a:lnTo>
                  <a:pt x="733425" y="1657350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-1457325" y="5172075"/>
            <a:ext cx="1809750" cy="2381250"/>
          </a:xfrm>
          <a:custGeom>
            <a:avLst/>
            <a:gdLst/>
            <a:ahLst/>
            <a:cxnLst/>
            <a:rect l="l" t="t" r="r" b="b"/>
            <a:pathLst>
              <a:path w="1809750" h="2381250">
                <a:moveTo>
                  <a:pt x="971550" y="2314575"/>
                </a:moveTo>
                <a:lnTo>
                  <a:pt x="885825" y="2381250"/>
                </a:lnTo>
                <a:lnTo>
                  <a:pt x="914400" y="2238375"/>
                </a:lnTo>
                <a:lnTo>
                  <a:pt x="942975" y="2209800"/>
                </a:lnTo>
                <a:lnTo>
                  <a:pt x="962025" y="2286000"/>
                </a:lnTo>
                <a:lnTo>
                  <a:pt x="933450" y="2171700"/>
                </a:lnTo>
                <a:lnTo>
                  <a:pt x="838200" y="2133600"/>
                </a:lnTo>
                <a:lnTo>
                  <a:pt x="790575" y="2200275"/>
                </a:lnTo>
                <a:lnTo>
                  <a:pt x="771525" y="2162175"/>
                </a:lnTo>
                <a:lnTo>
                  <a:pt x="742950" y="2143125"/>
                </a:lnTo>
                <a:lnTo>
                  <a:pt x="714375" y="2162175"/>
                </a:lnTo>
                <a:lnTo>
                  <a:pt x="723900" y="2085975"/>
                </a:lnTo>
                <a:lnTo>
                  <a:pt x="714375" y="2057400"/>
                </a:lnTo>
                <a:lnTo>
                  <a:pt x="685800" y="2057400"/>
                </a:lnTo>
                <a:lnTo>
                  <a:pt x="657225" y="2038350"/>
                </a:lnTo>
                <a:lnTo>
                  <a:pt x="666750" y="2009775"/>
                </a:lnTo>
                <a:lnTo>
                  <a:pt x="685800" y="1952625"/>
                </a:lnTo>
                <a:lnTo>
                  <a:pt x="704850" y="1981200"/>
                </a:lnTo>
                <a:lnTo>
                  <a:pt x="666750" y="2009775"/>
                </a:lnTo>
                <a:lnTo>
                  <a:pt x="647700" y="1981200"/>
                </a:lnTo>
                <a:lnTo>
                  <a:pt x="647700" y="1962150"/>
                </a:lnTo>
                <a:lnTo>
                  <a:pt x="581025" y="1905000"/>
                </a:lnTo>
                <a:lnTo>
                  <a:pt x="571500" y="1924050"/>
                </a:lnTo>
                <a:lnTo>
                  <a:pt x="542925" y="1924050"/>
                </a:lnTo>
                <a:lnTo>
                  <a:pt x="485775" y="1857375"/>
                </a:lnTo>
                <a:lnTo>
                  <a:pt x="495300" y="1876425"/>
                </a:lnTo>
                <a:lnTo>
                  <a:pt x="457200" y="1781175"/>
                </a:lnTo>
                <a:lnTo>
                  <a:pt x="400050" y="1743075"/>
                </a:lnTo>
                <a:lnTo>
                  <a:pt x="409575" y="1781175"/>
                </a:lnTo>
                <a:lnTo>
                  <a:pt x="371475" y="1752600"/>
                </a:lnTo>
                <a:lnTo>
                  <a:pt x="333375" y="1695450"/>
                </a:lnTo>
                <a:lnTo>
                  <a:pt x="314325" y="1695450"/>
                </a:lnTo>
                <a:lnTo>
                  <a:pt x="285750" y="1657350"/>
                </a:lnTo>
                <a:lnTo>
                  <a:pt x="238125" y="1600200"/>
                </a:lnTo>
                <a:lnTo>
                  <a:pt x="257175" y="1562100"/>
                </a:lnTo>
                <a:lnTo>
                  <a:pt x="247650" y="1514475"/>
                </a:lnTo>
                <a:lnTo>
                  <a:pt x="123825" y="1590675"/>
                </a:lnTo>
                <a:lnTo>
                  <a:pt x="190500" y="1581150"/>
                </a:lnTo>
                <a:lnTo>
                  <a:pt x="200025" y="1562100"/>
                </a:lnTo>
                <a:lnTo>
                  <a:pt x="238125" y="1495425"/>
                </a:lnTo>
                <a:lnTo>
                  <a:pt x="209550" y="1447800"/>
                </a:lnTo>
                <a:lnTo>
                  <a:pt x="247650" y="1314450"/>
                </a:lnTo>
                <a:lnTo>
                  <a:pt x="200025" y="1304925"/>
                </a:lnTo>
                <a:lnTo>
                  <a:pt x="200025" y="1304925"/>
                </a:lnTo>
                <a:lnTo>
                  <a:pt x="228600" y="1352550"/>
                </a:lnTo>
                <a:lnTo>
                  <a:pt x="238125" y="1381125"/>
                </a:lnTo>
                <a:lnTo>
                  <a:pt x="219075" y="1247775"/>
                </a:lnTo>
                <a:lnTo>
                  <a:pt x="238125" y="1247775"/>
                </a:lnTo>
                <a:lnTo>
                  <a:pt x="247650" y="1209675"/>
                </a:lnTo>
                <a:lnTo>
                  <a:pt x="295275" y="1209675"/>
                </a:lnTo>
                <a:lnTo>
                  <a:pt x="381000" y="1190625"/>
                </a:lnTo>
                <a:lnTo>
                  <a:pt x="314325" y="1143000"/>
                </a:lnTo>
                <a:lnTo>
                  <a:pt x="285750" y="1171575"/>
                </a:lnTo>
                <a:lnTo>
                  <a:pt x="257175" y="1152525"/>
                </a:lnTo>
                <a:lnTo>
                  <a:pt x="266700" y="1104900"/>
                </a:lnTo>
                <a:lnTo>
                  <a:pt x="228600" y="1038225"/>
                </a:lnTo>
                <a:lnTo>
                  <a:pt x="209550" y="1028700"/>
                </a:lnTo>
                <a:lnTo>
                  <a:pt x="104775" y="1038225"/>
                </a:lnTo>
                <a:lnTo>
                  <a:pt x="114300" y="981075"/>
                </a:lnTo>
                <a:lnTo>
                  <a:pt x="142875" y="981075"/>
                </a:lnTo>
                <a:lnTo>
                  <a:pt x="85725" y="971550"/>
                </a:lnTo>
                <a:lnTo>
                  <a:pt x="66675" y="942975"/>
                </a:lnTo>
                <a:lnTo>
                  <a:pt x="85725" y="952500"/>
                </a:lnTo>
                <a:lnTo>
                  <a:pt x="57150" y="895350"/>
                </a:lnTo>
                <a:lnTo>
                  <a:pt x="19050" y="914400"/>
                </a:lnTo>
                <a:lnTo>
                  <a:pt x="0" y="914400"/>
                </a:lnTo>
                <a:lnTo>
                  <a:pt x="19050" y="838200"/>
                </a:lnTo>
                <a:lnTo>
                  <a:pt x="19050" y="828675"/>
                </a:lnTo>
                <a:lnTo>
                  <a:pt x="47625" y="819150"/>
                </a:lnTo>
                <a:lnTo>
                  <a:pt x="66675" y="828675"/>
                </a:lnTo>
                <a:lnTo>
                  <a:pt x="85725" y="781050"/>
                </a:lnTo>
                <a:lnTo>
                  <a:pt x="66675" y="762000"/>
                </a:lnTo>
                <a:lnTo>
                  <a:pt x="104775" y="733425"/>
                </a:lnTo>
                <a:lnTo>
                  <a:pt x="133350" y="723900"/>
                </a:lnTo>
                <a:lnTo>
                  <a:pt x="123825" y="733425"/>
                </a:lnTo>
                <a:lnTo>
                  <a:pt x="142875" y="676275"/>
                </a:lnTo>
                <a:lnTo>
                  <a:pt x="123825" y="666750"/>
                </a:lnTo>
                <a:lnTo>
                  <a:pt x="152400" y="676275"/>
                </a:lnTo>
                <a:lnTo>
                  <a:pt x="171450" y="647700"/>
                </a:lnTo>
                <a:lnTo>
                  <a:pt x="161925" y="628650"/>
                </a:lnTo>
                <a:lnTo>
                  <a:pt x="190500" y="590550"/>
                </a:lnTo>
                <a:lnTo>
                  <a:pt x="190500" y="581025"/>
                </a:lnTo>
                <a:lnTo>
                  <a:pt x="219075" y="533400"/>
                </a:lnTo>
                <a:lnTo>
                  <a:pt x="238125" y="561975"/>
                </a:lnTo>
                <a:lnTo>
                  <a:pt x="219075" y="533400"/>
                </a:lnTo>
                <a:lnTo>
                  <a:pt x="238125" y="514350"/>
                </a:lnTo>
                <a:lnTo>
                  <a:pt x="247650" y="457200"/>
                </a:lnTo>
                <a:lnTo>
                  <a:pt x="257175" y="438150"/>
                </a:lnTo>
                <a:lnTo>
                  <a:pt x="238125" y="447675"/>
                </a:lnTo>
                <a:lnTo>
                  <a:pt x="276225" y="419100"/>
                </a:lnTo>
                <a:lnTo>
                  <a:pt x="285750" y="419100"/>
                </a:lnTo>
                <a:lnTo>
                  <a:pt x="276225" y="400050"/>
                </a:lnTo>
                <a:lnTo>
                  <a:pt x="266700" y="390525"/>
                </a:lnTo>
                <a:lnTo>
                  <a:pt x="285750" y="371475"/>
                </a:lnTo>
                <a:lnTo>
                  <a:pt x="314325" y="333375"/>
                </a:lnTo>
                <a:lnTo>
                  <a:pt x="314325" y="333375"/>
                </a:lnTo>
                <a:lnTo>
                  <a:pt x="323850" y="314325"/>
                </a:lnTo>
                <a:lnTo>
                  <a:pt x="419100" y="171450"/>
                </a:lnTo>
                <a:lnTo>
                  <a:pt x="323850" y="190500"/>
                </a:lnTo>
                <a:lnTo>
                  <a:pt x="390525" y="209550"/>
                </a:lnTo>
                <a:lnTo>
                  <a:pt x="419100" y="381000"/>
                </a:lnTo>
                <a:lnTo>
                  <a:pt x="457200" y="304800"/>
                </a:lnTo>
                <a:lnTo>
                  <a:pt x="361950" y="276225"/>
                </a:lnTo>
                <a:lnTo>
                  <a:pt x="428625" y="304800"/>
                </a:lnTo>
                <a:lnTo>
                  <a:pt x="466725" y="342900"/>
                </a:lnTo>
                <a:lnTo>
                  <a:pt x="533400" y="323850"/>
                </a:lnTo>
                <a:lnTo>
                  <a:pt x="466725" y="314325"/>
                </a:lnTo>
                <a:lnTo>
                  <a:pt x="495300" y="266700"/>
                </a:lnTo>
                <a:lnTo>
                  <a:pt x="504825" y="266700"/>
                </a:lnTo>
                <a:lnTo>
                  <a:pt x="438150" y="247650"/>
                </a:lnTo>
                <a:lnTo>
                  <a:pt x="466725" y="228600"/>
                </a:lnTo>
                <a:lnTo>
                  <a:pt x="485775" y="228600"/>
                </a:lnTo>
                <a:lnTo>
                  <a:pt x="495300" y="200025"/>
                </a:lnTo>
                <a:lnTo>
                  <a:pt x="504825" y="104775"/>
                </a:lnTo>
                <a:lnTo>
                  <a:pt x="495300" y="190500"/>
                </a:lnTo>
                <a:lnTo>
                  <a:pt x="590550" y="209550"/>
                </a:lnTo>
                <a:lnTo>
                  <a:pt x="581025" y="171450"/>
                </a:lnTo>
                <a:lnTo>
                  <a:pt x="609600" y="133350"/>
                </a:lnTo>
                <a:lnTo>
                  <a:pt x="638175" y="123825"/>
                </a:lnTo>
                <a:lnTo>
                  <a:pt x="647700" y="104775"/>
                </a:lnTo>
                <a:lnTo>
                  <a:pt x="676275" y="85725"/>
                </a:lnTo>
                <a:lnTo>
                  <a:pt x="638175" y="76200"/>
                </a:lnTo>
                <a:lnTo>
                  <a:pt x="609600" y="85725"/>
                </a:lnTo>
                <a:lnTo>
                  <a:pt x="685800" y="85725"/>
                </a:lnTo>
                <a:lnTo>
                  <a:pt x="685800" y="76200"/>
                </a:lnTo>
                <a:lnTo>
                  <a:pt x="723900" y="28575"/>
                </a:lnTo>
                <a:lnTo>
                  <a:pt x="781050" y="57150"/>
                </a:lnTo>
                <a:lnTo>
                  <a:pt x="828675" y="9525"/>
                </a:lnTo>
                <a:lnTo>
                  <a:pt x="809625" y="0"/>
                </a:lnTo>
                <a:lnTo>
                  <a:pt x="885825" y="0"/>
                </a:lnTo>
                <a:lnTo>
                  <a:pt x="866775" y="57150"/>
                </a:lnTo>
                <a:lnTo>
                  <a:pt x="904875" y="66675"/>
                </a:lnTo>
                <a:lnTo>
                  <a:pt x="942975" y="95250"/>
                </a:lnTo>
                <a:lnTo>
                  <a:pt x="962025" y="104775"/>
                </a:lnTo>
                <a:lnTo>
                  <a:pt x="1028700" y="104775"/>
                </a:lnTo>
                <a:lnTo>
                  <a:pt x="1057275" y="114300"/>
                </a:lnTo>
                <a:lnTo>
                  <a:pt x="1076325" y="123825"/>
                </a:lnTo>
                <a:lnTo>
                  <a:pt x="1123950" y="85725"/>
                </a:lnTo>
                <a:lnTo>
                  <a:pt x="1066800" y="85725"/>
                </a:lnTo>
                <a:lnTo>
                  <a:pt x="1104900" y="85725"/>
                </a:lnTo>
                <a:lnTo>
                  <a:pt x="1152525" y="123825"/>
                </a:lnTo>
                <a:lnTo>
                  <a:pt x="1209675" y="142875"/>
                </a:lnTo>
                <a:lnTo>
                  <a:pt x="1228725" y="133350"/>
                </a:lnTo>
                <a:lnTo>
                  <a:pt x="1228725" y="133350"/>
                </a:lnTo>
                <a:lnTo>
                  <a:pt x="1266825" y="152400"/>
                </a:lnTo>
                <a:lnTo>
                  <a:pt x="1285875" y="190500"/>
                </a:lnTo>
                <a:lnTo>
                  <a:pt x="1276350" y="247650"/>
                </a:lnTo>
                <a:lnTo>
                  <a:pt x="1371600" y="228600"/>
                </a:lnTo>
                <a:lnTo>
                  <a:pt x="1390650" y="219075"/>
                </a:lnTo>
                <a:lnTo>
                  <a:pt x="1428750" y="266700"/>
                </a:lnTo>
                <a:lnTo>
                  <a:pt x="1428750" y="238125"/>
                </a:lnTo>
                <a:lnTo>
                  <a:pt x="1447800" y="238125"/>
                </a:lnTo>
                <a:lnTo>
                  <a:pt x="1495425" y="266700"/>
                </a:lnTo>
                <a:lnTo>
                  <a:pt x="1514475" y="238125"/>
                </a:lnTo>
                <a:lnTo>
                  <a:pt x="1524000" y="285750"/>
                </a:lnTo>
                <a:lnTo>
                  <a:pt x="1590675" y="266700"/>
                </a:lnTo>
                <a:lnTo>
                  <a:pt x="1619250" y="266700"/>
                </a:lnTo>
                <a:lnTo>
                  <a:pt x="1638300" y="285750"/>
                </a:lnTo>
                <a:lnTo>
                  <a:pt x="1676400" y="276225"/>
                </a:lnTo>
                <a:lnTo>
                  <a:pt x="1685925" y="295275"/>
                </a:lnTo>
                <a:lnTo>
                  <a:pt x="1704975" y="304800"/>
                </a:lnTo>
                <a:lnTo>
                  <a:pt x="1657350" y="323850"/>
                </a:lnTo>
                <a:lnTo>
                  <a:pt x="1762125" y="266700"/>
                </a:lnTo>
                <a:lnTo>
                  <a:pt x="1685925" y="304800"/>
                </a:lnTo>
                <a:lnTo>
                  <a:pt x="1743075" y="457200"/>
                </a:lnTo>
                <a:lnTo>
                  <a:pt x="1733550" y="476250"/>
                </a:lnTo>
                <a:lnTo>
                  <a:pt x="1809750" y="466725"/>
                </a:lnTo>
                <a:lnTo>
                  <a:pt x="1781175" y="504825"/>
                </a:lnTo>
                <a:lnTo>
                  <a:pt x="1714500" y="485775"/>
                </a:lnTo>
                <a:lnTo>
                  <a:pt x="1714500" y="485775"/>
                </a:lnTo>
                <a:lnTo>
                  <a:pt x="1619250" y="504825"/>
                </a:lnTo>
                <a:lnTo>
                  <a:pt x="1676400" y="590550"/>
                </a:lnTo>
                <a:lnTo>
                  <a:pt x="1704975" y="533400"/>
                </a:lnTo>
                <a:lnTo>
                  <a:pt x="1695450" y="609600"/>
                </a:lnTo>
                <a:lnTo>
                  <a:pt x="1657350" y="581025"/>
                </a:lnTo>
                <a:lnTo>
                  <a:pt x="1619250" y="638175"/>
                </a:lnTo>
                <a:lnTo>
                  <a:pt x="1628775" y="647700"/>
                </a:lnTo>
                <a:lnTo>
                  <a:pt x="1619250" y="685800"/>
                </a:lnTo>
                <a:lnTo>
                  <a:pt x="1657350" y="600075"/>
                </a:lnTo>
                <a:lnTo>
                  <a:pt x="1685925" y="647700"/>
                </a:lnTo>
                <a:lnTo>
                  <a:pt x="1685925" y="733425"/>
                </a:lnTo>
                <a:lnTo>
                  <a:pt x="1704975" y="790575"/>
                </a:lnTo>
                <a:lnTo>
                  <a:pt x="1628775" y="847725"/>
                </a:lnTo>
                <a:lnTo>
                  <a:pt x="1638300" y="885825"/>
                </a:lnTo>
                <a:lnTo>
                  <a:pt x="1657350" y="876300"/>
                </a:lnTo>
                <a:lnTo>
                  <a:pt x="1609725" y="904875"/>
                </a:lnTo>
                <a:lnTo>
                  <a:pt x="1647825" y="933450"/>
                </a:lnTo>
                <a:lnTo>
                  <a:pt x="1638300" y="914400"/>
                </a:lnTo>
                <a:lnTo>
                  <a:pt x="1628775" y="933450"/>
                </a:lnTo>
                <a:lnTo>
                  <a:pt x="1657350" y="962025"/>
                </a:lnTo>
                <a:lnTo>
                  <a:pt x="1695450" y="981075"/>
                </a:lnTo>
                <a:lnTo>
                  <a:pt x="1695450" y="971550"/>
                </a:lnTo>
                <a:lnTo>
                  <a:pt x="1714500" y="1009650"/>
                </a:lnTo>
                <a:lnTo>
                  <a:pt x="1714500" y="1028700"/>
                </a:lnTo>
                <a:lnTo>
                  <a:pt x="1676400" y="1066800"/>
                </a:lnTo>
                <a:lnTo>
                  <a:pt x="1685925" y="1095375"/>
                </a:lnTo>
                <a:lnTo>
                  <a:pt x="1647825" y="1133475"/>
                </a:lnTo>
                <a:lnTo>
                  <a:pt x="1666875" y="1152525"/>
                </a:lnTo>
                <a:lnTo>
                  <a:pt x="1638300" y="1171575"/>
                </a:lnTo>
                <a:lnTo>
                  <a:pt x="1638300" y="1209675"/>
                </a:lnTo>
                <a:lnTo>
                  <a:pt x="1619250" y="1238250"/>
                </a:lnTo>
                <a:lnTo>
                  <a:pt x="1590675" y="1247775"/>
                </a:lnTo>
                <a:lnTo>
                  <a:pt x="1581150" y="1295400"/>
                </a:lnTo>
                <a:lnTo>
                  <a:pt x="1562100" y="1333500"/>
                </a:lnTo>
                <a:lnTo>
                  <a:pt x="1552575" y="1323975"/>
                </a:lnTo>
                <a:lnTo>
                  <a:pt x="1524000" y="1352550"/>
                </a:lnTo>
                <a:lnTo>
                  <a:pt x="1504950" y="1419225"/>
                </a:lnTo>
                <a:lnTo>
                  <a:pt x="1514475" y="1419225"/>
                </a:lnTo>
                <a:lnTo>
                  <a:pt x="1524000" y="1457325"/>
                </a:lnTo>
                <a:lnTo>
                  <a:pt x="1524000" y="1447800"/>
                </a:lnTo>
                <a:lnTo>
                  <a:pt x="1485900" y="1485900"/>
                </a:lnTo>
                <a:lnTo>
                  <a:pt x="1457325" y="1524000"/>
                </a:lnTo>
                <a:lnTo>
                  <a:pt x="1476375" y="1581150"/>
                </a:lnTo>
                <a:lnTo>
                  <a:pt x="1466850" y="1581150"/>
                </a:lnTo>
                <a:lnTo>
                  <a:pt x="1447800" y="1590675"/>
                </a:lnTo>
                <a:lnTo>
                  <a:pt x="1428750" y="1647825"/>
                </a:lnTo>
                <a:lnTo>
                  <a:pt x="1419225" y="1685925"/>
                </a:lnTo>
                <a:lnTo>
                  <a:pt x="1400175" y="1695450"/>
                </a:lnTo>
                <a:lnTo>
                  <a:pt x="1390650" y="1714500"/>
                </a:lnTo>
                <a:lnTo>
                  <a:pt x="1362075" y="1771650"/>
                </a:lnTo>
                <a:lnTo>
                  <a:pt x="1333500" y="1790700"/>
                </a:lnTo>
                <a:lnTo>
                  <a:pt x="1352550" y="1809750"/>
                </a:lnTo>
                <a:lnTo>
                  <a:pt x="1333500" y="1828800"/>
                </a:lnTo>
                <a:lnTo>
                  <a:pt x="1323975" y="1838325"/>
                </a:lnTo>
                <a:lnTo>
                  <a:pt x="1304925" y="1876425"/>
                </a:lnTo>
                <a:lnTo>
                  <a:pt x="1057275" y="2057400"/>
                </a:lnTo>
                <a:lnTo>
                  <a:pt x="1076325" y="1933575"/>
                </a:lnTo>
                <a:lnTo>
                  <a:pt x="1238250" y="1943100"/>
                </a:lnTo>
                <a:lnTo>
                  <a:pt x="1295400" y="1962150"/>
                </a:lnTo>
                <a:lnTo>
                  <a:pt x="1209675" y="2000250"/>
                </a:lnTo>
                <a:lnTo>
                  <a:pt x="1285875" y="2095500"/>
                </a:lnTo>
                <a:lnTo>
                  <a:pt x="1190625" y="2057400"/>
                </a:lnTo>
                <a:lnTo>
                  <a:pt x="1257300" y="2047875"/>
                </a:lnTo>
                <a:lnTo>
                  <a:pt x="1162050" y="2047875"/>
                </a:lnTo>
                <a:lnTo>
                  <a:pt x="1143000" y="2009775"/>
                </a:lnTo>
                <a:lnTo>
                  <a:pt x="1228725" y="2085975"/>
                </a:lnTo>
                <a:lnTo>
                  <a:pt x="1200150" y="2085975"/>
                </a:lnTo>
                <a:lnTo>
                  <a:pt x="1143000" y="2047875"/>
                </a:lnTo>
                <a:lnTo>
                  <a:pt x="1104900" y="2047875"/>
                </a:lnTo>
                <a:lnTo>
                  <a:pt x="1114425" y="2085975"/>
                </a:lnTo>
                <a:lnTo>
                  <a:pt x="1057275" y="2114550"/>
                </a:lnTo>
                <a:lnTo>
                  <a:pt x="1095375" y="2133600"/>
                </a:lnTo>
                <a:lnTo>
                  <a:pt x="1162050" y="2066925"/>
                </a:lnTo>
                <a:lnTo>
                  <a:pt x="1095375" y="2143125"/>
                </a:lnTo>
                <a:lnTo>
                  <a:pt x="1123950" y="2143125"/>
                </a:lnTo>
                <a:lnTo>
                  <a:pt x="1076325" y="2162175"/>
                </a:lnTo>
                <a:lnTo>
                  <a:pt x="1066800" y="2152650"/>
                </a:lnTo>
                <a:lnTo>
                  <a:pt x="1047750" y="2181225"/>
                </a:lnTo>
                <a:lnTo>
                  <a:pt x="1066800" y="2238375"/>
                </a:lnTo>
                <a:lnTo>
                  <a:pt x="1057275" y="2238375"/>
                </a:lnTo>
                <a:lnTo>
                  <a:pt x="1057275" y="2286000"/>
                </a:lnTo>
                <a:lnTo>
                  <a:pt x="1057275" y="2276475"/>
                </a:lnTo>
                <a:lnTo>
                  <a:pt x="1057275" y="2286000"/>
                </a:lnTo>
                <a:lnTo>
                  <a:pt x="1066800" y="2276475"/>
                </a:lnTo>
                <a:lnTo>
                  <a:pt x="1066800" y="2305050"/>
                </a:lnTo>
                <a:lnTo>
                  <a:pt x="990600" y="2333625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-1304925" y="4991100"/>
            <a:ext cx="1905000" cy="2562225"/>
          </a:xfrm>
          <a:custGeom>
            <a:avLst/>
            <a:gdLst/>
            <a:ahLst/>
            <a:cxnLst/>
            <a:rect l="l" t="t" r="r" b="b"/>
            <a:pathLst>
              <a:path w="1905000" h="2562225">
                <a:moveTo>
                  <a:pt x="1047750" y="2457450"/>
                </a:moveTo>
                <a:lnTo>
                  <a:pt x="1009650" y="2533650"/>
                </a:lnTo>
                <a:lnTo>
                  <a:pt x="1028700" y="2562225"/>
                </a:lnTo>
                <a:lnTo>
                  <a:pt x="990600" y="2457450"/>
                </a:lnTo>
                <a:lnTo>
                  <a:pt x="1028700" y="2390775"/>
                </a:lnTo>
                <a:lnTo>
                  <a:pt x="923925" y="2362200"/>
                </a:lnTo>
                <a:lnTo>
                  <a:pt x="942975" y="2371725"/>
                </a:lnTo>
                <a:lnTo>
                  <a:pt x="866775" y="2362200"/>
                </a:lnTo>
                <a:lnTo>
                  <a:pt x="819150" y="2295525"/>
                </a:lnTo>
                <a:lnTo>
                  <a:pt x="828675" y="2295525"/>
                </a:lnTo>
                <a:lnTo>
                  <a:pt x="771525" y="2276475"/>
                </a:lnTo>
                <a:lnTo>
                  <a:pt x="809625" y="2238375"/>
                </a:lnTo>
                <a:lnTo>
                  <a:pt x="781050" y="2200275"/>
                </a:lnTo>
                <a:lnTo>
                  <a:pt x="790575" y="2181225"/>
                </a:lnTo>
                <a:lnTo>
                  <a:pt x="742950" y="2171700"/>
                </a:lnTo>
                <a:lnTo>
                  <a:pt x="752475" y="2143125"/>
                </a:lnTo>
                <a:lnTo>
                  <a:pt x="733425" y="2076450"/>
                </a:lnTo>
                <a:lnTo>
                  <a:pt x="666750" y="2038350"/>
                </a:lnTo>
                <a:lnTo>
                  <a:pt x="704850" y="2066925"/>
                </a:lnTo>
                <a:lnTo>
                  <a:pt x="733425" y="2057400"/>
                </a:lnTo>
                <a:lnTo>
                  <a:pt x="704850" y="2047875"/>
                </a:lnTo>
                <a:lnTo>
                  <a:pt x="704850" y="2038350"/>
                </a:lnTo>
                <a:lnTo>
                  <a:pt x="666750" y="2009775"/>
                </a:lnTo>
                <a:lnTo>
                  <a:pt x="561975" y="1981200"/>
                </a:lnTo>
                <a:lnTo>
                  <a:pt x="523875" y="1933575"/>
                </a:lnTo>
                <a:lnTo>
                  <a:pt x="495300" y="1933575"/>
                </a:lnTo>
                <a:lnTo>
                  <a:pt x="485775" y="1876425"/>
                </a:lnTo>
                <a:lnTo>
                  <a:pt x="485775" y="1905000"/>
                </a:lnTo>
                <a:lnTo>
                  <a:pt x="428625" y="1866900"/>
                </a:lnTo>
                <a:lnTo>
                  <a:pt x="381000" y="1885950"/>
                </a:lnTo>
                <a:lnTo>
                  <a:pt x="409575" y="1809750"/>
                </a:lnTo>
                <a:lnTo>
                  <a:pt x="323850" y="1790700"/>
                </a:lnTo>
                <a:lnTo>
                  <a:pt x="323850" y="1743075"/>
                </a:lnTo>
                <a:lnTo>
                  <a:pt x="276225" y="1885950"/>
                </a:lnTo>
                <a:lnTo>
                  <a:pt x="323850" y="1781175"/>
                </a:lnTo>
                <a:lnTo>
                  <a:pt x="123825" y="1762125"/>
                </a:lnTo>
                <a:lnTo>
                  <a:pt x="171450" y="1695450"/>
                </a:lnTo>
                <a:lnTo>
                  <a:pt x="238125" y="1695450"/>
                </a:lnTo>
                <a:lnTo>
                  <a:pt x="285750" y="1733550"/>
                </a:lnTo>
                <a:lnTo>
                  <a:pt x="304800" y="1666875"/>
                </a:lnTo>
                <a:lnTo>
                  <a:pt x="247650" y="1543050"/>
                </a:lnTo>
                <a:lnTo>
                  <a:pt x="200025" y="1600200"/>
                </a:lnTo>
                <a:lnTo>
                  <a:pt x="228600" y="1514475"/>
                </a:lnTo>
                <a:lnTo>
                  <a:pt x="228600" y="1466850"/>
                </a:lnTo>
                <a:lnTo>
                  <a:pt x="257175" y="1428750"/>
                </a:lnTo>
                <a:lnTo>
                  <a:pt x="247650" y="1409700"/>
                </a:lnTo>
                <a:lnTo>
                  <a:pt x="295275" y="1314450"/>
                </a:lnTo>
                <a:lnTo>
                  <a:pt x="295275" y="1314450"/>
                </a:lnTo>
                <a:lnTo>
                  <a:pt x="276225" y="1304925"/>
                </a:lnTo>
                <a:lnTo>
                  <a:pt x="285750" y="1219200"/>
                </a:lnTo>
                <a:lnTo>
                  <a:pt x="323850" y="1133475"/>
                </a:lnTo>
                <a:lnTo>
                  <a:pt x="285750" y="1152525"/>
                </a:lnTo>
                <a:lnTo>
                  <a:pt x="314325" y="1247775"/>
                </a:lnTo>
                <a:lnTo>
                  <a:pt x="228600" y="1219200"/>
                </a:lnTo>
                <a:lnTo>
                  <a:pt x="219075" y="1181100"/>
                </a:lnTo>
                <a:lnTo>
                  <a:pt x="247650" y="1171575"/>
                </a:lnTo>
                <a:lnTo>
                  <a:pt x="238125" y="1114425"/>
                </a:lnTo>
                <a:lnTo>
                  <a:pt x="190500" y="1133475"/>
                </a:lnTo>
                <a:lnTo>
                  <a:pt x="161925" y="1114425"/>
                </a:lnTo>
                <a:lnTo>
                  <a:pt x="152400" y="1028700"/>
                </a:lnTo>
                <a:lnTo>
                  <a:pt x="142875" y="1057275"/>
                </a:lnTo>
                <a:lnTo>
                  <a:pt x="0" y="990600"/>
                </a:lnTo>
                <a:lnTo>
                  <a:pt x="9525" y="990600"/>
                </a:lnTo>
                <a:lnTo>
                  <a:pt x="28575" y="981075"/>
                </a:lnTo>
                <a:lnTo>
                  <a:pt x="9525" y="981075"/>
                </a:lnTo>
                <a:lnTo>
                  <a:pt x="9525" y="942975"/>
                </a:lnTo>
                <a:lnTo>
                  <a:pt x="47625" y="923925"/>
                </a:lnTo>
                <a:lnTo>
                  <a:pt x="104775" y="876300"/>
                </a:lnTo>
                <a:lnTo>
                  <a:pt x="95250" y="857250"/>
                </a:lnTo>
                <a:lnTo>
                  <a:pt x="95250" y="838200"/>
                </a:lnTo>
                <a:lnTo>
                  <a:pt x="76200" y="866775"/>
                </a:lnTo>
                <a:lnTo>
                  <a:pt x="114300" y="828675"/>
                </a:lnTo>
                <a:lnTo>
                  <a:pt x="152400" y="819150"/>
                </a:lnTo>
                <a:lnTo>
                  <a:pt x="161925" y="781050"/>
                </a:lnTo>
                <a:lnTo>
                  <a:pt x="171450" y="762000"/>
                </a:lnTo>
                <a:lnTo>
                  <a:pt x="161925" y="752475"/>
                </a:lnTo>
                <a:lnTo>
                  <a:pt x="171450" y="742950"/>
                </a:lnTo>
                <a:lnTo>
                  <a:pt x="171450" y="714375"/>
                </a:lnTo>
                <a:lnTo>
                  <a:pt x="190500" y="676275"/>
                </a:lnTo>
                <a:lnTo>
                  <a:pt x="200025" y="657225"/>
                </a:lnTo>
                <a:lnTo>
                  <a:pt x="238125" y="638175"/>
                </a:lnTo>
                <a:lnTo>
                  <a:pt x="219075" y="657225"/>
                </a:lnTo>
                <a:lnTo>
                  <a:pt x="228600" y="638175"/>
                </a:lnTo>
                <a:lnTo>
                  <a:pt x="247650" y="581025"/>
                </a:lnTo>
                <a:lnTo>
                  <a:pt x="266700" y="571500"/>
                </a:lnTo>
                <a:lnTo>
                  <a:pt x="285750" y="542925"/>
                </a:lnTo>
                <a:lnTo>
                  <a:pt x="285750" y="523875"/>
                </a:lnTo>
                <a:lnTo>
                  <a:pt x="304800" y="523875"/>
                </a:lnTo>
                <a:lnTo>
                  <a:pt x="304800" y="504825"/>
                </a:lnTo>
                <a:lnTo>
                  <a:pt x="285750" y="485775"/>
                </a:lnTo>
                <a:lnTo>
                  <a:pt x="314325" y="466725"/>
                </a:lnTo>
                <a:lnTo>
                  <a:pt x="314325" y="428625"/>
                </a:lnTo>
                <a:lnTo>
                  <a:pt x="342900" y="409575"/>
                </a:lnTo>
                <a:lnTo>
                  <a:pt x="342900" y="390525"/>
                </a:lnTo>
                <a:lnTo>
                  <a:pt x="342900" y="390525"/>
                </a:lnTo>
                <a:lnTo>
                  <a:pt x="352425" y="342900"/>
                </a:lnTo>
                <a:lnTo>
                  <a:pt x="381000" y="333375"/>
                </a:lnTo>
                <a:lnTo>
                  <a:pt x="485775" y="238125"/>
                </a:lnTo>
                <a:lnTo>
                  <a:pt x="419100" y="361950"/>
                </a:lnTo>
                <a:lnTo>
                  <a:pt x="419100" y="323850"/>
                </a:lnTo>
                <a:lnTo>
                  <a:pt x="447675" y="400050"/>
                </a:lnTo>
                <a:lnTo>
                  <a:pt x="504825" y="419100"/>
                </a:lnTo>
                <a:lnTo>
                  <a:pt x="504825" y="409575"/>
                </a:lnTo>
                <a:lnTo>
                  <a:pt x="457200" y="457200"/>
                </a:lnTo>
                <a:lnTo>
                  <a:pt x="514350" y="361950"/>
                </a:lnTo>
                <a:lnTo>
                  <a:pt x="504825" y="257175"/>
                </a:lnTo>
                <a:lnTo>
                  <a:pt x="533400" y="285750"/>
                </a:lnTo>
                <a:lnTo>
                  <a:pt x="552450" y="314325"/>
                </a:lnTo>
                <a:lnTo>
                  <a:pt x="542925" y="276225"/>
                </a:lnTo>
                <a:lnTo>
                  <a:pt x="504825" y="247650"/>
                </a:lnTo>
                <a:lnTo>
                  <a:pt x="533400" y="276225"/>
                </a:lnTo>
                <a:lnTo>
                  <a:pt x="523875" y="219075"/>
                </a:lnTo>
                <a:lnTo>
                  <a:pt x="533400" y="219075"/>
                </a:lnTo>
                <a:lnTo>
                  <a:pt x="552450" y="285750"/>
                </a:lnTo>
                <a:lnTo>
                  <a:pt x="561975" y="247650"/>
                </a:lnTo>
                <a:lnTo>
                  <a:pt x="619125" y="247650"/>
                </a:lnTo>
                <a:lnTo>
                  <a:pt x="638175" y="200025"/>
                </a:lnTo>
                <a:lnTo>
                  <a:pt x="581025" y="161925"/>
                </a:lnTo>
                <a:lnTo>
                  <a:pt x="647700" y="171450"/>
                </a:lnTo>
                <a:lnTo>
                  <a:pt x="714375" y="142875"/>
                </a:lnTo>
                <a:lnTo>
                  <a:pt x="742950" y="133350"/>
                </a:lnTo>
                <a:lnTo>
                  <a:pt x="781050" y="85725"/>
                </a:lnTo>
                <a:lnTo>
                  <a:pt x="771525" y="76200"/>
                </a:lnTo>
                <a:lnTo>
                  <a:pt x="752475" y="57150"/>
                </a:lnTo>
                <a:lnTo>
                  <a:pt x="742950" y="85725"/>
                </a:lnTo>
                <a:lnTo>
                  <a:pt x="762000" y="104775"/>
                </a:lnTo>
                <a:lnTo>
                  <a:pt x="771525" y="28575"/>
                </a:lnTo>
                <a:lnTo>
                  <a:pt x="847725" y="38100"/>
                </a:lnTo>
                <a:lnTo>
                  <a:pt x="885825" y="19050"/>
                </a:lnTo>
                <a:lnTo>
                  <a:pt x="952500" y="0"/>
                </a:lnTo>
                <a:lnTo>
                  <a:pt x="1047750" y="104775"/>
                </a:lnTo>
                <a:lnTo>
                  <a:pt x="1028700" y="95250"/>
                </a:lnTo>
                <a:lnTo>
                  <a:pt x="990600" y="104775"/>
                </a:lnTo>
                <a:lnTo>
                  <a:pt x="981075" y="104775"/>
                </a:lnTo>
                <a:lnTo>
                  <a:pt x="1019175" y="76200"/>
                </a:lnTo>
                <a:lnTo>
                  <a:pt x="1114425" y="123825"/>
                </a:lnTo>
                <a:lnTo>
                  <a:pt x="1133475" y="171450"/>
                </a:lnTo>
                <a:lnTo>
                  <a:pt x="1162050" y="142875"/>
                </a:lnTo>
                <a:lnTo>
                  <a:pt x="1162050" y="161925"/>
                </a:lnTo>
                <a:lnTo>
                  <a:pt x="1209675" y="123825"/>
                </a:lnTo>
                <a:lnTo>
                  <a:pt x="1266825" y="161925"/>
                </a:lnTo>
                <a:lnTo>
                  <a:pt x="1247775" y="180975"/>
                </a:lnTo>
                <a:lnTo>
                  <a:pt x="1285875" y="171450"/>
                </a:lnTo>
                <a:lnTo>
                  <a:pt x="1304925" y="209550"/>
                </a:lnTo>
                <a:lnTo>
                  <a:pt x="1323975" y="180975"/>
                </a:lnTo>
                <a:lnTo>
                  <a:pt x="1428750" y="247650"/>
                </a:lnTo>
                <a:lnTo>
                  <a:pt x="1466850" y="238125"/>
                </a:lnTo>
                <a:lnTo>
                  <a:pt x="1457325" y="219075"/>
                </a:lnTo>
                <a:lnTo>
                  <a:pt x="1457325" y="247650"/>
                </a:lnTo>
                <a:lnTo>
                  <a:pt x="1524000" y="257175"/>
                </a:lnTo>
                <a:lnTo>
                  <a:pt x="1571625" y="285750"/>
                </a:lnTo>
                <a:lnTo>
                  <a:pt x="1581150" y="295275"/>
                </a:lnTo>
                <a:lnTo>
                  <a:pt x="1600200" y="285750"/>
                </a:lnTo>
                <a:lnTo>
                  <a:pt x="1628775" y="276225"/>
                </a:lnTo>
                <a:lnTo>
                  <a:pt x="1647825" y="285750"/>
                </a:lnTo>
                <a:lnTo>
                  <a:pt x="1695450" y="304800"/>
                </a:lnTo>
                <a:lnTo>
                  <a:pt x="1714500" y="323850"/>
                </a:lnTo>
                <a:lnTo>
                  <a:pt x="1733550" y="323850"/>
                </a:lnTo>
                <a:lnTo>
                  <a:pt x="1771650" y="333375"/>
                </a:lnTo>
                <a:lnTo>
                  <a:pt x="1790700" y="361950"/>
                </a:lnTo>
                <a:lnTo>
                  <a:pt x="1828800" y="342900"/>
                </a:lnTo>
                <a:lnTo>
                  <a:pt x="1685925" y="447675"/>
                </a:lnTo>
                <a:lnTo>
                  <a:pt x="1771650" y="495300"/>
                </a:lnTo>
                <a:lnTo>
                  <a:pt x="1771650" y="438150"/>
                </a:lnTo>
                <a:lnTo>
                  <a:pt x="1828800" y="476250"/>
                </a:lnTo>
                <a:lnTo>
                  <a:pt x="1733550" y="514350"/>
                </a:lnTo>
                <a:lnTo>
                  <a:pt x="1771650" y="419100"/>
                </a:lnTo>
                <a:lnTo>
                  <a:pt x="1800225" y="514350"/>
                </a:lnTo>
                <a:lnTo>
                  <a:pt x="1809750" y="542925"/>
                </a:lnTo>
                <a:lnTo>
                  <a:pt x="1771650" y="457200"/>
                </a:lnTo>
                <a:lnTo>
                  <a:pt x="1905000" y="619125"/>
                </a:lnTo>
                <a:lnTo>
                  <a:pt x="1895475" y="657225"/>
                </a:lnTo>
                <a:lnTo>
                  <a:pt x="1800225" y="628650"/>
                </a:lnTo>
                <a:lnTo>
                  <a:pt x="1828800" y="628650"/>
                </a:lnTo>
                <a:lnTo>
                  <a:pt x="1790700" y="619125"/>
                </a:lnTo>
                <a:lnTo>
                  <a:pt x="1743075" y="638175"/>
                </a:lnTo>
                <a:lnTo>
                  <a:pt x="1743075" y="704850"/>
                </a:lnTo>
                <a:lnTo>
                  <a:pt x="1781175" y="809625"/>
                </a:lnTo>
                <a:lnTo>
                  <a:pt x="1800225" y="723900"/>
                </a:lnTo>
                <a:lnTo>
                  <a:pt x="1809750" y="704850"/>
                </a:lnTo>
                <a:lnTo>
                  <a:pt x="1781175" y="800100"/>
                </a:lnTo>
                <a:lnTo>
                  <a:pt x="1781175" y="866775"/>
                </a:lnTo>
                <a:lnTo>
                  <a:pt x="1857375" y="828675"/>
                </a:lnTo>
                <a:lnTo>
                  <a:pt x="1781175" y="866775"/>
                </a:lnTo>
                <a:lnTo>
                  <a:pt x="1724025" y="952500"/>
                </a:lnTo>
                <a:lnTo>
                  <a:pt x="1762125" y="933450"/>
                </a:lnTo>
                <a:lnTo>
                  <a:pt x="1762125" y="971550"/>
                </a:lnTo>
                <a:lnTo>
                  <a:pt x="1790700" y="990600"/>
                </a:lnTo>
                <a:lnTo>
                  <a:pt x="1733550" y="1028700"/>
                </a:lnTo>
                <a:lnTo>
                  <a:pt x="1800225" y="1019175"/>
                </a:lnTo>
                <a:lnTo>
                  <a:pt x="1771650" y="1038225"/>
                </a:lnTo>
                <a:lnTo>
                  <a:pt x="1819275" y="1047750"/>
                </a:lnTo>
                <a:lnTo>
                  <a:pt x="1819275" y="1095375"/>
                </a:lnTo>
                <a:lnTo>
                  <a:pt x="1790700" y="1076325"/>
                </a:lnTo>
                <a:lnTo>
                  <a:pt x="1771650" y="1133475"/>
                </a:lnTo>
                <a:lnTo>
                  <a:pt x="1743075" y="1200150"/>
                </a:lnTo>
                <a:lnTo>
                  <a:pt x="1771650" y="1219200"/>
                </a:lnTo>
                <a:lnTo>
                  <a:pt x="1714500" y="1228725"/>
                </a:lnTo>
                <a:lnTo>
                  <a:pt x="1714500" y="1276350"/>
                </a:lnTo>
                <a:lnTo>
                  <a:pt x="1733550" y="1276350"/>
                </a:lnTo>
                <a:lnTo>
                  <a:pt x="1695450" y="1314450"/>
                </a:lnTo>
                <a:lnTo>
                  <a:pt x="1676400" y="1343025"/>
                </a:lnTo>
                <a:lnTo>
                  <a:pt x="1657350" y="1343025"/>
                </a:lnTo>
                <a:lnTo>
                  <a:pt x="1628775" y="1371600"/>
                </a:lnTo>
                <a:lnTo>
                  <a:pt x="1657350" y="1400175"/>
                </a:lnTo>
                <a:lnTo>
                  <a:pt x="1628775" y="1457325"/>
                </a:lnTo>
                <a:lnTo>
                  <a:pt x="1628775" y="1485900"/>
                </a:lnTo>
                <a:lnTo>
                  <a:pt x="1628775" y="1495425"/>
                </a:lnTo>
                <a:lnTo>
                  <a:pt x="1600200" y="1543050"/>
                </a:lnTo>
                <a:lnTo>
                  <a:pt x="1619250" y="1552575"/>
                </a:lnTo>
                <a:lnTo>
                  <a:pt x="1600200" y="1609725"/>
                </a:lnTo>
                <a:lnTo>
                  <a:pt x="1552575" y="1638300"/>
                </a:lnTo>
                <a:lnTo>
                  <a:pt x="1571625" y="1638300"/>
                </a:lnTo>
                <a:lnTo>
                  <a:pt x="1552575" y="1685925"/>
                </a:lnTo>
                <a:lnTo>
                  <a:pt x="1533525" y="1685925"/>
                </a:lnTo>
                <a:lnTo>
                  <a:pt x="1514475" y="1714500"/>
                </a:lnTo>
                <a:lnTo>
                  <a:pt x="1485900" y="1790700"/>
                </a:lnTo>
                <a:lnTo>
                  <a:pt x="1466850" y="1781175"/>
                </a:lnTo>
                <a:lnTo>
                  <a:pt x="1476375" y="1809750"/>
                </a:lnTo>
                <a:lnTo>
                  <a:pt x="1457325" y="1866900"/>
                </a:lnTo>
                <a:lnTo>
                  <a:pt x="1457325" y="1895475"/>
                </a:lnTo>
                <a:lnTo>
                  <a:pt x="1428750" y="1885950"/>
                </a:lnTo>
                <a:lnTo>
                  <a:pt x="1428750" y="1943100"/>
                </a:lnTo>
                <a:lnTo>
                  <a:pt x="1381125" y="1952625"/>
                </a:lnTo>
                <a:lnTo>
                  <a:pt x="1400175" y="1971675"/>
                </a:lnTo>
                <a:lnTo>
                  <a:pt x="1304925" y="2105025"/>
                </a:lnTo>
                <a:lnTo>
                  <a:pt x="1247775" y="1952625"/>
                </a:lnTo>
                <a:lnTo>
                  <a:pt x="1257300" y="2105025"/>
                </a:lnTo>
                <a:lnTo>
                  <a:pt x="1409700" y="2114550"/>
                </a:lnTo>
                <a:lnTo>
                  <a:pt x="1314450" y="2219325"/>
                </a:lnTo>
                <a:lnTo>
                  <a:pt x="1333500" y="2190750"/>
                </a:lnTo>
                <a:lnTo>
                  <a:pt x="1362075" y="2181225"/>
                </a:lnTo>
                <a:lnTo>
                  <a:pt x="1352550" y="2143125"/>
                </a:lnTo>
                <a:lnTo>
                  <a:pt x="1447800" y="2286000"/>
                </a:lnTo>
                <a:lnTo>
                  <a:pt x="1343025" y="2219325"/>
                </a:lnTo>
                <a:lnTo>
                  <a:pt x="1266825" y="2228850"/>
                </a:lnTo>
                <a:lnTo>
                  <a:pt x="1257300" y="2219325"/>
                </a:lnTo>
                <a:lnTo>
                  <a:pt x="1257300" y="2219325"/>
                </a:lnTo>
                <a:lnTo>
                  <a:pt x="1247775" y="2200275"/>
                </a:lnTo>
                <a:lnTo>
                  <a:pt x="1228725" y="2209800"/>
                </a:lnTo>
                <a:lnTo>
                  <a:pt x="1152525" y="2228850"/>
                </a:lnTo>
                <a:lnTo>
                  <a:pt x="1228725" y="2190750"/>
                </a:lnTo>
                <a:lnTo>
                  <a:pt x="1209675" y="2200275"/>
                </a:lnTo>
                <a:lnTo>
                  <a:pt x="1200150" y="2257425"/>
                </a:lnTo>
                <a:lnTo>
                  <a:pt x="1190625" y="2276475"/>
                </a:lnTo>
                <a:lnTo>
                  <a:pt x="1095375" y="2352675"/>
                </a:lnTo>
                <a:lnTo>
                  <a:pt x="1095375" y="2343150"/>
                </a:lnTo>
                <a:lnTo>
                  <a:pt x="1104900" y="2343150"/>
                </a:lnTo>
                <a:lnTo>
                  <a:pt x="1114425" y="2343150"/>
                </a:lnTo>
                <a:lnTo>
                  <a:pt x="1066800" y="2314575"/>
                </a:lnTo>
                <a:lnTo>
                  <a:pt x="1057275" y="2371725"/>
                </a:lnTo>
                <a:lnTo>
                  <a:pt x="1057275" y="2362200"/>
                </a:lnTo>
                <a:lnTo>
                  <a:pt x="1095375" y="2438400"/>
                </a:lnTo>
                <a:lnTo>
                  <a:pt x="1162050" y="2428875"/>
                </a:lnTo>
                <a:lnTo>
                  <a:pt x="1123950" y="2447925"/>
                </a:lnTo>
                <a:lnTo>
                  <a:pt x="1104900" y="2457450"/>
                </a:lnTo>
                <a:close/>
              </a:path>
            </a:pathLst>
          </a:custGeom>
          <a:solidFill>
            <a:srgbClr val="F7B733">
              <a:alpha val="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-1981200" y="5248275"/>
            <a:ext cx="247650" cy="228600"/>
          </a:xfrm>
          <a:custGeom>
            <a:avLst/>
            <a:gdLst/>
            <a:ahLst/>
            <a:cxnLst/>
            <a:rect l="l" t="t" r="r" b="b"/>
            <a:pathLst>
              <a:path w="247650" h="228600">
                <a:moveTo>
                  <a:pt x="247650" y="95250"/>
                </a:moveTo>
                <a:lnTo>
                  <a:pt x="209550" y="171450"/>
                </a:lnTo>
                <a:lnTo>
                  <a:pt x="171450" y="228600"/>
                </a:lnTo>
                <a:lnTo>
                  <a:pt x="104775" y="209550"/>
                </a:lnTo>
                <a:lnTo>
                  <a:pt x="47625" y="190500"/>
                </a:lnTo>
                <a:lnTo>
                  <a:pt x="28575" y="123825"/>
                </a:lnTo>
                <a:lnTo>
                  <a:pt x="0" y="47625"/>
                </a:lnTo>
                <a:lnTo>
                  <a:pt x="76200" y="0"/>
                </a:lnTo>
                <a:lnTo>
                  <a:pt x="161925" y="9525"/>
                </a:lnTo>
                <a:lnTo>
                  <a:pt x="228600" y="666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219200" y="6962775"/>
            <a:ext cx="257175" cy="238125"/>
          </a:xfrm>
          <a:custGeom>
            <a:avLst/>
            <a:gdLst/>
            <a:ahLst/>
            <a:cxnLst/>
            <a:rect l="l" t="t" r="r" b="b"/>
            <a:pathLst>
              <a:path w="257175" h="238125">
                <a:moveTo>
                  <a:pt x="257175" y="114300"/>
                </a:moveTo>
                <a:lnTo>
                  <a:pt x="219075" y="171450"/>
                </a:lnTo>
                <a:lnTo>
                  <a:pt x="161925" y="238125"/>
                </a:lnTo>
                <a:lnTo>
                  <a:pt x="76200" y="209550"/>
                </a:lnTo>
                <a:lnTo>
                  <a:pt x="19050" y="190500"/>
                </a:lnTo>
                <a:lnTo>
                  <a:pt x="19050" y="104775"/>
                </a:lnTo>
                <a:lnTo>
                  <a:pt x="0" y="76200"/>
                </a:lnTo>
                <a:lnTo>
                  <a:pt x="66675" y="38100"/>
                </a:lnTo>
                <a:lnTo>
                  <a:pt x="161925" y="0"/>
                </a:lnTo>
                <a:lnTo>
                  <a:pt x="200025" y="47625"/>
                </a:lnTo>
                <a:close/>
              </a:path>
            </a:pathLst>
          </a:custGeom>
          <a:solidFill>
            <a:srgbClr val="E86A5E">
              <a:alpha val="7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-1962150" y="7953375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42875" y="104775"/>
                </a:moveTo>
                <a:lnTo>
                  <a:pt x="123825" y="161925"/>
                </a:lnTo>
                <a:lnTo>
                  <a:pt x="95250" y="171450"/>
                </a:lnTo>
                <a:lnTo>
                  <a:pt x="57150" y="142875"/>
                </a:lnTo>
                <a:lnTo>
                  <a:pt x="0" y="142875"/>
                </a:lnTo>
                <a:lnTo>
                  <a:pt x="0" y="95250"/>
                </a:lnTo>
                <a:lnTo>
                  <a:pt x="28575" y="57150"/>
                </a:lnTo>
                <a:lnTo>
                  <a:pt x="66675" y="28575"/>
                </a:lnTo>
                <a:lnTo>
                  <a:pt x="95250" y="0"/>
                </a:lnTo>
                <a:lnTo>
                  <a:pt x="114300" y="57150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28600" y="784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80975"/>
                </a:moveTo>
                <a:lnTo>
                  <a:pt x="238125" y="238125"/>
                </a:lnTo>
                <a:lnTo>
                  <a:pt x="171450" y="304800"/>
                </a:lnTo>
                <a:lnTo>
                  <a:pt x="104775" y="266700"/>
                </a:lnTo>
                <a:lnTo>
                  <a:pt x="57150" y="247650"/>
                </a:lnTo>
                <a:lnTo>
                  <a:pt x="9525" y="171450"/>
                </a:lnTo>
                <a:lnTo>
                  <a:pt x="0" y="104775"/>
                </a:lnTo>
                <a:lnTo>
                  <a:pt x="76200" y="66675"/>
                </a:lnTo>
                <a:lnTo>
                  <a:pt x="171450" y="0"/>
                </a:lnTo>
                <a:lnTo>
                  <a:pt x="238125" y="85725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-2705100" y="5915025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104775"/>
                </a:moveTo>
                <a:lnTo>
                  <a:pt x="171450" y="171450"/>
                </a:lnTo>
                <a:lnTo>
                  <a:pt x="123825" y="238125"/>
                </a:lnTo>
                <a:lnTo>
                  <a:pt x="47625" y="209550"/>
                </a:lnTo>
                <a:lnTo>
                  <a:pt x="9525" y="161925"/>
                </a:lnTo>
                <a:lnTo>
                  <a:pt x="0" y="104775"/>
                </a:lnTo>
                <a:lnTo>
                  <a:pt x="0" y="57150"/>
                </a:lnTo>
                <a:lnTo>
                  <a:pt x="66675" y="38100"/>
                </a:lnTo>
                <a:lnTo>
                  <a:pt x="123825" y="0"/>
                </a:lnTo>
                <a:lnTo>
                  <a:pt x="171450" y="57150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04900" y="6400800"/>
            <a:ext cx="295275" cy="266700"/>
          </a:xfrm>
          <a:custGeom>
            <a:avLst/>
            <a:gdLst/>
            <a:ahLst/>
            <a:cxnLst/>
            <a:rect l="l" t="t" r="r" b="b"/>
            <a:pathLst>
              <a:path w="295275" h="266700">
                <a:moveTo>
                  <a:pt x="295275" y="95250"/>
                </a:moveTo>
                <a:lnTo>
                  <a:pt x="257175" y="180975"/>
                </a:lnTo>
                <a:lnTo>
                  <a:pt x="219075" y="266700"/>
                </a:lnTo>
                <a:lnTo>
                  <a:pt x="104775" y="171450"/>
                </a:lnTo>
                <a:lnTo>
                  <a:pt x="9525" y="152400"/>
                </a:lnTo>
                <a:lnTo>
                  <a:pt x="0" y="66675"/>
                </a:lnTo>
                <a:lnTo>
                  <a:pt x="9525" y="9525"/>
                </a:lnTo>
                <a:lnTo>
                  <a:pt x="85725" y="9525"/>
                </a:lnTo>
                <a:lnTo>
                  <a:pt x="228600" y="0"/>
                </a:lnTo>
                <a:lnTo>
                  <a:pt x="247650" y="28575"/>
                </a:lnTo>
                <a:close/>
              </a:path>
            </a:pathLst>
          </a:custGeom>
          <a:solidFill>
            <a:srgbClr val="E86A5E">
              <a:alpha val="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-2570797" y="4732020"/>
            <a:ext cx="3805237" cy="3670935"/>
          </a:xfrm>
          <a:custGeom>
            <a:avLst/>
            <a:gdLst/>
            <a:ahLst/>
            <a:cxnLst/>
            <a:rect l="l" t="t" r="r" b="b"/>
            <a:pathLst>
              <a:path w="3805237" h="3670935">
                <a:moveTo>
                  <a:pt x="3713798" y="2360295"/>
                </a:moveTo>
                <a:lnTo>
                  <a:pt x="3727132" y="2373630"/>
                </a:lnTo>
                <a:lnTo>
                  <a:pt x="3713798" y="2386965"/>
                </a:lnTo>
                <a:lnTo>
                  <a:pt x="3700463" y="2373630"/>
                </a:lnTo>
                <a:close/>
                <a:moveTo>
                  <a:pt x="1446847" y="77152"/>
                </a:moveTo>
                <a:lnTo>
                  <a:pt x="1457325" y="87630"/>
                </a:lnTo>
                <a:lnTo>
                  <a:pt x="1446847" y="98108"/>
                </a:lnTo>
                <a:lnTo>
                  <a:pt x="1436370" y="87630"/>
                </a:lnTo>
                <a:close/>
                <a:moveTo>
                  <a:pt x="665797" y="3313748"/>
                </a:moveTo>
                <a:lnTo>
                  <a:pt x="678180" y="3326130"/>
                </a:lnTo>
                <a:lnTo>
                  <a:pt x="665797" y="3338512"/>
                </a:lnTo>
                <a:lnTo>
                  <a:pt x="653415" y="3326130"/>
                </a:lnTo>
                <a:close/>
                <a:moveTo>
                  <a:pt x="3199447" y="2488883"/>
                </a:moveTo>
                <a:lnTo>
                  <a:pt x="3217545" y="2506980"/>
                </a:lnTo>
                <a:lnTo>
                  <a:pt x="3199447" y="2525078"/>
                </a:lnTo>
                <a:lnTo>
                  <a:pt x="3181350" y="2506980"/>
                </a:lnTo>
                <a:close/>
                <a:moveTo>
                  <a:pt x="1246822" y="3629025"/>
                </a:moveTo>
                <a:lnTo>
                  <a:pt x="1267777" y="3649980"/>
                </a:lnTo>
                <a:lnTo>
                  <a:pt x="1246822" y="3670935"/>
                </a:lnTo>
                <a:lnTo>
                  <a:pt x="1225868" y="3649980"/>
                </a:lnTo>
                <a:close/>
                <a:moveTo>
                  <a:pt x="3466148" y="2326005"/>
                </a:moveTo>
                <a:lnTo>
                  <a:pt x="3475673" y="2335530"/>
                </a:lnTo>
                <a:lnTo>
                  <a:pt x="3466148" y="2345055"/>
                </a:lnTo>
                <a:lnTo>
                  <a:pt x="3456622" y="2335530"/>
                </a:lnTo>
                <a:close/>
                <a:moveTo>
                  <a:pt x="3237548" y="553402"/>
                </a:moveTo>
                <a:lnTo>
                  <a:pt x="3257550" y="573405"/>
                </a:lnTo>
                <a:lnTo>
                  <a:pt x="3237548" y="593408"/>
                </a:lnTo>
                <a:lnTo>
                  <a:pt x="3217545" y="573405"/>
                </a:lnTo>
                <a:close/>
                <a:moveTo>
                  <a:pt x="2037398" y="3547110"/>
                </a:moveTo>
                <a:lnTo>
                  <a:pt x="2054542" y="3564255"/>
                </a:lnTo>
                <a:lnTo>
                  <a:pt x="2037398" y="3581400"/>
                </a:lnTo>
                <a:lnTo>
                  <a:pt x="2020252" y="3564255"/>
                </a:lnTo>
                <a:close/>
                <a:moveTo>
                  <a:pt x="722947" y="1947862"/>
                </a:moveTo>
                <a:lnTo>
                  <a:pt x="729615" y="1954530"/>
                </a:lnTo>
                <a:lnTo>
                  <a:pt x="722947" y="1961198"/>
                </a:lnTo>
                <a:lnTo>
                  <a:pt x="716280" y="1954530"/>
                </a:lnTo>
                <a:close/>
                <a:moveTo>
                  <a:pt x="1627822" y="550545"/>
                </a:moveTo>
                <a:lnTo>
                  <a:pt x="1641158" y="563880"/>
                </a:lnTo>
                <a:lnTo>
                  <a:pt x="1627822" y="577215"/>
                </a:lnTo>
                <a:lnTo>
                  <a:pt x="1614487" y="563880"/>
                </a:lnTo>
                <a:close/>
                <a:moveTo>
                  <a:pt x="1856422" y="506730"/>
                </a:moveTo>
                <a:lnTo>
                  <a:pt x="1865948" y="516255"/>
                </a:lnTo>
                <a:lnTo>
                  <a:pt x="1856422" y="525780"/>
                </a:lnTo>
                <a:lnTo>
                  <a:pt x="1846897" y="516255"/>
                </a:lnTo>
                <a:close/>
                <a:moveTo>
                  <a:pt x="694372" y="2058352"/>
                </a:moveTo>
                <a:lnTo>
                  <a:pt x="714375" y="2078355"/>
                </a:lnTo>
                <a:lnTo>
                  <a:pt x="694372" y="2098358"/>
                </a:lnTo>
                <a:lnTo>
                  <a:pt x="674370" y="2078355"/>
                </a:lnTo>
                <a:close/>
                <a:moveTo>
                  <a:pt x="3789998" y="1739265"/>
                </a:moveTo>
                <a:lnTo>
                  <a:pt x="3805237" y="1754505"/>
                </a:lnTo>
                <a:lnTo>
                  <a:pt x="3789998" y="1769745"/>
                </a:lnTo>
                <a:lnTo>
                  <a:pt x="3774758" y="1754505"/>
                </a:lnTo>
                <a:close/>
                <a:moveTo>
                  <a:pt x="2599372" y="765810"/>
                </a:moveTo>
                <a:lnTo>
                  <a:pt x="2606993" y="773430"/>
                </a:lnTo>
                <a:lnTo>
                  <a:pt x="2599372" y="781050"/>
                </a:lnTo>
                <a:lnTo>
                  <a:pt x="2591752" y="773430"/>
                </a:lnTo>
                <a:close/>
                <a:moveTo>
                  <a:pt x="1608772" y="2967037"/>
                </a:moveTo>
                <a:lnTo>
                  <a:pt x="1615440" y="2973705"/>
                </a:lnTo>
                <a:lnTo>
                  <a:pt x="1608772" y="2980373"/>
                </a:lnTo>
                <a:lnTo>
                  <a:pt x="1602105" y="2973705"/>
                </a:lnTo>
                <a:close/>
                <a:moveTo>
                  <a:pt x="961072" y="2334577"/>
                </a:moveTo>
                <a:lnTo>
                  <a:pt x="981075" y="2354580"/>
                </a:lnTo>
                <a:lnTo>
                  <a:pt x="961072" y="2374583"/>
                </a:lnTo>
                <a:lnTo>
                  <a:pt x="941070" y="2354580"/>
                </a:lnTo>
                <a:close/>
                <a:moveTo>
                  <a:pt x="3761423" y="1450658"/>
                </a:moveTo>
                <a:lnTo>
                  <a:pt x="3779520" y="1468755"/>
                </a:lnTo>
                <a:lnTo>
                  <a:pt x="3761423" y="1486852"/>
                </a:lnTo>
                <a:lnTo>
                  <a:pt x="3743325" y="1468755"/>
                </a:lnTo>
                <a:close/>
                <a:moveTo>
                  <a:pt x="1532572" y="3439478"/>
                </a:moveTo>
                <a:lnTo>
                  <a:pt x="1543050" y="3449955"/>
                </a:lnTo>
                <a:lnTo>
                  <a:pt x="1532572" y="3460433"/>
                </a:lnTo>
                <a:lnTo>
                  <a:pt x="1522095" y="3449955"/>
                </a:lnTo>
                <a:close/>
                <a:moveTo>
                  <a:pt x="3370897" y="2807970"/>
                </a:moveTo>
                <a:lnTo>
                  <a:pt x="3393757" y="2830830"/>
                </a:lnTo>
                <a:lnTo>
                  <a:pt x="3370897" y="2853690"/>
                </a:lnTo>
                <a:lnTo>
                  <a:pt x="3348038" y="2830830"/>
                </a:lnTo>
                <a:close/>
                <a:moveTo>
                  <a:pt x="2685097" y="922973"/>
                </a:moveTo>
                <a:lnTo>
                  <a:pt x="2707005" y="944880"/>
                </a:lnTo>
                <a:lnTo>
                  <a:pt x="2685097" y="966787"/>
                </a:lnTo>
                <a:lnTo>
                  <a:pt x="2663190" y="944880"/>
                </a:lnTo>
                <a:close/>
                <a:moveTo>
                  <a:pt x="894397" y="705802"/>
                </a:moveTo>
                <a:lnTo>
                  <a:pt x="904875" y="716280"/>
                </a:lnTo>
                <a:lnTo>
                  <a:pt x="894397" y="726758"/>
                </a:lnTo>
                <a:lnTo>
                  <a:pt x="883920" y="716280"/>
                </a:lnTo>
                <a:close/>
                <a:moveTo>
                  <a:pt x="3570922" y="2936558"/>
                </a:moveTo>
                <a:lnTo>
                  <a:pt x="3579495" y="2945130"/>
                </a:lnTo>
                <a:lnTo>
                  <a:pt x="3570922" y="2953703"/>
                </a:lnTo>
                <a:lnTo>
                  <a:pt x="3562350" y="2945130"/>
                </a:lnTo>
                <a:close/>
                <a:moveTo>
                  <a:pt x="2123123" y="3292793"/>
                </a:moveTo>
                <a:lnTo>
                  <a:pt x="2137410" y="3307080"/>
                </a:lnTo>
                <a:lnTo>
                  <a:pt x="2123123" y="3321368"/>
                </a:lnTo>
                <a:lnTo>
                  <a:pt x="2108835" y="3307080"/>
                </a:lnTo>
                <a:close/>
                <a:moveTo>
                  <a:pt x="3228022" y="1497330"/>
                </a:moveTo>
                <a:lnTo>
                  <a:pt x="3247073" y="1516380"/>
                </a:lnTo>
                <a:lnTo>
                  <a:pt x="3228022" y="1535430"/>
                </a:lnTo>
                <a:lnTo>
                  <a:pt x="3208973" y="1516380"/>
                </a:lnTo>
                <a:close/>
                <a:moveTo>
                  <a:pt x="561022" y="1262062"/>
                </a:moveTo>
                <a:lnTo>
                  <a:pt x="567690" y="1268730"/>
                </a:lnTo>
                <a:lnTo>
                  <a:pt x="561022" y="1275398"/>
                </a:lnTo>
                <a:lnTo>
                  <a:pt x="554355" y="1268730"/>
                </a:lnTo>
                <a:close/>
                <a:moveTo>
                  <a:pt x="275272" y="2599373"/>
                </a:moveTo>
                <a:lnTo>
                  <a:pt x="287655" y="2611755"/>
                </a:lnTo>
                <a:lnTo>
                  <a:pt x="275272" y="2624137"/>
                </a:lnTo>
                <a:lnTo>
                  <a:pt x="262890" y="2611755"/>
                </a:lnTo>
                <a:close/>
                <a:moveTo>
                  <a:pt x="3285172" y="1994535"/>
                </a:moveTo>
                <a:lnTo>
                  <a:pt x="3302318" y="2011680"/>
                </a:lnTo>
                <a:lnTo>
                  <a:pt x="3285172" y="2028825"/>
                </a:lnTo>
                <a:lnTo>
                  <a:pt x="3268028" y="2011680"/>
                </a:lnTo>
                <a:close/>
                <a:moveTo>
                  <a:pt x="665797" y="903923"/>
                </a:moveTo>
                <a:lnTo>
                  <a:pt x="687705" y="925830"/>
                </a:lnTo>
                <a:lnTo>
                  <a:pt x="665797" y="947737"/>
                </a:lnTo>
                <a:lnTo>
                  <a:pt x="643890" y="925830"/>
                </a:lnTo>
                <a:close/>
                <a:moveTo>
                  <a:pt x="3408998" y="1842135"/>
                </a:moveTo>
                <a:lnTo>
                  <a:pt x="3416618" y="1849755"/>
                </a:lnTo>
                <a:lnTo>
                  <a:pt x="3408998" y="1857375"/>
                </a:lnTo>
                <a:lnTo>
                  <a:pt x="3401377" y="1849755"/>
                </a:lnTo>
                <a:close/>
                <a:moveTo>
                  <a:pt x="3008948" y="426720"/>
                </a:moveTo>
                <a:lnTo>
                  <a:pt x="3022282" y="440055"/>
                </a:lnTo>
                <a:lnTo>
                  <a:pt x="3008948" y="453390"/>
                </a:lnTo>
                <a:lnTo>
                  <a:pt x="2995613" y="440055"/>
                </a:lnTo>
                <a:close/>
                <a:moveTo>
                  <a:pt x="1923098" y="294323"/>
                </a:moveTo>
                <a:lnTo>
                  <a:pt x="1935480" y="306705"/>
                </a:lnTo>
                <a:lnTo>
                  <a:pt x="1923098" y="319087"/>
                </a:lnTo>
                <a:lnTo>
                  <a:pt x="1910715" y="306705"/>
                </a:lnTo>
                <a:close/>
                <a:moveTo>
                  <a:pt x="3018473" y="3437573"/>
                </a:moveTo>
                <a:lnTo>
                  <a:pt x="3030855" y="3449955"/>
                </a:lnTo>
                <a:lnTo>
                  <a:pt x="3018473" y="3462337"/>
                </a:lnTo>
                <a:lnTo>
                  <a:pt x="3006090" y="3449955"/>
                </a:lnTo>
                <a:close/>
                <a:moveTo>
                  <a:pt x="3170872" y="416242"/>
                </a:moveTo>
                <a:lnTo>
                  <a:pt x="3185160" y="430530"/>
                </a:lnTo>
                <a:lnTo>
                  <a:pt x="3170872" y="444817"/>
                </a:lnTo>
                <a:lnTo>
                  <a:pt x="3156585" y="430530"/>
                </a:lnTo>
                <a:close/>
                <a:moveTo>
                  <a:pt x="2437448" y="0"/>
                </a:moveTo>
                <a:lnTo>
                  <a:pt x="2458402" y="20955"/>
                </a:lnTo>
                <a:lnTo>
                  <a:pt x="2437448" y="41910"/>
                </a:lnTo>
                <a:lnTo>
                  <a:pt x="2416493" y="20955"/>
                </a:lnTo>
                <a:close/>
                <a:moveTo>
                  <a:pt x="951547" y="124777"/>
                </a:moveTo>
                <a:lnTo>
                  <a:pt x="962025" y="135255"/>
                </a:lnTo>
                <a:lnTo>
                  <a:pt x="951547" y="145733"/>
                </a:lnTo>
                <a:lnTo>
                  <a:pt x="941070" y="135255"/>
                </a:lnTo>
                <a:close/>
                <a:moveTo>
                  <a:pt x="1380172" y="478155"/>
                </a:moveTo>
                <a:lnTo>
                  <a:pt x="1389697" y="487680"/>
                </a:lnTo>
                <a:lnTo>
                  <a:pt x="1380172" y="497205"/>
                </a:lnTo>
                <a:lnTo>
                  <a:pt x="1370647" y="487680"/>
                </a:lnTo>
                <a:close/>
                <a:moveTo>
                  <a:pt x="1018222" y="1082993"/>
                </a:moveTo>
                <a:lnTo>
                  <a:pt x="1032510" y="1097280"/>
                </a:lnTo>
                <a:lnTo>
                  <a:pt x="1018222" y="1111568"/>
                </a:lnTo>
                <a:lnTo>
                  <a:pt x="1003935" y="1097280"/>
                </a:lnTo>
                <a:close/>
                <a:moveTo>
                  <a:pt x="3304223" y="1797368"/>
                </a:moveTo>
                <a:lnTo>
                  <a:pt x="3318510" y="1811655"/>
                </a:lnTo>
                <a:lnTo>
                  <a:pt x="3304223" y="1825943"/>
                </a:lnTo>
                <a:lnTo>
                  <a:pt x="3289935" y="1811655"/>
                </a:lnTo>
                <a:close/>
                <a:moveTo>
                  <a:pt x="1580197" y="284798"/>
                </a:moveTo>
                <a:lnTo>
                  <a:pt x="1602105" y="306705"/>
                </a:lnTo>
                <a:lnTo>
                  <a:pt x="1580197" y="328612"/>
                </a:lnTo>
                <a:lnTo>
                  <a:pt x="1558290" y="306705"/>
                </a:lnTo>
                <a:close/>
                <a:moveTo>
                  <a:pt x="3542347" y="725805"/>
                </a:moveTo>
                <a:lnTo>
                  <a:pt x="3551873" y="735330"/>
                </a:lnTo>
                <a:lnTo>
                  <a:pt x="3542347" y="744855"/>
                </a:lnTo>
                <a:lnTo>
                  <a:pt x="3532823" y="735330"/>
                </a:lnTo>
                <a:close/>
                <a:moveTo>
                  <a:pt x="3256597" y="1002983"/>
                </a:moveTo>
                <a:lnTo>
                  <a:pt x="3274695" y="1021080"/>
                </a:lnTo>
                <a:lnTo>
                  <a:pt x="3256597" y="1039177"/>
                </a:lnTo>
                <a:lnTo>
                  <a:pt x="3238500" y="1021080"/>
                </a:lnTo>
                <a:close/>
                <a:moveTo>
                  <a:pt x="3485197" y="2018348"/>
                </a:moveTo>
                <a:lnTo>
                  <a:pt x="3507105" y="2040255"/>
                </a:lnTo>
                <a:lnTo>
                  <a:pt x="3485197" y="2062162"/>
                </a:lnTo>
                <a:lnTo>
                  <a:pt x="3463290" y="2040255"/>
                </a:lnTo>
                <a:close/>
                <a:moveTo>
                  <a:pt x="2932748" y="1284923"/>
                </a:moveTo>
                <a:lnTo>
                  <a:pt x="2945130" y="1297305"/>
                </a:lnTo>
                <a:lnTo>
                  <a:pt x="2932748" y="1309687"/>
                </a:lnTo>
                <a:lnTo>
                  <a:pt x="2920365" y="1297305"/>
                </a:lnTo>
                <a:close/>
                <a:moveTo>
                  <a:pt x="1561147" y="60960"/>
                </a:moveTo>
                <a:lnTo>
                  <a:pt x="1578292" y="78105"/>
                </a:lnTo>
                <a:lnTo>
                  <a:pt x="1561147" y="95250"/>
                </a:lnTo>
                <a:lnTo>
                  <a:pt x="1544002" y="78105"/>
                </a:lnTo>
                <a:close/>
                <a:moveTo>
                  <a:pt x="494347" y="3041333"/>
                </a:moveTo>
                <a:lnTo>
                  <a:pt x="512445" y="3059430"/>
                </a:lnTo>
                <a:lnTo>
                  <a:pt x="494347" y="3077527"/>
                </a:lnTo>
                <a:lnTo>
                  <a:pt x="476250" y="3059430"/>
                </a:lnTo>
                <a:close/>
                <a:moveTo>
                  <a:pt x="18097" y="1279208"/>
                </a:moveTo>
                <a:lnTo>
                  <a:pt x="36195" y="1297305"/>
                </a:lnTo>
                <a:lnTo>
                  <a:pt x="18097" y="1315402"/>
                </a:lnTo>
                <a:lnTo>
                  <a:pt x="0" y="1297305"/>
                </a:lnTo>
                <a:close/>
                <a:moveTo>
                  <a:pt x="3266123" y="1713548"/>
                </a:moveTo>
                <a:lnTo>
                  <a:pt x="3278505" y="1725930"/>
                </a:lnTo>
                <a:lnTo>
                  <a:pt x="3266123" y="1738312"/>
                </a:lnTo>
                <a:lnTo>
                  <a:pt x="3253740" y="1725930"/>
                </a:lnTo>
                <a:close/>
                <a:moveTo>
                  <a:pt x="465772" y="1943100"/>
                </a:moveTo>
                <a:lnTo>
                  <a:pt x="486727" y="1964055"/>
                </a:lnTo>
                <a:lnTo>
                  <a:pt x="465772" y="1985010"/>
                </a:lnTo>
                <a:lnTo>
                  <a:pt x="444817" y="1964055"/>
                </a:lnTo>
                <a:close/>
                <a:moveTo>
                  <a:pt x="3094673" y="3325178"/>
                </a:moveTo>
                <a:lnTo>
                  <a:pt x="3114675" y="3345180"/>
                </a:lnTo>
                <a:lnTo>
                  <a:pt x="3094673" y="3365183"/>
                </a:lnTo>
                <a:lnTo>
                  <a:pt x="3074670" y="3345180"/>
                </a:lnTo>
                <a:close/>
                <a:moveTo>
                  <a:pt x="1075372" y="971550"/>
                </a:moveTo>
                <a:lnTo>
                  <a:pt x="1096327" y="992505"/>
                </a:lnTo>
                <a:lnTo>
                  <a:pt x="1075372" y="1013460"/>
                </a:lnTo>
                <a:lnTo>
                  <a:pt x="1054418" y="992505"/>
                </a:lnTo>
                <a:close/>
                <a:moveTo>
                  <a:pt x="332422" y="887730"/>
                </a:moveTo>
                <a:lnTo>
                  <a:pt x="351472" y="906780"/>
                </a:lnTo>
                <a:lnTo>
                  <a:pt x="332422" y="925830"/>
                </a:lnTo>
                <a:lnTo>
                  <a:pt x="313372" y="906780"/>
                </a:lnTo>
                <a:close/>
                <a:moveTo>
                  <a:pt x="275272" y="1067752"/>
                </a:moveTo>
                <a:lnTo>
                  <a:pt x="285750" y="1078230"/>
                </a:lnTo>
                <a:lnTo>
                  <a:pt x="275272" y="1088708"/>
                </a:lnTo>
                <a:lnTo>
                  <a:pt x="264795" y="1078230"/>
                </a:lnTo>
                <a:close/>
                <a:moveTo>
                  <a:pt x="1323022" y="449580"/>
                </a:moveTo>
                <a:lnTo>
                  <a:pt x="1342072" y="468630"/>
                </a:lnTo>
                <a:lnTo>
                  <a:pt x="1323022" y="487680"/>
                </a:lnTo>
                <a:lnTo>
                  <a:pt x="1303972" y="468630"/>
                </a:lnTo>
                <a:close/>
                <a:moveTo>
                  <a:pt x="580072" y="2770823"/>
                </a:moveTo>
                <a:lnTo>
                  <a:pt x="592455" y="2783205"/>
                </a:lnTo>
                <a:lnTo>
                  <a:pt x="580072" y="2795587"/>
                </a:lnTo>
                <a:lnTo>
                  <a:pt x="567690" y="2783205"/>
                </a:lnTo>
                <a:close/>
                <a:moveTo>
                  <a:pt x="561022" y="1344930"/>
                </a:moveTo>
                <a:lnTo>
                  <a:pt x="580072" y="1363980"/>
                </a:lnTo>
                <a:lnTo>
                  <a:pt x="561022" y="1383030"/>
                </a:lnTo>
                <a:lnTo>
                  <a:pt x="541972" y="1363980"/>
                </a:lnTo>
                <a:close/>
                <a:moveTo>
                  <a:pt x="2065973" y="391477"/>
                </a:moveTo>
                <a:lnTo>
                  <a:pt x="2076450" y="401955"/>
                </a:lnTo>
                <a:lnTo>
                  <a:pt x="2065973" y="412433"/>
                </a:lnTo>
                <a:lnTo>
                  <a:pt x="2055495" y="401955"/>
                </a:lnTo>
                <a:close/>
                <a:moveTo>
                  <a:pt x="1932622" y="3113723"/>
                </a:moveTo>
                <a:lnTo>
                  <a:pt x="1945005" y="3126105"/>
                </a:lnTo>
                <a:lnTo>
                  <a:pt x="1932622" y="3138487"/>
                </a:lnTo>
                <a:lnTo>
                  <a:pt x="1920240" y="3126105"/>
                </a:lnTo>
                <a:close/>
                <a:moveTo>
                  <a:pt x="2599372" y="790575"/>
                </a:moveTo>
                <a:lnTo>
                  <a:pt x="2620327" y="811530"/>
                </a:lnTo>
                <a:lnTo>
                  <a:pt x="2599372" y="832485"/>
                </a:lnTo>
                <a:lnTo>
                  <a:pt x="2578418" y="811530"/>
                </a:lnTo>
                <a:close/>
                <a:moveTo>
                  <a:pt x="751522" y="317183"/>
                </a:moveTo>
                <a:lnTo>
                  <a:pt x="760095" y="325755"/>
                </a:lnTo>
                <a:lnTo>
                  <a:pt x="751522" y="334327"/>
                </a:lnTo>
                <a:lnTo>
                  <a:pt x="742950" y="325755"/>
                </a:lnTo>
                <a:close/>
                <a:moveTo>
                  <a:pt x="703897" y="3373755"/>
                </a:moveTo>
                <a:lnTo>
                  <a:pt x="722947" y="3392805"/>
                </a:lnTo>
                <a:lnTo>
                  <a:pt x="703897" y="3411855"/>
                </a:lnTo>
                <a:lnTo>
                  <a:pt x="684847" y="3392805"/>
                </a:lnTo>
                <a:close/>
                <a:moveTo>
                  <a:pt x="2513647" y="3070860"/>
                </a:moveTo>
                <a:lnTo>
                  <a:pt x="2521268" y="3078480"/>
                </a:lnTo>
                <a:lnTo>
                  <a:pt x="2513647" y="3086100"/>
                </a:lnTo>
                <a:lnTo>
                  <a:pt x="2506027" y="3078480"/>
                </a:lnTo>
                <a:close/>
                <a:moveTo>
                  <a:pt x="3294698" y="1560195"/>
                </a:moveTo>
                <a:lnTo>
                  <a:pt x="3317557" y="1583055"/>
                </a:lnTo>
                <a:lnTo>
                  <a:pt x="3294698" y="1605915"/>
                </a:lnTo>
                <a:lnTo>
                  <a:pt x="3271838" y="1583055"/>
                </a:lnTo>
                <a:close/>
                <a:moveTo>
                  <a:pt x="1961197" y="278130"/>
                </a:moveTo>
                <a:lnTo>
                  <a:pt x="1980248" y="297180"/>
                </a:lnTo>
                <a:lnTo>
                  <a:pt x="1961197" y="316230"/>
                </a:lnTo>
                <a:lnTo>
                  <a:pt x="1942147" y="297180"/>
                </a:lnTo>
                <a:close/>
                <a:moveTo>
                  <a:pt x="2256472" y="3190875"/>
                </a:moveTo>
                <a:lnTo>
                  <a:pt x="2267903" y="3202305"/>
                </a:lnTo>
                <a:lnTo>
                  <a:pt x="2256472" y="3213735"/>
                </a:lnTo>
                <a:lnTo>
                  <a:pt x="2245043" y="3202305"/>
                </a:lnTo>
                <a:close/>
                <a:moveTo>
                  <a:pt x="951547" y="532448"/>
                </a:moveTo>
                <a:lnTo>
                  <a:pt x="963930" y="544830"/>
                </a:lnTo>
                <a:lnTo>
                  <a:pt x="951547" y="557212"/>
                </a:lnTo>
                <a:lnTo>
                  <a:pt x="939165" y="544830"/>
                </a:lnTo>
                <a:close/>
                <a:moveTo>
                  <a:pt x="1646872" y="3441383"/>
                </a:moveTo>
                <a:lnTo>
                  <a:pt x="1655445" y="3449955"/>
                </a:lnTo>
                <a:lnTo>
                  <a:pt x="1646872" y="3458527"/>
                </a:lnTo>
                <a:lnTo>
                  <a:pt x="1638300" y="3449955"/>
                </a:lnTo>
                <a:close/>
                <a:moveTo>
                  <a:pt x="1380172" y="351473"/>
                </a:moveTo>
                <a:lnTo>
                  <a:pt x="1392555" y="363855"/>
                </a:lnTo>
                <a:lnTo>
                  <a:pt x="1380172" y="376237"/>
                </a:lnTo>
                <a:lnTo>
                  <a:pt x="1367790" y="363855"/>
                </a:lnTo>
                <a:close/>
                <a:moveTo>
                  <a:pt x="3408998" y="1611630"/>
                </a:moveTo>
                <a:lnTo>
                  <a:pt x="3428047" y="1630680"/>
                </a:lnTo>
                <a:lnTo>
                  <a:pt x="3408998" y="1649730"/>
                </a:lnTo>
                <a:lnTo>
                  <a:pt x="3389948" y="1630680"/>
                </a:lnTo>
                <a:close/>
                <a:moveTo>
                  <a:pt x="2046922" y="642937"/>
                </a:moveTo>
                <a:lnTo>
                  <a:pt x="2063115" y="659130"/>
                </a:lnTo>
                <a:lnTo>
                  <a:pt x="2046922" y="675323"/>
                </a:lnTo>
                <a:lnTo>
                  <a:pt x="2030730" y="659130"/>
                </a:lnTo>
                <a:close/>
                <a:moveTo>
                  <a:pt x="2208848" y="669608"/>
                </a:moveTo>
                <a:lnTo>
                  <a:pt x="2217420" y="678180"/>
                </a:lnTo>
                <a:lnTo>
                  <a:pt x="2208848" y="686752"/>
                </a:lnTo>
                <a:lnTo>
                  <a:pt x="2200275" y="678180"/>
                </a:lnTo>
                <a:close/>
                <a:moveTo>
                  <a:pt x="3685223" y="2628900"/>
                </a:moveTo>
                <a:lnTo>
                  <a:pt x="3706177" y="2649855"/>
                </a:lnTo>
                <a:lnTo>
                  <a:pt x="3685223" y="2670810"/>
                </a:lnTo>
                <a:lnTo>
                  <a:pt x="3664267" y="2649855"/>
                </a:lnTo>
                <a:close/>
                <a:moveTo>
                  <a:pt x="1189672" y="3522345"/>
                </a:moveTo>
                <a:lnTo>
                  <a:pt x="1203007" y="3535680"/>
                </a:lnTo>
                <a:lnTo>
                  <a:pt x="1189672" y="3549015"/>
                </a:lnTo>
                <a:lnTo>
                  <a:pt x="1176337" y="3535680"/>
                </a:lnTo>
                <a:close/>
                <a:moveTo>
                  <a:pt x="1265872" y="3353753"/>
                </a:moveTo>
                <a:lnTo>
                  <a:pt x="1276350" y="3364230"/>
                </a:lnTo>
                <a:lnTo>
                  <a:pt x="1265872" y="3374708"/>
                </a:lnTo>
                <a:lnTo>
                  <a:pt x="1255395" y="3364230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-1636395" y="5674995"/>
            <a:ext cx="1929765" cy="1835468"/>
          </a:xfrm>
          <a:custGeom>
            <a:avLst/>
            <a:gdLst/>
            <a:ahLst/>
            <a:cxnLst/>
            <a:rect l="l" t="t" r="r" b="b"/>
            <a:pathLst>
              <a:path w="1929765" h="1835468">
                <a:moveTo>
                  <a:pt x="445770" y="67628"/>
                </a:moveTo>
                <a:lnTo>
                  <a:pt x="456248" y="78105"/>
                </a:lnTo>
                <a:lnTo>
                  <a:pt x="445770" y="88583"/>
                </a:lnTo>
                <a:lnTo>
                  <a:pt x="435293" y="78105"/>
                </a:lnTo>
                <a:close/>
                <a:moveTo>
                  <a:pt x="750570" y="259080"/>
                </a:moveTo>
                <a:lnTo>
                  <a:pt x="769620" y="278130"/>
                </a:lnTo>
                <a:lnTo>
                  <a:pt x="750570" y="297180"/>
                </a:lnTo>
                <a:lnTo>
                  <a:pt x="731520" y="278130"/>
                </a:lnTo>
                <a:close/>
                <a:moveTo>
                  <a:pt x="531495" y="407670"/>
                </a:moveTo>
                <a:lnTo>
                  <a:pt x="554355" y="430530"/>
                </a:lnTo>
                <a:lnTo>
                  <a:pt x="531495" y="453390"/>
                </a:lnTo>
                <a:lnTo>
                  <a:pt x="508635" y="430530"/>
                </a:lnTo>
                <a:close/>
                <a:moveTo>
                  <a:pt x="398145" y="370523"/>
                </a:moveTo>
                <a:lnTo>
                  <a:pt x="420053" y="392430"/>
                </a:lnTo>
                <a:lnTo>
                  <a:pt x="398145" y="414338"/>
                </a:lnTo>
                <a:lnTo>
                  <a:pt x="376238" y="392430"/>
                </a:lnTo>
                <a:close/>
                <a:moveTo>
                  <a:pt x="140970" y="1206818"/>
                </a:moveTo>
                <a:lnTo>
                  <a:pt x="155258" y="1221105"/>
                </a:lnTo>
                <a:lnTo>
                  <a:pt x="140970" y="1235393"/>
                </a:lnTo>
                <a:lnTo>
                  <a:pt x="126683" y="1221105"/>
                </a:lnTo>
                <a:close/>
                <a:moveTo>
                  <a:pt x="1255395" y="1744028"/>
                </a:moveTo>
                <a:lnTo>
                  <a:pt x="1265873" y="1754505"/>
                </a:lnTo>
                <a:lnTo>
                  <a:pt x="1255395" y="1764983"/>
                </a:lnTo>
                <a:lnTo>
                  <a:pt x="1244918" y="1754505"/>
                </a:lnTo>
                <a:close/>
                <a:moveTo>
                  <a:pt x="655320" y="1257300"/>
                </a:moveTo>
                <a:lnTo>
                  <a:pt x="666750" y="1268730"/>
                </a:lnTo>
                <a:lnTo>
                  <a:pt x="655320" y="1280160"/>
                </a:lnTo>
                <a:lnTo>
                  <a:pt x="643890" y="1268730"/>
                </a:lnTo>
                <a:close/>
                <a:moveTo>
                  <a:pt x="1760220" y="909638"/>
                </a:moveTo>
                <a:lnTo>
                  <a:pt x="1776413" y="925830"/>
                </a:lnTo>
                <a:lnTo>
                  <a:pt x="1760220" y="942023"/>
                </a:lnTo>
                <a:lnTo>
                  <a:pt x="1744028" y="925830"/>
                </a:lnTo>
                <a:close/>
                <a:moveTo>
                  <a:pt x="1245870" y="261937"/>
                </a:moveTo>
                <a:lnTo>
                  <a:pt x="1262063" y="278130"/>
                </a:lnTo>
                <a:lnTo>
                  <a:pt x="1245870" y="294323"/>
                </a:lnTo>
                <a:lnTo>
                  <a:pt x="1229678" y="278130"/>
                </a:lnTo>
                <a:close/>
                <a:moveTo>
                  <a:pt x="1179195" y="1547813"/>
                </a:moveTo>
                <a:lnTo>
                  <a:pt x="1195388" y="1564005"/>
                </a:lnTo>
                <a:lnTo>
                  <a:pt x="1179195" y="1580198"/>
                </a:lnTo>
                <a:lnTo>
                  <a:pt x="1163003" y="1564005"/>
                </a:lnTo>
                <a:close/>
                <a:moveTo>
                  <a:pt x="188595" y="942975"/>
                </a:moveTo>
                <a:lnTo>
                  <a:pt x="200025" y="954405"/>
                </a:lnTo>
                <a:lnTo>
                  <a:pt x="188595" y="965835"/>
                </a:lnTo>
                <a:lnTo>
                  <a:pt x="177165" y="954405"/>
                </a:lnTo>
                <a:close/>
                <a:moveTo>
                  <a:pt x="1074420" y="1761173"/>
                </a:moveTo>
                <a:lnTo>
                  <a:pt x="1096328" y="1783080"/>
                </a:lnTo>
                <a:lnTo>
                  <a:pt x="1074420" y="1804988"/>
                </a:lnTo>
                <a:lnTo>
                  <a:pt x="1052513" y="1783080"/>
                </a:lnTo>
                <a:close/>
                <a:moveTo>
                  <a:pt x="1483995" y="0"/>
                </a:moveTo>
                <a:lnTo>
                  <a:pt x="1504950" y="20955"/>
                </a:lnTo>
                <a:lnTo>
                  <a:pt x="1483995" y="41910"/>
                </a:lnTo>
                <a:lnTo>
                  <a:pt x="1463040" y="20955"/>
                </a:lnTo>
                <a:close/>
                <a:moveTo>
                  <a:pt x="1864995" y="1295400"/>
                </a:moveTo>
                <a:lnTo>
                  <a:pt x="1876425" y="1306830"/>
                </a:lnTo>
                <a:lnTo>
                  <a:pt x="1864995" y="1318260"/>
                </a:lnTo>
                <a:lnTo>
                  <a:pt x="1853565" y="1306830"/>
                </a:lnTo>
                <a:close/>
                <a:moveTo>
                  <a:pt x="1112520" y="1504950"/>
                </a:moveTo>
                <a:lnTo>
                  <a:pt x="1123950" y="1516380"/>
                </a:lnTo>
                <a:lnTo>
                  <a:pt x="1112520" y="1527810"/>
                </a:lnTo>
                <a:lnTo>
                  <a:pt x="1101090" y="1516380"/>
                </a:lnTo>
                <a:close/>
                <a:moveTo>
                  <a:pt x="1512570" y="98108"/>
                </a:moveTo>
                <a:lnTo>
                  <a:pt x="1530668" y="116205"/>
                </a:lnTo>
                <a:lnTo>
                  <a:pt x="1512570" y="134303"/>
                </a:lnTo>
                <a:lnTo>
                  <a:pt x="1494473" y="116205"/>
                </a:lnTo>
                <a:close/>
                <a:moveTo>
                  <a:pt x="17145" y="556260"/>
                </a:moveTo>
                <a:lnTo>
                  <a:pt x="34290" y="573405"/>
                </a:lnTo>
                <a:lnTo>
                  <a:pt x="17145" y="590550"/>
                </a:lnTo>
                <a:lnTo>
                  <a:pt x="0" y="573405"/>
                </a:lnTo>
                <a:close/>
                <a:moveTo>
                  <a:pt x="93345" y="362903"/>
                </a:moveTo>
                <a:lnTo>
                  <a:pt x="103823" y="373380"/>
                </a:lnTo>
                <a:lnTo>
                  <a:pt x="93345" y="383858"/>
                </a:lnTo>
                <a:lnTo>
                  <a:pt x="82868" y="373380"/>
                </a:lnTo>
                <a:close/>
                <a:moveTo>
                  <a:pt x="588645" y="1382078"/>
                </a:moveTo>
                <a:lnTo>
                  <a:pt x="599123" y="1392555"/>
                </a:lnTo>
                <a:lnTo>
                  <a:pt x="588645" y="1403033"/>
                </a:lnTo>
                <a:lnTo>
                  <a:pt x="578168" y="1392555"/>
                </a:lnTo>
                <a:close/>
                <a:moveTo>
                  <a:pt x="531495" y="261937"/>
                </a:moveTo>
                <a:lnTo>
                  <a:pt x="547688" y="278130"/>
                </a:lnTo>
                <a:lnTo>
                  <a:pt x="531495" y="294323"/>
                </a:lnTo>
                <a:lnTo>
                  <a:pt x="515303" y="278130"/>
                </a:lnTo>
                <a:close/>
                <a:moveTo>
                  <a:pt x="1341120" y="115253"/>
                </a:moveTo>
                <a:lnTo>
                  <a:pt x="1361123" y="135255"/>
                </a:lnTo>
                <a:lnTo>
                  <a:pt x="1341120" y="155258"/>
                </a:lnTo>
                <a:lnTo>
                  <a:pt x="1321118" y="135255"/>
                </a:lnTo>
                <a:close/>
                <a:moveTo>
                  <a:pt x="1369695" y="1026795"/>
                </a:moveTo>
                <a:lnTo>
                  <a:pt x="1383030" y="1040130"/>
                </a:lnTo>
                <a:lnTo>
                  <a:pt x="1369695" y="1053465"/>
                </a:lnTo>
                <a:lnTo>
                  <a:pt x="1356360" y="1040130"/>
                </a:lnTo>
                <a:close/>
                <a:moveTo>
                  <a:pt x="1922145" y="413385"/>
                </a:moveTo>
                <a:lnTo>
                  <a:pt x="1929765" y="421005"/>
                </a:lnTo>
                <a:lnTo>
                  <a:pt x="1922145" y="428625"/>
                </a:lnTo>
                <a:lnTo>
                  <a:pt x="1914525" y="421005"/>
                </a:lnTo>
                <a:close/>
                <a:moveTo>
                  <a:pt x="1150620" y="917258"/>
                </a:moveTo>
                <a:lnTo>
                  <a:pt x="1168718" y="935355"/>
                </a:lnTo>
                <a:lnTo>
                  <a:pt x="1150620" y="953453"/>
                </a:lnTo>
                <a:lnTo>
                  <a:pt x="1132523" y="935355"/>
                </a:lnTo>
                <a:close/>
                <a:moveTo>
                  <a:pt x="1407795" y="1806893"/>
                </a:moveTo>
                <a:lnTo>
                  <a:pt x="1422083" y="1821180"/>
                </a:lnTo>
                <a:lnTo>
                  <a:pt x="1407795" y="1835468"/>
                </a:lnTo>
                <a:lnTo>
                  <a:pt x="1393508" y="1821180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-2083117" y="4961573"/>
            <a:ext cx="3011805" cy="3295650"/>
          </a:xfrm>
          <a:custGeom>
            <a:avLst/>
            <a:gdLst/>
            <a:ahLst/>
            <a:cxnLst/>
            <a:rect l="l" t="t" r="r" b="b"/>
            <a:pathLst>
              <a:path w="3011805" h="3295650">
                <a:moveTo>
                  <a:pt x="149542" y="487680"/>
                </a:moveTo>
                <a:lnTo>
                  <a:pt x="167640" y="505778"/>
                </a:lnTo>
                <a:lnTo>
                  <a:pt x="149542" y="523875"/>
                </a:lnTo>
                <a:lnTo>
                  <a:pt x="131445" y="505778"/>
                </a:lnTo>
                <a:close/>
                <a:moveTo>
                  <a:pt x="749617" y="49530"/>
                </a:moveTo>
                <a:lnTo>
                  <a:pt x="758190" y="58103"/>
                </a:lnTo>
                <a:lnTo>
                  <a:pt x="749617" y="66675"/>
                </a:lnTo>
                <a:lnTo>
                  <a:pt x="741045" y="58103"/>
                </a:lnTo>
                <a:close/>
                <a:moveTo>
                  <a:pt x="25717" y="2466023"/>
                </a:moveTo>
                <a:lnTo>
                  <a:pt x="46672" y="2486978"/>
                </a:lnTo>
                <a:lnTo>
                  <a:pt x="25717" y="2507933"/>
                </a:lnTo>
                <a:lnTo>
                  <a:pt x="4763" y="2486978"/>
                </a:lnTo>
                <a:close/>
                <a:moveTo>
                  <a:pt x="2816543" y="1426845"/>
                </a:moveTo>
                <a:lnTo>
                  <a:pt x="2838450" y="1448753"/>
                </a:lnTo>
                <a:lnTo>
                  <a:pt x="2816543" y="1470660"/>
                </a:lnTo>
                <a:lnTo>
                  <a:pt x="2794635" y="1448753"/>
                </a:lnTo>
                <a:close/>
                <a:moveTo>
                  <a:pt x="16192" y="1032510"/>
                </a:moveTo>
                <a:lnTo>
                  <a:pt x="32385" y="1048703"/>
                </a:lnTo>
                <a:lnTo>
                  <a:pt x="16192" y="1064895"/>
                </a:lnTo>
                <a:lnTo>
                  <a:pt x="0" y="1048703"/>
                </a:lnTo>
                <a:close/>
                <a:moveTo>
                  <a:pt x="540067" y="0"/>
                </a:moveTo>
                <a:lnTo>
                  <a:pt x="550545" y="10478"/>
                </a:lnTo>
                <a:lnTo>
                  <a:pt x="540067" y="20955"/>
                </a:lnTo>
                <a:lnTo>
                  <a:pt x="529590" y="10478"/>
                </a:lnTo>
                <a:close/>
                <a:moveTo>
                  <a:pt x="711517" y="340995"/>
                </a:moveTo>
                <a:lnTo>
                  <a:pt x="723900" y="353378"/>
                </a:lnTo>
                <a:lnTo>
                  <a:pt x="711517" y="365760"/>
                </a:lnTo>
                <a:lnTo>
                  <a:pt x="699135" y="353378"/>
                </a:lnTo>
                <a:close/>
                <a:moveTo>
                  <a:pt x="2416493" y="3259455"/>
                </a:moveTo>
                <a:lnTo>
                  <a:pt x="2434590" y="3277553"/>
                </a:lnTo>
                <a:lnTo>
                  <a:pt x="2416493" y="3295650"/>
                </a:lnTo>
                <a:lnTo>
                  <a:pt x="2398395" y="3277553"/>
                </a:lnTo>
                <a:close/>
                <a:moveTo>
                  <a:pt x="978217" y="284797"/>
                </a:moveTo>
                <a:lnTo>
                  <a:pt x="999172" y="305753"/>
                </a:lnTo>
                <a:lnTo>
                  <a:pt x="978217" y="326708"/>
                </a:lnTo>
                <a:lnTo>
                  <a:pt x="957262" y="305753"/>
                </a:lnTo>
                <a:close/>
                <a:moveTo>
                  <a:pt x="1263967" y="2667000"/>
                </a:moveTo>
                <a:lnTo>
                  <a:pt x="1274445" y="2677478"/>
                </a:lnTo>
                <a:lnTo>
                  <a:pt x="1263967" y="2687955"/>
                </a:lnTo>
                <a:lnTo>
                  <a:pt x="1253490" y="2677478"/>
                </a:lnTo>
                <a:close/>
                <a:moveTo>
                  <a:pt x="2121218" y="257175"/>
                </a:moveTo>
                <a:lnTo>
                  <a:pt x="2131695" y="267653"/>
                </a:lnTo>
                <a:lnTo>
                  <a:pt x="2121218" y="278130"/>
                </a:lnTo>
                <a:lnTo>
                  <a:pt x="2110740" y="267653"/>
                </a:lnTo>
                <a:close/>
                <a:moveTo>
                  <a:pt x="673417" y="3062288"/>
                </a:moveTo>
                <a:lnTo>
                  <a:pt x="688657" y="3077528"/>
                </a:lnTo>
                <a:lnTo>
                  <a:pt x="673417" y="3092768"/>
                </a:lnTo>
                <a:lnTo>
                  <a:pt x="658178" y="3077528"/>
                </a:lnTo>
                <a:close/>
                <a:moveTo>
                  <a:pt x="2540317" y="1266825"/>
                </a:moveTo>
                <a:lnTo>
                  <a:pt x="2560320" y="1286828"/>
                </a:lnTo>
                <a:lnTo>
                  <a:pt x="2540317" y="1306830"/>
                </a:lnTo>
                <a:lnTo>
                  <a:pt x="2520315" y="1286828"/>
                </a:lnTo>
                <a:close/>
                <a:moveTo>
                  <a:pt x="873442" y="479108"/>
                </a:moveTo>
                <a:lnTo>
                  <a:pt x="881062" y="486728"/>
                </a:lnTo>
                <a:lnTo>
                  <a:pt x="873442" y="494347"/>
                </a:lnTo>
                <a:lnTo>
                  <a:pt x="865822" y="486728"/>
                </a:lnTo>
                <a:close/>
                <a:moveTo>
                  <a:pt x="1254443" y="3184208"/>
                </a:moveTo>
                <a:lnTo>
                  <a:pt x="1271588" y="3201353"/>
                </a:lnTo>
                <a:lnTo>
                  <a:pt x="1254443" y="3218498"/>
                </a:lnTo>
                <a:lnTo>
                  <a:pt x="1237297" y="3201353"/>
                </a:lnTo>
                <a:close/>
                <a:moveTo>
                  <a:pt x="1330643" y="54293"/>
                </a:moveTo>
                <a:lnTo>
                  <a:pt x="1353503" y="77153"/>
                </a:lnTo>
                <a:lnTo>
                  <a:pt x="1330643" y="100013"/>
                </a:lnTo>
                <a:lnTo>
                  <a:pt x="1307782" y="77153"/>
                </a:lnTo>
                <a:close/>
                <a:moveTo>
                  <a:pt x="425767" y="2104073"/>
                </a:moveTo>
                <a:lnTo>
                  <a:pt x="446722" y="2125028"/>
                </a:lnTo>
                <a:lnTo>
                  <a:pt x="425767" y="2145983"/>
                </a:lnTo>
                <a:lnTo>
                  <a:pt x="404813" y="2125028"/>
                </a:lnTo>
                <a:close/>
                <a:moveTo>
                  <a:pt x="25717" y="2040255"/>
                </a:moveTo>
                <a:lnTo>
                  <a:pt x="34290" y="2048828"/>
                </a:lnTo>
                <a:lnTo>
                  <a:pt x="25717" y="2057400"/>
                </a:lnTo>
                <a:lnTo>
                  <a:pt x="17145" y="2048828"/>
                </a:lnTo>
                <a:close/>
                <a:moveTo>
                  <a:pt x="254317" y="107633"/>
                </a:moveTo>
                <a:lnTo>
                  <a:pt x="271463" y="124778"/>
                </a:lnTo>
                <a:lnTo>
                  <a:pt x="254317" y="141922"/>
                </a:lnTo>
                <a:lnTo>
                  <a:pt x="237172" y="124778"/>
                </a:lnTo>
                <a:close/>
                <a:moveTo>
                  <a:pt x="2997517" y="1682115"/>
                </a:moveTo>
                <a:lnTo>
                  <a:pt x="3011805" y="1696403"/>
                </a:lnTo>
                <a:lnTo>
                  <a:pt x="2997517" y="1710690"/>
                </a:lnTo>
                <a:lnTo>
                  <a:pt x="2983230" y="1696403"/>
                </a:lnTo>
                <a:close/>
                <a:moveTo>
                  <a:pt x="2911792" y="392430"/>
                </a:moveTo>
                <a:lnTo>
                  <a:pt x="2929890" y="410528"/>
                </a:lnTo>
                <a:lnTo>
                  <a:pt x="2911792" y="428625"/>
                </a:lnTo>
                <a:lnTo>
                  <a:pt x="2893695" y="410528"/>
                </a:lnTo>
                <a:close/>
                <a:moveTo>
                  <a:pt x="311467" y="940118"/>
                </a:moveTo>
                <a:lnTo>
                  <a:pt x="324802" y="953453"/>
                </a:lnTo>
                <a:lnTo>
                  <a:pt x="311467" y="966788"/>
                </a:lnTo>
                <a:lnTo>
                  <a:pt x="298132" y="953453"/>
                </a:lnTo>
                <a:close/>
                <a:moveTo>
                  <a:pt x="1654493" y="3139440"/>
                </a:moveTo>
                <a:lnTo>
                  <a:pt x="1668780" y="3153728"/>
                </a:lnTo>
                <a:lnTo>
                  <a:pt x="1654493" y="3168015"/>
                </a:lnTo>
                <a:lnTo>
                  <a:pt x="1640205" y="3153728"/>
                </a:lnTo>
                <a:close/>
                <a:moveTo>
                  <a:pt x="1521142" y="741997"/>
                </a:moveTo>
                <a:lnTo>
                  <a:pt x="1542097" y="762953"/>
                </a:lnTo>
                <a:lnTo>
                  <a:pt x="1521142" y="783908"/>
                </a:lnTo>
                <a:lnTo>
                  <a:pt x="1500188" y="762953"/>
                </a:lnTo>
                <a:close/>
                <a:moveTo>
                  <a:pt x="2168842" y="1902143"/>
                </a:moveTo>
                <a:lnTo>
                  <a:pt x="2182178" y="1915478"/>
                </a:lnTo>
                <a:lnTo>
                  <a:pt x="2168842" y="1928813"/>
                </a:lnTo>
                <a:lnTo>
                  <a:pt x="2155507" y="1915478"/>
                </a:lnTo>
                <a:close/>
                <a:moveTo>
                  <a:pt x="2359343" y="1542097"/>
                </a:moveTo>
                <a:lnTo>
                  <a:pt x="2380298" y="1563053"/>
                </a:lnTo>
                <a:lnTo>
                  <a:pt x="2359343" y="1584008"/>
                </a:lnTo>
                <a:lnTo>
                  <a:pt x="2338388" y="1563053"/>
                </a:lnTo>
                <a:close/>
                <a:moveTo>
                  <a:pt x="2340292" y="1207770"/>
                </a:moveTo>
                <a:lnTo>
                  <a:pt x="2352675" y="1220153"/>
                </a:lnTo>
                <a:lnTo>
                  <a:pt x="2340292" y="1232535"/>
                </a:lnTo>
                <a:lnTo>
                  <a:pt x="2327910" y="1220153"/>
                </a:lnTo>
                <a:close/>
                <a:moveTo>
                  <a:pt x="2378393" y="1332547"/>
                </a:moveTo>
                <a:lnTo>
                  <a:pt x="2389823" y="1343978"/>
                </a:lnTo>
                <a:lnTo>
                  <a:pt x="2378393" y="1355408"/>
                </a:lnTo>
                <a:lnTo>
                  <a:pt x="2366963" y="1343978"/>
                </a:lnTo>
                <a:close/>
                <a:moveTo>
                  <a:pt x="844867" y="1581150"/>
                </a:moveTo>
                <a:lnTo>
                  <a:pt x="864870" y="1601153"/>
                </a:lnTo>
                <a:lnTo>
                  <a:pt x="844867" y="1621155"/>
                </a:lnTo>
                <a:lnTo>
                  <a:pt x="824865" y="1601153"/>
                </a:lnTo>
                <a:close/>
                <a:moveTo>
                  <a:pt x="501967" y="1821180"/>
                </a:moveTo>
                <a:lnTo>
                  <a:pt x="520065" y="1839278"/>
                </a:lnTo>
                <a:lnTo>
                  <a:pt x="501967" y="1857375"/>
                </a:lnTo>
                <a:lnTo>
                  <a:pt x="483870" y="183927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-2209800" y="5029200"/>
            <a:ext cx="3505200" cy="3390900"/>
          </a:xfrm>
          <a:custGeom>
            <a:avLst/>
            <a:gdLst/>
            <a:ahLst/>
            <a:cxnLst/>
            <a:rect l="l" t="t" r="r" b="b"/>
            <a:pathLst>
              <a:path w="3505200" h="3390900">
                <a:moveTo>
                  <a:pt x="276225" y="85725"/>
                </a:moveTo>
                <a:quadBezTo>
                  <a:pt x="352425" y="19050"/>
                  <a:pt x="438150" y="0"/>
                </a:quadBezTo>
                <a:moveTo>
                  <a:pt x="2733675" y="2714625"/>
                </a:moveTo>
                <a:quadBezTo>
                  <a:pt x="2628900" y="2762250"/>
                  <a:pt x="2524125" y="2847975"/>
                </a:quadBezTo>
                <a:moveTo>
                  <a:pt x="990600" y="238125"/>
                </a:moveTo>
                <a:quadBezTo>
                  <a:pt x="1038225" y="180975"/>
                  <a:pt x="1076325" y="171450"/>
                </a:quadBezTo>
                <a:moveTo>
                  <a:pt x="609600" y="2695575"/>
                </a:moveTo>
                <a:quadBezTo>
                  <a:pt x="523875" y="2619375"/>
                  <a:pt x="428625" y="2571750"/>
                </a:quadBezTo>
                <a:moveTo>
                  <a:pt x="304800" y="1533525"/>
                </a:moveTo>
                <a:quadBezTo>
                  <a:pt x="276225" y="1400175"/>
                  <a:pt x="257175" y="1304925"/>
                </a:quadBezTo>
                <a:moveTo>
                  <a:pt x="438150" y="733425"/>
                </a:moveTo>
                <a:quadBezTo>
                  <a:pt x="514350" y="600075"/>
                  <a:pt x="600075" y="495300"/>
                </a:quadBezTo>
                <a:moveTo>
                  <a:pt x="1057275" y="3390900"/>
                </a:moveTo>
                <a:quadBezTo>
                  <a:pt x="1009650" y="3343275"/>
                  <a:pt x="962025" y="3343275"/>
                </a:quadBezTo>
                <a:moveTo>
                  <a:pt x="257175" y="2505075"/>
                </a:moveTo>
                <a:quadBezTo>
                  <a:pt x="219075" y="2419350"/>
                  <a:pt x="171450" y="2371725"/>
                </a:quadBezTo>
                <a:moveTo>
                  <a:pt x="3228975" y="1628775"/>
                </a:moveTo>
                <a:quadBezTo>
                  <a:pt x="3248025" y="1733550"/>
                  <a:pt x="3276600" y="1876425"/>
                </a:quadBezTo>
                <a:moveTo>
                  <a:pt x="2181225" y="219075"/>
                </a:moveTo>
                <a:quadBezTo>
                  <a:pt x="2219325" y="228600"/>
                  <a:pt x="2266950" y="276225"/>
                </a:quadBezTo>
                <a:moveTo>
                  <a:pt x="952500" y="2952750"/>
                </a:moveTo>
                <a:quadBezTo>
                  <a:pt x="838200" y="2847975"/>
                  <a:pt x="723900" y="2781300"/>
                </a:quadBezTo>
                <a:moveTo>
                  <a:pt x="85725" y="1857375"/>
                </a:moveTo>
                <a:quadBezTo>
                  <a:pt x="38100" y="1733550"/>
                  <a:pt x="0" y="1638300"/>
                </a:quadBezTo>
                <a:moveTo>
                  <a:pt x="3067050" y="2476500"/>
                </a:moveTo>
                <a:quadBezTo>
                  <a:pt x="3028950" y="2514600"/>
                  <a:pt x="2981325" y="2590800"/>
                </a:quadBezTo>
                <a:moveTo>
                  <a:pt x="3476625" y="1390650"/>
                </a:moveTo>
                <a:quadBezTo>
                  <a:pt x="3486150" y="1514475"/>
                  <a:pt x="3505200" y="167640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-1724025" y="5553075"/>
            <a:ext cx="1047750" cy="2190750"/>
          </a:xfrm>
          <a:custGeom>
            <a:avLst/>
            <a:gdLst/>
            <a:ahLst/>
            <a:cxnLst/>
            <a:rect l="l" t="t" r="r" b="b"/>
            <a:pathLst>
              <a:path w="1047750" h="2190750">
                <a:moveTo>
                  <a:pt x="828675" y="1838325"/>
                </a:moveTo>
                <a:lnTo>
                  <a:pt x="1028700" y="2009775"/>
                </a:lnTo>
                <a:moveTo>
                  <a:pt x="800100" y="1866900"/>
                </a:moveTo>
                <a:lnTo>
                  <a:pt x="1047750" y="2076450"/>
                </a:lnTo>
                <a:moveTo>
                  <a:pt x="781050" y="1885950"/>
                </a:moveTo>
                <a:lnTo>
                  <a:pt x="981075" y="2057400"/>
                </a:lnTo>
                <a:moveTo>
                  <a:pt x="771525" y="1905000"/>
                </a:moveTo>
                <a:lnTo>
                  <a:pt x="1038225" y="2124075"/>
                </a:lnTo>
                <a:moveTo>
                  <a:pt x="542925" y="104775"/>
                </a:moveTo>
                <a:lnTo>
                  <a:pt x="190500" y="142875"/>
                </a:lnTo>
                <a:moveTo>
                  <a:pt x="542925" y="66675"/>
                </a:moveTo>
                <a:lnTo>
                  <a:pt x="47625" y="123825"/>
                </a:lnTo>
                <a:moveTo>
                  <a:pt x="542925" y="28575"/>
                </a:moveTo>
                <a:lnTo>
                  <a:pt x="0" y="95250"/>
                </a:lnTo>
                <a:moveTo>
                  <a:pt x="533400" y="0"/>
                </a:moveTo>
                <a:lnTo>
                  <a:pt x="85725" y="47625"/>
                </a:lnTo>
                <a:moveTo>
                  <a:pt x="723900" y="1914525"/>
                </a:moveTo>
                <a:lnTo>
                  <a:pt x="895350" y="2152650"/>
                </a:lnTo>
                <a:moveTo>
                  <a:pt x="695325" y="1933575"/>
                </a:moveTo>
                <a:lnTo>
                  <a:pt x="847725" y="2143125"/>
                </a:lnTo>
                <a:moveTo>
                  <a:pt x="676275" y="1952625"/>
                </a:moveTo>
                <a:lnTo>
                  <a:pt x="781050" y="2105025"/>
                </a:lnTo>
                <a:moveTo>
                  <a:pt x="638175" y="1981200"/>
                </a:moveTo>
                <a:lnTo>
                  <a:pt x="790575" y="21907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63300" y="-1647825"/>
            <a:ext cx="3057525" cy="6048375"/>
          </a:xfrm>
          <a:custGeom>
            <a:avLst/>
            <a:gdLst/>
            <a:ahLst/>
            <a:cxnLst/>
            <a:rect l="l" t="t" r="r" b="b"/>
            <a:pathLst>
              <a:path w="3057525" h="6048375">
                <a:moveTo>
                  <a:pt x="1657350" y="6048375"/>
                </a:moveTo>
                <a:lnTo>
                  <a:pt x="1657350" y="5934075"/>
                </a:lnTo>
                <a:lnTo>
                  <a:pt x="1619250" y="5981700"/>
                </a:lnTo>
                <a:lnTo>
                  <a:pt x="1362075" y="5734050"/>
                </a:lnTo>
                <a:lnTo>
                  <a:pt x="1466850" y="5857875"/>
                </a:lnTo>
                <a:lnTo>
                  <a:pt x="1476375" y="5829300"/>
                </a:lnTo>
                <a:lnTo>
                  <a:pt x="1600200" y="5695950"/>
                </a:lnTo>
                <a:lnTo>
                  <a:pt x="1590675" y="5591175"/>
                </a:lnTo>
                <a:lnTo>
                  <a:pt x="1466850" y="5524500"/>
                </a:lnTo>
                <a:lnTo>
                  <a:pt x="1390650" y="5419725"/>
                </a:lnTo>
                <a:lnTo>
                  <a:pt x="1438275" y="5391150"/>
                </a:lnTo>
                <a:lnTo>
                  <a:pt x="1381125" y="5372100"/>
                </a:lnTo>
                <a:lnTo>
                  <a:pt x="1333500" y="5286375"/>
                </a:lnTo>
                <a:lnTo>
                  <a:pt x="1266825" y="5248275"/>
                </a:lnTo>
                <a:lnTo>
                  <a:pt x="1266825" y="5210175"/>
                </a:lnTo>
                <a:lnTo>
                  <a:pt x="1247775" y="5229225"/>
                </a:lnTo>
                <a:lnTo>
                  <a:pt x="1257300" y="5257800"/>
                </a:lnTo>
                <a:lnTo>
                  <a:pt x="1381125" y="5200650"/>
                </a:lnTo>
                <a:lnTo>
                  <a:pt x="1228725" y="5219700"/>
                </a:lnTo>
                <a:lnTo>
                  <a:pt x="1190625" y="5181600"/>
                </a:lnTo>
                <a:lnTo>
                  <a:pt x="1162050" y="5000625"/>
                </a:lnTo>
                <a:lnTo>
                  <a:pt x="1162050" y="4991100"/>
                </a:lnTo>
                <a:lnTo>
                  <a:pt x="1200150" y="4914900"/>
                </a:lnTo>
                <a:lnTo>
                  <a:pt x="1190625" y="4829175"/>
                </a:lnTo>
                <a:lnTo>
                  <a:pt x="1133475" y="4667250"/>
                </a:lnTo>
                <a:lnTo>
                  <a:pt x="1057275" y="4552950"/>
                </a:lnTo>
                <a:lnTo>
                  <a:pt x="1085850" y="4476750"/>
                </a:lnTo>
                <a:lnTo>
                  <a:pt x="1047750" y="4457700"/>
                </a:lnTo>
                <a:lnTo>
                  <a:pt x="1057275" y="4448175"/>
                </a:lnTo>
                <a:lnTo>
                  <a:pt x="1038225" y="4400550"/>
                </a:lnTo>
                <a:lnTo>
                  <a:pt x="1028700" y="4286250"/>
                </a:lnTo>
                <a:lnTo>
                  <a:pt x="942975" y="4229100"/>
                </a:lnTo>
                <a:lnTo>
                  <a:pt x="876300" y="4219575"/>
                </a:lnTo>
                <a:lnTo>
                  <a:pt x="923925" y="4333875"/>
                </a:lnTo>
                <a:lnTo>
                  <a:pt x="933450" y="4114800"/>
                </a:lnTo>
                <a:lnTo>
                  <a:pt x="933450" y="4143375"/>
                </a:lnTo>
                <a:lnTo>
                  <a:pt x="800100" y="4095750"/>
                </a:lnTo>
                <a:lnTo>
                  <a:pt x="838200" y="4086225"/>
                </a:lnTo>
                <a:lnTo>
                  <a:pt x="714375" y="4114800"/>
                </a:lnTo>
                <a:lnTo>
                  <a:pt x="695325" y="4086225"/>
                </a:lnTo>
                <a:lnTo>
                  <a:pt x="590550" y="4019550"/>
                </a:lnTo>
                <a:lnTo>
                  <a:pt x="514350" y="3962400"/>
                </a:lnTo>
                <a:lnTo>
                  <a:pt x="590550" y="3829050"/>
                </a:lnTo>
                <a:lnTo>
                  <a:pt x="609600" y="3724275"/>
                </a:lnTo>
                <a:lnTo>
                  <a:pt x="600075" y="3638550"/>
                </a:lnTo>
                <a:lnTo>
                  <a:pt x="619125" y="3562350"/>
                </a:lnTo>
                <a:lnTo>
                  <a:pt x="676275" y="3533775"/>
                </a:lnTo>
                <a:lnTo>
                  <a:pt x="647700" y="3467100"/>
                </a:lnTo>
                <a:lnTo>
                  <a:pt x="609600" y="3429000"/>
                </a:lnTo>
                <a:lnTo>
                  <a:pt x="638175" y="3400425"/>
                </a:lnTo>
                <a:lnTo>
                  <a:pt x="647700" y="3352800"/>
                </a:lnTo>
                <a:lnTo>
                  <a:pt x="581025" y="3257550"/>
                </a:lnTo>
                <a:lnTo>
                  <a:pt x="504825" y="3248025"/>
                </a:lnTo>
                <a:lnTo>
                  <a:pt x="419100" y="3314700"/>
                </a:lnTo>
                <a:lnTo>
                  <a:pt x="342900" y="3152775"/>
                </a:lnTo>
                <a:lnTo>
                  <a:pt x="266700" y="3105150"/>
                </a:lnTo>
                <a:lnTo>
                  <a:pt x="257175" y="3076575"/>
                </a:lnTo>
                <a:lnTo>
                  <a:pt x="200025" y="2962275"/>
                </a:lnTo>
                <a:lnTo>
                  <a:pt x="209550" y="2933700"/>
                </a:lnTo>
                <a:lnTo>
                  <a:pt x="133350" y="2867025"/>
                </a:lnTo>
                <a:lnTo>
                  <a:pt x="133350" y="2838450"/>
                </a:lnTo>
                <a:lnTo>
                  <a:pt x="133350" y="2724150"/>
                </a:lnTo>
                <a:lnTo>
                  <a:pt x="76200" y="2686050"/>
                </a:lnTo>
                <a:lnTo>
                  <a:pt x="0" y="2638425"/>
                </a:lnTo>
                <a:lnTo>
                  <a:pt x="38100" y="2552700"/>
                </a:lnTo>
                <a:lnTo>
                  <a:pt x="9525" y="2505075"/>
                </a:lnTo>
                <a:lnTo>
                  <a:pt x="95250" y="2400300"/>
                </a:lnTo>
                <a:lnTo>
                  <a:pt x="133350" y="2314575"/>
                </a:lnTo>
                <a:lnTo>
                  <a:pt x="123825" y="2228850"/>
                </a:lnTo>
                <a:lnTo>
                  <a:pt x="133350" y="2162175"/>
                </a:lnTo>
                <a:lnTo>
                  <a:pt x="200025" y="2085975"/>
                </a:lnTo>
                <a:lnTo>
                  <a:pt x="200025" y="2076450"/>
                </a:lnTo>
                <a:lnTo>
                  <a:pt x="209550" y="1962150"/>
                </a:lnTo>
                <a:lnTo>
                  <a:pt x="209550" y="1933575"/>
                </a:lnTo>
                <a:lnTo>
                  <a:pt x="238125" y="1838325"/>
                </a:lnTo>
                <a:lnTo>
                  <a:pt x="304800" y="1762125"/>
                </a:lnTo>
                <a:lnTo>
                  <a:pt x="342900" y="1685925"/>
                </a:lnTo>
                <a:lnTo>
                  <a:pt x="314325" y="1638300"/>
                </a:lnTo>
                <a:lnTo>
                  <a:pt x="371475" y="1571625"/>
                </a:lnTo>
                <a:lnTo>
                  <a:pt x="371475" y="1457325"/>
                </a:lnTo>
                <a:lnTo>
                  <a:pt x="409575" y="1390650"/>
                </a:lnTo>
                <a:lnTo>
                  <a:pt x="457200" y="1352550"/>
                </a:lnTo>
                <a:lnTo>
                  <a:pt x="419100" y="1228725"/>
                </a:lnTo>
                <a:lnTo>
                  <a:pt x="457200" y="1162050"/>
                </a:lnTo>
                <a:lnTo>
                  <a:pt x="523875" y="1143000"/>
                </a:lnTo>
                <a:lnTo>
                  <a:pt x="514350" y="1057275"/>
                </a:lnTo>
                <a:lnTo>
                  <a:pt x="581025" y="981075"/>
                </a:lnTo>
                <a:lnTo>
                  <a:pt x="542925" y="895350"/>
                </a:lnTo>
                <a:lnTo>
                  <a:pt x="600075" y="809625"/>
                </a:lnTo>
                <a:lnTo>
                  <a:pt x="571500" y="762000"/>
                </a:lnTo>
                <a:lnTo>
                  <a:pt x="590550" y="714375"/>
                </a:lnTo>
                <a:lnTo>
                  <a:pt x="628650" y="619125"/>
                </a:lnTo>
                <a:lnTo>
                  <a:pt x="676275" y="523875"/>
                </a:lnTo>
                <a:lnTo>
                  <a:pt x="714375" y="476250"/>
                </a:lnTo>
                <a:lnTo>
                  <a:pt x="723900" y="400050"/>
                </a:lnTo>
                <a:lnTo>
                  <a:pt x="733425" y="333375"/>
                </a:lnTo>
                <a:lnTo>
                  <a:pt x="781050" y="285750"/>
                </a:lnTo>
                <a:lnTo>
                  <a:pt x="695325" y="209550"/>
                </a:lnTo>
                <a:lnTo>
                  <a:pt x="838200" y="133350"/>
                </a:lnTo>
                <a:lnTo>
                  <a:pt x="923925" y="152400"/>
                </a:lnTo>
                <a:lnTo>
                  <a:pt x="733425" y="209550"/>
                </a:lnTo>
                <a:lnTo>
                  <a:pt x="800100" y="9525"/>
                </a:lnTo>
                <a:lnTo>
                  <a:pt x="800100" y="142875"/>
                </a:lnTo>
                <a:lnTo>
                  <a:pt x="762000" y="133350"/>
                </a:lnTo>
                <a:lnTo>
                  <a:pt x="809625" y="142875"/>
                </a:lnTo>
                <a:lnTo>
                  <a:pt x="857250" y="0"/>
                </a:lnTo>
                <a:lnTo>
                  <a:pt x="952500" y="57150"/>
                </a:lnTo>
                <a:lnTo>
                  <a:pt x="962025" y="104775"/>
                </a:lnTo>
                <a:lnTo>
                  <a:pt x="1019175" y="66675"/>
                </a:lnTo>
                <a:lnTo>
                  <a:pt x="1104900" y="38100"/>
                </a:lnTo>
                <a:lnTo>
                  <a:pt x="1200150" y="104775"/>
                </a:lnTo>
                <a:lnTo>
                  <a:pt x="1276350" y="133350"/>
                </a:lnTo>
                <a:lnTo>
                  <a:pt x="1343025" y="142875"/>
                </a:lnTo>
                <a:lnTo>
                  <a:pt x="1333500" y="114300"/>
                </a:lnTo>
                <a:lnTo>
                  <a:pt x="1466850" y="190500"/>
                </a:lnTo>
                <a:lnTo>
                  <a:pt x="1571625" y="133350"/>
                </a:lnTo>
                <a:lnTo>
                  <a:pt x="1504950" y="133350"/>
                </a:lnTo>
                <a:lnTo>
                  <a:pt x="1609725" y="114300"/>
                </a:lnTo>
                <a:lnTo>
                  <a:pt x="1619250" y="104775"/>
                </a:lnTo>
                <a:lnTo>
                  <a:pt x="1743075" y="152400"/>
                </a:lnTo>
                <a:lnTo>
                  <a:pt x="1790700" y="104775"/>
                </a:lnTo>
                <a:lnTo>
                  <a:pt x="1809750" y="76200"/>
                </a:lnTo>
                <a:lnTo>
                  <a:pt x="1933575" y="161925"/>
                </a:lnTo>
                <a:lnTo>
                  <a:pt x="2000250" y="200025"/>
                </a:lnTo>
                <a:lnTo>
                  <a:pt x="2038350" y="190500"/>
                </a:lnTo>
                <a:lnTo>
                  <a:pt x="2066925" y="152400"/>
                </a:lnTo>
                <a:lnTo>
                  <a:pt x="2133600" y="190500"/>
                </a:lnTo>
                <a:lnTo>
                  <a:pt x="2152650" y="161925"/>
                </a:lnTo>
                <a:lnTo>
                  <a:pt x="2190750" y="171450"/>
                </a:lnTo>
                <a:lnTo>
                  <a:pt x="2228850" y="266700"/>
                </a:lnTo>
                <a:lnTo>
                  <a:pt x="2266950" y="314325"/>
                </a:lnTo>
                <a:lnTo>
                  <a:pt x="2295525" y="352425"/>
                </a:lnTo>
                <a:lnTo>
                  <a:pt x="2247900" y="333375"/>
                </a:lnTo>
                <a:lnTo>
                  <a:pt x="2266950" y="419100"/>
                </a:lnTo>
                <a:lnTo>
                  <a:pt x="2314575" y="466725"/>
                </a:lnTo>
                <a:lnTo>
                  <a:pt x="2333625" y="476250"/>
                </a:lnTo>
                <a:lnTo>
                  <a:pt x="2381250" y="542925"/>
                </a:lnTo>
                <a:lnTo>
                  <a:pt x="2390775" y="619125"/>
                </a:lnTo>
                <a:lnTo>
                  <a:pt x="2381250" y="638175"/>
                </a:lnTo>
                <a:lnTo>
                  <a:pt x="2428875" y="714375"/>
                </a:lnTo>
                <a:lnTo>
                  <a:pt x="2447925" y="742950"/>
                </a:lnTo>
                <a:lnTo>
                  <a:pt x="2447925" y="771525"/>
                </a:lnTo>
                <a:lnTo>
                  <a:pt x="2457450" y="819150"/>
                </a:lnTo>
                <a:lnTo>
                  <a:pt x="2476500" y="866775"/>
                </a:lnTo>
                <a:lnTo>
                  <a:pt x="2533650" y="923925"/>
                </a:lnTo>
                <a:lnTo>
                  <a:pt x="2514600" y="1009650"/>
                </a:lnTo>
                <a:lnTo>
                  <a:pt x="2552700" y="1000125"/>
                </a:lnTo>
                <a:lnTo>
                  <a:pt x="2562225" y="1038225"/>
                </a:lnTo>
                <a:lnTo>
                  <a:pt x="2571750" y="1114425"/>
                </a:lnTo>
                <a:lnTo>
                  <a:pt x="2638425" y="1133475"/>
                </a:lnTo>
                <a:lnTo>
                  <a:pt x="2600325" y="1162050"/>
                </a:lnTo>
                <a:lnTo>
                  <a:pt x="2628900" y="1257300"/>
                </a:lnTo>
                <a:lnTo>
                  <a:pt x="2705100" y="1276350"/>
                </a:lnTo>
                <a:lnTo>
                  <a:pt x="2657475" y="1314450"/>
                </a:lnTo>
                <a:lnTo>
                  <a:pt x="2695575" y="1409700"/>
                </a:lnTo>
                <a:lnTo>
                  <a:pt x="2752725" y="1428750"/>
                </a:lnTo>
                <a:lnTo>
                  <a:pt x="2733675" y="1504950"/>
                </a:lnTo>
                <a:lnTo>
                  <a:pt x="2800350" y="1524000"/>
                </a:lnTo>
                <a:lnTo>
                  <a:pt x="2781300" y="1552575"/>
                </a:lnTo>
                <a:lnTo>
                  <a:pt x="2819400" y="1600200"/>
                </a:lnTo>
                <a:lnTo>
                  <a:pt x="2809875" y="1666875"/>
                </a:lnTo>
                <a:lnTo>
                  <a:pt x="3057525" y="1695450"/>
                </a:lnTo>
                <a:lnTo>
                  <a:pt x="2933700" y="1885950"/>
                </a:lnTo>
                <a:lnTo>
                  <a:pt x="3009900" y="1943100"/>
                </a:lnTo>
                <a:lnTo>
                  <a:pt x="3048000" y="2066925"/>
                </a:lnTo>
                <a:lnTo>
                  <a:pt x="2962275" y="2066925"/>
                </a:lnTo>
                <a:lnTo>
                  <a:pt x="2962275" y="2105025"/>
                </a:lnTo>
                <a:lnTo>
                  <a:pt x="2895600" y="2181225"/>
                </a:lnTo>
                <a:lnTo>
                  <a:pt x="2914650" y="2152650"/>
                </a:lnTo>
                <a:lnTo>
                  <a:pt x="2952750" y="2152650"/>
                </a:lnTo>
                <a:lnTo>
                  <a:pt x="2876550" y="2305050"/>
                </a:lnTo>
                <a:lnTo>
                  <a:pt x="2895600" y="2362200"/>
                </a:lnTo>
                <a:lnTo>
                  <a:pt x="2905125" y="2428875"/>
                </a:lnTo>
                <a:lnTo>
                  <a:pt x="2943225" y="2486025"/>
                </a:lnTo>
                <a:lnTo>
                  <a:pt x="2914650" y="2476500"/>
                </a:lnTo>
                <a:lnTo>
                  <a:pt x="2905125" y="2524125"/>
                </a:lnTo>
                <a:lnTo>
                  <a:pt x="2876550" y="2590800"/>
                </a:lnTo>
                <a:lnTo>
                  <a:pt x="2857500" y="2724150"/>
                </a:lnTo>
                <a:lnTo>
                  <a:pt x="2943225" y="2714625"/>
                </a:lnTo>
                <a:lnTo>
                  <a:pt x="2819400" y="2733675"/>
                </a:lnTo>
                <a:lnTo>
                  <a:pt x="2752725" y="2714625"/>
                </a:lnTo>
                <a:lnTo>
                  <a:pt x="2828925" y="2847975"/>
                </a:lnTo>
                <a:lnTo>
                  <a:pt x="2809875" y="2952750"/>
                </a:lnTo>
                <a:lnTo>
                  <a:pt x="2809875" y="3076575"/>
                </a:lnTo>
                <a:lnTo>
                  <a:pt x="2819400" y="3133725"/>
                </a:lnTo>
                <a:lnTo>
                  <a:pt x="2828925" y="3181350"/>
                </a:lnTo>
                <a:lnTo>
                  <a:pt x="2847975" y="3228975"/>
                </a:lnTo>
                <a:lnTo>
                  <a:pt x="2895600" y="3305175"/>
                </a:lnTo>
                <a:lnTo>
                  <a:pt x="2952750" y="3333750"/>
                </a:lnTo>
                <a:lnTo>
                  <a:pt x="2924175" y="3438525"/>
                </a:lnTo>
                <a:lnTo>
                  <a:pt x="2933700" y="3486150"/>
                </a:lnTo>
                <a:lnTo>
                  <a:pt x="2962275" y="3476625"/>
                </a:lnTo>
                <a:lnTo>
                  <a:pt x="3038475" y="3571875"/>
                </a:lnTo>
                <a:lnTo>
                  <a:pt x="2952750" y="3486150"/>
                </a:lnTo>
                <a:lnTo>
                  <a:pt x="2981325" y="3600450"/>
                </a:lnTo>
                <a:lnTo>
                  <a:pt x="3057525" y="3648075"/>
                </a:lnTo>
                <a:lnTo>
                  <a:pt x="2990850" y="3676650"/>
                </a:lnTo>
                <a:lnTo>
                  <a:pt x="3028950" y="3657600"/>
                </a:lnTo>
                <a:lnTo>
                  <a:pt x="2990850" y="3743325"/>
                </a:lnTo>
                <a:lnTo>
                  <a:pt x="3000375" y="3781425"/>
                </a:lnTo>
                <a:lnTo>
                  <a:pt x="3028950" y="3790950"/>
                </a:lnTo>
                <a:lnTo>
                  <a:pt x="2990850" y="3848100"/>
                </a:lnTo>
                <a:lnTo>
                  <a:pt x="2952750" y="3876675"/>
                </a:lnTo>
                <a:lnTo>
                  <a:pt x="2943225" y="3867150"/>
                </a:lnTo>
                <a:lnTo>
                  <a:pt x="3019425" y="3876675"/>
                </a:lnTo>
                <a:lnTo>
                  <a:pt x="3009900" y="3838575"/>
                </a:lnTo>
                <a:lnTo>
                  <a:pt x="2886075" y="3867150"/>
                </a:lnTo>
                <a:lnTo>
                  <a:pt x="2847975" y="3857625"/>
                </a:lnTo>
                <a:lnTo>
                  <a:pt x="2828925" y="3971925"/>
                </a:lnTo>
                <a:lnTo>
                  <a:pt x="2771775" y="3905250"/>
                </a:lnTo>
                <a:lnTo>
                  <a:pt x="2705100" y="3971925"/>
                </a:lnTo>
                <a:lnTo>
                  <a:pt x="2752725" y="4133850"/>
                </a:lnTo>
                <a:lnTo>
                  <a:pt x="2762250" y="4048125"/>
                </a:lnTo>
                <a:lnTo>
                  <a:pt x="2724150" y="4152900"/>
                </a:lnTo>
                <a:lnTo>
                  <a:pt x="2752725" y="4219575"/>
                </a:lnTo>
                <a:lnTo>
                  <a:pt x="2752725" y="4219575"/>
                </a:lnTo>
                <a:lnTo>
                  <a:pt x="2733675" y="4276725"/>
                </a:lnTo>
                <a:lnTo>
                  <a:pt x="2609850" y="4295775"/>
                </a:lnTo>
                <a:lnTo>
                  <a:pt x="2676525" y="4410075"/>
                </a:lnTo>
                <a:lnTo>
                  <a:pt x="2628900" y="4391025"/>
                </a:lnTo>
                <a:lnTo>
                  <a:pt x="2657475" y="4381500"/>
                </a:lnTo>
                <a:lnTo>
                  <a:pt x="2676525" y="4343400"/>
                </a:lnTo>
                <a:lnTo>
                  <a:pt x="2619375" y="4352925"/>
                </a:lnTo>
                <a:lnTo>
                  <a:pt x="2628900" y="4438650"/>
                </a:lnTo>
                <a:lnTo>
                  <a:pt x="2647950" y="4476750"/>
                </a:lnTo>
                <a:lnTo>
                  <a:pt x="2571750" y="4362450"/>
                </a:lnTo>
                <a:lnTo>
                  <a:pt x="2590800" y="4476750"/>
                </a:lnTo>
                <a:lnTo>
                  <a:pt x="2543175" y="4505325"/>
                </a:lnTo>
                <a:lnTo>
                  <a:pt x="2495550" y="4600575"/>
                </a:lnTo>
                <a:lnTo>
                  <a:pt x="2428875" y="4667250"/>
                </a:lnTo>
                <a:lnTo>
                  <a:pt x="2419350" y="4762500"/>
                </a:lnTo>
                <a:lnTo>
                  <a:pt x="2438400" y="4819650"/>
                </a:lnTo>
                <a:lnTo>
                  <a:pt x="2419350" y="4848225"/>
                </a:lnTo>
                <a:lnTo>
                  <a:pt x="2371725" y="4933950"/>
                </a:lnTo>
                <a:lnTo>
                  <a:pt x="2286000" y="4943475"/>
                </a:lnTo>
                <a:lnTo>
                  <a:pt x="2371725" y="4981575"/>
                </a:lnTo>
                <a:lnTo>
                  <a:pt x="2333625" y="5000625"/>
                </a:lnTo>
                <a:lnTo>
                  <a:pt x="2276475" y="5019675"/>
                </a:lnTo>
                <a:lnTo>
                  <a:pt x="2286000" y="5105400"/>
                </a:lnTo>
                <a:lnTo>
                  <a:pt x="2276475" y="5133975"/>
                </a:lnTo>
                <a:lnTo>
                  <a:pt x="2171700" y="5172075"/>
                </a:lnTo>
                <a:lnTo>
                  <a:pt x="2105025" y="5181600"/>
                </a:lnTo>
                <a:lnTo>
                  <a:pt x="2114550" y="5276850"/>
                </a:lnTo>
                <a:lnTo>
                  <a:pt x="2114550" y="5353050"/>
                </a:lnTo>
                <a:lnTo>
                  <a:pt x="2105025" y="5400675"/>
                </a:lnTo>
                <a:lnTo>
                  <a:pt x="2095500" y="5410200"/>
                </a:lnTo>
                <a:lnTo>
                  <a:pt x="2047875" y="5553075"/>
                </a:lnTo>
                <a:lnTo>
                  <a:pt x="2057400" y="5572125"/>
                </a:lnTo>
                <a:lnTo>
                  <a:pt x="1971675" y="5667375"/>
                </a:lnTo>
                <a:lnTo>
                  <a:pt x="1933575" y="5667375"/>
                </a:lnTo>
                <a:lnTo>
                  <a:pt x="1905000" y="5705475"/>
                </a:lnTo>
                <a:lnTo>
                  <a:pt x="1866900" y="5734050"/>
                </a:lnTo>
                <a:lnTo>
                  <a:pt x="1857375" y="5781675"/>
                </a:lnTo>
                <a:lnTo>
                  <a:pt x="1800225" y="5876925"/>
                </a:lnTo>
                <a:lnTo>
                  <a:pt x="1762125" y="5905500"/>
                </a:lnTo>
                <a:lnTo>
                  <a:pt x="1752600" y="5981700"/>
                </a:lnTo>
                <a:close/>
              </a:path>
            </a:pathLst>
          </a:custGeom>
          <a:solidFill>
            <a:srgbClr val="F7B733">
              <a:alpha val="19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0915650" y="-2162175"/>
            <a:ext cx="3609975" cy="7000875"/>
          </a:xfrm>
          <a:custGeom>
            <a:avLst/>
            <a:gdLst/>
            <a:ahLst/>
            <a:cxnLst/>
            <a:rect l="l" t="t" r="r" b="b"/>
            <a:pathLst>
              <a:path w="3609975" h="7000875">
                <a:moveTo>
                  <a:pt x="1895475" y="7000875"/>
                </a:moveTo>
                <a:lnTo>
                  <a:pt x="1866900" y="6867525"/>
                </a:lnTo>
                <a:lnTo>
                  <a:pt x="1762125" y="6877050"/>
                </a:lnTo>
                <a:lnTo>
                  <a:pt x="1771650" y="6848475"/>
                </a:lnTo>
                <a:lnTo>
                  <a:pt x="1676400" y="6819900"/>
                </a:lnTo>
                <a:lnTo>
                  <a:pt x="1685925" y="6781800"/>
                </a:lnTo>
                <a:lnTo>
                  <a:pt x="1685925" y="6705600"/>
                </a:lnTo>
                <a:lnTo>
                  <a:pt x="1752600" y="6448425"/>
                </a:lnTo>
                <a:lnTo>
                  <a:pt x="1666875" y="6400800"/>
                </a:lnTo>
                <a:lnTo>
                  <a:pt x="1714500" y="6343650"/>
                </a:lnTo>
                <a:lnTo>
                  <a:pt x="1600200" y="6096000"/>
                </a:lnTo>
                <a:lnTo>
                  <a:pt x="1714500" y="6115050"/>
                </a:lnTo>
                <a:lnTo>
                  <a:pt x="1543050" y="6219825"/>
                </a:lnTo>
                <a:lnTo>
                  <a:pt x="1609725" y="6276975"/>
                </a:lnTo>
                <a:lnTo>
                  <a:pt x="1514475" y="6191250"/>
                </a:lnTo>
                <a:lnTo>
                  <a:pt x="1476375" y="6238875"/>
                </a:lnTo>
                <a:lnTo>
                  <a:pt x="1447800" y="6115050"/>
                </a:lnTo>
                <a:lnTo>
                  <a:pt x="1466850" y="6086475"/>
                </a:lnTo>
                <a:lnTo>
                  <a:pt x="1238250" y="5915025"/>
                </a:lnTo>
                <a:lnTo>
                  <a:pt x="1152525" y="5924550"/>
                </a:lnTo>
                <a:lnTo>
                  <a:pt x="1323975" y="5886450"/>
                </a:lnTo>
                <a:lnTo>
                  <a:pt x="1257300" y="5762625"/>
                </a:lnTo>
                <a:lnTo>
                  <a:pt x="1266825" y="5629275"/>
                </a:lnTo>
                <a:lnTo>
                  <a:pt x="1276350" y="5467350"/>
                </a:lnTo>
                <a:lnTo>
                  <a:pt x="1285875" y="5486400"/>
                </a:lnTo>
                <a:lnTo>
                  <a:pt x="1276350" y="5438775"/>
                </a:lnTo>
                <a:lnTo>
                  <a:pt x="1266825" y="5229225"/>
                </a:lnTo>
                <a:lnTo>
                  <a:pt x="1266825" y="5248275"/>
                </a:lnTo>
                <a:lnTo>
                  <a:pt x="1181100" y="5162550"/>
                </a:lnTo>
                <a:lnTo>
                  <a:pt x="1104900" y="5181600"/>
                </a:lnTo>
                <a:lnTo>
                  <a:pt x="1076325" y="5086350"/>
                </a:lnTo>
                <a:lnTo>
                  <a:pt x="1057275" y="4943475"/>
                </a:lnTo>
                <a:lnTo>
                  <a:pt x="1028700" y="4905375"/>
                </a:lnTo>
                <a:lnTo>
                  <a:pt x="1133475" y="4953000"/>
                </a:lnTo>
                <a:lnTo>
                  <a:pt x="1038225" y="4791075"/>
                </a:lnTo>
                <a:lnTo>
                  <a:pt x="971550" y="4762500"/>
                </a:lnTo>
                <a:lnTo>
                  <a:pt x="876300" y="4791075"/>
                </a:lnTo>
                <a:lnTo>
                  <a:pt x="942975" y="4667250"/>
                </a:lnTo>
                <a:lnTo>
                  <a:pt x="819150" y="4619625"/>
                </a:lnTo>
                <a:lnTo>
                  <a:pt x="714375" y="4581525"/>
                </a:lnTo>
                <a:lnTo>
                  <a:pt x="619125" y="4629150"/>
                </a:lnTo>
                <a:lnTo>
                  <a:pt x="619125" y="4457700"/>
                </a:lnTo>
                <a:lnTo>
                  <a:pt x="619125" y="4333875"/>
                </a:lnTo>
                <a:lnTo>
                  <a:pt x="581025" y="4381500"/>
                </a:lnTo>
                <a:lnTo>
                  <a:pt x="638175" y="4229100"/>
                </a:lnTo>
                <a:lnTo>
                  <a:pt x="581025" y="4191000"/>
                </a:lnTo>
                <a:lnTo>
                  <a:pt x="685800" y="4152900"/>
                </a:lnTo>
                <a:lnTo>
                  <a:pt x="723900" y="4105275"/>
                </a:lnTo>
                <a:lnTo>
                  <a:pt x="685800" y="4048125"/>
                </a:lnTo>
                <a:lnTo>
                  <a:pt x="723900" y="3914775"/>
                </a:lnTo>
                <a:lnTo>
                  <a:pt x="628650" y="3857625"/>
                </a:lnTo>
                <a:lnTo>
                  <a:pt x="552450" y="3857625"/>
                </a:lnTo>
                <a:lnTo>
                  <a:pt x="485775" y="3848100"/>
                </a:lnTo>
                <a:lnTo>
                  <a:pt x="466725" y="3819525"/>
                </a:lnTo>
                <a:lnTo>
                  <a:pt x="333375" y="3714750"/>
                </a:lnTo>
                <a:lnTo>
                  <a:pt x="266700" y="3667125"/>
                </a:lnTo>
                <a:lnTo>
                  <a:pt x="276225" y="3609975"/>
                </a:lnTo>
                <a:lnTo>
                  <a:pt x="171450" y="3486150"/>
                </a:lnTo>
                <a:lnTo>
                  <a:pt x="171450" y="3333750"/>
                </a:lnTo>
                <a:lnTo>
                  <a:pt x="180975" y="3343275"/>
                </a:lnTo>
                <a:lnTo>
                  <a:pt x="114300" y="3305175"/>
                </a:lnTo>
                <a:lnTo>
                  <a:pt x="123825" y="3295650"/>
                </a:lnTo>
                <a:lnTo>
                  <a:pt x="114300" y="3171825"/>
                </a:lnTo>
                <a:lnTo>
                  <a:pt x="28575" y="3038475"/>
                </a:lnTo>
                <a:lnTo>
                  <a:pt x="19050" y="3019425"/>
                </a:lnTo>
                <a:lnTo>
                  <a:pt x="0" y="2990850"/>
                </a:lnTo>
                <a:lnTo>
                  <a:pt x="38100" y="2828925"/>
                </a:lnTo>
                <a:lnTo>
                  <a:pt x="95250" y="2743200"/>
                </a:lnTo>
                <a:lnTo>
                  <a:pt x="95250" y="2628900"/>
                </a:lnTo>
                <a:lnTo>
                  <a:pt x="171450" y="2619375"/>
                </a:lnTo>
                <a:lnTo>
                  <a:pt x="133350" y="2495550"/>
                </a:lnTo>
                <a:lnTo>
                  <a:pt x="228600" y="2409825"/>
                </a:lnTo>
                <a:lnTo>
                  <a:pt x="200025" y="2352675"/>
                </a:lnTo>
                <a:lnTo>
                  <a:pt x="228600" y="2200275"/>
                </a:lnTo>
                <a:lnTo>
                  <a:pt x="238125" y="2114550"/>
                </a:lnTo>
                <a:lnTo>
                  <a:pt x="295275" y="2038350"/>
                </a:lnTo>
                <a:lnTo>
                  <a:pt x="314325" y="1962150"/>
                </a:lnTo>
                <a:lnTo>
                  <a:pt x="371475" y="1914525"/>
                </a:lnTo>
                <a:lnTo>
                  <a:pt x="342900" y="1847850"/>
                </a:lnTo>
                <a:lnTo>
                  <a:pt x="400050" y="1743075"/>
                </a:lnTo>
                <a:lnTo>
                  <a:pt x="438150" y="1685925"/>
                </a:lnTo>
                <a:lnTo>
                  <a:pt x="419100" y="1571625"/>
                </a:lnTo>
                <a:lnTo>
                  <a:pt x="438150" y="1495425"/>
                </a:lnTo>
                <a:lnTo>
                  <a:pt x="523875" y="1419225"/>
                </a:lnTo>
                <a:lnTo>
                  <a:pt x="561975" y="1333500"/>
                </a:lnTo>
                <a:lnTo>
                  <a:pt x="552450" y="1257300"/>
                </a:lnTo>
                <a:lnTo>
                  <a:pt x="600075" y="1152525"/>
                </a:lnTo>
                <a:lnTo>
                  <a:pt x="581025" y="1114425"/>
                </a:lnTo>
                <a:lnTo>
                  <a:pt x="638175" y="1000125"/>
                </a:lnTo>
                <a:lnTo>
                  <a:pt x="666750" y="923925"/>
                </a:lnTo>
                <a:lnTo>
                  <a:pt x="714375" y="847725"/>
                </a:lnTo>
                <a:lnTo>
                  <a:pt x="685800" y="742950"/>
                </a:lnTo>
                <a:lnTo>
                  <a:pt x="714375" y="676275"/>
                </a:lnTo>
                <a:lnTo>
                  <a:pt x="771525" y="561975"/>
                </a:lnTo>
                <a:lnTo>
                  <a:pt x="800100" y="523875"/>
                </a:lnTo>
                <a:lnTo>
                  <a:pt x="838200" y="438150"/>
                </a:lnTo>
                <a:lnTo>
                  <a:pt x="857250" y="333375"/>
                </a:lnTo>
                <a:lnTo>
                  <a:pt x="809625" y="323850"/>
                </a:lnTo>
                <a:lnTo>
                  <a:pt x="647700" y="114300"/>
                </a:lnTo>
                <a:lnTo>
                  <a:pt x="847725" y="190500"/>
                </a:lnTo>
                <a:lnTo>
                  <a:pt x="809625" y="238125"/>
                </a:lnTo>
                <a:lnTo>
                  <a:pt x="819150" y="285750"/>
                </a:lnTo>
                <a:lnTo>
                  <a:pt x="838200" y="257175"/>
                </a:lnTo>
                <a:lnTo>
                  <a:pt x="895350" y="276225"/>
                </a:lnTo>
                <a:lnTo>
                  <a:pt x="876300" y="180975"/>
                </a:lnTo>
                <a:lnTo>
                  <a:pt x="885825" y="114300"/>
                </a:lnTo>
                <a:lnTo>
                  <a:pt x="971550" y="123825"/>
                </a:lnTo>
                <a:lnTo>
                  <a:pt x="1104900" y="76200"/>
                </a:lnTo>
                <a:lnTo>
                  <a:pt x="1114425" y="66675"/>
                </a:lnTo>
                <a:lnTo>
                  <a:pt x="1247775" y="104775"/>
                </a:lnTo>
                <a:lnTo>
                  <a:pt x="1295400" y="152400"/>
                </a:lnTo>
                <a:lnTo>
                  <a:pt x="1428750" y="142875"/>
                </a:lnTo>
                <a:lnTo>
                  <a:pt x="1524000" y="238125"/>
                </a:lnTo>
                <a:lnTo>
                  <a:pt x="1647825" y="304800"/>
                </a:lnTo>
                <a:lnTo>
                  <a:pt x="1666875" y="323850"/>
                </a:lnTo>
                <a:lnTo>
                  <a:pt x="1609725" y="276225"/>
                </a:lnTo>
                <a:lnTo>
                  <a:pt x="1695450" y="133350"/>
                </a:lnTo>
                <a:lnTo>
                  <a:pt x="1828800" y="28575"/>
                </a:lnTo>
                <a:lnTo>
                  <a:pt x="1885950" y="0"/>
                </a:lnTo>
                <a:lnTo>
                  <a:pt x="1962150" y="114300"/>
                </a:lnTo>
                <a:lnTo>
                  <a:pt x="1990725" y="85725"/>
                </a:lnTo>
                <a:lnTo>
                  <a:pt x="2085975" y="247650"/>
                </a:lnTo>
                <a:lnTo>
                  <a:pt x="2133600" y="152400"/>
                </a:lnTo>
                <a:lnTo>
                  <a:pt x="2276475" y="161925"/>
                </a:lnTo>
                <a:lnTo>
                  <a:pt x="2305050" y="247650"/>
                </a:lnTo>
                <a:lnTo>
                  <a:pt x="2447925" y="266700"/>
                </a:lnTo>
                <a:lnTo>
                  <a:pt x="2419350" y="257175"/>
                </a:lnTo>
                <a:lnTo>
                  <a:pt x="2486025" y="228600"/>
                </a:lnTo>
                <a:lnTo>
                  <a:pt x="2562225" y="228600"/>
                </a:lnTo>
                <a:lnTo>
                  <a:pt x="2514600" y="333375"/>
                </a:lnTo>
                <a:lnTo>
                  <a:pt x="2543175" y="390525"/>
                </a:lnTo>
                <a:lnTo>
                  <a:pt x="2571750" y="428625"/>
                </a:lnTo>
                <a:lnTo>
                  <a:pt x="2571750" y="447675"/>
                </a:lnTo>
                <a:lnTo>
                  <a:pt x="2647950" y="514350"/>
                </a:lnTo>
                <a:lnTo>
                  <a:pt x="2628900" y="542925"/>
                </a:lnTo>
                <a:lnTo>
                  <a:pt x="2667000" y="657225"/>
                </a:lnTo>
                <a:lnTo>
                  <a:pt x="2676525" y="685800"/>
                </a:lnTo>
                <a:lnTo>
                  <a:pt x="2714625" y="676275"/>
                </a:lnTo>
                <a:lnTo>
                  <a:pt x="2743200" y="790575"/>
                </a:lnTo>
                <a:lnTo>
                  <a:pt x="2771775" y="790575"/>
                </a:lnTo>
                <a:lnTo>
                  <a:pt x="2752725" y="866775"/>
                </a:lnTo>
                <a:lnTo>
                  <a:pt x="2790825" y="933450"/>
                </a:lnTo>
                <a:lnTo>
                  <a:pt x="2847975" y="981075"/>
                </a:lnTo>
                <a:lnTo>
                  <a:pt x="2857500" y="1085850"/>
                </a:lnTo>
                <a:lnTo>
                  <a:pt x="2867025" y="1123950"/>
                </a:lnTo>
                <a:lnTo>
                  <a:pt x="2876550" y="1181100"/>
                </a:lnTo>
                <a:lnTo>
                  <a:pt x="2895600" y="1247775"/>
                </a:lnTo>
                <a:lnTo>
                  <a:pt x="2933700" y="1295400"/>
                </a:lnTo>
                <a:lnTo>
                  <a:pt x="3009900" y="1295400"/>
                </a:lnTo>
                <a:lnTo>
                  <a:pt x="3009900" y="1390650"/>
                </a:lnTo>
                <a:lnTo>
                  <a:pt x="2981325" y="1390650"/>
                </a:lnTo>
                <a:lnTo>
                  <a:pt x="3057525" y="1495425"/>
                </a:lnTo>
                <a:lnTo>
                  <a:pt x="3076575" y="1495425"/>
                </a:lnTo>
                <a:lnTo>
                  <a:pt x="3114675" y="1581150"/>
                </a:lnTo>
                <a:lnTo>
                  <a:pt x="3095625" y="1628775"/>
                </a:lnTo>
                <a:lnTo>
                  <a:pt x="3152775" y="1704975"/>
                </a:lnTo>
                <a:lnTo>
                  <a:pt x="3181350" y="1743075"/>
                </a:lnTo>
                <a:lnTo>
                  <a:pt x="3200400" y="1790700"/>
                </a:lnTo>
                <a:lnTo>
                  <a:pt x="3209925" y="1847850"/>
                </a:lnTo>
                <a:lnTo>
                  <a:pt x="3209925" y="1914525"/>
                </a:lnTo>
                <a:lnTo>
                  <a:pt x="3248025" y="1990725"/>
                </a:lnTo>
                <a:lnTo>
                  <a:pt x="3200400" y="2133600"/>
                </a:lnTo>
                <a:lnTo>
                  <a:pt x="3448050" y="2247900"/>
                </a:lnTo>
                <a:lnTo>
                  <a:pt x="3352800" y="2181225"/>
                </a:lnTo>
                <a:lnTo>
                  <a:pt x="3457575" y="2390775"/>
                </a:lnTo>
                <a:lnTo>
                  <a:pt x="3524250" y="2419350"/>
                </a:lnTo>
                <a:lnTo>
                  <a:pt x="3381375" y="2505075"/>
                </a:lnTo>
                <a:lnTo>
                  <a:pt x="3381375" y="2543175"/>
                </a:lnTo>
                <a:lnTo>
                  <a:pt x="3352800" y="2552700"/>
                </a:lnTo>
                <a:lnTo>
                  <a:pt x="3257550" y="2733675"/>
                </a:lnTo>
                <a:lnTo>
                  <a:pt x="3343275" y="2743200"/>
                </a:lnTo>
                <a:lnTo>
                  <a:pt x="3343275" y="2800350"/>
                </a:lnTo>
                <a:lnTo>
                  <a:pt x="3333750" y="2828925"/>
                </a:lnTo>
                <a:lnTo>
                  <a:pt x="3305175" y="2867025"/>
                </a:lnTo>
                <a:lnTo>
                  <a:pt x="3267075" y="2924175"/>
                </a:lnTo>
                <a:lnTo>
                  <a:pt x="3343275" y="2962275"/>
                </a:lnTo>
                <a:lnTo>
                  <a:pt x="3286125" y="3019425"/>
                </a:lnTo>
                <a:lnTo>
                  <a:pt x="3124200" y="3171825"/>
                </a:lnTo>
                <a:lnTo>
                  <a:pt x="3181350" y="3162300"/>
                </a:lnTo>
                <a:lnTo>
                  <a:pt x="3162300" y="3228975"/>
                </a:lnTo>
                <a:lnTo>
                  <a:pt x="3181350" y="3238500"/>
                </a:lnTo>
                <a:lnTo>
                  <a:pt x="3181350" y="3276600"/>
                </a:lnTo>
                <a:lnTo>
                  <a:pt x="3181350" y="3400425"/>
                </a:lnTo>
                <a:lnTo>
                  <a:pt x="3209925" y="3505200"/>
                </a:lnTo>
                <a:lnTo>
                  <a:pt x="3190875" y="3638550"/>
                </a:lnTo>
                <a:lnTo>
                  <a:pt x="3162300" y="3790950"/>
                </a:lnTo>
                <a:lnTo>
                  <a:pt x="3228975" y="3829050"/>
                </a:lnTo>
                <a:lnTo>
                  <a:pt x="3286125" y="3876675"/>
                </a:lnTo>
                <a:lnTo>
                  <a:pt x="3352800" y="3914775"/>
                </a:lnTo>
                <a:lnTo>
                  <a:pt x="3390900" y="3943350"/>
                </a:lnTo>
                <a:lnTo>
                  <a:pt x="3429000" y="4029075"/>
                </a:lnTo>
                <a:lnTo>
                  <a:pt x="3448050" y="4133850"/>
                </a:lnTo>
                <a:lnTo>
                  <a:pt x="3476625" y="4181475"/>
                </a:lnTo>
                <a:lnTo>
                  <a:pt x="3524250" y="3952875"/>
                </a:lnTo>
                <a:lnTo>
                  <a:pt x="3409950" y="4019550"/>
                </a:lnTo>
                <a:lnTo>
                  <a:pt x="3352800" y="4171950"/>
                </a:lnTo>
                <a:lnTo>
                  <a:pt x="3390900" y="4295775"/>
                </a:lnTo>
                <a:lnTo>
                  <a:pt x="3495675" y="4276725"/>
                </a:lnTo>
                <a:lnTo>
                  <a:pt x="3514725" y="4314825"/>
                </a:lnTo>
                <a:lnTo>
                  <a:pt x="3514725" y="4324350"/>
                </a:lnTo>
                <a:lnTo>
                  <a:pt x="3505200" y="4429125"/>
                </a:lnTo>
                <a:lnTo>
                  <a:pt x="3609975" y="4438650"/>
                </a:lnTo>
                <a:lnTo>
                  <a:pt x="3514725" y="4552950"/>
                </a:lnTo>
                <a:lnTo>
                  <a:pt x="3486150" y="4495800"/>
                </a:lnTo>
                <a:lnTo>
                  <a:pt x="3448050" y="4495800"/>
                </a:lnTo>
                <a:lnTo>
                  <a:pt x="3409950" y="4552950"/>
                </a:lnTo>
                <a:lnTo>
                  <a:pt x="3295650" y="4638675"/>
                </a:lnTo>
                <a:lnTo>
                  <a:pt x="3238500" y="4657725"/>
                </a:lnTo>
                <a:lnTo>
                  <a:pt x="3238500" y="4591050"/>
                </a:lnTo>
                <a:lnTo>
                  <a:pt x="3257550" y="4762500"/>
                </a:lnTo>
                <a:lnTo>
                  <a:pt x="3133725" y="4791075"/>
                </a:lnTo>
                <a:lnTo>
                  <a:pt x="3162300" y="4733925"/>
                </a:lnTo>
                <a:lnTo>
                  <a:pt x="3209925" y="4743450"/>
                </a:lnTo>
                <a:lnTo>
                  <a:pt x="3295650" y="4791075"/>
                </a:lnTo>
                <a:lnTo>
                  <a:pt x="3152775" y="4895850"/>
                </a:lnTo>
                <a:lnTo>
                  <a:pt x="3133725" y="4924425"/>
                </a:lnTo>
                <a:lnTo>
                  <a:pt x="3114675" y="4972050"/>
                </a:lnTo>
                <a:lnTo>
                  <a:pt x="3133725" y="4905375"/>
                </a:lnTo>
                <a:lnTo>
                  <a:pt x="3067050" y="4991100"/>
                </a:lnTo>
                <a:lnTo>
                  <a:pt x="3028950" y="5086350"/>
                </a:lnTo>
                <a:lnTo>
                  <a:pt x="3038475" y="5143500"/>
                </a:lnTo>
                <a:lnTo>
                  <a:pt x="3086100" y="5133975"/>
                </a:lnTo>
                <a:lnTo>
                  <a:pt x="3009900" y="5172075"/>
                </a:lnTo>
                <a:lnTo>
                  <a:pt x="3048000" y="5172075"/>
                </a:lnTo>
                <a:lnTo>
                  <a:pt x="3048000" y="5191125"/>
                </a:lnTo>
                <a:lnTo>
                  <a:pt x="2914650" y="5248275"/>
                </a:lnTo>
                <a:lnTo>
                  <a:pt x="2943225" y="5305425"/>
                </a:lnTo>
                <a:lnTo>
                  <a:pt x="2876550" y="5362575"/>
                </a:lnTo>
                <a:lnTo>
                  <a:pt x="2819400" y="5400675"/>
                </a:lnTo>
                <a:lnTo>
                  <a:pt x="2867025" y="5448300"/>
                </a:lnTo>
                <a:lnTo>
                  <a:pt x="2781300" y="5581650"/>
                </a:lnTo>
                <a:lnTo>
                  <a:pt x="2800350" y="5619750"/>
                </a:lnTo>
                <a:lnTo>
                  <a:pt x="2771775" y="5638800"/>
                </a:lnTo>
                <a:lnTo>
                  <a:pt x="2686050" y="5667375"/>
                </a:lnTo>
                <a:lnTo>
                  <a:pt x="2771775" y="5772150"/>
                </a:lnTo>
                <a:lnTo>
                  <a:pt x="2657475" y="5705475"/>
                </a:lnTo>
                <a:lnTo>
                  <a:pt x="2676525" y="5867400"/>
                </a:lnTo>
                <a:lnTo>
                  <a:pt x="2647950" y="5867400"/>
                </a:lnTo>
                <a:lnTo>
                  <a:pt x="2609850" y="5953125"/>
                </a:lnTo>
                <a:lnTo>
                  <a:pt x="2543175" y="6029325"/>
                </a:lnTo>
                <a:lnTo>
                  <a:pt x="2495550" y="6038850"/>
                </a:lnTo>
                <a:lnTo>
                  <a:pt x="2486025" y="6124575"/>
                </a:lnTo>
                <a:lnTo>
                  <a:pt x="2486025" y="6172200"/>
                </a:lnTo>
                <a:lnTo>
                  <a:pt x="2428875" y="6210300"/>
                </a:lnTo>
                <a:lnTo>
                  <a:pt x="2390775" y="6286500"/>
                </a:lnTo>
                <a:lnTo>
                  <a:pt x="2409825" y="6343650"/>
                </a:lnTo>
                <a:lnTo>
                  <a:pt x="2324100" y="6419850"/>
                </a:lnTo>
                <a:lnTo>
                  <a:pt x="2228850" y="6477000"/>
                </a:lnTo>
                <a:lnTo>
                  <a:pt x="2228850" y="6629400"/>
                </a:lnTo>
                <a:lnTo>
                  <a:pt x="2209800" y="6610350"/>
                </a:lnTo>
                <a:lnTo>
                  <a:pt x="2152650" y="6724650"/>
                </a:lnTo>
                <a:lnTo>
                  <a:pt x="2105025" y="6762750"/>
                </a:lnTo>
                <a:lnTo>
                  <a:pt x="2095500" y="6772275"/>
                </a:lnTo>
                <a:lnTo>
                  <a:pt x="2009775" y="6858000"/>
                </a:lnTo>
                <a:lnTo>
                  <a:pt x="1962150" y="6896100"/>
                </a:lnTo>
                <a:lnTo>
                  <a:pt x="1933575" y="6962775"/>
                </a:lnTo>
                <a:close/>
              </a:path>
            </a:pathLst>
          </a:custGeom>
          <a:solidFill>
            <a:srgbClr val="F7B733">
              <a:alpha val="1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906125" y="-2105025"/>
            <a:ext cx="3676650" cy="6981825"/>
          </a:xfrm>
          <a:custGeom>
            <a:avLst/>
            <a:gdLst/>
            <a:ahLst/>
            <a:cxnLst/>
            <a:rect l="l" t="t" r="r" b="b"/>
            <a:pathLst>
              <a:path w="3676650" h="6981825">
                <a:moveTo>
                  <a:pt x="1952625" y="6981825"/>
                </a:moveTo>
                <a:lnTo>
                  <a:pt x="1924050" y="6734175"/>
                </a:lnTo>
                <a:lnTo>
                  <a:pt x="1866900" y="6829425"/>
                </a:lnTo>
                <a:lnTo>
                  <a:pt x="1762125" y="6772275"/>
                </a:lnTo>
                <a:lnTo>
                  <a:pt x="1704975" y="6743700"/>
                </a:lnTo>
                <a:lnTo>
                  <a:pt x="1685925" y="6743700"/>
                </a:lnTo>
                <a:lnTo>
                  <a:pt x="1638300" y="6715125"/>
                </a:lnTo>
                <a:lnTo>
                  <a:pt x="1666875" y="6448425"/>
                </a:lnTo>
                <a:lnTo>
                  <a:pt x="1685925" y="6400800"/>
                </a:lnTo>
                <a:lnTo>
                  <a:pt x="1619250" y="6372225"/>
                </a:lnTo>
                <a:lnTo>
                  <a:pt x="1543050" y="6296025"/>
                </a:lnTo>
                <a:lnTo>
                  <a:pt x="1524000" y="6315075"/>
                </a:lnTo>
                <a:lnTo>
                  <a:pt x="1562100" y="6181725"/>
                </a:lnTo>
                <a:lnTo>
                  <a:pt x="1600200" y="6181725"/>
                </a:lnTo>
                <a:lnTo>
                  <a:pt x="1390650" y="6029325"/>
                </a:lnTo>
                <a:lnTo>
                  <a:pt x="1409700" y="6076950"/>
                </a:lnTo>
                <a:lnTo>
                  <a:pt x="1447800" y="6076950"/>
                </a:lnTo>
                <a:lnTo>
                  <a:pt x="1295400" y="5981700"/>
                </a:lnTo>
                <a:lnTo>
                  <a:pt x="1276350" y="5781675"/>
                </a:lnTo>
                <a:lnTo>
                  <a:pt x="1323975" y="5876925"/>
                </a:lnTo>
                <a:lnTo>
                  <a:pt x="1343025" y="5848350"/>
                </a:lnTo>
                <a:lnTo>
                  <a:pt x="1285875" y="5838825"/>
                </a:lnTo>
                <a:lnTo>
                  <a:pt x="1333500" y="5676900"/>
                </a:lnTo>
                <a:lnTo>
                  <a:pt x="1314450" y="5562600"/>
                </a:lnTo>
                <a:lnTo>
                  <a:pt x="1295400" y="5429250"/>
                </a:lnTo>
                <a:lnTo>
                  <a:pt x="1266825" y="5362575"/>
                </a:lnTo>
                <a:lnTo>
                  <a:pt x="1152525" y="5372100"/>
                </a:lnTo>
                <a:lnTo>
                  <a:pt x="1266825" y="5248275"/>
                </a:lnTo>
                <a:lnTo>
                  <a:pt x="1238250" y="5153025"/>
                </a:lnTo>
                <a:lnTo>
                  <a:pt x="1247775" y="5000625"/>
                </a:lnTo>
                <a:lnTo>
                  <a:pt x="1143000" y="5038725"/>
                </a:lnTo>
                <a:lnTo>
                  <a:pt x="1076325" y="4972050"/>
                </a:lnTo>
                <a:lnTo>
                  <a:pt x="1057275" y="4876800"/>
                </a:lnTo>
                <a:lnTo>
                  <a:pt x="1133475" y="4886325"/>
                </a:lnTo>
                <a:lnTo>
                  <a:pt x="828675" y="4772025"/>
                </a:lnTo>
                <a:lnTo>
                  <a:pt x="981075" y="4848225"/>
                </a:lnTo>
                <a:lnTo>
                  <a:pt x="895350" y="4752975"/>
                </a:lnTo>
                <a:lnTo>
                  <a:pt x="809625" y="4714875"/>
                </a:lnTo>
                <a:lnTo>
                  <a:pt x="714375" y="4667250"/>
                </a:lnTo>
                <a:lnTo>
                  <a:pt x="619125" y="4667250"/>
                </a:lnTo>
                <a:lnTo>
                  <a:pt x="628650" y="4581525"/>
                </a:lnTo>
                <a:lnTo>
                  <a:pt x="590550" y="4476750"/>
                </a:lnTo>
                <a:lnTo>
                  <a:pt x="495300" y="4343400"/>
                </a:lnTo>
                <a:lnTo>
                  <a:pt x="657225" y="4171950"/>
                </a:lnTo>
                <a:lnTo>
                  <a:pt x="600075" y="4200525"/>
                </a:lnTo>
                <a:lnTo>
                  <a:pt x="619125" y="4133850"/>
                </a:lnTo>
                <a:lnTo>
                  <a:pt x="723900" y="4076700"/>
                </a:lnTo>
                <a:lnTo>
                  <a:pt x="676275" y="4029075"/>
                </a:lnTo>
                <a:lnTo>
                  <a:pt x="704850" y="3981450"/>
                </a:lnTo>
                <a:lnTo>
                  <a:pt x="647700" y="3810000"/>
                </a:lnTo>
                <a:lnTo>
                  <a:pt x="600075" y="3810000"/>
                </a:lnTo>
                <a:lnTo>
                  <a:pt x="523875" y="3810000"/>
                </a:lnTo>
                <a:lnTo>
                  <a:pt x="514350" y="3752850"/>
                </a:lnTo>
                <a:lnTo>
                  <a:pt x="523875" y="3714750"/>
                </a:lnTo>
                <a:lnTo>
                  <a:pt x="409575" y="3590925"/>
                </a:lnTo>
                <a:lnTo>
                  <a:pt x="361950" y="3562350"/>
                </a:lnTo>
                <a:lnTo>
                  <a:pt x="276225" y="3533775"/>
                </a:lnTo>
                <a:lnTo>
                  <a:pt x="171450" y="3419475"/>
                </a:lnTo>
                <a:lnTo>
                  <a:pt x="190500" y="3362325"/>
                </a:lnTo>
                <a:lnTo>
                  <a:pt x="171450" y="3305175"/>
                </a:lnTo>
                <a:lnTo>
                  <a:pt x="142875" y="3257550"/>
                </a:lnTo>
                <a:lnTo>
                  <a:pt x="76200" y="3200400"/>
                </a:lnTo>
                <a:lnTo>
                  <a:pt x="0" y="3076575"/>
                </a:lnTo>
                <a:lnTo>
                  <a:pt x="66675" y="3038475"/>
                </a:lnTo>
                <a:lnTo>
                  <a:pt x="9525" y="2962275"/>
                </a:lnTo>
                <a:lnTo>
                  <a:pt x="57150" y="2876550"/>
                </a:lnTo>
                <a:lnTo>
                  <a:pt x="47625" y="2762250"/>
                </a:lnTo>
                <a:lnTo>
                  <a:pt x="57150" y="2686050"/>
                </a:lnTo>
                <a:lnTo>
                  <a:pt x="104775" y="2600325"/>
                </a:lnTo>
                <a:lnTo>
                  <a:pt x="171450" y="2486025"/>
                </a:lnTo>
                <a:lnTo>
                  <a:pt x="133350" y="2447925"/>
                </a:lnTo>
                <a:lnTo>
                  <a:pt x="200025" y="2343150"/>
                </a:lnTo>
                <a:lnTo>
                  <a:pt x="228600" y="2247900"/>
                </a:lnTo>
                <a:lnTo>
                  <a:pt x="247650" y="2152650"/>
                </a:lnTo>
                <a:lnTo>
                  <a:pt x="295275" y="2076450"/>
                </a:lnTo>
                <a:lnTo>
                  <a:pt x="342900" y="2009775"/>
                </a:lnTo>
                <a:lnTo>
                  <a:pt x="323850" y="1943100"/>
                </a:lnTo>
                <a:lnTo>
                  <a:pt x="381000" y="1828800"/>
                </a:lnTo>
                <a:lnTo>
                  <a:pt x="419100" y="1752600"/>
                </a:lnTo>
                <a:lnTo>
                  <a:pt x="400050" y="1685925"/>
                </a:lnTo>
                <a:lnTo>
                  <a:pt x="419100" y="1600200"/>
                </a:lnTo>
                <a:lnTo>
                  <a:pt x="476250" y="1524000"/>
                </a:lnTo>
                <a:lnTo>
                  <a:pt x="523875" y="1390650"/>
                </a:lnTo>
                <a:lnTo>
                  <a:pt x="504825" y="1352550"/>
                </a:lnTo>
                <a:lnTo>
                  <a:pt x="533400" y="1276350"/>
                </a:lnTo>
                <a:lnTo>
                  <a:pt x="542925" y="1162050"/>
                </a:lnTo>
                <a:lnTo>
                  <a:pt x="609600" y="1133475"/>
                </a:lnTo>
                <a:lnTo>
                  <a:pt x="571500" y="1047750"/>
                </a:lnTo>
                <a:lnTo>
                  <a:pt x="619125" y="933450"/>
                </a:lnTo>
                <a:lnTo>
                  <a:pt x="638175" y="885825"/>
                </a:lnTo>
                <a:lnTo>
                  <a:pt x="685800" y="752475"/>
                </a:lnTo>
                <a:lnTo>
                  <a:pt x="733425" y="676275"/>
                </a:lnTo>
                <a:lnTo>
                  <a:pt x="762000" y="581025"/>
                </a:lnTo>
                <a:lnTo>
                  <a:pt x="781050" y="514350"/>
                </a:lnTo>
                <a:lnTo>
                  <a:pt x="809625" y="476250"/>
                </a:lnTo>
                <a:lnTo>
                  <a:pt x="838200" y="400050"/>
                </a:lnTo>
                <a:lnTo>
                  <a:pt x="838200" y="304800"/>
                </a:lnTo>
                <a:lnTo>
                  <a:pt x="676275" y="95250"/>
                </a:lnTo>
                <a:lnTo>
                  <a:pt x="733425" y="114300"/>
                </a:lnTo>
                <a:lnTo>
                  <a:pt x="733425" y="342900"/>
                </a:lnTo>
                <a:lnTo>
                  <a:pt x="876300" y="161925"/>
                </a:lnTo>
                <a:lnTo>
                  <a:pt x="904875" y="266700"/>
                </a:lnTo>
                <a:lnTo>
                  <a:pt x="866775" y="209550"/>
                </a:lnTo>
                <a:lnTo>
                  <a:pt x="876300" y="152400"/>
                </a:lnTo>
                <a:lnTo>
                  <a:pt x="933450" y="104775"/>
                </a:lnTo>
                <a:lnTo>
                  <a:pt x="990600" y="66675"/>
                </a:lnTo>
                <a:lnTo>
                  <a:pt x="942975" y="0"/>
                </a:lnTo>
                <a:lnTo>
                  <a:pt x="1057275" y="38100"/>
                </a:lnTo>
                <a:lnTo>
                  <a:pt x="1143000" y="19050"/>
                </a:lnTo>
                <a:lnTo>
                  <a:pt x="1190625" y="76200"/>
                </a:lnTo>
                <a:lnTo>
                  <a:pt x="1343025" y="104775"/>
                </a:lnTo>
                <a:lnTo>
                  <a:pt x="1457325" y="152400"/>
                </a:lnTo>
                <a:lnTo>
                  <a:pt x="1562100" y="171450"/>
                </a:lnTo>
                <a:lnTo>
                  <a:pt x="1685925" y="200025"/>
                </a:lnTo>
                <a:lnTo>
                  <a:pt x="1628775" y="85725"/>
                </a:lnTo>
                <a:lnTo>
                  <a:pt x="1714500" y="47625"/>
                </a:lnTo>
                <a:lnTo>
                  <a:pt x="1752600" y="95250"/>
                </a:lnTo>
                <a:lnTo>
                  <a:pt x="1781175" y="190500"/>
                </a:lnTo>
                <a:lnTo>
                  <a:pt x="1876425" y="57150"/>
                </a:lnTo>
                <a:lnTo>
                  <a:pt x="1962150" y="19050"/>
                </a:lnTo>
                <a:lnTo>
                  <a:pt x="2009775" y="85725"/>
                </a:lnTo>
                <a:lnTo>
                  <a:pt x="2152650" y="95250"/>
                </a:lnTo>
                <a:lnTo>
                  <a:pt x="2219325" y="114300"/>
                </a:lnTo>
                <a:lnTo>
                  <a:pt x="2266950" y="142875"/>
                </a:lnTo>
                <a:lnTo>
                  <a:pt x="2343150" y="161925"/>
                </a:lnTo>
                <a:lnTo>
                  <a:pt x="2381250" y="228600"/>
                </a:lnTo>
                <a:lnTo>
                  <a:pt x="2438400" y="228600"/>
                </a:lnTo>
                <a:lnTo>
                  <a:pt x="2505075" y="200025"/>
                </a:lnTo>
                <a:lnTo>
                  <a:pt x="2514600" y="171450"/>
                </a:lnTo>
                <a:lnTo>
                  <a:pt x="2590800" y="295275"/>
                </a:lnTo>
                <a:lnTo>
                  <a:pt x="2543175" y="323850"/>
                </a:lnTo>
                <a:lnTo>
                  <a:pt x="2619375" y="381000"/>
                </a:lnTo>
                <a:lnTo>
                  <a:pt x="2590800" y="409575"/>
                </a:lnTo>
                <a:lnTo>
                  <a:pt x="2657475" y="457200"/>
                </a:lnTo>
                <a:lnTo>
                  <a:pt x="2647950" y="485775"/>
                </a:lnTo>
                <a:lnTo>
                  <a:pt x="2657475" y="533400"/>
                </a:lnTo>
                <a:lnTo>
                  <a:pt x="2695575" y="609600"/>
                </a:lnTo>
                <a:lnTo>
                  <a:pt x="2714625" y="657225"/>
                </a:lnTo>
                <a:lnTo>
                  <a:pt x="2733675" y="733425"/>
                </a:lnTo>
                <a:lnTo>
                  <a:pt x="2771775" y="733425"/>
                </a:lnTo>
                <a:lnTo>
                  <a:pt x="2790825" y="838200"/>
                </a:lnTo>
                <a:lnTo>
                  <a:pt x="2819400" y="914400"/>
                </a:lnTo>
                <a:lnTo>
                  <a:pt x="2809875" y="962025"/>
                </a:lnTo>
                <a:lnTo>
                  <a:pt x="2886075" y="981075"/>
                </a:lnTo>
                <a:lnTo>
                  <a:pt x="2886075" y="1066800"/>
                </a:lnTo>
                <a:lnTo>
                  <a:pt x="2905125" y="1057275"/>
                </a:lnTo>
                <a:lnTo>
                  <a:pt x="2962275" y="1152525"/>
                </a:lnTo>
                <a:lnTo>
                  <a:pt x="2943225" y="1190625"/>
                </a:lnTo>
                <a:lnTo>
                  <a:pt x="2981325" y="1257300"/>
                </a:lnTo>
                <a:lnTo>
                  <a:pt x="3009900" y="1314450"/>
                </a:lnTo>
                <a:lnTo>
                  <a:pt x="3019425" y="1390650"/>
                </a:lnTo>
                <a:lnTo>
                  <a:pt x="3076575" y="1400175"/>
                </a:lnTo>
                <a:lnTo>
                  <a:pt x="3095625" y="1438275"/>
                </a:lnTo>
                <a:lnTo>
                  <a:pt x="3105150" y="1552575"/>
                </a:lnTo>
                <a:lnTo>
                  <a:pt x="3143250" y="1590675"/>
                </a:lnTo>
                <a:lnTo>
                  <a:pt x="3143250" y="1609725"/>
                </a:lnTo>
                <a:lnTo>
                  <a:pt x="3152775" y="1685925"/>
                </a:lnTo>
                <a:lnTo>
                  <a:pt x="3190875" y="1714500"/>
                </a:lnTo>
                <a:lnTo>
                  <a:pt x="3248025" y="1762125"/>
                </a:lnTo>
                <a:lnTo>
                  <a:pt x="3238500" y="1828800"/>
                </a:lnTo>
                <a:lnTo>
                  <a:pt x="3295650" y="1924050"/>
                </a:lnTo>
                <a:lnTo>
                  <a:pt x="3209925" y="2000250"/>
                </a:lnTo>
                <a:lnTo>
                  <a:pt x="3362325" y="2057400"/>
                </a:lnTo>
                <a:lnTo>
                  <a:pt x="3371850" y="2266950"/>
                </a:lnTo>
                <a:lnTo>
                  <a:pt x="3476625" y="2352675"/>
                </a:lnTo>
                <a:lnTo>
                  <a:pt x="3448050" y="2362200"/>
                </a:lnTo>
                <a:lnTo>
                  <a:pt x="3352800" y="2390775"/>
                </a:lnTo>
                <a:lnTo>
                  <a:pt x="3390900" y="2447925"/>
                </a:lnTo>
                <a:lnTo>
                  <a:pt x="3362325" y="2514600"/>
                </a:lnTo>
                <a:lnTo>
                  <a:pt x="3371850" y="2533650"/>
                </a:lnTo>
                <a:lnTo>
                  <a:pt x="3200400" y="2609850"/>
                </a:lnTo>
                <a:lnTo>
                  <a:pt x="3343275" y="2733675"/>
                </a:lnTo>
                <a:lnTo>
                  <a:pt x="3333750" y="2800350"/>
                </a:lnTo>
                <a:lnTo>
                  <a:pt x="3295650" y="2828925"/>
                </a:lnTo>
                <a:lnTo>
                  <a:pt x="3295650" y="2876550"/>
                </a:lnTo>
                <a:lnTo>
                  <a:pt x="3362325" y="2924175"/>
                </a:lnTo>
                <a:lnTo>
                  <a:pt x="3267075" y="2962275"/>
                </a:lnTo>
                <a:lnTo>
                  <a:pt x="3248025" y="3038475"/>
                </a:lnTo>
                <a:lnTo>
                  <a:pt x="3343275" y="3143250"/>
                </a:lnTo>
                <a:lnTo>
                  <a:pt x="3295650" y="3124200"/>
                </a:lnTo>
                <a:lnTo>
                  <a:pt x="3190875" y="3162300"/>
                </a:lnTo>
                <a:lnTo>
                  <a:pt x="3267075" y="3124200"/>
                </a:lnTo>
                <a:lnTo>
                  <a:pt x="3314700" y="3295650"/>
                </a:lnTo>
                <a:lnTo>
                  <a:pt x="3286125" y="3457575"/>
                </a:lnTo>
                <a:lnTo>
                  <a:pt x="3238500" y="3600450"/>
                </a:lnTo>
                <a:lnTo>
                  <a:pt x="3295650" y="3609975"/>
                </a:lnTo>
                <a:lnTo>
                  <a:pt x="3352800" y="3762375"/>
                </a:lnTo>
                <a:lnTo>
                  <a:pt x="3305175" y="3771900"/>
                </a:lnTo>
                <a:lnTo>
                  <a:pt x="3352800" y="3857625"/>
                </a:lnTo>
                <a:lnTo>
                  <a:pt x="3400425" y="3895725"/>
                </a:lnTo>
                <a:lnTo>
                  <a:pt x="3409950" y="3981450"/>
                </a:lnTo>
                <a:lnTo>
                  <a:pt x="3467100" y="4029075"/>
                </a:lnTo>
                <a:lnTo>
                  <a:pt x="3476625" y="4076700"/>
                </a:lnTo>
                <a:lnTo>
                  <a:pt x="3457575" y="4152900"/>
                </a:lnTo>
                <a:lnTo>
                  <a:pt x="3362325" y="4076700"/>
                </a:lnTo>
                <a:lnTo>
                  <a:pt x="3390900" y="4095750"/>
                </a:lnTo>
                <a:lnTo>
                  <a:pt x="3390900" y="4248150"/>
                </a:lnTo>
                <a:lnTo>
                  <a:pt x="3476625" y="4371975"/>
                </a:lnTo>
                <a:lnTo>
                  <a:pt x="3552825" y="4362450"/>
                </a:lnTo>
                <a:lnTo>
                  <a:pt x="3505200" y="4371975"/>
                </a:lnTo>
                <a:lnTo>
                  <a:pt x="3486150" y="4352925"/>
                </a:lnTo>
                <a:lnTo>
                  <a:pt x="3676650" y="4419600"/>
                </a:lnTo>
                <a:lnTo>
                  <a:pt x="3552825" y="4505325"/>
                </a:lnTo>
                <a:lnTo>
                  <a:pt x="3552825" y="4543425"/>
                </a:lnTo>
                <a:lnTo>
                  <a:pt x="3438525" y="4476750"/>
                </a:lnTo>
                <a:lnTo>
                  <a:pt x="3457575" y="4524375"/>
                </a:lnTo>
                <a:lnTo>
                  <a:pt x="3381375" y="4552950"/>
                </a:lnTo>
                <a:lnTo>
                  <a:pt x="3371850" y="4552950"/>
                </a:lnTo>
                <a:lnTo>
                  <a:pt x="3286125" y="4552950"/>
                </a:lnTo>
                <a:lnTo>
                  <a:pt x="3419475" y="4543425"/>
                </a:lnTo>
                <a:lnTo>
                  <a:pt x="3228975" y="4695825"/>
                </a:lnTo>
                <a:lnTo>
                  <a:pt x="3267075" y="4667250"/>
                </a:lnTo>
                <a:lnTo>
                  <a:pt x="3190875" y="4714875"/>
                </a:lnTo>
                <a:lnTo>
                  <a:pt x="3124200" y="4686300"/>
                </a:lnTo>
                <a:lnTo>
                  <a:pt x="3152775" y="4829175"/>
                </a:lnTo>
                <a:lnTo>
                  <a:pt x="3086100" y="4867275"/>
                </a:lnTo>
                <a:lnTo>
                  <a:pt x="3095625" y="4924425"/>
                </a:lnTo>
                <a:lnTo>
                  <a:pt x="3124200" y="5000625"/>
                </a:lnTo>
                <a:lnTo>
                  <a:pt x="3105150" y="4991100"/>
                </a:lnTo>
                <a:lnTo>
                  <a:pt x="3009900" y="5000625"/>
                </a:lnTo>
                <a:lnTo>
                  <a:pt x="3028950" y="5057775"/>
                </a:lnTo>
                <a:lnTo>
                  <a:pt x="3067050" y="5133975"/>
                </a:lnTo>
                <a:lnTo>
                  <a:pt x="3028950" y="5153025"/>
                </a:lnTo>
                <a:lnTo>
                  <a:pt x="3009900" y="5162550"/>
                </a:lnTo>
                <a:lnTo>
                  <a:pt x="3038475" y="5114925"/>
                </a:lnTo>
                <a:lnTo>
                  <a:pt x="2924175" y="5229225"/>
                </a:lnTo>
                <a:lnTo>
                  <a:pt x="2800350" y="5257800"/>
                </a:lnTo>
                <a:lnTo>
                  <a:pt x="2876550" y="5286375"/>
                </a:lnTo>
                <a:lnTo>
                  <a:pt x="2867025" y="5276850"/>
                </a:lnTo>
                <a:lnTo>
                  <a:pt x="2838450" y="5419725"/>
                </a:lnTo>
                <a:lnTo>
                  <a:pt x="2752725" y="5476875"/>
                </a:lnTo>
                <a:lnTo>
                  <a:pt x="2800350" y="5581650"/>
                </a:lnTo>
                <a:lnTo>
                  <a:pt x="2781300" y="5610225"/>
                </a:lnTo>
                <a:lnTo>
                  <a:pt x="2733675" y="5676900"/>
                </a:lnTo>
                <a:lnTo>
                  <a:pt x="2724150" y="5657850"/>
                </a:lnTo>
                <a:lnTo>
                  <a:pt x="2667000" y="5734050"/>
                </a:lnTo>
                <a:lnTo>
                  <a:pt x="2628900" y="5800725"/>
                </a:lnTo>
                <a:lnTo>
                  <a:pt x="2647950" y="5895975"/>
                </a:lnTo>
                <a:lnTo>
                  <a:pt x="2657475" y="5886450"/>
                </a:lnTo>
                <a:lnTo>
                  <a:pt x="2505075" y="5934075"/>
                </a:lnTo>
                <a:lnTo>
                  <a:pt x="2486025" y="5991225"/>
                </a:lnTo>
                <a:lnTo>
                  <a:pt x="2438400" y="6105525"/>
                </a:lnTo>
                <a:lnTo>
                  <a:pt x="2486025" y="6115050"/>
                </a:lnTo>
                <a:lnTo>
                  <a:pt x="2447925" y="6210300"/>
                </a:lnTo>
                <a:lnTo>
                  <a:pt x="2419350" y="6219825"/>
                </a:lnTo>
                <a:lnTo>
                  <a:pt x="2352675" y="6315075"/>
                </a:lnTo>
                <a:lnTo>
                  <a:pt x="2324100" y="6400800"/>
                </a:lnTo>
                <a:lnTo>
                  <a:pt x="2257425" y="6505575"/>
                </a:lnTo>
                <a:lnTo>
                  <a:pt x="2228850" y="6572250"/>
                </a:lnTo>
                <a:lnTo>
                  <a:pt x="2228850" y="6629400"/>
                </a:lnTo>
                <a:lnTo>
                  <a:pt x="2171700" y="6638925"/>
                </a:lnTo>
                <a:lnTo>
                  <a:pt x="2143125" y="6677025"/>
                </a:lnTo>
                <a:lnTo>
                  <a:pt x="2066925" y="6734175"/>
                </a:lnTo>
                <a:lnTo>
                  <a:pt x="2057400" y="6800850"/>
                </a:lnTo>
                <a:lnTo>
                  <a:pt x="2009775" y="6877050"/>
                </a:lnTo>
                <a:lnTo>
                  <a:pt x="1962150" y="6934200"/>
                </a:lnTo>
                <a:close/>
              </a:path>
            </a:pathLst>
          </a:custGeom>
          <a:solidFill>
            <a:srgbClr val="F7B733">
              <a:alpha val="1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1782425" y="571500"/>
            <a:ext cx="1362075" cy="2647950"/>
          </a:xfrm>
          <a:custGeom>
            <a:avLst/>
            <a:gdLst/>
            <a:ahLst/>
            <a:cxnLst/>
            <a:rect l="l" t="t" r="r" b="b"/>
            <a:pathLst>
              <a:path w="1362075" h="2647950">
                <a:moveTo>
                  <a:pt x="704850" y="2562225"/>
                </a:moveTo>
                <a:lnTo>
                  <a:pt x="695325" y="2647950"/>
                </a:lnTo>
                <a:lnTo>
                  <a:pt x="590550" y="2505075"/>
                </a:lnTo>
                <a:lnTo>
                  <a:pt x="495300" y="2476500"/>
                </a:lnTo>
                <a:lnTo>
                  <a:pt x="638175" y="2505075"/>
                </a:lnTo>
                <a:lnTo>
                  <a:pt x="628650" y="2390775"/>
                </a:lnTo>
                <a:lnTo>
                  <a:pt x="619125" y="2371725"/>
                </a:lnTo>
                <a:lnTo>
                  <a:pt x="628650" y="2390775"/>
                </a:lnTo>
                <a:lnTo>
                  <a:pt x="609600" y="2371725"/>
                </a:lnTo>
                <a:lnTo>
                  <a:pt x="581025" y="2362200"/>
                </a:lnTo>
                <a:lnTo>
                  <a:pt x="514350" y="2447925"/>
                </a:lnTo>
                <a:lnTo>
                  <a:pt x="485775" y="2390775"/>
                </a:lnTo>
                <a:lnTo>
                  <a:pt x="561975" y="2257425"/>
                </a:lnTo>
                <a:lnTo>
                  <a:pt x="571500" y="2352675"/>
                </a:lnTo>
                <a:lnTo>
                  <a:pt x="581025" y="2257425"/>
                </a:lnTo>
                <a:lnTo>
                  <a:pt x="495300" y="2228850"/>
                </a:lnTo>
                <a:lnTo>
                  <a:pt x="542925" y="2257425"/>
                </a:lnTo>
                <a:lnTo>
                  <a:pt x="485775" y="2266950"/>
                </a:lnTo>
                <a:lnTo>
                  <a:pt x="571500" y="2190750"/>
                </a:lnTo>
                <a:lnTo>
                  <a:pt x="533400" y="2200275"/>
                </a:lnTo>
                <a:lnTo>
                  <a:pt x="476250" y="2133600"/>
                </a:lnTo>
                <a:lnTo>
                  <a:pt x="428625" y="2133600"/>
                </a:lnTo>
                <a:lnTo>
                  <a:pt x="438150" y="2124075"/>
                </a:lnTo>
                <a:lnTo>
                  <a:pt x="438150" y="2038350"/>
                </a:lnTo>
                <a:lnTo>
                  <a:pt x="476250" y="1990725"/>
                </a:lnTo>
                <a:lnTo>
                  <a:pt x="495300" y="1971675"/>
                </a:lnTo>
                <a:lnTo>
                  <a:pt x="495300" y="1981200"/>
                </a:lnTo>
                <a:lnTo>
                  <a:pt x="466725" y="1962150"/>
                </a:lnTo>
                <a:lnTo>
                  <a:pt x="438150" y="1914525"/>
                </a:lnTo>
                <a:lnTo>
                  <a:pt x="447675" y="1895475"/>
                </a:lnTo>
                <a:lnTo>
                  <a:pt x="438150" y="1847850"/>
                </a:lnTo>
                <a:lnTo>
                  <a:pt x="419100" y="1809750"/>
                </a:lnTo>
                <a:lnTo>
                  <a:pt x="400050" y="1809750"/>
                </a:lnTo>
                <a:lnTo>
                  <a:pt x="438150" y="1771650"/>
                </a:lnTo>
                <a:lnTo>
                  <a:pt x="400050" y="1866900"/>
                </a:lnTo>
                <a:lnTo>
                  <a:pt x="390525" y="1790700"/>
                </a:lnTo>
                <a:lnTo>
                  <a:pt x="333375" y="1733550"/>
                </a:lnTo>
                <a:lnTo>
                  <a:pt x="285750" y="1809750"/>
                </a:lnTo>
                <a:lnTo>
                  <a:pt x="257175" y="1781175"/>
                </a:lnTo>
                <a:lnTo>
                  <a:pt x="257175" y="1752600"/>
                </a:lnTo>
                <a:lnTo>
                  <a:pt x="228600" y="1695450"/>
                </a:lnTo>
                <a:lnTo>
                  <a:pt x="190500" y="1647825"/>
                </a:lnTo>
                <a:lnTo>
                  <a:pt x="266700" y="1676400"/>
                </a:lnTo>
                <a:lnTo>
                  <a:pt x="257175" y="1609725"/>
                </a:lnTo>
                <a:lnTo>
                  <a:pt x="257175" y="1543050"/>
                </a:lnTo>
                <a:lnTo>
                  <a:pt x="219075" y="1543050"/>
                </a:lnTo>
                <a:lnTo>
                  <a:pt x="247650" y="1476375"/>
                </a:lnTo>
                <a:lnTo>
                  <a:pt x="266700" y="1504950"/>
                </a:lnTo>
                <a:lnTo>
                  <a:pt x="247650" y="1457325"/>
                </a:lnTo>
                <a:lnTo>
                  <a:pt x="257175" y="1562100"/>
                </a:lnTo>
                <a:lnTo>
                  <a:pt x="171450" y="1438275"/>
                </a:lnTo>
                <a:lnTo>
                  <a:pt x="190500" y="1457325"/>
                </a:lnTo>
                <a:lnTo>
                  <a:pt x="209550" y="1428750"/>
                </a:lnTo>
                <a:lnTo>
                  <a:pt x="190500" y="1409700"/>
                </a:lnTo>
                <a:lnTo>
                  <a:pt x="200025" y="1438275"/>
                </a:lnTo>
                <a:lnTo>
                  <a:pt x="104775" y="1390650"/>
                </a:lnTo>
                <a:lnTo>
                  <a:pt x="114300" y="1323975"/>
                </a:lnTo>
                <a:lnTo>
                  <a:pt x="85725" y="1314450"/>
                </a:lnTo>
                <a:lnTo>
                  <a:pt x="95250" y="1266825"/>
                </a:lnTo>
                <a:lnTo>
                  <a:pt x="47625" y="1247775"/>
                </a:lnTo>
                <a:lnTo>
                  <a:pt x="47625" y="1200150"/>
                </a:lnTo>
                <a:lnTo>
                  <a:pt x="47625" y="1171575"/>
                </a:lnTo>
                <a:lnTo>
                  <a:pt x="9525" y="1152525"/>
                </a:lnTo>
                <a:lnTo>
                  <a:pt x="19050" y="1143000"/>
                </a:lnTo>
                <a:lnTo>
                  <a:pt x="0" y="1095375"/>
                </a:lnTo>
                <a:lnTo>
                  <a:pt x="9525" y="1114425"/>
                </a:lnTo>
                <a:lnTo>
                  <a:pt x="9525" y="1066800"/>
                </a:lnTo>
                <a:lnTo>
                  <a:pt x="28575" y="1019175"/>
                </a:lnTo>
                <a:lnTo>
                  <a:pt x="47625" y="990600"/>
                </a:lnTo>
                <a:lnTo>
                  <a:pt x="38100" y="942975"/>
                </a:lnTo>
                <a:lnTo>
                  <a:pt x="85725" y="895350"/>
                </a:lnTo>
                <a:lnTo>
                  <a:pt x="76200" y="895350"/>
                </a:lnTo>
                <a:lnTo>
                  <a:pt x="104775" y="876300"/>
                </a:lnTo>
                <a:lnTo>
                  <a:pt x="104775" y="838200"/>
                </a:lnTo>
                <a:lnTo>
                  <a:pt x="85725" y="790575"/>
                </a:lnTo>
                <a:lnTo>
                  <a:pt x="114300" y="771525"/>
                </a:lnTo>
                <a:lnTo>
                  <a:pt x="123825" y="733425"/>
                </a:lnTo>
                <a:lnTo>
                  <a:pt x="133350" y="723900"/>
                </a:lnTo>
                <a:lnTo>
                  <a:pt x="152400" y="695325"/>
                </a:lnTo>
                <a:lnTo>
                  <a:pt x="142875" y="666750"/>
                </a:lnTo>
                <a:lnTo>
                  <a:pt x="180975" y="619125"/>
                </a:lnTo>
                <a:lnTo>
                  <a:pt x="200025" y="590550"/>
                </a:lnTo>
                <a:lnTo>
                  <a:pt x="190500" y="581025"/>
                </a:lnTo>
                <a:lnTo>
                  <a:pt x="180975" y="514350"/>
                </a:lnTo>
                <a:lnTo>
                  <a:pt x="209550" y="514350"/>
                </a:lnTo>
                <a:lnTo>
                  <a:pt x="200025" y="485775"/>
                </a:lnTo>
                <a:lnTo>
                  <a:pt x="238125" y="457200"/>
                </a:lnTo>
                <a:lnTo>
                  <a:pt x="209550" y="400050"/>
                </a:lnTo>
                <a:lnTo>
                  <a:pt x="228600" y="371475"/>
                </a:lnTo>
                <a:lnTo>
                  <a:pt x="247650" y="352425"/>
                </a:lnTo>
                <a:lnTo>
                  <a:pt x="247650" y="314325"/>
                </a:lnTo>
                <a:lnTo>
                  <a:pt x="285750" y="304800"/>
                </a:lnTo>
                <a:lnTo>
                  <a:pt x="285750" y="238125"/>
                </a:lnTo>
                <a:lnTo>
                  <a:pt x="285750" y="238125"/>
                </a:lnTo>
                <a:lnTo>
                  <a:pt x="276225" y="219075"/>
                </a:lnTo>
                <a:lnTo>
                  <a:pt x="304800" y="152400"/>
                </a:lnTo>
                <a:lnTo>
                  <a:pt x="342900" y="133350"/>
                </a:lnTo>
                <a:lnTo>
                  <a:pt x="361950" y="266700"/>
                </a:lnTo>
                <a:lnTo>
                  <a:pt x="333375" y="209550"/>
                </a:lnTo>
                <a:lnTo>
                  <a:pt x="342900" y="85725"/>
                </a:lnTo>
                <a:lnTo>
                  <a:pt x="295275" y="123825"/>
                </a:lnTo>
                <a:lnTo>
                  <a:pt x="247650" y="152400"/>
                </a:lnTo>
                <a:lnTo>
                  <a:pt x="314325" y="161925"/>
                </a:lnTo>
                <a:lnTo>
                  <a:pt x="323850" y="95250"/>
                </a:lnTo>
                <a:lnTo>
                  <a:pt x="333375" y="66675"/>
                </a:lnTo>
                <a:lnTo>
                  <a:pt x="342900" y="104775"/>
                </a:lnTo>
                <a:lnTo>
                  <a:pt x="352425" y="47625"/>
                </a:lnTo>
                <a:lnTo>
                  <a:pt x="371475" y="57150"/>
                </a:lnTo>
                <a:lnTo>
                  <a:pt x="438150" y="38100"/>
                </a:lnTo>
                <a:lnTo>
                  <a:pt x="447675" y="38100"/>
                </a:lnTo>
                <a:lnTo>
                  <a:pt x="485775" y="85725"/>
                </a:lnTo>
                <a:lnTo>
                  <a:pt x="542925" y="76200"/>
                </a:lnTo>
                <a:lnTo>
                  <a:pt x="581025" y="76200"/>
                </a:lnTo>
                <a:lnTo>
                  <a:pt x="590550" y="95250"/>
                </a:lnTo>
                <a:lnTo>
                  <a:pt x="552450" y="47625"/>
                </a:lnTo>
                <a:lnTo>
                  <a:pt x="638175" y="19050"/>
                </a:lnTo>
                <a:lnTo>
                  <a:pt x="609600" y="85725"/>
                </a:lnTo>
                <a:lnTo>
                  <a:pt x="676275" y="95250"/>
                </a:lnTo>
                <a:lnTo>
                  <a:pt x="657225" y="0"/>
                </a:lnTo>
                <a:lnTo>
                  <a:pt x="676275" y="47625"/>
                </a:lnTo>
                <a:lnTo>
                  <a:pt x="723900" y="76200"/>
                </a:lnTo>
                <a:lnTo>
                  <a:pt x="723900" y="38100"/>
                </a:lnTo>
                <a:lnTo>
                  <a:pt x="828675" y="28575"/>
                </a:lnTo>
                <a:lnTo>
                  <a:pt x="885825" y="76200"/>
                </a:lnTo>
                <a:lnTo>
                  <a:pt x="847725" y="76200"/>
                </a:lnTo>
                <a:lnTo>
                  <a:pt x="876300" y="104775"/>
                </a:lnTo>
                <a:lnTo>
                  <a:pt x="904875" y="123825"/>
                </a:lnTo>
                <a:lnTo>
                  <a:pt x="923925" y="133350"/>
                </a:lnTo>
                <a:lnTo>
                  <a:pt x="952500" y="123825"/>
                </a:lnTo>
                <a:lnTo>
                  <a:pt x="914400" y="123825"/>
                </a:lnTo>
                <a:lnTo>
                  <a:pt x="914400" y="142875"/>
                </a:lnTo>
                <a:lnTo>
                  <a:pt x="914400" y="161925"/>
                </a:lnTo>
                <a:lnTo>
                  <a:pt x="942975" y="200025"/>
                </a:lnTo>
                <a:lnTo>
                  <a:pt x="971550" y="209550"/>
                </a:lnTo>
                <a:lnTo>
                  <a:pt x="962025" y="228600"/>
                </a:lnTo>
                <a:lnTo>
                  <a:pt x="1000125" y="247650"/>
                </a:lnTo>
                <a:lnTo>
                  <a:pt x="971550" y="266700"/>
                </a:lnTo>
                <a:lnTo>
                  <a:pt x="981075" y="257175"/>
                </a:lnTo>
                <a:lnTo>
                  <a:pt x="981075" y="295275"/>
                </a:lnTo>
                <a:lnTo>
                  <a:pt x="1000125" y="304800"/>
                </a:lnTo>
                <a:lnTo>
                  <a:pt x="1019175" y="314325"/>
                </a:lnTo>
                <a:lnTo>
                  <a:pt x="1028700" y="342900"/>
                </a:lnTo>
                <a:lnTo>
                  <a:pt x="1019175" y="371475"/>
                </a:lnTo>
                <a:lnTo>
                  <a:pt x="1038225" y="381000"/>
                </a:lnTo>
                <a:lnTo>
                  <a:pt x="1047750" y="409575"/>
                </a:lnTo>
                <a:lnTo>
                  <a:pt x="1047750" y="466725"/>
                </a:lnTo>
                <a:lnTo>
                  <a:pt x="1085850" y="438150"/>
                </a:lnTo>
                <a:lnTo>
                  <a:pt x="1104900" y="466725"/>
                </a:lnTo>
                <a:lnTo>
                  <a:pt x="1076325" y="504825"/>
                </a:lnTo>
                <a:lnTo>
                  <a:pt x="1123950" y="504825"/>
                </a:lnTo>
                <a:lnTo>
                  <a:pt x="1133475" y="542925"/>
                </a:lnTo>
                <a:lnTo>
                  <a:pt x="1123950" y="561975"/>
                </a:lnTo>
                <a:lnTo>
                  <a:pt x="1123950" y="590550"/>
                </a:lnTo>
                <a:lnTo>
                  <a:pt x="1114425" y="561975"/>
                </a:lnTo>
                <a:lnTo>
                  <a:pt x="1152525" y="600075"/>
                </a:lnTo>
                <a:lnTo>
                  <a:pt x="1152525" y="657225"/>
                </a:lnTo>
                <a:lnTo>
                  <a:pt x="1162050" y="657225"/>
                </a:lnTo>
                <a:lnTo>
                  <a:pt x="1162050" y="695325"/>
                </a:lnTo>
                <a:lnTo>
                  <a:pt x="1181100" y="695325"/>
                </a:lnTo>
                <a:lnTo>
                  <a:pt x="1171575" y="704850"/>
                </a:lnTo>
                <a:lnTo>
                  <a:pt x="1171575" y="723900"/>
                </a:lnTo>
                <a:lnTo>
                  <a:pt x="1228725" y="866775"/>
                </a:lnTo>
                <a:lnTo>
                  <a:pt x="1238250" y="771525"/>
                </a:lnTo>
                <a:lnTo>
                  <a:pt x="1323975" y="904875"/>
                </a:lnTo>
                <a:lnTo>
                  <a:pt x="1285875" y="895350"/>
                </a:lnTo>
                <a:lnTo>
                  <a:pt x="1304925" y="857250"/>
                </a:lnTo>
                <a:lnTo>
                  <a:pt x="1238250" y="923925"/>
                </a:lnTo>
                <a:lnTo>
                  <a:pt x="1238250" y="942975"/>
                </a:lnTo>
                <a:lnTo>
                  <a:pt x="1219200" y="952500"/>
                </a:lnTo>
                <a:lnTo>
                  <a:pt x="1200150" y="971550"/>
                </a:lnTo>
                <a:lnTo>
                  <a:pt x="1209675" y="1019175"/>
                </a:lnTo>
                <a:lnTo>
                  <a:pt x="1190625" y="990600"/>
                </a:lnTo>
                <a:lnTo>
                  <a:pt x="1219200" y="1047750"/>
                </a:lnTo>
                <a:lnTo>
                  <a:pt x="1219200" y="1028700"/>
                </a:lnTo>
                <a:lnTo>
                  <a:pt x="1200150" y="1066800"/>
                </a:lnTo>
                <a:lnTo>
                  <a:pt x="1181100" y="1076325"/>
                </a:lnTo>
                <a:lnTo>
                  <a:pt x="1209675" y="1114425"/>
                </a:lnTo>
                <a:lnTo>
                  <a:pt x="1152525" y="1143000"/>
                </a:lnTo>
                <a:lnTo>
                  <a:pt x="1114425" y="1171575"/>
                </a:lnTo>
                <a:lnTo>
                  <a:pt x="1143000" y="1114425"/>
                </a:lnTo>
                <a:lnTo>
                  <a:pt x="1152525" y="1190625"/>
                </a:lnTo>
                <a:lnTo>
                  <a:pt x="1181100" y="1219200"/>
                </a:lnTo>
                <a:lnTo>
                  <a:pt x="1143000" y="1285875"/>
                </a:lnTo>
                <a:lnTo>
                  <a:pt x="1133475" y="1285875"/>
                </a:lnTo>
                <a:lnTo>
                  <a:pt x="1171575" y="1362075"/>
                </a:lnTo>
                <a:lnTo>
                  <a:pt x="1228725" y="1371600"/>
                </a:lnTo>
                <a:lnTo>
                  <a:pt x="1181100" y="1419225"/>
                </a:lnTo>
                <a:lnTo>
                  <a:pt x="1200150" y="1419225"/>
                </a:lnTo>
                <a:lnTo>
                  <a:pt x="1219200" y="1447800"/>
                </a:lnTo>
                <a:lnTo>
                  <a:pt x="1247775" y="1447800"/>
                </a:lnTo>
                <a:lnTo>
                  <a:pt x="1304925" y="1504950"/>
                </a:lnTo>
                <a:lnTo>
                  <a:pt x="1285875" y="1514475"/>
                </a:lnTo>
                <a:lnTo>
                  <a:pt x="1266825" y="1524000"/>
                </a:lnTo>
                <a:lnTo>
                  <a:pt x="1314450" y="1571625"/>
                </a:lnTo>
                <a:lnTo>
                  <a:pt x="1238250" y="1571625"/>
                </a:lnTo>
                <a:lnTo>
                  <a:pt x="1257300" y="1571625"/>
                </a:lnTo>
                <a:lnTo>
                  <a:pt x="1257300" y="1590675"/>
                </a:lnTo>
                <a:lnTo>
                  <a:pt x="1190625" y="1628775"/>
                </a:lnTo>
                <a:lnTo>
                  <a:pt x="1200150" y="1676400"/>
                </a:lnTo>
                <a:lnTo>
                  <a:pt x="1276350" y="1647825"/>
                </a:lnTo>
                <a:lnTo>
                  <a:pt x="1257300" y="1619250"/>
                </a:lnTo>
                <a:lnTo>
                  <a:pt x="1362075" y="1571625"/>
                </a:lnTo>
                <a:lnTo>
                  <a:pt x="1352550" y="1571625"/>
                </a:lnTo>
                <a:lnTo>
                  <a:pt x="1333500" y="1638300"/>
                </a:lnTo>
                <a:lnTo>
                  <a:pt x="1285875" y="1676400"/>
                </a:lnTo>
                <a:lnTo>
                  <a:pt x="1257300" y="1704975"/>
                </a:lnTo>
                <a:lnTo>
                  <a:pt x="1257300" y="1695450"/>
                </a:lnTo>
                <a:lnTo>
                  <a:pt x="1238250" y="1704975"/>
                </a:lnTo>
                <a:lnTo>
                  <a:pt x="1181100" y="1685925"/>
                </a:lnTo>
                <a:lnTo>
                  <a:pt x="1257300" y="1666875"/>
                </a:lnTo>
                <a:lnTo>
                  <a:pt x="1162050" y="1781175"/>
                </a:lnTo>
                <a:lnTo>
                  <a:pt x="1190625" y="1733550"/>
                </a:lnTo>
                <a:lnTo>
                  <a:pt x="1181100" y="1762125"/>
                </a:lnTo>
                <a:lnTo>
                  <a:pt x="1181100" y="1743075"/>
                </a:lnTo>
                <a:lnTo>
                  <a:pt x="1133475" y="1781175"/>
                </a:lnTo>
                <a:lnTo>
                  <a:pt x="1181100" y="1857375"/>
                </a:lnTo>
                <a:lnTo>
                  <a:pt x="1133475" y="1847850"/>
                </a:lnTo>
                <a:lnTo>
                  <a:pt x="1123950" y="1809750"/>
                </a:lnTo>
                <a:lnTo>
                  <a:pt x="1085850" y="1809750"/>
                </a:lnTo>
                <a:lnTo>
                  <a:pt x="1076325" y="1847850"/>
                </a:lnTo>
                <a:lnTo>
                  <a:pt x="1123950" y="1866900"/>
                </a:lnTo>
                <a:lnTo>
                  <a:pt x="1114425" y="1876425"/>
                </a:lnTo>
                <a:lnTo>
                  <a:pt x="1104900" y="1876425"/>
                </a:lnTo>
                <a:lnTo>
                  <a:pt x="1095375" y="1866900"/>
                </a:lnTo>
                <a:lnTo>
                  <a:pt x="1133475" y="1885950"/>
                </a:lnTo>
                <a:lnTo>
                  <a:pt x="1104900" y="1885950"/>
                </a:lnTo>
                <a:lnTo>
                  <a:pt x="1123950" y="1866900"/>
                </a:lnTo>
                <a:lnTo>
                  <a:pt x="1057275" y="1924050"/>
                </a:lnTo>
                <a:lnTo>
                  <a:pt x="1047750" y="1981200"/>
                </a:lnTo>
                <a:lnTo>
                  <a:pt x="962025" y="2009775"/>
                </a:lnTo>
                <a:lnTo>
                  <a:pt x="1000125" y="2028825"/>
                </a:lnTo>
                <a:lnTo>
                  <a:pt x="1009650" y="2076450"/>
                </a:lnTo>
                <a:lnTo>
                  <a:pt x="1000125" y="2076450"/>
                </a:lnTo>
                <a:lnTo>
                  <a:pt x="1000125" y="2085975"/>
                </a:lnTo>
                <a:lnTo>
                  <a:pt x="981075" y="2114550"/>
                </a:lnTo>
                <a:lnTo>
                  <a:pt x="971550" y="2162175"/>
                </a:lnTo>
                <a:lnTo>
                  <a:pt x="962025" y="2133600"/>
                </a:lnTo>
                <a:lnTo>
                  <a:pt x="981075" y="2162175"/>
                </a:lnTo>
                <a:lnTo>
                  <a:pt x="952500" y="2228850"/>
                </a:lnTo>
                <a:lnTo>
                  <a:pt x="914400" y="2228850"/>
                </a:lnTo>
                <a:lnTo>
                  <a:pt x="895350" y="2190750"/>
                </a:lnTo>
                <a:lnTo>
                  <a:pt x="952500" y="2247900"/>
                </a:lnTo>
                <a:lnTo>
                  <a:pt x="885825" y="2286000"/>
                </a:lnTo>
                <a:lnTo>
                  <a:pt x="895350" y="2295525"/>
                </a:lnTo>
                <a:lnTo>
                  <a:pt x="857250" y="2295525"/>
                </a:lnTo>
                <a:lnTo>
                  <a:pt x="847725" y="2333625"/>
                </a:lnTo>
                <a:lnTo>
                  <a:pt x="857250" y="2352675"/>
                </a:lnTo>
                <a:lnTo>
                  <a:pt x="838200" y="2381250"/>
                </a:lnTo>
                <a:lnTo>
                  <a:pt x="847725" y="2409825"/>
                </a:lnTo>
                <a:lnTo>
                  <a:pt x="838200" y="2447925"/>
                </a:lnTo>
                <a:lnTo>
                  <a:pt x="771525" y="2447925"/>
                </a:lnTo>
                <a:lnTo>
                  <a:pt x="762000" y="2457450"/>
                </a:lnTo>
                <a:lnTo>
                  <a:pt x="762000" y="2505075"/>
                </a:lnTo>
                <a:lnTo>
                  <a:pt x="752475" y="2514600"/>
                </a:lnTo>
                <a:lnTo>
                  <a:pt x="762000" y="2524125"/>
                </a:lnTo>
                <a:lnTo>
                  <a:pt x="723900" y="2533650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2001500" y="19050"/>
            <a:ext cx="1304925" cy="2476500"/>
          </a:xfrm>
          <a:custGeom>
            <a:avLst/>
            <a:gdLst/>
            <a:ahLst/>
            <a:cxnLst/>
            <a:rect l="l" t="t" r="r" b="b"/>
            <a:pathLst>
              <a:path w="1304925" h="2476500">
                <a:moveTo>
                  <a:pt x="685800" y="2447925"/>
                </a:moveTo>
                <a:lnTo>
                  <a:pt x="704850" y="2409825"/>
                </a:lnTo>
                <a:lnTo>
                  <a:pt x="666750" y="2476500"/>
                </a:lnTo>
                <a:lnTo>
                  <a:pt x="590550" y="2447925"/>
                </a:lnTo>
                <a:lnTo>
                  <a:pt x="590550" y="2371725"/>
                </a:lnTo>
                <a:lnTo>
                  <a:pt x="590550" y="2314575"/>
                </a:lnTo>
                <a:lnTo>
                  <a:pt x="647700" y="2257425"/>
                </a:lnTo>
                <a:lnTo>
                  <a:pt x="619125" y="2276475"/>
                </a:lnTo>
                <a:lnTo>
                  <a:pt x="590550" y="2219325"/>
                </a:lnTo>
                <a:lnTo>
                  <a:pt x="542925" y="2190750"/>
                </a:lnTo>
                <a:lnTo>
                  <a:pt x="485775" y="2190750"/>
                </a:lnTo>
                <a:lnTo>
                  <a:pt x="476250" y="2219325"/>
                </a:lnTo>
                <a:lnTo>
                  <a:pt x="552450" y="2162175"/>
                </a:lnTo>
                <a:lnTo>
                  <a:pt x="533400" y="2114550"/>
                </a:lnTo>
                <a:lnTo>
                  <a:pt x="457200" y="2066925"/>
                </a:lnTo>
                <a:lnTo>
                  <a:pt x="523875" y="2076450"/>
                </a:lnTo>
                <a:lnTo>
                  <a:pt x="504825" y="2114550"/>
                </a:lnTo>
                <a:lnTo>
                  <a:pt x="523875" y="2171700"/>
                </a:lnTo>
                <a:lnTo>
                  <a:pt x="571500" y="2152650"/>
                </a:lnTo>
                <a:lnTo>
                  <a:pt x="495300" y="2114550"/>
                </a:lnTo>
                <a:lnTo>
                  <a:pt x="476250" y="2019300"/>
                </a:lnTo>
                <a:lnTo>
                  <a:pt x="457200" y="2038350"/>
                </a:lnTo>
                <a:lnTo>
                  <a:pt x="390525" y="1971675"/>
                </a:lnTo>
                <a:lnTo>
                  <a:pt x="428625" y="1933575"/>
                </a:lnTo>
                <a:lnTo>
                  <a:pt x="447675" y="1895475"/>
                </a:lnTo>
                <a:lnTo>
                  <a:pt x="485775" y="1857375"/>
                </a:lnTo>
                <a:lnTo>
                  <a:pt x="419100" y="1847850"/>
                </a:lnTo>
                <a:lnTo>
                  <a:pt x="400050" y="1790700"/>
                </a:lnTo>
                <a:lnTo>
                  <a:pt x="409575" y="1800225"/>
                </a:lnTo>
                <a:lnTo>
                  <a:pt x="428625" y="1743075"/>
                </a:lnTo>
                <a:lnTo>
                  <a:pt x="400050" y="1695450"/>
                </a:lnTo>
                <a:lnTo>
                  <a:pt x="390525" y="1695450"/>
                </a:lnTo>
                <a:lnTo>
                  <a:pt x="371475" y="1714500"/>
                </a:lnTo>
                <a:lnTo>
                  <a:pt x="295275" y="1628775"/>
                </a:lnTo>
                <a:lnTo>
                  <a:pt x="333375" y="1619250"/>
                </a:lnTo>
                <a:lnTo>
                  <a:pt x="390525" y="1647825"/>
                </a:lnTo>
                <a:lnTo>
                  <a:pt x="285750" y="1647825"/>
                </a:lnTo>
                <a:lnTo>
                  <a:pt x="276225" y="1666875"/>
                </a:lnTo>
                <a:lnTo>
                  <a:pt x="276225" y="1676400"/>
                </a:lnTo>
                <a:lnTo>
                  <a:pt x="228600" y="1657350"/>
                </a:lnTo>
                <a:lnTo>
                  <a:pt x="238125" y="1638300"/>
                </a:lnTo>
                <a:lnTo>
                  <a:pt x="238125" y="1581150"/>
                </a:lnTo>
                <a:lnTo>
                  <a:pt x="276225" y="1524000"/>
                </a:lnTo>
                <a:lnTo>
                  <a:pt x="228600" y="1495425"/>
                </a:lnTo>
                <a:lnTo>
                  <a:pt x="209550" y="1466850"/>
                </a:lnTo>
                <a:lnTo>
                  <a:pt x="219075" y="1428750"/>
                </a:lnTo>
                <a:lnTo>
                  <a:pt x="238125" y="1457325"/>
                </a:lnTo>
                <a:lnTo>
                  <a:pt x="209550" y="1400175"/>
                </a:lnTo>
                <a:lnTo>
                  <a:pt x="266700" y="1390650"/>
                </a:lnTo>
                <a:lnTo>
                  <a:pt x="209550" y="1390650"/>
                </a:lnTo>
                <a:lnTo>
                  <a:pt x="200025" y="1352550"/>
                </a:lnTo>
                <a:lnTo>
                  <a:pt x="180975" y="1371600"/>
                </a:lnTo>
                <a:lnTo>
                  <a:pt x="200025" y="1343025"/>
                </a:lnTo>
                <a:lnTo>
                  <a:pt x="152400" y="1304925"/>
                </a:lnTo>
                <a:lnTo>
                  <a:pt x="133350" y="1257300"/>
                </a:lnTo>
                <a:lnTo>
                  <a:pt x="104775" y="1266825"/>
                </a:lnTo>
                <a:lnTo>
                  <a:pt x="104775" y="1247775"/>
                </a:lnTo>
                <a:lnTo>
                  <a:pt x="47625" y="1228725"/>
                </a:lnTo>
                <a:lnTo>
                  <a:pt x="38100" y="1190625"/>
                </a:lnTo>
                <a:lnTo>
                  <a:pt x="28575" y="1133475"/>
                </a:lnTo>
                <a:lnTo>
                  <a:pt x="38100" y="1143000"/>
                </a:lnTo>
                <a:lnTo>
                  <a:pt x="38100" y="1104900"/>
                </a:lnTo>
                <a:lnTo>
                  <a:pt x="57150" y="1085850"/>
                </a:lnTo>
                <a:lnTo>
                  <a:pt x="28575" y="1066800"/>
                </a:lnTo>
                <a:lnTo>
                  <a:pt x="0" y="1028700"/>
                </a:lnTo>
                <a:lnTo>
                  <a:pt x="28575" y="1038225"/>
                </a:lnTo>
                <a:lnTo>
                  <a:pt x="9525" y="971550"/>
                </a:lnTo>
                <a:lnTo>
                  <a:pt x="19050" y="971550"/>
                </a:lnTo>
                <a:lnTo>
                  <a:pt x="28575" y="914400"/>
                </a:lnTo>
                <a:lnTo>
                  <a:pt x="76200" y="876300"/>
                </a:lnTo>
                <a:lnTo>
                  <a:pt x="76200" y="866775"/>
                </a:lnTo>
                <a:lnTo>
                  <a:pt x="85725" y="819150"/>
                </a:lnTo>
                <a:lnTo>
                  <a:pt x="85725" y="800100"/>
                </a:lnTo>
                <a:lnTo>
                  <a:pt x="66675" y="762000"/>
                </a:lnTo>
                <a:lnTo>
                  <a:pt x="114300" y="733425"/>
                </a:lnTo>
                <a:lnTo>
                  <a:pt x="85725" y="704850"/>
                </a:lnTo>
                <a:lnTo>
                  <a:pt x="114300" y="695325"/>
                </a:lnTo>
                <a:lnTo>
                  <a:pt x="142875" y="647700"/>
                </a:lnTo>
                <a:lnTo>
                  <a:pt x="142875" y="628650"/>
                </a:lnTo>
                <a:lnTo>
                  <a:pt x="142875" y="619125"/>
                </a:lnTo>
                <a:lnTo>
                  <a:pt x="133350" y="561975"/>
                </a:lnTo>
                <a:lnTo>
                  <a:pt x="171450" y="533400"/>
                </a:lnTo>
                <a:lnTo>
                  <a:pt x="180975" y="514350"/>
                </a:lnTo>
                <a:lnTo>
                  <a:pt x="171450" y="476250"/>
                </a:lnTo>
                <a:lnTo>
                  <a:pt x="171450" y="447675"/>
                </a:lnTo>
                <a:lnTo>
                  <a:pt x="180975" y="419100"/>
                </a:lnTo>
                <a:lnTo>
                  <a:pt x="190500" y="381000"/>
                </a:lnTo>
                <a:lnTo>
                  <a:pt x="200025" y="352425"/>
                </a:lnTo>
                <a:lnTo>
                  <a:pt x="209550" y="352425"/>
                </a:lnTo>
                <a:lnTo>
                  <a:pt x="247650" y="314325"/>
                </a:lnTo>
                <a:lnTo>
                  <a:pt x="257175" y="276225"/>
                </a:lnTo>
                <a:lnTo>
                  <a:pt x="238125" y="285750"/>
                </a:lnTo>
                <a:lnTo>
                  <a:pt x="247650" y="219075"/>
                </a:lnTo>
                <a:lnTo>
                  <a:pt x="285750" y="180975"/>
                </a:lnTo>
                <a:lnTo>
                  <a:pt x="276225" y="190500"/>
                </a:lnTo>
                <a:lnTo>
                  <a:pt x="295275" y="142875"/>
                </a:lnTo>
                <a:lnTo>
                  <a:pt x="304800" y="104775"/>
                </a:lnTo>
                <a:lnTo>
                  <a:pt x="200025" y="66675"/>
                </a:lnTo>
                <a:lnTo>
                  <a:pt x="371475" y="76200"/>
                </a:lnTo>
                <a:lnTo>
                  <a:pt x="361950" y="114300"/>
                </a:lnTo>
                <a:lnTo>
                  <a:pt x="304800" y="66675"/>
                </a:lnTo>
                <a:lnTo>
                  <a:pt x="304800" y="19050"/>
                </a:lnTo>
                <a:lnTo>
                  <a:pt x="342900" y="95250"/>
                </a:lnTo>
                <a:lnTo>
                  <a:pt x="314325" y="114300"/>
                </a:lnTo>
                <a:lnTo>
                  <a:pt x="295275" y="47625"/>
                </a:lnTo>
                <a:lnTo>
                  <a:pt x="352425" y="19050"/>
                </a:lnTo>
                <a:lnTo>
                  <a:pt x="352425" y="38100"/>
                </a:lnTo>
                <a:lnTo>
                  <a:pt x="361950" y="47625"/>
                </a:lnTo>
                <a:lnTo>
                  <a:pt x="400050" y="0"/>
                </a:lnTo>
                <a:lnTo>
                  <a:pt x="390525" y="19050"/>
                </a:lnTo>
                <a:lnTo>
                  <a:pt x="457200" y="47625"/>
                </a:lnTo>
                <a:lnTo>
                  <a:pt x="504825" y="66675"/>
                </a:lnTo>
                <a:lnTo>
                  <a:pt x="533400" y="47625"/>
                </a:lnTo>
                <a:lnTo>
                  <a:pt x="590550" y="38100"/>
                </a:lnTo>
                <a:lnTo>
                  <a:pt x="590550" y="47625"/>
                </a:lnTo>
                <a:lnTo>
                  <a:pt x="561975" y="47625"/>
                </a:lnTo>
                <a:lnTo>
                  <a:pt x="609600" y="47625"/>
                </a:lnTo>
                <a:lnTo>
                  <a:pt x="619125" y="66675"/>
                </a:lnTo>
                <a:lnTo>
                  <a:pt x="657225" y="66675"/>
                </a:lnTo>
                <a:lnTo>
                  <a:pt x="676275" y="47625"/>
                </a:lnTo>
                <a:lnTo>
                  <a:pt x="685800" y="28575"/>
                </a:lnTo>
                <a:lnTo>
                  <a:pt x="733425" y="76200"/>
                </a:lnTo>
                <a:lnTo>
                  <a:pt x="714375" y="85725"/>
                </a:lnTo>
                <a:lnTo>
                  <a:pt x="762000" y="76200"/>
                </a:lnTo>
                <a:lnTo>
                  <a:pt x="819150" y="95250"/>
                </a:lnTo>
                <a:lnTo>
                  <a:pt x="828675" y="47625"/>
                </a:lnTo>
                <a:lnTo>
                  <a:pt x="819150" y="47625"/>
                </a:lnTo>
                <a:lnTo>
                  <a:pt x="866775" y="76200"/>
                </a:lnTo>
                <a:lnTo>
                  <a:pt x="904875" y="85725"/>
                </a:lnTo>
                <a:lnTo>
                  <a:pt x="904875" y="123825"/>
                </a:lnTo>
                <a:lnTo>
                  <a:pt x="923925" y="142875"/>
                </a:lnTo>
                <a:lnTo>
                  <a:pt x="904875" y="152400"/>
                </a:lnTo>
                <a:lnTo>
                  <a:pt x="923925" y="133350"/>
                </a:lnTo>
                <a:lnTo>
                  <a:pt x="914400" y="161925"/>
                </a:lnTo>
                <a:lnTo>
                  <a:pt x="923925" y="161925"/>
                </a:lnTo>
                <a:lnTo>
                  <a:pt x="914400" y="219075"/>
                </a:lnTo>
                <a:lnTo>
                  <a:pt x="962025" y="247650"/>
                </a:lnTo>
                <a:lnTo>
                  <a:pt x="933450" y="247650"/>
                </a:lnTo>
                <a:lnTo>
                  <a:pt x="962025" y="257175"/>
                </a:lnTo>
                <a:lnTo>
                  <a:pt x="971550" y="285750"/>
                </a:lnTo>
                <a:lnTo>
                  <a:pt x="981075" y="295275"/>
                </a:lnTo>
                <a:lnTo>
                  <a:pt x="971550" y="323850"/>
                </a:lnTo>
                <a:lnTo>
                  <a:pt x="1000125" y="323850"/>
                </a:lnTo>
                <a:lnTo>
                  <a:pt x="990600" y="361950"/>
                </a:lnTo>
                <a:lnTo>
                  <a:pt x="1019175" y="390525"/>
                </a:lnTo>
                <a:lnTo>
                  <a:pt x="1038225" y="381000"/>
                </a:lnTo>
                <a:lnTo>
                  <a:pt x="1038225" y="409575"/>
                </a:lnTo>
                <a:lnTo>
                  <a:pt x="1028700" y="419100"/>
                </a:lnTo>
                <a:lnTo>
                  <a:pt x="1028700" y="466725"/>
                </a:lnTo>
                <a:lnTo>
                  <a:pt x="1066800" y="466725"/>
                </a:lnTo>
                <a:lnTo>
                  <a:pt x="1057275" y="466725"/>
                </a:lnTo>
                <a:lnTo>
                  <a:pt x="1047750" y="514350"/>
                </a:lnTo>
                <a:lnTo>
                  <a:pt x="1057275" y="514350"/>
                </a:lnTo>
                <a:lnTo>
                  <a:pt x="1095375" y="561975"/>
                </a:lnTo>
                <a:lnTo>
                  <a:pt x="1104900" y="581025"/>
                </a:lnTo>
                <a:lnTo>
                  <a:pt x="1076325" y="600075"/>
                </a:lnTo>
                <a:lnTo>
                  <a:pt x="1123950" y="609600"/>
                </a:lnTo>
                <a:lnTo>
                  <a:pt x="1133475" y="609600"/>
                </a:lnTo>
                <a:lnTo>
                  <a:pt x="1114425" y="628650"/>
                </a:lnTo>
                <a:lnTo>
                  <a:pt x="1133475" y="647700"/>
                </a:lnTo>
                <a:lnTo>
                  <a:pt x="1143000" y="695325"/>
                </a:lnTo>
                <a:lnTo>
                  <a:pt x="1066800" y="685800"/>
                </a:lnTo>
                <a:lnTo>
                  <a:pt x="1200150" y="762000"/>
                </a:lnTo>
                <a:lnTo>
                  <a:pt x="1209675" y="714375"/>
                </a:lnTo>
                <a:lnTo>
                  <a:pt x="1209675" y="838200"/>
                </a:lnTo>
                <a:lnTo>
                  <a:pt x="1228725" y="838200"/>
                </a:lnTo>
                <a:lnTo>
                  <a:pt x="1190625" y="790575"/>
                </a:lnTo>
                <a:lnTo>
                  <a:pt x="1190625" y="857250"/>
                </a:lnTo>
                <a:lnTo>
                  <a:pt x="1181100" y="895350"/>
                </a:lnTo>
                <a:lnTo>
                  <a:pt x="1104900" y="885825"/>
                </a:lnTo>
                <a:lnTo>
                  <a:pt x="1133475" y="933450"/>
                </a:lnTo>
                <a:lnTo>
                  <a:pt x="1162050" y="971550"/>
                </a:lnTo>
                <a:lnTo>
                  <a:pt x="1152525" y="971550"/>
                </a:lnTo>
                <a:lnTo>
                  <a:pt x="1143000" y="990600"/>
                </a:lnTo>
                <a:lnTo>
                  <a:pt x="1162050" y="1019175"/>
                </a:lnTo>
                <a:lnTo>
                  <a:pt x="1152525" y="1019175"/>
                </a:lnTo>
                <a:lnTo>
                  <a:pt x="1162050" y="1066800"/>
                </a:lnTo>
                <a:lnTo>
                  <a:pt x="1200150" y="1038225"/>
                </a:lnTo>
                <a:lnTo>
                  <a:pt x="1171575" y="1085850"/>
                </a:lnTo>
                <a:lnTo>
                  <a:pt x="1123950" y="1066800"/>
                </a:lnTo>
                <a:lnTo>
                  <a:pt x="1123950" y="1095375"/>
                </a:lnTo>
                <a:lnTo>
                  <a:pt x="1076325" y="1162050"/>
                </a:lnTo>
                <a:lnTo>
                  <a:pt x="1114425" y="1200150"/>
                </a:lnTo>
                <a:lnTo>
                  <a:pt x="1143000" y="1247775"/>
                </a:lnTo>
                <a:lnTo>
                  <a:pt x="1114425" y="1247775"/>
                </a:lnTo>
                <a:lnTo>
                  <a:pt x="1066800" y="1285875"/>
                </a:lnTo>
                <a:lnTo>
                  <a:pt x="1133475" y="1304925"/>
                </a:lnTo>
                <a:lnTo>
                  <a:pt x="1133475" y="1333500"/>
                </a:lnTo>
                <a:lnTo>
                  <a:pt x="1181100" y="1343025"/>
                </a:lnTo>
                <a:lnTo>
                  <a:pt x="1162050" y="1381125"/>
                </a:lnTo>
                <a:lnTo>
                  <a:pt x="1162050" y="1381125"/>
                </a:lnTo>
                <a:lnTo>
                  <a:pt x="1238250" y="1400175"/>
                </a:lnTo>
                <a:lnTo>
                  <a:pt x="1219200" y="1428750"/>
                </a:lnTo>
                <a:lnTo>
                  <a:pt x="1304925" y="1428750"/>
                </a:lnTo>
                <a:lnTo>
                  <a:pt x="1181100" y="1438275"/>
                </a:lnTo>
                <a:lnTo>
                  <a:pt x="1143000" y="1476375"/>
                </a:lnTo>
                <a:lnTo>
                  <a:pt x="1181100" y="1466850"/>
                </a:lnTo>
                <a:lnTo>
                  <a:pt x="1181100" y="1466850"/>
                </a:lnTo>
                <a:lnTo>
                  <a:pt x="1190625" y="1485900"/>
                </a:lnTo>
                <a:lnTo>
                  <a:pt x="1181100" y="1552575"/>
                </a:lnTo>
                <a:lnTo>
                  <a:pt x="1209675" y="1514475"/>
                </a:lnTo>
                <a:lnTo>
                  <a:pt x="1228725" y="1552575"/>
                </a:lnTo>
                <a:lnTo>
                  <a:pt x="1228725" y="1600200"/>
                </a:lnTo>
                <a:lnTo>
                  <a:pt x="1238250" y="1552575"/>
                </a:lnTo>
                <a:lnTo>
                  <a:pt x="1209675" y="1571625"/>
                </a:lnTo>
                <a:lnTo>
                  <a:pt x="1152525" y="1590675"/>
                </a:lnTo>
                <a:lnTo>
                  <a:pt x="1143000" y="1581150"/>
                </a:lnTo>
                <a:lnTo>
                  <a:pt x="1114425" y="1619250"/>
                </a:lnTo>
                <a:lnTo>
                  <a:pt x="1152525" y="1609725"/>
                </a:lnTo>
                <a:lnTo>
                  <a:pt x="1152525" y="1543050"/>
                </a:lnTo>
                <a:lnTo>
                  <a:pt x="1028700" y="1600200"/>
                </a:lnTo>
                <a:lnTo>
                  <a:pt x="1057275" y="1666875"/>
                </a:lnTo>
                <a:lnTo>
                  <a:pt x="1114425" y="1666875"/>
                </a:lnTo>
                <a:lnTo>
                  <a:pt x="1104900" y="1638300"/>
                </a:lnTo>
                <a:lnTo>
                  <a:pt x="1047750" y="1685925"/>
                </a:lnTo>
                <a:lnTo>
                  <a:pt x="1057275" y="1704975"/>
                </a:lnTo>
                <a:lnTo>
                  <a:pt x="1057275" y="1743075"/>
                </a:lnTo>
                <a:lnTo>
                  <a:pt x="1047750" y="1762125"/>
                </a:lnTo>
                <a:lnTo>
                  <a:pt x="1104900" y="1771650"/>
                </a:lnTo>
                <a:lnTo>
                  <a:pt x="1057275" y="1790700"/>
                </a:lnTo>
                <a:lnTo>
                  <a:pt x="1047750" y="1771650"/>
                </a:lnTo>
                <a:lnTo>
                  <a:pt x="1038225" y="1771650"/>
                </a:lnTo>
                <a:lnTo>
                  <a:pt x="1057275" y="1800225"/>
                </a:lnTo>
                <a:lnTo>
                  <a:pt x="1028700" y="1800225"/>
                </a:lnTo>
                <a:lnTo>
                  <a:pt x="1047750" y="1809750"/>
                </a:lnTo>
                <a:lnTo>
                  <a:pt x="1066800" y="1828800"/>
                </a:lnTo>
                <a:lnTo>
                  <a:pt x="1047750" y="1876425"/>
                </a:lnTo>
                <a:lnTo>
                  <a:pt x="990600" y="1809750"/>
                </a:lnTo>
                <a:lnTo>
                  <a:pt x="971550" y="1847850"/>
                </a:lnTo>
                <a:lnTo>
                  <a:pt x="971550" y="1895475"/>
                </a:lnTo>
                <a:lnTo>
                  <a:pt x="971550" y="1924050"/>
                </a:lnTo>
                <a:lnTo>
                  <a:pt x="1009650" y="1962150"/>
                </a:lnTo>
                <a:lnTo>
                  <a:pt x="942975" y="1981200"/>
                </a:lnTo>
                <a:lnTo>
                  <a:pt x="971550" y="2028825"/>
                </a:lnTo>
                <a:lnTo>
                  <a:pt x="971550" y="1981200"/>
                </a:lnTo>
                <a:lnTo>
                  <a:pt x="895350" y="1990725"/>
                </a:lnTo>
                <a:lnTo>
                  <a:pt x="942975" y="2019300"/>
                </a:lnTo>
                <a:lnTo>
                  <a:pt x="942975" y="2028825"/>
                </a:lnTo>
                <a:lnTo>
                  <a:pt x="904875" y="2038350"/>
                </a:lnTo>
                <a:lnTo>
                  <a:pt x="914400" y="2028825"/>
                </a:lnTo>
                <a:lnTo>
                  <a:pt x="857250" y="2114550"/>
                </a:lnTo>
                <a:lnTo>
                  <a:pt x="895350" y="2124075"/>
                </a:lnTo>
                <a:lnTo>
                  <a:pt x="838200" y="2124075"/>
                </a:lnTo>
                <a:lnTo>
                  <a:pt x="838200" y="2162175"/>
                </a:lnTo>
                <a:lnTo>
                  <a:pt x="838200" y="2190750"/>
                </a:lnTo>
                <a:lnTo>
                  <a:pt x="809625" y="2190750"/>
                </a:lnTo>
                <a:lnTo>
                  <a:pt x="800100" y="2228850"/>
                </a:lnTo>
                <a:lnTo>
                  <a:pt x="800100" y="2238375"/>
                </a:lnTo>
                <a:lnTo>
                  <a:pt x="781050" y="2295525"/>
                </a:lnTo>
                <a:lnTo>
                  <a:pt x="809625" y="2314575"/>
                </a:lnTo>
                <a:lnTo>
                  <a:pt x="790575" y="2314575"/>
                </a:lnTo>
                <a:lnTo>
                  <a:pt x="752475" y="2314575"/>
                </a:lnTo>
                <a:lnTo>
                  <a:pt x="704850" y="2343150"/>
                </a:lnTo>
                <a:lnTo>
                  <a:pt x="714375" y="2362200"/>
                </a:lnTo>
                <a:lnTo>
                  <a:pt x="723900" y="2400300"/>
                </a:lnTo>
                <a:lnTo>
                  <a:pt x="666750" y="2419350"/>
                </a:lnTo>
                <a:close/>
              </a:path>
            </a:pathLst>
          </a:custGeom>
          <a:solidFill>
            <a:srgbClr val="E86A5E">
              <a:alpha val="6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5135225" y="276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04775"/>
                </a:moveTo>
                <a:lnTo>
                  <a:pt x="133350" y="142875"/>
                </a:lnTo>
                <a:lnTo>
                  <a:pt x="104775" y="190500"/>
                </a:lnTo>
                <a:lnTo>
                  <a:pt x="47625" y="161925"/>
                </a:lnTo>
                <a:lnTo>
                  <a:pt x="0" y="152400"/>
                </a:lnTo>
                <a:lnTo>
                  <a:pt x="9525" y="114300"/>
                </a:lnTo>
                <a:lnTo>
                  <a:pt x="0" y="76200"/>
                </a:lnTo>
                <a:lnTo>
                  <a:pt x="57150" y="57150"/>
                </a:lnTo>
                <a:lnTo>
                  <a:pt x="114300" y="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4154150" y="-666750"/>
            <a:ext cx="276225" cy="200025"/>
          </a:xfrm>
          <a:custGeom>
            <a:avLst/>
            <a:gdLst/>
            <a:ahLst/>
            <a:cxnLst/>
            <a:rect l="l" t="t" r="r" b="b"/>
            <a:pathLst>
              <a:path w="276225" h="200025">
                <a:moveTo>
                  <a:pt x="276225" y="85725"/>
                </a:moveTo>
                <a:lnTo>
                  <a:pt x="238125" y="133350"/>
                </a:lnTo>
                <a:lnTo>
                  <a:pt x="171450" y="200025"/>
                </a:lnTo>
                <a:lnTo>
                  <a:pt x="76200" y="190500"/>
                </a:lnTo>
                <a:lnTo>
                  <a:pt x="0" y="152400"/>
                </a:lnTo>
                <a:lnTo>
                  <a:pt x="28575" y="85725"/>
                </a:lnTo>
                <a:lnTo>
                  <a:pt x="38100" y="19050"/>
                </a:lnTo>
                <a:lnTo>
                  <a:pt x="123825" y="19050"/>
                </a:lnTo>
                <a:lnTo>
                  <a:pt x="190500" y="0"/>
                </a:lnTo>
                <a:lnTo>
                  <a:pt x="238125" y="57150"/>
                </a:lnTo>
                <a:close/>
              </a:path>
            </a:pathLst>
          </a:custGeom>
          <a:solidFill>
            <a:srgbClr val="F7B733">
              <a:alpha val="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0963275" y="1924050"/>
            <a:ext cx="247650" cy="257175"/>
          </a:xfrm>
          <a:custGeom>
            <a:avLst/>
            <a:gdLst/>
            <a:ahLst/>
            <a:cxnLst/>
            <a:rect l="l" t="t" r="r" b="b"/>
            <a:pathLst>
              <a:path w="247650" h="257175">
                <a:moveTo>
                  <a:pt x="247650" y="133350"/>
                </a:moveTo>
                <a:lnTo>
                  <a:pt x="171450" y="200025"/>
                </a:lnTo>
                <a:lnTo>
                  <a:pt x="133350" y="247650"/>
                </a:lnTo>
                <a:lnTo>
                  <a:pt x="104775" y="257175"/>
                </a:lnTo>
                <a:lnTo>
                  <a:pt x="19050" y="247650"/>
                </a:lnTo>
                <a:lnTo>
                  <a:pt x="9525" y="152400"/>
                </a:lnTo>
                <a:lnTo>
                  <a:pt x="0" y="57150"/>
                </a:lnTo>
                <a:lnTo>
                  <a:pt x="85725" y="19050"/>
                </a:lnTo>
                <a:lnTo>
                  <a:pt x="142875" y="0"/>
                </a:lnTo>
                <a:lnTo>
                  <a:pt x="209550" y="66675"/>
                </a:lnTo>
                <a:close/>
              </a:path>
            </a:pathLst>
          </a:custGeom>
          <a:solidFill>
            <a:srgbClr val="F7B733">
              <a:alpha val="6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4582775" y="2657475"/>
            <a:ext cx="295275" cy="323850"/>
          </a:xfrm>
          <a:custGeom>
            <a:avLst/>
            <a:gdLst/>
            <a:ahLst/>
            <a:cxnLst/>
            <a:rect l="l" t="t" r="r" b="b"/>
            <a:pathLst>
              <a:path w="295275" h="323850">
                <a:moveTo>
                  <a:pt x="295275" y="171450"/>
                </a:moveTo>
                <a:lnTo>
                  <a:pt x="238125" y="228600"/>
                </a:lnTo>
                <a:lnTo>
                  <a:pt x="180975" y="323850"/>
                </a:lnTo>
                <a:lnTo>
                  <a:pt x="95250" y="295275"/>
                </a:lnTo>
                <a:lnTo>
                  <a:pt x="0" y="228600"/>
                </a:lnTo>
                <a:lnTo>
                  <a:pt x="0" y="123825"/>
                </a:lnTo>
                <a:lnTo>
                  <a:pt x="0" y="66675"/>
                </a:lnTo>
                <a:lnTo>
                  <a:pt x="85725" y="38100"/>
                </a:lnTo>
                <a:lnTo>
                  <a:pt x="180975" y="0"/>
                </a:lnTo>
                <a:lnTo>
                  <a:pt x="247650" y="9525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3144500" y="-7143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114300"/>
                </a:moveTo>
                <a:lnTo>
                  <a:pt x="152400" y="142875"/>
                </a:lnTo>
                <a:lnTo>
                  <a:pt x="123825" y="180975"/>
                </a:lnTo>
                <a:lnTo>
                  <a:pt x="76200" y="171450"/>
                </a:lnTo>
                <a:lnTo>
                  <a:pt x="28575" y="171450"/>
                </a:lnTo>
                <a:lnTo>
                  <a:pt x="19050" y="104775"/>
                </a:lnTo>
                <a:lnTo>
                  <a:pt x="0" y="28575"/>
                </a:lnTo>
                <a:lnTo>
                  <a:pt x="66675" y="28575"/>
                </a:lnTo>
                <a:lnTo>
                  <a:pt x="123825" y="0"/>
                </a:lnTo>
                <a:lnTo>
                  <a:pt x="142875" y="3810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3230225" y="3000375"/>
            <a:ext cx="238125" cy="295275"/>
          </a:xfrm>
          <a:custGeom>
            <a:avLst/>
            <a:gdLst/>
            <a:ahLst/>
            <a:cxnLst/>
            <a:rect l="l" t="t" r="r" b="b"/>
            <a:pathLst>
              <a:path w="238125" h="295275">
                <a:moveTo>
                  <a:pt x="238125" y="123825"/>
                </a:moveTo>
                <a:lnTo>
                  <a:pt x="238125" y="200025"/>
                </a:lnTo>
                <a:lnTo>
                  <a:pt x="190500" y="295275"/>
                </a:lnTo>
                <a:lnTo>
                  <a:pt x="85725" y="219075"/>
                </a:lnTo>
                <a:lnTo>
                  <a:pt x="0" y="180975"/>
                </a:lnTo>
                <a:lnTo>
                  <a:pt x="9525" y="114300"/>
                </a:lnTo>
                <a:lnTo>
                  <a:pt x="28575" y="47625"/>
                </a:lnTo>
                <a:lnTo>
                  <a:pt x="123825" y="19050"/>
                </a:lnTo>
                <a:lnTo>
                  <a:pt x="190500" y="0"/>
                </a:lnTo>
                <a:lnTo>
                  <a:pt x="209550" y="66675"/>
                </a:lnTo>
                <a:close/>
              </a:path>
            </a:pathLst>
          </a:custGeom>
          <a:solidFill>
            <a:srgbClr val="F7B733">
              <a:alpha val="7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741343" y="-826770"/>
            <a:ext cx="4355782" cy="4360545"/>
          </a:xfrm>
          <a:custGeom>
            <a:avLst/>
            <a:gdLst/>
            <a:ahLst/>
            <a:cxnLst/>
            <a:rect l="l" t="t" r="r" b="b"/>
            <a:pathLst>
              <a:path w="4355782" h="4360545">
                <a:moveTo>
                  <a:pt x="488632" y="3289935"/>
                </a:moveTo>
                <a:lnTo>
                  <a:pt x="501968" y="3303270"/>
                </a:lnTo>
                <a:lnTo>
                  <a:pt x="488632" y="3316605"/>
                </a:lnTo>
                <a:lnTo>
                  <a:pt x="475297" y="3303270"/>
                </a:lnTo>
                <a:close/>
                <a:moveTo>
                  <a:pt x="2574607" y="732472"/>
                </a:moveTo>
                <a:lnTo>
                  <a:pt x="2592705" y="750570"/>
                </a:lnTo>
                <a:lnTo>
                  <a:pt x="2574607" y="768668"/>
                </a:lnTo>
                <a:lnTo>
                  <a:pt x="2556510" y="750570"/>
                </a:lnTo>
                <a:close/>
                <a:moveTo>
                  <a:pt x="3060382" y="1000125"/>
                </a:moveTo>
                <a:lnTo>
                  <a:pt x="3068002" y="1007745"/>
                </a:lnTo>
                <a:lnTo>
                  <a:pt x="3060382" y="1015365"/>
                </a:lnTo>
                <a:lnTo>
                  <a:pt x="3052763" y="1007745"/>
                </a:lnTo>
                <a:close/>
                <a:moveTo>
                  <a:pt x="1574482" y="3332798"/>
                </a:moveTo>
                <a:lnTo>
                  <a:pt x="1583055" y="3341370"/>
                </a:lnTo>
                <a:lnTo>
                  <a:pt x="1574482" y="3349943"/>
                </a:lnTo>
                <a:lnTo>
                  <a:pt x="1565910" y="3341370"/>
                </a:lnTo>
                <a:close/>
                <a:moveTo>
                  <a:pt x="3565207" y="2503170"/>
                </a:moveTo>
                <a:lnTo>
                  <a:pt x="3574732" y="2512695"/>
                </a:lnTo>
                <a:lnTo>
                  <a:pt x="3565207" y="2522220"/>
                </a:lnTo>
                <a:lnTo>
                  <a:pt x="3555682" y="2512695"/>
                </a:lnTo>
                <a:close/>
                <a:moveTo>
                  <a:pt x="1907857" y="0"/>
                </a:moveTo>
                <a:lnTo>
                  <a:pt x="1915477" y="7620"/>
                </a:lnTo>
                <a:lnTo>
                  <a:pt x="1907857" y="15240"/>
                </a:lnTo>
                <a:lnTo>
                  <a:pt x="1900238" y="7620"/>
                </a:lnTo>
                <a:close/>
                <a:moveTo>
                  <a:pt x="4346258" y="2388870"/>
                </a:moveTo>
                <a:lnTo>
                  <a:pt x="4355782" y="2398395"/>
                </a:lnTo>
                <a:lnTo>
                  <a:pt x="4346258" y="2407920"/>
                </a:lnTo>
                <a:lnTo>
                  <a:pt x="4336733" y="2398395"/>
                </a:lnTo>
                <a:close/>
                <a:moveTo>
                  <a:pt x="2041207" y="3543300"/>
                </a:moveTo>
                <a:lnTo>
                  <a:pt x="2048827" y="3550920"/>
                </a:lnTo>
                <a:lnTo>
                  <a:pt x="2041207" y="3558540"/>
                </a:lnTo>
                <a:lnTo>
                  <a:pt x="2033588" y="3550920"/>
                </a:lnTo>
                <a:close/>
                <a:moveTo>
                  <a:pt x="1622107" y="3470910"/>
                </a:moveTo>
                <a:lnTo>
                  <a:pt x="1635443" y="3484245"/>
                </a:lnTo>
                <a:lnTo>
                  <a:pt x="1622107" y="3497580"/>
                </a:lnTo>
                <a:lnTo>
                  <a:pt x="1608772" y="3484245"/>
                </a:lnTo>
                <a:close/>
                <a:moveTo>
                  <a:pt x="1126807" y="3132773"/>
                </a:moveTo>
                <a:lnTo>
                  <a:pt x="1144905" y="3150870"/>
                </a:lnTo>
                <a:lnTo>
                  <a:pt x="1126807" y="3168967"/>
                </a:lnTo>
                <a:lnTo>
                  <a:pt x="1108710" y="3150870"/>
                </a:lnTo>
                <a:close/>
                <a:moveTo>
                  <a:pt x="1622107" y="1130618"/>
                </a:moveTo>
                <a:lnTo>
                  <a:pt x="1632585" y="1141095"/>
                </a:lnTo>
                <a:lnTo>
                  <a:pt x="1622107" y="1151573"/>
                </a:lnTo>
                <a:lnTo>
                  <a:pt x="1611630" y="1141095"/>
                </a:lnTo>
                <a:close/>
                <a:moveTo>
                  <a:pt x="707707" y="3500438"/>
                </a:moveTo>
                <a:lnTo>
                  <a:pt x="729615" y="3522345"/>
                </a:lnTo>
                <a:lnTo>
                  <a:pt x="707707" y="3544253"/>
                </a:lnTo>
                <a:lnTo>
                  <a:pt x="685800" y="3522345"/>
                </a:lnTo>
                <a:close/>
                <a:moveTo>
                  <a:pt x="2412682" y="211455"/>
                </a:moveTo>
                <a:lnTo>
                  <a:pt x="2427922" y="226695"/>
                </a:lnTo>
                <a:lnTo>
                  <a:pt x="2412682" y="241935"/>
                </a:lnTo>
                <a:lnTo>
                  <a:pt x="2397443" y="226695"/>
                </a:lnTo>
                <a:close/>
                <a:moveTo>
                  <a:pt x="822007" y="1345883"/>
                </a:moveTo>
                <a:lnTo>
                  <a:pt x="836295" y="1360170"/>
                </a:lnTo>
                <a:lnTo>
                  <a:pt x="822007" y="1374458"/>
                </a:lnTo>
                <a:lnTo>
                  <a:pt x="807720" y="1360170"/>
                </a:lnTo>
                <a:close/>
                <a:moveTo>
                  <a:pt x="3574732" y="2855595"/>
                </a:moveTo>
                <a:lnTo>
                  <a:pt x="3593782" y="2874645"/>
                </a:lnTo>
                <a:lnTo>
                  <a:pt x="3574732" y="2893695"/>
                </a:lnTo>
                <a:lnTo>
                  <a:pt x="3555682" y="2874645"/>
                </a:lnTo>
                <a:close/>
                <a:moveTo>
                  <a:pt x="2984182" y="133350"/>
                </a:moveTo>
                <a:lnTo>
                  <a:pt x="2991802" y="140970"/>
                </a:lnTo>
                <a:lnTo>
                  <a:pt x="2984182" y="148590"/>
                </a:lnTo>
                <a:lnTo>
                  <a:pt x="2976563" y="140970"/>
                </a:lnTo>
                <a:close/>
                <a:moveTo>
                  <a:pt x="1269682" y="4057650"/>
                </a:moveTo>
                <a:lnTo>
                  <a:pt x="1277302" y="4065270"/>
                </a:lnTo>
                <a:lnTo>
                  <a:pt x="1269682" y="4072890"/>
                </a:lnTo>
                <a:lnTo>
                  <a:pt x="1262063" y="4065270"/>
                </a:lnTo>
                <a:close/>
                <a:moveTo>
                  <a:pt x="2212657" y="852488"/>
                </a:moveTo>
                <a:lnTo>
                  <a:pt x="2225040" y="864870"/>
                </a:lnTo>
                <a:lnTo>
                  <a:pt x="2212657" y="877253"/>
                </a:lnTo>
                <a:lnTo>
                  <a:pt x="2200275" y="864870"/>
                </a:lnTo>
                <a:close/>
                <a:moveTo>
                  <a:pt x="907732" y="3384233"/>
                </a:moveTo>
                <a:lnTo>
                  <a:pt x="922020" y="3398520"/>
                </a:lnTo>
                <a:lnTo>
                  <a:pt x="907732" y="3412808"/>
                </a:lnTo>
                <a:lnTo>
                  <a:pt x="893445" y="3398520"/>
                </a:lnTo>
                <a:close/>
                <a:moveTo>
                  <a:pt x="193357" y="2292668"/>
                </a:moveTo>
                <a:lnTo>
                  <a:pt x="213360" y="2312670"/>
                </a:lnTo>
                <a:lnTo>
                  <a:pt x="193357" y="2332673"/>
                </a:lnTo>
                <a:lnTo>
                  <a:pt x="173355" y="2312670"/>
                </a:lnTo>
                <a:close/>
                <a:moveTo>
                  <a:pt x="3612832" y="1226820"/>
                </a:moveTo>
                <a:lnTo>
                  <a:pt x="3631882" y="1245870"/>
                </a:lnTo>
                <a:lnTo>
                  <a:pt x="3612832" y="1264920"/>
                </a:lnTo>
                <a:lnTo>
                  <a:pt x="3593782" y="1245870"/>
                </a:lnTo>
                <a:close/>
                <a:moveTo>
                  <a:pt x="793432" y="2519363"/>
                </a:moveTo>
                <a:lnTo>
                  <a:pt x="815340" y="2541270"/>
                </a:lnTo>
                <a:lnTo>
                  <a:pt x="793432" y="2563178"/>
                </a:lnTo>
                <a:lnTo>
                  <a:pt x="771525" y="2541270"/>
                </a:lnTo>
                <a:close/>
                <a:moveTo>
                  <a:pt x="536257" y="2955608"/>
                </a:moveTo>
                <a:lnTo>
                  <a:pt x="550545" y="2969895"/>
                </a:lnTo>
                <a:lnTo>
                  <a:pt x="536257" y="2984183"/>
                </a:lnTo>
                <a:lnTo>
                  <a:pt x="521970" y="2969895"/>
                </a:lnTo>
                <a:close/>
                <a:moveTo>
                  <a:pt x="2184082" y="3504248"/>
                </a:moveTo>
                <a:lnTo>
                  <a:pt x="2192655" y="3512820"/>
                </a:lnTo>
                <a:lnTo>
                  <a:pt x="2184082" y="3521393"/>
                </a:lnTo>
                <a:lnTo>
                  <a:pt x="2175510" y="3512820"/>
                </a:lnTo>
                <a:close/>
                <a:moveTo>
                  <a:pt x="3460432" y="3306128"/>
                </a:moveTo>
                <a:lnTo>
                  <a:pt x="3476625" y="3322320"/>
                </a:lnTo>
                <a:lnTo>
                  <a:pt x="3460432" y="3338513"/>
                </a:lnTo>
                <a:lnTo>
                  <a:pt x="3444240" y="3322320"/>
                </a:lnTo>
                <a:close/>
                <a:moveTo>
                  <a:pt x="1945957" y="4322445"/>
                </a:moveTo>
                <a:lnTo>
                  <a:pt x="1965007" y="4341495"/>
                </a:lnTo>
                <a:lnTo>
                  <a:pt x="1945957" y="4360545"/>
                </a:lnTo>
                <a:lnTo>
                  <a:pt x="1926907" y="4341495"/>
                </a:lnTo>
                <a:close/>
                <a:moveTo>
                  <a:pt x="1945957" y="195263"/>
                </a:moveTo>
                <a:lnTo>
                  <a:pt x="1958340" y="207645"/>
                </a:lnTo>
                <a:lnTo>
                  <a:pt x="1945957" y="220027"/>
                </a:lnTo>
                <a:lnTo>
                  <a:pt x="1933575" y="207645"/>
                </a:lnTo>
                <a:close/>
                <a:moveTo>
                  <a:pt x="1526857" y="3378518"/>
                </a:moveTo>
                <a:lnTo>
                  <a:pt x="1537335" y="3388995"/>
                </a:lnTo>
                <a:lnTo>
                  <a:pt x="1526857" y="3399473"/>
                </a:lnTo>
                <a:lnTo>
                  <a:pt x="1516380" y="3388995"/>
                </a:lnTo>
                <a:close/>
                <a:moveTo>
                  <a:pt x="4184332" y="2581275"/>
                </a:moveTo>
                <a:lnTo>
                  <a:pt x="4201477" y="2598420"/>
                </a:lnTo>
                <a:lnTo>
                  <a:pt x="4184332" y="2615565"/>
                </a:lnTo>
                <a:lnTo>
                  <a:pt x="4167188" y="2598420"/>
                </a:lnTo>
                <a:close/>
                <a:moveTo>
                  <a:pt x="1088707" y="3466148"/>
                </a:moveTo>
                <a:lnTo>
                  <a:pt x="1097280" y="3474720"/>
                </a:lnTo>
                <a:lnTo>
                  <a:pt x="1088707" y="3483292"/>
                </a:lnTo>
                <a:lnTo>
                  <a:pt x="1080135" y="3474720"/>
                </a:lnTo>
                <a:close/>
                <a:moveTo>
                  <a:pt x="1679257" y="321945"/>
                </a:moveTo>
                <a:lnTo>
                  <a:pt x="1698307" y="340995"/>
                </a:lnTo>
                <a:lnTo>
                  <a:pt x="1679257" y="360045"/>
                </a:lnTo>
                <a:lnTo>
                  <a:pt x="1660207" y="340995"/>
                </a:lnTo>
                <a:close/>
                <a:moveTo>
                  <a:pt x="3203257" y="719138"/>
                </a:moveTo>
                <a:lnTo>
                  <a:pt x="3215640" y="731520"/>
                </a:lnTo>
                <a:lnTo>
                  <a:pt x="3203257" y="743903"/>
                </a:lnTo>
                <a:lnTo>
                  <a:pt x="3190875" y="731520"/>
                </a:lnTo>
                <a:close/>
                <a:moveTo>
                  <a:pt x="1126807" y="2720340"/>
                </a:moveTo>
                <a:lnTo>
                  <a:pt x="1138238" y="2731770"/>
                </a:lnTo>
                <a:lnTo>
                  <a:pt x="1126807" y="2743200"/>
                </a:lnTo>
                <a:lnTo>
                  <a:pt x="1115377" y="2731770"/>
                </a:lnTo>
                <a:close/>
                <a:moveTo>
                  <a:pt x="145732" y="2982278"/>
                </a:moveTo>
                <a:lnTo>
                  <a:pt x="161925" y="2998470"/>
                </a:lnTo>
                <a:lnTo>
                  <a:pt x="145732" y="3014663"/>
                </a:lnTo>
                <a:lnTo>
                  <a:pt x="129540" y="2998470"/>
                </a:lnTo>
                <a:close/>
                <a:moveTo>
                  <a:pt x="3698557" y="3235643"/>
                </a:moveTo>
                <a:lnTo>
                  <a:pt x="3709035" y="3246120"/>
                </a:lnTo>
                <a:lnTo>
                  <a:pt x="3698557" y="3256597"/>
                </a:lnTo>
                <a:lnTo>
                  <a:pt x="3688080" y="3246120"/>
                </a:lnTo>
                <a:close/>
                <a:moveTo>
                  <a:pt x="21907" y="2195513"/>
                </a:moveTo>
                <a:lnTo>
                  <a:pt x="43815" y="2217420"/>
                </a:lnTo>
                <a:lnTo>
                  <a:pt x="21907" y="2239328"/>
                </a:lnTo>
                <a:lnTo>
                  <a:pt x="0" y="2217420"/>
                </a:lnTo>
                <a:close/>
                <a:moveTo>
                  <a:pt x="1441132" y="942022"/>
                </a:moveTo>
                <a:lnTo>
                  <a:pt x="1449705" y="950595"/>
                </a:lnTo>
                <a:lnTo>
                  <a:pt x="1441132" y="959168"/>
                </a:lnTo>
                <a:lnTo>
                  <a:pt x="1432560" y="950595"/>
                </a:lnTo>
                <a:close/>
                <a:moveTo>
                  <a:pt x="431482" y="2112645"/>
                </a:moveTo>
                <a:lnTo>
                  <a:pt x="450532" y="2131695"/>
                </a:lnTo>
                <a:lnTo>
                  <a:pt x="431482" y="2150745"/>
                </a:lnTo>
                <a:lnTo>
                  <a:pt x="412432" y="2131695"/>
                </a:lnTo>
                <a:close/>
                <a:moveTo>
                  <a:pt x="717232" y="1464945"/>
                </a:moveTo>
                <a:lnTo>
                  <a:pt x="736282" y="1483995"/>
                </a:lnTo>
                <a:lnTo>
                  <a:pt x="717232" y="1503045"/>
                </a:lnTo>
                <a:lnTo>
                  <a:pt x="698182" y="1483995"/>
                </a:lnTo>
                <a:close/>
                <a:moveTo>
                  <a:pt x="802957" y="1863090"/>
                </a:moveTo>
                <a:lnTo>
                  <a:pt x="814388" y="1874520"/>
                </a:lnTo>
                <a:lnTo>
                  <a:pt x="802957" y="1885950"/>
                </a:lnTo>
                <a:lnTo>
                  <a:pt x="791527" y="1874520"/>
                </a:lnTo>
                <a:close/>
                <a:moveTo>
                  <a:pt x="2479357" y="3420428"/>
                </a:moveTo>
                <a:lnTo>
                  <a:pt x="2495550" y="3436620"/>
                </a:lnTo>
                <a:lnTo>
                  <a:pt x="2479357" y="3452813"/>
                </a:lnTo>
                <a:lnTo>
                  <a:pt x="2463165" y="3436620"/>
                </a:lnTo>
                <a:close/>
                <a:moveTo>
                  <a:pt x="3679507" y="3596640"/>
                </a:moveTo>
                <a:lnTo>
                  <a:pt x="3700463" y="3617595"/>
                </a:lnTo>
                <a:lnTo>
                  <a:pt x="3679507" y="3638550"/>
                </a:lnTo>
                <a:lnTo>
                  <a:pt x="3658552" y="3617595"/>
                </a:lnTo>
                <a:close/>
                <a:moveTo>
                  <a:pt x="2269807" y="3381375"/>
                </a:moveTo>
                <a:lnTo>
                  <a:pt x="2277427" y="3388995"/>
                </a:lnTo>
                <a:lnTo>
                  <a:pt x="2269807" y="3396615"/>
                </a:lnTo>
                <a:lnTo>
                  <a:pt x="2262188" y="3388995"/>
                </a:lnTo>
                <a:close/>
                <a:moveTo>
                  <a:pt x="2536507" y="902970"/>
                </a:moveTo>
                <a:lnTo>
                  <a:pt x="2546032" y="912495"/>
                </a:lnTo>
                <a:lnTo>
                  <a:pt x="2536507" y="922020"/>
                </a:lnTo>
                <a:lnTo>
                  <a:pt x="2526982" y="912495"/>
                </a:lnTo>
                <a:close/>
                <a:moveTo>
                  <a:pt x="3365182" y="937260"/>
                </a:moveTo>
                <a:lnTo>
                  <a:pt x="3388043" y="960120"/>
                </a:lnTo>
                <a:lnTo>
                  <a:pt x="3365182" y="982980"/>
                </a:lnTo>
                <a:lnTo>
                  <a:pt x="3342322" y="960120"/>
                </a:lnTo>
                <a:close/>
                <a:moveTo>
                  <a:pt x="2288857" y="538163"/>
                </a:moveTo>
                <a:lnTo>
                  <a:pt x="2310765" y="560070"/>
                </a:lnTo>
                <a:lnTo>
                  <a:pt x="2288857" y="581977"/>
                </a:lnTo>
                <a:lnTo>
                  <a:pt x="2266950" y="560070"/>
                </a:lnTo>
                <a:close/>
                <a:moveTo>
                  <a:pt x="2460307" y="917258"/>
                </a:moveTo>
                <a:lnTo>
                  <a:pt x="2474595" y="931545"/>
                </a:lnTo>
                <a:lnTo>
                  <a:pt x="2460307" y="945833"/>
                </a:lnTo>
                <a:lnTo>
                  <a:pt x="2446020" y="931545"/>
                </a:lnTo>
                <a:close/>
                <a:moveTo>
                  <a:pt x="383857" y="2522220"/>
                </a:moveTo>
                <a:lnTo>
                  <a:pt x="402907" y="2541270"/>
                </a:lnTo>
                <a:lnTo>
                  <a:pt x="383857" y="2560320"/>
                </a:lnTo>
                <a:lnTo>
                  <a:pt x="364807" y="2541270"/>
                </a:lnTo>
                <a:close/>
                <a:moveTo>
                  <a:pt x="2784157" y="110490"/>
                </a:moveTo>
                <a:lnTo>
                  <a:pt x="2805113" y="131445"/>
                </a:lnTo>
                <a:lnTo>
                  <a:pt x="2784157" y="152400"/>
                </a:lnTo>
                <a:lnTo>
                  <a:pt x="2763202" y="131445"/>
                </a:lnTo>
                <a:close/>
                <a:moveTo>
                  <a:pt x="1707832" y="158115"/>
                </a:moveTo>
                <a:lnTo>
                  <a:pt x="1719263" y="169545"/>
                </a:lnTo>
                <a:lnTo>
                  <a:pt x="1707832" y="180975"/>
                </a:lnTo>
                <a:lnTo>
                  <a:pt x="1696402" y="169545"/>
                </a:lnTo>
                <a:close/>
                <a:moveTo>
                  <a:pt x="945832" y="3067050"/>
                </a:moveTo>
                <a:lnTo>
                  <a:pt x="953452" y="3074670"/>
                </a:lnTo>
                <a:lnTo>
                  <a:pt x="945832" y="3082290"/>
                </a:lnTo>
                <a:lnTo>
                  <a:pt x="938213" y="3074670"/>
                </a:lnTo>
                <a:close/>
                <a:moveTo>
                  <a:pt x="460057" y="1631633"/>
                </a:moveTo>
                <a:lnTo>
                  <a:pt x="474345" y="1645920"/>
                </a:lnTo>
                <a:lnTo>
                  <a:pt x="460057" y="1660208"/>
                </a:lnTo>
                <a:lnTo>
                  <a:pt x="445770" y="1645920"/>
                </a:lnTo>
                <a:close/>
                <a:moveTo>
                  <a:pt x="2307907" y="849630"/>
                </a:moveTo>
                <a:lnTo>
                  <a:pt x="2323147" y="864870"/>
                </a:lnTo>
                <a:lnTo>
                  <a:pt x="2307907" y="880110"/>
                </a:lnTo>
                <a:lnTo>
                  <a:pt x="2292668" y="864870"/>
                </a:lnTo>
                <a:close/>
                <a:moveTo>
                  <a:pt x="1174432" y="3559493"/>
                </a:moveTo>
                <a:lnTo>
                  <a:pt x="1194435" y="3579495"/>
                </a:lnTo>
                <a:lnTo>
                  <a:pt x="1174432" y="3599498"/>
                </a:lnTo>
                <a:lnTo>
                  <a:pt x="1154430" y="3579495"/>
                </a:lnTo>
                <a:close/>
                <a:moveTo>
                  <a:pt x="850582" y="3863340"/>
                </a:moveTo>
                <a:lnTo>
                  <a:pt x="862013" y="3874770"/>
                </a:lnTo>
                <a:lnTo>
                  <a:pt x="850582" y="3886200"/>
                </a:lnTo>
                <a:lnTo>
                  <a:pt x="839152" y="3874770"/>
                </a:lnTo>
                <a:close/>
                <a:moveTo>
                  <a:pt x="1174432" y="1000125"/>
                </a:moveTo>
                <a:lnTo>
                  <a:pt x="1182052" y="1007745"/>
                </a:lnTo>
                <a:lnTo>
                  <a:pt x="1174432" y="1015365"/>
                </a:lnTo>
                <a:lnTo>
                  <a:pt x="1166813" y="1007745"/>
                </a:lnTo>
                <a:close/>
                <a:moveTo>
                  <a:pt x="4308158" y="1825943"/>
                </a:moveTo>
                <a:lnTo>
                  <a:pt x="4318635" y="1836420"/>
                </a:lnTo>
                <a:lnTo>
                  <a:pt x="4308158" y="1846897"/>
                </a:lnTo>
                <a:lnTo>
                  <a:pt x="4297680" y="1836420"/>
                </a:lnTo>
                <a:close/>
                <a:moveTo>
                  <a:pt x="2365057" y="212407"/>
                </a:moveTo>
                <a:lnTo>
                  <a:pt x="2379345" y="226695"/>
                </a:lnTo>
                <a:lnTo>
                  <a:pt x="2365057" y="240982"/>
                </a:lnTo>
                <a:lnTo>
                  <a:pt x="2350770" y="226695"/>
                </a:lnTo>
                <a:close/>
                <a:moveTo>
                  <a:pt x="3146107" y="2995613"/>
                </a:moveTo>
                <a:lnTo>
                  <a:pt x="3158490" y="3007995"/>
                </a:lnTo>
                <a:lnTo>
                  <a:pt x="3146107" y="3020378"/>
                </a:lnTo>
                <a:lnTo>
                  <a:pt x="3133725" y="3007995"/>
                </a:lnTo>
                <a:close/>
                <a:moveTo>
                  <a:pt x="3241357" y="3021330"/>
                </a:moveTo>
                <a:lnTo>
                  <a:pt x="3256597" y="3036570"/>
                </a:lnTo>
                <a:lnTo>
                  <a:pt x="3241357" y="3051810"/>
                </a:lnTo>
                <a:lnTo>
                  <a:pt x="3226118" y="3036570"/>
                </a:lnTo>
                <a:close/>
                <a:moveTo>
                  <a:pt x="3584257" y="1156335"/>
                </a:moveTo>
                <a:lnTo>
                  <a:pt x="3607118" y="1179195"/>
                </a:lnTo>
                <a:lnTo>
                  <a:pt x="3584257" y="1202055"/>
                </a:lnTo>
                <a:lnTo>
                  <a:pt x="3561397" y="1179195"/>
                </a:lnTo>
                <a:close/>
                <a:moveTo>
                  <a:pt x="1126807" y="809625"/>
                </a:moveTo>
                <a:lnTo>
                  <a:pt x="1134427" y="817245"/>
                </a:lnTo>
                <a:lnTo>
                  <a:pt x="1126807" y="824865"/>
                </a:lnTo>
                <a:lnTo>
                  <a:pt x="1119188" y="817245"/>
                </a:lnTo>
                <a:close/>
                <a:moveTo>
                  <a:pt x="1307782" y="550545"/>
                </a:moveTo>
                <a:lnTo>
                  <a:pt x="1317307" y="560070"/>
                </a:lnTo>
                <a:lnTo>
                  <a:pt x="1307782" y="569595"/>
                </a:lnTo>
                <a:lnTo>
                  <a:pt x="1298257" y="560070"/>
                </a:lnTo>
                <a:close/>
                <a:moveTo>
                  <a:pt x="2165032" y="105727"/>
                </a:moveTo>
                <a:lnTo>
                  <a:pt x="2181225" y="121920"/>
                </a:lnTo>
                <a:lnTo>
                  <a:pt x="2165032" y="138113"/>
                </a:lnTo>
                <a:lnTo>
                  <a:pt x="2148840" y="121920"/>
                </a:lnTo>
                <a:close/>
                <a:moveTo>
                  <a:pt x="526732" y="3387090"/>
                </a:moveTo>
                <a:lnTo>
                  <a:pt x="547688" y="3408045"/>
                </a:lnTo>
                <a:lnTo>
                  <a:pt x="526732" y="3429000"/>
                </a:lnTo>
                <a:lnTo>
                  <a:pt x="505777" y="3408045"/>
                </a:lnTo>
                <a:close/>
                <a:moveTo>
                  <a:pt x="2774632" y="1090613"/>
                </a:moveTo>
                <a:lnTo>
                  <a:pt x="2796540" y="1112520"/>
                </a:lnTo>
                <a:lnTo>
                  <a:pt x="2774632" y="1134427"/>
                </a:lnTo>
                <a:lnTo>
                  <a:pt x="2752725" y="1112520"/>
                </a:lnTo>
                <a:close/>
                <a:moveTo>
                  <a:pt x="3193732" y="3532823"/>
                </a:moveTo>
                <a:lnTo>
                  <a:pt x="3211830" y="3550920"/>
                </a:lnTo>
                <a:lnTo>
                  <a:pt x="3193732" y="3569017"/>
                </a:lnTo>
                <a:lnTo>
                  <a:pt x="3175635" y="3550920"/>
                </a:lnTo>
                <a:close/>
                <a:moveTo>
                  <a:pt x="2517457" y="3760470"/>
                </a:moveTo>
                <a:lnTo>
                  <a:pt x="2526982" y="3769995"/>
                </a:lnTo>
                <a:lnTo>
                  <a:pt x="2517457" y="3779520"/>
                </a:lnTo>
                <a:lnTo>
                  <a:pt x="2507932" y="3769995"/>
                </a:lnTo>
                <a:close/>
                <a:moveTo>
                  <a:pt x="1917382" y="3312795"/>
                </a:moveTo>
                <a:lnTo>
                  <a:pt x="1926907" y="3322320"/>
                </a:lnTo>
                <a:lnTo>
                  <a:pt x="1917382" y="3331845"/>
                </a:lnTo>
                <a:lnTo>
                  <a:pt x="1907857" y="3322320"/>
                </a:lnTo>
                <a:close/>
                <a:moveTo>
                  <a:pt x="3517582" y="2644140"/>
                </a:moveTo>
                <a:lnTo>
                  <a:pt x="3538538" y="2665095"/>
                </a:lnTo>
                <a:lnTo>
                  <a:pt x="3517582" y="2686050"/>
                </a:lnTo>
                <a:lnTo>
                  <a:pt x="3496627" y="2665095"/>
                </a:lnTo>
                <a:close/>
                <a:moveTo>
                  <a:pt x="3241357" y="701040"/>
                </a:moveTo>
                <a:lnTo>
                  <a:pt x="3252788" y="712470"/>
                </a:lnTo>
                <a:lnTo>
                  <a:pt x="3241357" y="723900"/>
                </a:lnTo>
                <a:lnTo>
                  <a:pt x="3229927" y="712470"/>
                </a:lnTo>
                <a:close/>
                <a:moveTo>
                  <a:pt x="2574607" y="4047173"/>
                </a:moveTo>
                <a:lnTo>
                  <a:pt x="2583180" y="4055745"/>
                </a:lnTo>
                <a:lnTo>
                  <a:pt x="2574607" y="4064317"/>
                </a:lnTo>
                <a:lnTo>
                  <a:pt x="2566035" y="4055745"/>
                </a:lnTo>
                <a:close/>
                <a:moveTo>
                  <a:pt x="983932" y="3312795"/>
                </a:moveTo>
                <a:lnTo>
                  <a:pt x="993457" y="3322320"/>
                </a:lnTo>
                <a:lnTo>
                  <a:pt x="983932" y="3331845"/>
                </a:lnTo>
                <a:lnTo>
                  <a:pt x="974407" y="3322320"/>
                </a:lnTo>
                <a:close/>
                <a:moveTo>
                  <a:pt x="1488757" y="266700"/>
                </a:moveTo>
                <a:lnTo>
                  <a:pt x="1496377" y="274320"/>
                </a:lnTo>
                <a:lnTo>
                  <a:pt x="1488757" y="281940"/>
                </a:lnTo>
                <a:lnTo>
                  <a:pt x="1481138" y="274320"/>
                </a:lnTo>
                <a:close/>
                <a:moveTo>
                  <a:pt x="1441132" y="3217545"/>
                </a:moveTo>
                <a:lnTo>
                  <a:pt x="1460182" y="3236595"/>
                </a:lnTo>
                <a:lnTo>
                  <a:pt x="1441132" y="3255645"/>
                </a:lnTo>
                <a:lnTo>
                  <a:pt x="1422082" y="3236595"/>
                </a:lnTo>
                <a:close/>
                <a:moveTo>
                  <a:pt x="2088832" y="3438525"/>
                </a:moveTo>
                <a:lnTo>
                  <a:pt x="2105977" y="3455670"/>
                </a:lnTo>
                <a:lnTo>
                  <a:pt x="2088832" y="3472815"/>
                </a:lnTo>
                <a:lnTo>
                  <a:pt x="2071688" y="3455670"/>
                </a:lnTo>
                <a:close/>
                <a:moveTo>
                  <a:pt x="4251008" y="2518410"/>
                </a:moveTo>
                <a:lnTo>
                  <a:pt x="4264343" y="2531745"/>
                </a:lnTo>
                <a:lnTo>
                  <a:pt x="4251008" y="2545080"/>
                </a:lnTo>
                <a:lnTo>
                  <a:pt x="4237672" y="2531745"/>
                </a:lnTo>
                <a:close/>
                <a:moveTo>
                  <a:pt x="2355532" y="946785"/>
                </a:moveTo>
                <a:lnTo>
                  <a:pt x="2368868" y="960120"/>
                </a:lnTo>
                <a:lnTo>
                  <a:pt x="2355532" y="973455"/>
                </a:lnTo>
                <a:lnTo>
                  <a:pt x="2342197" y="960120"/>
                </a:lnTo>
                <a:close/>
                <a:moveTo>
                  <a:pt x="2507932" y="3930015"/>
                </a:moveTo>
                <a:lnTo>
                  <a:pt x="2519363" y="3941445"/>
                </a:lnTo>
                <a:lnTo>
                  <a:pt x="2507932" y="3952875"/>
                </a:lnTo>
                <a:lnTo>
                  <a:pt x="2496502" y="3941445"/>
                </a:lnTo>
                <a:close/>
                <a:moveTo>
                  <a:pt x="4060508" y="2824163"/>
                </a:moveTo>
                <a:lnTo>
                  <a:pt x="4072890" y="2836545"/>
                </a:lnTo>
                <a:lnTo>
                  <a:pt x="4060508" y="2848928"/>
                </a:lnTo>
                <a:lnTo>
                  <a:pt x="4048125" y="2836545"/>
                </a:lnTo>
                <a:close/>
                <a:moveTo>
                  <a:pt x="3212782" y="467677"/>
                </a:moveTo>
                <a:lnTo>
                  <a:pt x="3228975" y="483870"/>
                </a:lnTo>
                <a:lnTo>
                  <a:pt x="3212782" y="500063"/>
                </a:lnTo>
                <a:lnTo>
                  <a:pt x="3196590" y="483870"/>
                </a:lnTo>
                <a:close/>
                <a:moveTo>
                  <a:pt x="2431732" y="3680460"/>
                </a:moveTo>
                <a:lnTo>
                  <a:pt x="2454593" y="3703320"/>
                </a:lnTo>
                <a:lnTo>
                  <a:pt x="2431732" y="3726180"/>
                </a:lnTo>
                <a:lnTo>
                  <a:pt x="2408872" y="3703320"/>
                </a:lnTo>
                <a:close/>
                <a:moveTo>
                  <a:pt x="879157" y="1599247"/>
                </a:moveTo>
                <a:lnTo>
                  <a:pt x="897255" y="1617345"/>
                </a:lnTo>
                <a:lnTo>
                  <a:pt x="879157" y="1635442"/>
                </a:lnTo>
                <a:lnTo>
                  <a:pt x="861060" y="1617345"/>
                </a:lnTo>
                <a:close/>
                <a:moveTo>
                  <a:pt x="983932" y="3009900"/>
                </a:moveTo>
                <a:lnTo>
                  <a:pt x="1001077" y="3027045"/>
                </a:lnTo>
                <a:lnTo>
                  <a:pt x="983932" y="3044190"/>
                </a:lnTo>
                <a:lnTo>
                  <a:pt x="966788" y="3027045"/>
                </a:lnTo>
                <a:close/>
                <a:moveTo>
                  <a:pt x="3755707" y="3369945"/>
                </a:moveTo>
                <a:lnTo>
                  <a:pt x="3774758" y="3388995"/>
                </a:lnTo>
                <a:lnTo>
                  <a:pt x="3755707" y="3408045"/>
                </a:lnTo>
                <a:lnTo>
                  <a:pt x="3736657" y="3388995"/>
                </a:lnTo>
                <a:close/>
                <a:moveTo>
                  <a:pt x="2193607" y="922972"/>
                </a:moveTo>
                <a:lnTo>
                  <a:pt x="2211705" y="941070"/>
                </a:lnTo>
                <a:lnTo>
                  <a:pt x="2193607" y="959168"/>
                </a:lnTo>
                <a:lnTo>
                  <a:pt x="2175510" y="941070"/>
                </a:lnTo>
                <a:close/>
                <a:moveTo>
                  <a:pt x="3574732" y="3411855"/>
                </a:moveTo>
                <a:lnTo>
                  <a:pt x="3589972" y="3427095"/>
                </a:lnTo>
                <a:lnTo>
                  <a:pt x="3574732" y="3442335"/>
                </a:lnTo>
                <a:lnTo>
                  <a:pt x="3559493" y="3427095"/>
                </a:lnTo>
                <a:close/>
                <a:moveTo>
                  <a:pt x="3870007" y="2944178"/>
                </a:moveTo>
                <a:lnTo>
                  <a:pt x="3886200" y="2960370"/>
                </a:lnTo>
                <a:lnTo>
                  <a:pt x="3870007" y="2976563"/>
                </a:lnTo>
                <a:lnTo>
                  <a:pt x="3853815" y="2960370"/>
                </a:lnTo>
                <a:close/>
                <a:moveTo>
                  <a:pt x="631507" y="789622"/>
                </a:moveTo>
                <a:lnTo>
                  <a:pt x="640080" y="798195"/>
                </a:lnTo>
                <a:lnTo>
                  <a:pt x="631507" y="806768"/>
                </a:lnTo>
                <a:lnTo>
                  <a:pt x="622935" y="798195"/>
                </a:lnTo>
                <a:close/>
                <a:moveTo>
                  <a:pt x="2536507" y="3310890"/>
                </a:moveTo>
                <a:lnTo>
                  <a:pt x="2547938" y="3322320"/>
                </a:lnTo>
                <a:lnTo>
                  <a:pt x="2536507" y="3333750"/>
                </a:lnTo>
                <a:lnTo>
                  <a:pt x="2525077" y="3322320"/>
                </a:lnTo>
                <a:close/>
                <a:moveTo>
                  <a:pt x="2079307" y="3949065"/>
                </a:moveTo>
                <a:lnTo>
                  <a:pt x="2100263" y="3970020"/>
                </a:lnTo>
                <a:lnTo>
                  <a:pt x="2079307" y="3990975"/>
                </a:lnTo>
                <a:lnTo>
                  <a:pt x="2058352" y="3970020"/>
                </a:lnTo>
                <a:close/>
                <a:moveTo>
                  <a:pt x="3946208" y="2731770"/>
                </a:moveTo>
                <a:lnTo>
                  <a:pt x="3965257" y="2750820"/>
                </a:lnTo>
                <a:lnTo>
                  <a:pt x="3946208" y="2769870"/>
                </a:lnTo>
                <a:lnTo>
                  <a:pt x="3927157" y="2750820"/>
                </a:lnTo>
                <a:close/>
                <a:moveTo>
                  <a:pt x="3241357" y="1038225"/>
                </a:moveTo>
                <a:lnTo>
                  <a:pt x="3248977" y="1045845"/>
                </a:lnTo>
                <a:lnTo>
                  <a:pt x="3241357" y="1053465"/>
                </a:lnTo>
                <a:lnTo>
                  <a:pt x="3233738" y="1045845"/>
                </a:lnTo>
                <a:close/>
                <a:moveTo>
                  <a:pt x="1079182" y="561975"/>
                </a:moveTo>
                <a:lnTo>
                  <a:pt x="1086802" y="569595"/>
                </a:lnTo>
                <a:lnTo>
                  <a:pt x="1079182" y="577215"/>
                </a:lnTo>
                <a:lnTo>
                  <a:pt x="1071563" y="569595"/>
                </a:lnTo>
                <a:close/>
                <a:moveTo>
                  <a:pt x="1774507" y="657225"/>
                </a:moveTo>
                <a:lnTo>
                  <a:pt x="1782127" y="664845"/>
                </a:lnTo>
                <a:lnTo>
                  <a:pt x="1774507" y="672465"/>
                </a:lnTo>
                <a:lnTo>
                  <a:pt x="1766888" y="664845"/>
                </a:lnTo>
                <a:close/>
                <a:moveTo>
                  <a:pt x="602932" y="2226945"/>
                </a:moveTo>
                <a:lnTo>
                  <a:pt x="621982" y="2245995"/>
                </a:lnTo>
                <a:lnTo>
                  <a:pt x="602932" y="2265045"/>
                </a:lnTo>
                <a:lnTo>
                  <a:pt x="583882" y="2245995"/>
                </a:lnTo>
                <a:close/>
                <a:moveTo>
                  <a:pt x="3336607" y="1401128"/>
                </a:moveTo>
                <a:lnTo>
                  <a:pt x="3343275" y="1407795"/>
                </a:lnTo>
                <a:lnTo>
                  <a:pt x="3336607" y="1414463"/>
                </a:lnTo>
                <a:lnTo>
                  <a:pt x="3329940" y="1407795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1856720" y="493395"/>
            <a:ext cx="2019300" cy="1862138"/>
          </a:xfrm>
          <a:custGeom>
            <a:avLst/>
            <a:gdLst/>
            <a:ahLst/>
            <a:cxnLst/>
            <a:rect l="l" t="t" r="r" b="b"/>
            <a:pathLst>
              <a:path w="2019300" h="1862138">
                <a:moveTo>
                  <a:pt x="97155" y="770573"/>
                </a:moveTo>
                <a:lnTo>
                  <a:pt x="119063" y="792480"/>
                </a:lnTo>
                <a:lnTo>
                  <a:pt x="97155" y="814388"/>
                </a:lnTo>
                <a:lnTo>
                  <a:pt x="75248" y="792480"/>
                </a:lnTo>
                <a:close/>
                <a:moveTo>
                  <a:pt x="849630" y="1768793"/>
                </a:moveTo>
                <a:lnTo>
                  <a:pt x="863918" y="1783080"/>
                </a:lnTo>
                <a:lnTo>
                  <a:pt x="849630" y="1797368"/>
                </a:lnTo>
                <a:lnTo>
                  <a:pt x="835343" y="1783080"/>
                </a:lnTo>
                <a:close/>
                <a:moveTo>
                  <a:pt x="659130" y="1030605"/>
                </a:moveTo>
                <a:lnTo>
                  <a:pt x="678180" y="1049655"/>
                </a:lnTo>
                <a:lnTo>
                  <a:pt x="659130" y="1068705"/>
                </a:lnTo>
                <a:lnTo>
                  <a:pt x="640080" y="1049655"/>
                </a:lnTo>
                <a:close/>
                <a:moveTo>
                  <a:pt x="1087755" y="1074420"/>
                </a:moveTo>
                <a:lnTo>
                  <a:pt x="1101090" y="1087755"/>
                </a:lnTo>
                <a:lnTo>
                  <a:pt x="1087755" y="1101090"/>
                </a:lnTo>
                <a:lnTo>
                  <a:pt x="1074420" y="1087755"/>
                </a:lnTo>
                <a:close/>
                <a:moveTo>
                  <a:pt x="363855" y="103823"/>
                </a:moveTo>
                <a:lnTo>
                  <a:pt x="385763" y="125730"/>
                </a:lnTo>
                <a:lnTo>
                  <a:pt x="363855" y="147638"/>
                </a:lnTo>
                <a:lnTo>
                  <a:pt x="341948" y="125730"/>
                </a:lnTo>
                <a:close/>
                <a:moveTo>
                  <a:pt x="1744980" y="260985"/>
                </a:moveTo>
                <a:lnTo>
                  <a:pt x="1762125" y="278130"/>
                </a:lnTo>
                <a:lnTo>
                  <a:pt x="1744980" y="295275"/>
                </a:lnTo>
                <a:lnTo>
                  <a:pt x="1727835" y="278130"/>
                </a:lnTo>
                <a:close/>
                <a:moveTo>
                  <a:pt x="2011680" y="699135"/>
                </a:moveTo>
                <a:lnTo>
                  <a:pt x="2019300" y="706755"/>
                </a:lnTo>
                <a:lnTo>
                  <a:pt x="2011680" y="714375"/>
                </a:lnTo>
                <a:lnTo>
                  <a:pt x="2004060" y="706755"/>
                </a:lnTo>
                <a:close/>
                <a:moveTo>
                  <a:pt x="478155" y="1398270"/>
                </a:moveTo>
                <a:lnTo>
                  <a:pt x="491490" y="1411605"/>
                </a:lnTo>
                <a:lnTo>
                  <a:pt x="478155" y="1424940"/>
                </a:lnTo>
                <a:lnTo>
                  <a:pt x="464820" y="1411605"/>
                </a:lnTo>
                <a:close/>
                <a:moveTo>
                  <a:pt x="1754505" y="827723"/>
                </a:moveTo>
                <a:lnTo>
                  <a:pt x="1776413" y="849630"/>
                </a:lnTo>
                <a:lnTo>
                  <a:pt x="1754505" y="871538"/>
                </a:lnTo>
                <a:lnTo>
                  <a:pt x="1732598" y="849630"/>
                </a:lnTo>
                <a:close/>
                <a:moveTo>
                  <a:pt x="1402080" y="1837373"/>
                </a:moveTo>
                <a:lnTo>
                  <a:pt x="1414463" y="1849755"/>
                </a:lnTo>
                <a:lnTo>
                  <a:pt x="1402080" y="1862138"/>
                </a:lnTo>
                <a:lnTo>
                  <a:pt x="1389698" y="1849755"/>
                </a:lnTo>
                <a:close/>
                <a:moveTo>
                  <a:pt x="11430" y="685800"/>
                </a:moveTo>
                <a:lnTo>
                  <a:pt x="22860" y="697230"/>
                </a:lnTo>
                <a:lnTo>
                  <a:pt x="11430" y="708660"/>
                </a:lnTo>
                <a:lnTo>
                  <a:pt x="0" y="697230"/>
                </a:lnTo>
                <a:close/>
                <a:moveTo>
                  <a:pt x="1306830" y="418148"/>
                </a:moveTo>
                <a:lnTo>
                  <a:pt x="1319213" y="430530"/>
                </a:lnTo>
                <a:lnTo>
                  <a:pt x="1306830" y="442913"/>
                </a:lnTo>
                <a:lnTo>
                  <a:pt x="1294448" y="430530"/>
                </a:lnTo>
                <a:close/>
                <a:moveTo>
                  <a:pt x="1735455" y="615315"/>
                </a:moveTo>
                <a:lnTo>
                  <a:pt x="1750695" y="630555"/>
                </a:lnTo>
                <a:lnTo>
                  <a:pt x="1735455" y="645795"/>
                </a:lnTo>
                <a:lnTo>
                  <a:pt x="1720215" y="630555"/>
                </a:lnTo>
                <a:close/>
                <a:moveTo>
                  <a:pt x="1573530" y="930593"/>
                </a:moveTo>
                <a:lnTo>
                  <a:pt x="1587818" y="944880"/>
                </a:lnTo>
                <a:lnTo>
                  <a:pt x="1573530" y="959168"/>
                </a:lnTo>
                <a:lnTo>
                  <a:pt x="1559243" y="944880"/>
                </a:lnTo>
                <a:close/>
                <a:moveTo>
                  <a:pt x="1687830" y="1418272"/>
                </a:moveTo>
                <a:lnTo>
                  <a:pt x="1700213" y="1430655"/>
                </a:lnTo>
                <a:lnTo>
                  <a:pt x="1687830" y="1443038"/>
                </a:lnTo>
                <a:lnTo>
                  <a:pt x="1675448" y="1430655"/>
                </a:lnTo>
                <a:close/>
                <a:moveTo>
                  <a:pt x="1249680" y="0"/>
                </a:moveTo>
                <a:lnTo>
                  <a:pt x="1261110" y="11430"/>
                </a:lnTo>
                <a:lnTo>
                  <a:pt x="1249680" y="22860"/>
                </a:lnTo>
                <a:lnTo>
                  <a:pt x="1238250" y="11430"/>
                </a:lnTo>
                <a:close/>
                <a:moveTo>
                  <a:pt x="954405" y="467678"/>
                </a:moveTo>
                <a:lnTo>
                  <a:pt x="974407" y="487680"/>
                </a:lnTo>
                <a:lnTo>
                  <a:pt x="954405" y="507683"/>
                </a:lnTo>
                <a:lnTo>
                  <a:pt x="934403" y="487680"/>
                </a:lnTo>
                <a:close/>
                <a:moveTo>
                  <a:pt x="516255" y="375285"/>
                </a:moveTo>
                <a:lnTo>
                  <a:pt x="533400" y="392430"/>
                </a:lnTo>
                <a:lnTo>
                  <a:pt x="516255" y="409575"/>
                </a:lnTo>
                <a:lnTo>
                  <a:pt x="499110" y="392430"/>
                </a:lnTo>
                <a:close/>
                <a:moveTo>
                  <a:pt x="1535430" y="982028"/>
                </a:moveTo>
                <a:lnTo>
                  <a:pt x="1545907" y="992505"/>
                </a:lnTo>
                <a:lnTo>
                  <a:pt x="1535430" y="1002983"/>
                </a:lnTo>
                <a:lnTo>
                  <a:pt x="1524953" y="992505"/>
                </a:lnTo>
                <a:close/>
                <a:moveTo>
                  <a:pt x="1945005" y="315278"/>
                </a:moveTo>
                <a:lnTo>
                  <a:pt x="1965007" y="335280"/>
                </a:lnTo>
                <a:lnTo>
                  <a:pt x="1945005" y="355282"/>
                </a:lnTo>
                <a:lnTo>
                  <a:pt x="1925003" y="335280"/>
                </a:lnTo>
                <a:close/>
                <a:moveTo>
                  <a:pt x="1716405" y="1503997"/>
                </a:moveTo>
                <a:lnTo>
                  <a:pt x="1728788" y="1516380"/>
                </a:lnTo>
                <a:lnTo>
                  <a:pt x="1716405" y="1528763"/>
                </a:lnTo>
                <a:lnTo>
                  <a:pt x="1704023" y="1516380"/>
                </a:lnTo>
                <a:close/>
                <a:moveTo>
                  <a:pt x="573405" y="1783080"/>
                </a:moveTo>
                <a:lnTo>
                  <a:pt x="582930" y="1792605"/>
                </a:lnTo>
                <a:lnTo>
                  <a:pt x="573405" y="1802130"/>
                </a:lnTo>
                <a:lnTo>
                  <a:pt x="563880" y="1792605"/>
                </a:lnTo>
                <a:close/>
                <a:moveTo>
                  <a:pt x="802005" y="1175385"/>
                </a:moveTo>
                <a:lnTo>
                  <a:pt x="809625" y="1183005"/>
                </a:lnTo>
                <a:lnTo>
                  <a:pt x="802005" y="1190625"/>
                </a:lnTo>
                <a:lnTo>
                  <a:pt x="794385" y="1183005"/>
                </a:lnTo>
                <a:close/>
                <a:moveTo>
                  <a:pt x="335280" y="1481138"/>
                </a:moveTo>
                <a:lnTo>
                  <a:pt x="341948" y="1487805"/>
                </a:lnTo>
                <a:lnTo>
                  <a:pt x="335280" y="1494472"/>
                </a:lnTo>
                <a:lnTo>
                  <a:pt x="328613" y="1487805"/>
                </a:lnTo>
                <a:close/>
                <a:moveTo>
                  <a:pt x="925830" y="1372553"/>
                </a:moveTo>
                <a:lnTo>
                  <a:pt x="945832" y="1392555"/>
                </a:lnTo>
                <a:lnTo>
                  <a:pt x="925830" y="1412558"/>
                </a:lnTo>
                <a:lnTo>
                  <a:pt x="905828" y="1392555"/>
                </a:lnTo>
                <a:close/>
                <a:moveTo>
                  <a:pt x="1964055" y="1593533"/>
                </a:moveTo>
                <a:lnTo>
                  <a:pt x="1972628" y="1602105"/>
                </a:lnTo>
                <a:lnTo>
                  <a:pt x="1964055" y="1610678"/>
                </a:lnTo>
                <a:lnTo>
                  <a:pt x="1955482" y="1602105"/>
                </a:lnTo>
                <a:close/>
                <a:moveTo>
                  <a:pt x="1135380" y="902970"/>
                </a:moveTo>
                <a:lnTo>
                  <a:pt x="1158240" y="925830"/>
                </a:lnTo>
                <a:lnTo>
                  <a:pt x="1135380" y="948690"/>
                </a:lnTo>
                <a:lnTo>
                  <a:pt x="1112520" y="925830"/>
                </a:lnTo>
                <a:close/>
                <a:moveTo>
                  <a:pt x="706755" y="243840"/>
                </a:moveTo>
                <a:lnTo>
                  <a:pt x="721995" y="259080"/>
                </a:lnTo>
                <a:lnTo>
                  <a:pt x="706755" y="274320"/>
                </a:lnTo>
                <a:lnTo>
                  <a:pt x="691515" y="259080"/>
                </a:lnTo>
                <a:close/>
                <a:moveTo>
                  <a:pt x="68580" y="1037272"/>
                </a:moveTo>
                <a:lnTo>
                  <a:pt x="80963" y="1049655"/>
                </a:lnTo>
                <a:lnTo>
                  <a:pt x="68580" y="1062038"/>
                </a:lnTo>
                <a:lnTo>
                  <a:pt x="56198" y="1049655"/>
                </a:lnTo>
                <a:close/>
                <a:moveTo>
                  <a:pt x="611505" y="1634490"/>
                </a:moveTo>
                <a:lnTo>
                  <a:pt x="626745" y="1649730"/>
                </a:lnTo>
                <a:lnTo>
                  <a:pt x="611505" y="1664970"/>
                </a:lnTo>
                <a:lnTo>
                  <a:pt x="596265" y="1649730"/>
                </a:lnTo>
                <a:close/>
                <a:moveTo>
                  <a:pt x="878205" y="489585"/>
                </a:moveTo>
                <a:lnTo>
                  <a:pt x="885825" y="497205"/>
                </a:lnTo>
                <a:lnTo>
                  <a:pt x="878205" y="504825"/>
                </a:lnTo>
                <a:lnTo>
                  <a:pt x="870585" y="497205"/>
                </a:lnTo>
                <a:close/>
                <a:moveTo>
                  <a:pt x="1154430" y="757238"/>
                </a:moveTo>
                <a:lnTo>
                  <a:pt x="1161098" y="763905"/>
                </a:lnTo>
                <a:lnTo>
                  <a:pt x="1154430" y="770573"/>
                </a:lnTo>
                <a:lnTo>
                  <a:pt x="1147763" y="763905"/>
                </a:lnTo>
                <a:close/>
                <a:moveTo>
                  <a:pt x="268605" y="1324928"/>
                </a:moveTo>
                <a:lnTo>
                  <a:pt x="279082" y="1335405"/>
                </a:lnTo>
                <a:lnTo>
                  <a:pt x="268605" y="1345883"/>
                </a:lnTo>
                <a:lnTo>
                  <a:pt x="258128" y="1335405"/>
                </a:lnTo>
                <a:close/>
                <a:moveTo>
                  <a:pt x="706755" y="1057275"/>
                </a:moveTo>
                <a:lnTo>
                  <a:pt x="727710" y="1078230"/>
                </a:lnTo>
                <a:lnTo>
                  <a:pt x="706755" y="1099185"/>
                </a:lnTo>
                <a:lnTo>
                  <a:pt x="685800" y="1078230"/>
                </a:lnTo>
                <a:close/>
                <a:moveTo>
                  <a:pt x="1011555" y="1492567"/>
                </a:moveTo>
                <a:lnTo>
                  <a:pt x="1025843" y="1506855"/>
                </a:lnTo>
                <a:lnTo>
                  <a:pt x="1011555" y="1521142"/>
                </a:lnTo>
                <a:lnTo>
                  <a:pt x="997268" y="1506855"/>
                </a:lnTo>
                <a:close/>
                <a:moveTo>
                  <a:pt x="2002155" y="1272540"/>
                </a:moveTo>
                <a:lnTo>
                  <a:pt x="2017395" y="1287780"/>
                </a:lnTo>
                <a:lnTo>
                  <a:pt x="2002155" y="1303020"/>
                </a:lnTo>
                <a:lnTo>
                  <a:pt x="1986915" y="1287780"/>
                </a:lnTo>
                <a:close/>
                <a:moveTo>
                  <a:pt x="1764030" y="1459230"/>
                </a:moveTo>
                <a:lnTo>
                  <a:pt x="1783080" y="1478280"/>
                </a:lnTo>
                <a:lnTo>
                  <a:pt x="1764030" y="1497330"/>
                </a:lnTo>
                <a:lnTo>
                  <a:pt x="1744980" y="1478280"/>
                </a:lnTo>
                <a:close/>
              </a:path>
            </a:pathLst>
          </a:custGeom>
          <a:solidFill>
            <a:srgbClr val="F7B733">
              <a:alpha val="2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0904220" y="-672465"/>
            <a:ext cx="4115753" cy="3912870"/>
          </a:xfrm>
          <a:custGeom>
            <a:avLst/>
            <a:gdLst/>
            <a:ahLst/>
            <a:cxnLst/>
            <a:rect l="l" t="t" r="r" b="b"/>
            <a:pathLst>
              <a:path w="4115753" h="3912870">
                <a:moveTo>
                  <a:pt x="1954530" y="3472815"/>
                </a:moveTo>
                <a:lnTo>
                  <a:pt x="1964055" y="3482340"/>
                </a:lnTo>
                <a:lnTo>
                  <a:pt x="1954530" y="3491865"/>
                </a:lnTo>
                <a:lnTo>
                  <a:pt x="1945005" y="3482340"/>
                </a:lnTo>
                <a:close/>
                <a:moveTo>
                  <a:pt x="3649980" y="1695450"/>
                </a:moveTo>
                <a:lnTo>
                  <a:pt x="3665220" y="1710690"/>
                </a:lnTo>
                <a:lnTo>
                  <a:pt x="3649980" y="1725930"/>
                </a:lnTo>
                <a:lnTo>
                  <a:pt x="3634740" y="1710690"/>
                </a:lnTo>
                <a:close/>
                <a:moveTo>
                  <a:pt x="4097655" y="2188845"/>
                </a:moveTo>
                <a:lnTo>
                  <a:pt x="4105275" y="2196465"/>
                </a:lnTo>
                <a:lnTo>
                  <a:pt x="4097655" y="2204085"/>
                </a:lnTo>
                <a:lnTo>
                  <a:pt x="4090035" y="2196465"/>
                </a:lnTo>
                <a:close/>
                <a:moveTo>
                  <a:pt x="4021455" y="1132523"/>
                </a:moveTo>
                <a:lnTo>
                  <a:pt x="4037648" y="1148715"/>
                </a:lnTo>
                <a:lnTo>
                  <a:pt x="4021455" y="1164908"/>
                </a:lnTo>
                <a:lnTo>
                  <a:pt x="4005262" y="1148715"/>
                </a:lnTo>
                <a:close/>
                <a:moveTo>
                  <a:pt x="2468880" y="3870960"/>
                </a:moveTo>
                <a:lnTo>
                  <a:pt x="2489835" y="3891915"/>
                </a:lnTo>
                <a:lnTo>
                  <a:pt x="2468880" y="3912870"/>
                </a:lnTo>
                <a:lnTo>
                  <a:pt x="2447925" y="3891915"/>
                </a:lnTo>
                <a:close/>
                <a:moveTo>
                  <a:pt x="1183005" y="3518535"/>
                </a:moveTo>
                <a:lnTo>
                  <a:pt x="1203960" y="3539490"/>
                </a:lnTo>
                <a:lnTo>
                  <a:pt x="1183005" y="3560445"/>
                </a:lnTo>
                <a:lnTo>
                  <a:pt x="1162050" y="3539490"/>
                </a:lnTo>
                <a:close/>
                <a:moveTo>
                  <a:pt x="2897505" y="185737"/>
                </a:moveTo>
                <a:lnTo>
                  <a:pt x="2917507" y="205740"/>
                </a:lnTo>
                <a:lnTo>
                  <a:pt x="2897505" y="225742"/>
                </a:lnTo>
                <a:lnTo>
                  <a:pt x="2877503" y="205740"/>
                </a:lnTo>
                <a:close/>
                <a:moveTo>
                  <a:pt x="2106930" y="0"/>
                </a:moveTo>
                <a:lnTo>
                  <a:pt x="2122170" y="15240"/>
                </a:lnTo>
                <a:lnTo>
                  <a:pt x="2106930" y="30480"/>
                </a:lnTo>
                <a:lnTo>
                  <a:pt x="2091690" y="15240"/>
                </a:lnTo>
                <a:close/>
                <a:moveTo>
                  <a:pt x="3459480" y="2527935"/>
                </a:moveTo>
                <a:lnTo>
                  <a:pt x="3480435" y="2548890"/>
                </a:lnTo>
                <a:lnTo>
                  <a:pt x="3459480" y="2569845"/>
                </a:lnTo>
                <a:lnTo>
                  <a:pt x="3438525" y="2548890"/>
                </a:lnTo>
                <a:close/>
                <a:moveTo>
                  <a:pt x="1678305" y="3316605"/>
                </a:moveTo>
                <a:lnTo>
                  <a:pt x="1701165" y="3339465"/>
                </a:lnTo>
                <a:lnTo>
                  <a:pt x="1678305" y="3362325"/>
                </a:lnTo>
                <a:lnTo>
                  <a:pt x="1655445" y="3339465"/>
                </a:lnTo>
                <a:close/>
                <a:moveTo>
                  <a:pt x="1287780" y="45720"/>
                </a:moveTo>
                <a:lnTo>
                  <a:pt x="1295400" y="53340"/>
                </a:lnTo>
                <a:lnTo>
                  <a:pt x="1287780" y="60960"/>
                </a:lnTo>
                <a:lnTo>
                  <a:pt x="1280160" y="53340"/>
                </a:lnTo>
                <a:close/>
                <a:moveTo>
                  <a:pt x="4097655" y="2275523"/>
                </a:moveTo>
                <a:lnTo>
                  <a:pt x="4104323" y="2282190"/>
                </a:lnTo>
                <a:lnTo>
                  <a:pt x="4097655" y="2288858"/>
                </a:lnTo>
                <a:lnTo>
                  <a:pt x="4090987" y="2282190"/>
                </a:lnTo>
                <a:close/>
                <a:moveTo>
                  <a:pt x="725805" y="1757363"/>
                </a:moveTo>
                <a:lnTo>
                  <a:pt x="736282" y="1767840"/>
                </a:lnTo>
                <a:lnTo>
                  <a:pt x="725805" y="1778317"/>
                </a:lnTo>
                <a:lnTo>
                  <a:pt x="715328" y="1767840"/>
                </a:lnTo>
                <a:close/>
                <a:moveTo>
                  <a:pt x="982980" y="2625090"/>
                </a:moveTo>
                <a:lnTo>
                  <a:pt x="992505" y="2634615"/>
                </a:lnTo>
                <a:lnTo>
                  <a:pt x="982980" y="2644140"/>
                </a:lnTo>
                <a:lnTo>
                  <a:pt x="973455" y="2634615"/>
                </a:lnTo>
                <a:close/>
                <a:moveTo>
                  <a:pt x="4069080" y="1463992"/>
                </a:moveTo>
                <a:lnTo>
                  <a:pt x="4087178" y="1482090"/>
                </a:lnTo>
                <a:lnTo>
                  <a:pt x="4069080" y="1500188"/>
                </a:lnTo>
                <a:lnTo>
                  <a:pt x="4050982" y="1482090"/>
                </a:lnTo>
                <a:close/>
                <a:moveTo>
                  <a:pt x="3021330" y="3025140"/>
                </a:moveTo>
                <a:lnTo>
                  <a:pt x="3030855" y="3034665"/>
                </a:lnTo>
                <a:lnTo>
                  <a:pt x="3021330" y="3044190"/>
                </a:lnTo>
                <a:lnTo>
                  <a:pt x="3011805" y="3034665"/>
                </a:lnTo>
                <a:close/>
                <a:moveTo>
                  <a:pt x="2897505" y="3425190"/>
                </a:moveTo>
                <a:lnTo>
                  <a:pt x="2916555" y="3444240"/>
                </a:lnTo>
                <a:lnTo>
                  <a:pt x="2897505" y="3463290"/>
                </a:lnTo>
                <a:lnTo>
                  <a:pt x="2878455" y="3444240"/>
                </a:lnTo>
                <a:close/>
                <a:moveTo>
                  <a:pt x="3602355" y="1161098"/>
                </a:moveTo>
                <a:lnTo>
                  <a:pt x="3618548" y="1177290"/>
                </a:lnTo>
                <a:lnTo>
                  <a:pt x="3602355" y="1193483"/>
                </a:lnTo>
                <a:lnTo>
                  <a:pt x="3586163" y="1177290"/>
                </a:lnTo>
                <a:close/>
                <a:moveTo>
                  <a:pt x="3678555" y="2375535"/>
                </a:moveTo>
                <a:lnTo>
                  <a:pt x="3689985" y="2386965"/>
                </a:lnTo>
                <a:lnTo>
                  <a:pt x="3678555" y="2398395"/>
                </a:lnTo>
                <a:lnTo>
                  <a:pt x="3667125" y="2386965"/>
                </a:lnTo>
                <a:close/>
                <a:moveTo>
                  <a:pt x="3907155" y="2581275"/>
                </a:moveTo>
                <a:lnTo>
                  <a:pt x="3922395" y="2596515"/>
                </a:lnTo>
                <a:lnTo>
                  <a:pt x="3907155" y="2611755"/>
                </a:lnTo>
                <a:lnTo>
                  <a:pt x="3891915" y="2596515"/>
                </a:lnTo>
                <a:close/>
                <a:moveTo>
                  <a:pt x="3383280" y="1713547"/>
                </a:moveTo>
                <a:lnTo>
                  <a:pt x="3399473" y="1729740"/>
                </a:lnTo>
                <a:lnTo>
                  <a:pt x="3383280" y="1745933"/>
                </a:lnTo>
                <a:lnTo>
                  <a:pt x="3367088" y="1729740"/>
                </a:lnTo>
                <a:close/>
                <a:moveTo>
                  <a:pt x="3307080" y="881063"/>
                </a:moveTo>
                <a:lnTo>
                  <a:pt x="3317557" y="891540"/>
                </a:lnTo>
                <a:lnTo>
                  <a:pt x="3307080" y="902017"/>
                </a:lnTo>
                <a:lnTo>
                  <a:pt x="3296603" y="891540"/>
                </a:lnTo>
                <a:close/>
                <a:moveTo>
                  <a:pt x="20955" y="2127885"/>
                </a:moveTo>
                <a:lnTo>
                  <a:pt x="41910" y="2148840"/>
                </a:lnTo>
                <a:lnTo>
                  <a:pt x="20955" y="2169795"/>
                </a:lnTo>
                <a:lnTo>
                  <a:pt x="0" y="2148840"/>
                </a:lnTo>
                <a:close/>
                <a:moveTo>
                  <a:pt x="3602355" y="3387090"/>
                </a:moveTo>
                <a:lnTo>
                  <a:pt x="3621405" y="3406140"/>
                </a:lnTo>
                <a:lnTo>
                  <a:pt x="3602355" y="3425190"/>
                </a:lnTo>
                <a:lnTo>
                  <a:pt x="3583305" y="3406140"/>
                </a:lnTo>
                <a:close/>
                <a:moveTo>
                  <a:pt x="4097655" y="1178242"/>
                </a:moveTo>
                <a:lnTo>
                  <a:pt x="4115753" y="1196340"/>
                </a:lnTo>
                <a:lnTo>
                  <a:pt x="4097655" y="1214438"/>
                </a:lnTo>
                <a:lnTo>
                  <a:pt x="4079557" y="1196340"/>
                </a:lnTo>
                <a:close/>
                <a:moveTo>
                  <a:pt x="716280" y="555308"/>
                </a:moveTo>
                <a:lnTo>
                  <a:pt x="728663" y="567690"/>
                </a:lnTo>
                <a:lnTo>
                  <a:pt x="716280" y="580072"/>
                </a:lnTo>
                <a:lnTo>
                  <a:pt x="703898" y="567690"/>
                </a:lnTo>
                <a:close/>
                <a:moveTo>
                  <a:pt x="2868930" y="372427"/>
                </a:moveTo>
                <a:lnTo>
                  <a:pt x="2883218" y="386715"/>
                </a:lnTo>
                <a:lnTo>
                  <a:pt x="2868930" y="401002"/>
                </a:lnTo>
                <a:lnTo>
                  <a:pt x="2854643" y="386715"/>
                </a:lnTo>
                <a:close/>
                <a:moveTo>
                  <a:pt x="2430780" y="3144203"/>
                </a:moveTo>
                <a:lnTo>
                  <a:pt x="2445068" y="3158490"/>
                </a:lnTo>
                <a:lnTo>
                  <a:pt x="2430780" y="3172778"/>
                </a:lnTo>
                <a:lnTo>
                  <a:pt x="2416493" y="3158490"/>
                </a:lnTo>
                <a:close/>
                <a:moveTo>
                  <a:pt x="735330" y="1612583"/>
                </a:moveTo>
                <a:lnTo>
                  <a:pt x="747713" y="1624965"/>
                </a:lnTo>
                <a:lnTo>
                  <a:pt x="735330" y="1637347"/>
                </a:lnTo>
                <a:lnTo>
                  <a:pt x="722948" y="1624965"/>
                </a:lnTo>
                <a:close/>
                <a:moveTo>
                  <a:pt x="3630930" y="581025"/>
                </a:moveTo>
                <a:lnTo>
                  <a:pt x="3646170" y="596265"/>
                </a:lnTo>
                <a:lnTo>
                  <a:pt x="3630930" y="611505"/>
                </a:lnTo>
                <a:lnTo>
                  <a:pt x="3615690" y="596265"/>
                </a:lnTo>
                <a:close/>
                <a:moveTo>
                  <a:pt x="278130" y="2674620"/>
                </a:moveTo>
                <a:lnTo>
                  <a:pt x="295275" y="2691765"/>
                </a:lnTo>
                <a:lnTo>
                  <a:pt x="278130" y="2708910"/>
                </a:lnTo>
                <a:lnTo>
                  <a:pt x="260985" y="2691765"/>
                </a:lnTo>
                <a:close/>
                <a:moveTo>
                  <a:pt x="1573530" y="1443038"/>
                </a:moveTo>
                <a:lnTo>
                  <a:pt x="1584007" y="1453515"/>
                </a:lnTo>
                <a:lnTo>
                  <a:pt x="1573530" y="1463992"/>
                </a:lnTo>
                <a:lnTo>
                  <a:pt x="1563053" y="1453515"/>
                </a:lnTo>
                <a:close/>
                <a:moveTo>
                  <a:pt x="1697355" y="1793558"/>
                </a:moveTo>
                <a:lnTo>
                  <a:pt x="1719263" y="1815465"/>
                </a:lnTo>
                <a:lnTo>
                  <a:pt x="1697355" y="1837373"/>
                </a:lnTo>
                <a:lnTo>
                  <a:pt x="1675448" y="1815465"/>
                </a:lnTo>
                <a:close/>
                <a:moveTo>
                  <a:pt x="1259205" y="2730818"/>
                </a:moveTo>
                <a:lnTo>
                  <a:pt x="1267778" y="2739390"/>
                </a:lnTo>
                <a:lnTo>
                  <a:pt x="1259205" y="2747963"/>
                </a:lnTo>
                <a:lnTo>
                  <a:pt x="1250632" y="2739390"/>
                </a:lnTo>
                <a:close/>
                <a:moveTo>
                  <a:pt x="1954530" y="2917507"/>
                </a:moveTo>
                <a:lnTo>
                  <a:pt x="1976438" y="2939415"/>
                </a:lnTo>
                <a:lnTo>
                  <a:pt x="1954530" y="2961323"/>
                </a:lnTo>
                <a:lnTo>
                  <a:pt x="1932623" y="2939415"/>
                </a:lnTo>
                <a:close/>
                <a:moveTo>
                  <a:pt x="2545080" y="2255520"/>
                </a:moveTo>
                <a:lnTo>
                  <a:pt x="2552700" y="2263140"/>
                </a:lnTo>
                <a:lnTo>
                  <a:pt x="2545080" y="2270760"/>
                </a:lnTo>
                <a:lnTo>
                  <a:pt x="2537460" y="2263140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858500" y="-542925"/>
            <a:ext cx="4010025" cy="3667125"/>
          </a:xfrm>
          <a:custGeom>
            <a:avLst/>
            <a:gdLst/>
            <a:ahLst/>
            <a:cxnLst/>
            <a:rect l="l" t="t" r="r" b="b"/>
            <a:pathLst>
              <a:path w="4010025" h="3667125">
                <a:moveTo>
                  <a:pt x="1419225" y="95250"/>
                </a:moveTo>
                <a:quadBezTo>
                  <a:pt x="1543050" y="28575"/>
                  <a:pt x="1676400" y="0"/>
                </a:quadBezTo>
                <a:moveTo>
                  <a:pt x="1838325" y="57150"/>
                </a:moveTo>
                <a:quadBezTo>
                  <a:pt x="1885950" y="38100"/>
                  <a:pt x="1943100" y="57150"/>
                </a:quadBezTo>
                <a:moveTo>
                  <a:pt x="28575" y="2000250"/>
                </a:moveTo>
                <a:quadBezTo>
                  <a:pt x="19050" y="1905000"/>
                  <a:pt x="0" y="1847850"/>
                </a:quadBezTo>
                <a:moveTo>
                  <a:pt x="266700" y="2524125"/>
                </a:moveTo>
                <a:quadBezTo>
                  <a:pt x="228600" y="2362200"/>
                  <a:pt x="200025" y="2247900"/>
                </a:quadBezTo>
                <a:moveTo>
                  <a:pt x="3324225" y="838200"/>
                </a:moveTo>
                <a:quadBezTo>
                  <a:pt x="3400425" y="942975"/>
                  <a:pt x="3467100" y="1085850"/>
                </a:quadBezTo>
                <a:moveTo>
                  <a:pt x="3457575" y="2609850"/>
                </a:moveTo>
                <a:quadBezTo>
                  <a:pt x="3438525" y="2638425"/>
                  <a:pt x="3429000" y="2714625"/>
                </a:quadBezTo>
                <a:moveTo>
                  <a:pt x="3895725" y="561975"/>
                </a:moveTo>
                <a:quadBezTo>
                  <a:pt x="3952875" y="666750"/>
                  <a:pt x="4010025" y="809625"/>
                </a:quadBezTo>
                <a:moveTo>
                  <a:pt x="1428750" y="3667125"/>
                </a:moveTo>
                <a:quadBezTo>
                  <a:pt x="1295400" y="3609975"/>
                  <a:pt x="1162050" y="3581400"/>
                </a:quadBezTo>
                <a:moveTo>
                  <a:pt x="3590925" y="2752725"/>
                </a:moveTo>
                <a:quadBezTo>
                  <a:pt x="3543300" y="2847975"/>
                  <a:pt x="3495675" y="2981325"/>
                </a:quadBezTo>
                <a:moveTo>
                  <a:pt x="1266825" y="371475"/>
                </a:moveTo>
                <a:quadBezTo>
                  <a:pt x="1333500" y="333375"/>
                  <a:pt x="1400175" y="333375"/>
                </a:quadBezTo>
                <a:moveTo>
                  <a:pt x="3505200" y="2524125"/>
                </a:moveTo>
                <a:quadBezTo>
                  <a:pt x="3495675" y="2552700"/>
                  <a:pt x="3476625" y="2619375"/>
                </a:quadBezTo>
                <a:moveTo>
                  <a:pt x="3228975" y="2914650"/>
                </a:moveTo>
                <a:quadBezTo>
                  <a:pt x="3181350" y="2924175"/>
                  <a:pt x="3133725" y="2981325"/>
                </a:quadBezTo>
                <a:moveTo>
                  <a:pt x="981075" y="781050"/>
                </a:moveTo>
                <a:quadBezTo>
                  <a:pt x="1057275" y="676275"/>
                  <a:pt x="1143000" y="600075"/>
                </a:quadBezTo>
                <a:moveTo>
                  <a:pt x="3248025" y="2990850"/>
                </a:moveTo>
                <a:quadBezTo>
                  <a:pt x="3190875" y="3057525"/>
                  <a:pt x="3133725" y="316230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077700" y="542925"/>
            <a:ext cx="2667000" cy="2114550"/>
          </a:xfrm>
          <a:custGeom>
            <a:avLst/>
            <a:gdLst/>
            <a:ahLst/>
            <a:cxnLst/>
            <a:rect l="l" t="t" r="r" b="b"/>
            <a:pathLst>
              <a:path w="2667000" h="2114550">
                <a:moveTo>
                  <a:pt x="2428875" y="0"/>
                </a:moveTo>
                <a:lnTo>
                  <a:pt x="2667000" y="457200"/>
                </a:lnTo>
                <a:moveTo>
                  <a:pt x="2400300" y="9525"/>
                </a:moveTo>
                <a:lnTo>
                  <a:pt x="2657475" y="514350"/>
                </a:lnTo>
                <a:moveTo>
                  <a:pt x="2371725" y="19050"/>
                </a:moveTo>
                <a:lnTo>
                  <a:pt x="2552700" y="361950"/>
                </a:lnTo>
                <a:moveTo>
                  <a:pt x="2343150" y="38100"/>
                </a:moveTo>
                <a:lnTo>
                  <a:pt x="2628900" y="600075"/>
                </a:lnTo>
                <a:moveTo>
                  <a:pt x="0" y="1971675"/>
                </a:moveTo>
                <a:lnTo>
                  <a:pt x="476250" y="2000250"/>
                </a:lnTo>
                <a:moveTo>
                  <a:pt x="0" y="2000250"/>
                </a:moveTo>
                <a:lnTo>
                  <a:pt x="361950" y="2028825"/>
                </a:lnTo>
                <a:moveTo>
                  <a:pt x="0" y="2038350"/>
                </a:moveTo>
                <a:lnTo>
                  <a:pt x="438150" y="2066925"/>
                </a:lnTo>
                <a:moveTo>
                  <a:pt x="0" y="2076450"/>
                </a:moveTo>
                <a:lnTo>
                  <a:pt x="533400" y="21145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372850" y="1828800"/>
            <a:ext cx="3076575" cy="4686300"/>
          </a:xfrm>
          <a:custGeom>
            <a:avLst/>
            <a:gdLst/>
            <a:ahLst/>
            <a:cxnLst/>
            <a:rect l="l" t="t" r="r" b="b"/>
            <a:pathLst>
              <a:path w="3076575" h="4686300">
                <a:moveTo>
                  <a:pt x="1266825" y="4638675"/>
                </a:moveTo>
                <a:lnTo>
                  <a:pt x="1228725" y="4686300"/>
                </a:lnTo>
                <a:lnTo>
                  <a:pt x="1228725" y="4600575"/>
                </a:lnTo>
                <a:lnTo>
                  <a:pt x="1162050" y="4562475"/>
                </a:lnTo>
                <a:lnTo>
                  <a:pt x="1133475" y="4533900"/>
                </a:lnTo>
                <a:lnTo>
                  <a:pt x="1114425" y="4514850"/>
                </a:lnTo>
                <a:lnTo>
                  <a:pt x="1057275" y="4410075"/>
                </a:lnTo>
                <a:lnTo>
                  <a:pt x="1028700" y="4381500"/>
                </a:lnTo>
                <a:lnTo>
                  <a:pt x="971550" y="4362450"/>
                </a:lnTo>
                <a:lnTo>
                  <a:pt x="981075" y="4333875"/>
                </a:lnTo>
                <a:lnTo>
                  <a:pt x="895350" y="4343400"/>
                </a:lnTo>
                <a:lnTo>
                  <a:pt x="847725" y="4276725"/>
                </a:lnTo>
                <a:lnTo>
                  <a:pt x="819150" y="4210050"/>
                </a:lnTo>
                <a:lnTo>
                  <a:pt x="781050" y="4133850"/>
                </a:lnTo>
                <a:lnTo>
                  <a:pt x="723900" y="4114800"/>
                </a:lnTo>
                <a:lnTo>
                  <a:pt x="628650" y="4057650"/>
                </a:lnTo>
                <a:lnTo>
                  <a:pt x="552450" y="3962400"/>
                </a:lnTo>
                <a:lnTo>
                  <a:pt x="504825" y="3971925"/>
                </a:lnTo>
                <a:lnTo>
                  <a:pt x="495300" y="3867150"/>
                </a:lnTo>
                <a:lnTo>
                  <a:pt x="514350" y="3838575"/>
                </a:lnTo>
                <a:lnTo>
                  <a:pt x="409575" y="3771900"/>
                </a:lnTo>
                <a:lnTo>
                  <a:pt x="390525" y="3686175"/>
                </a:lnTo>
                <a:lnTo>
                  <a:pt x="342900" y="3638550"/>
                </a:lnTo>
                <a:lnTo>
                  <a:pt x="304800" y="3609975"/>
                </a:lnTo>
                <a:lnTo>
                  <a:pt x="276225" y="3600450"/>
                </a:lnTo>
                <a:lnTo>
                  <a:pt x="228600" y="3562350"/>
                </a:lnTo>
                <a:lnTo>
                  <a:pt x="200025" y="3505200"/>
                </a:lnTo>
                <a:lnTo>
                  <a:pt x="180975" y="3495675"/>
                </a:lnTo>
                <a:lnTo>
                  <a:pt x="180975" y="3476625"/>
                </a:lnTo>
                <a:lnTo>
                  <a:pt x="133350" y="3429000"/>
                </a:lnTo>
                <a:lnTo>
                  <a:pt x="95250" y="3409950"/>
                </a:lnTo>
                <a:lnTo>
                  <a:pt x="38100" y="3333750"/>
                </a:lnTo>
                <a:lnTo>
                  <a:pt x="28575" y="3295650"/>
                </a:lnTo>
                <a:lnTo>
                  <a:pt x="0" y="3257550"/>
                </a:lnTo>
                <a:lnTo>
                  <a:pt x="28575" y="3219450"/>
                </a:lnTo>
                <a:lnTo>
                  <a:pt x="9525" y="3143250"/>
                </a:lnTo>
                <a:lnTo>
                  <a:pt x="28575" y="3114675"/>
                </a:lnTo>
                <a:lnTo>
                  <a:pt x="47625" y="3114675"/>
                </a:lnTo>
                <a:lnTo>
                  <a:pt x="38100" y="3009900"/>
                </a:lnTo>
                <a:lnTo>
                  <a:pt x="104775" y="2981325"/>
                </a:lnTo>
                <a:lnTo>
                  <a:pt x="76200" y="2886075"/>
                </a:lnTo>
                <a:lnTo>
                  <a:pt x="114300" y="2857500"/>
                </a:lnTo>
                <a:lnTo>
                  <a:pt x="104775" y="2838450"/>
                </a:lnTo>
                <a:lnTo>
                  <a:pt x="114300" y="2781300"/>
                </a:lnTo>
                <a:lnTo>
                  <a:pt x="85725" y="2733675"/>
                </a:lnTo>
                <a:lnTo>
                  <a:pt x="104775" y="2695575"/>
                </a:lnTo>
                <a:lnTo>
                  <a:pt x="123825" y="2647950"/>
                </a:lnTo>
                <a:lnTo>
                  <a:pt x="104775" y="2609850"/>
                </a:lnTo>
                <a:lnTo>
                  <a:pt x="142875" y="2533650"/>
                </a:lnTo>
                <a:lnTo>
                  <a:pt x="161925" y="2486025"/>
                </a:lnTo>
                <a:lnTo>
                  <a:pt x="161925" y="2428875"/>
                </a:lnTo>
                <a:lnTo>
                  <a:pt x="161925" y="2428875"/>
                </a:lnTo>
                <a:lnTo>
                  <a:pt x="114300" y="2390775"/>
                </a:lnTo>
                <a:lnTo>
                  <a:pt x="161925" y="2305050"/>
                </a:lnTo>
                <a:lnTo>
                  <a:pt x="133350" y="2314575"/>
                </a:lnTo>
                <a:lnTo>
                  <a:pt x="180975" y="2228850"/>
                </a:lnTo>
                <a:lnTo>
                  <a:pt x="133350" y="2190750"/>
                </a:lnTo>
                <a:lnTo>
                  <a:pt x="142875" y="2124075"/>
                </a:lnTo>
                <a:lnTo>
                  <a:pt x="161925" y="2076450"/>
                </a:lnTo>
                <a:lnTo>
                  <a:pt x="190500" y="2076450"/>
                </a:lnTo>
                <a:lnTo>
                  <a:pt x="190500" y="2028825"/>
                </a:lnTo>
                <a:lnTo>
                  <a:pt x="219075" y="1990725"/>
                </a:lnTo>
                <a:lnTo>
                  <a:pt x="209550" y="1895475"/>
                </a:lnTo>
                <a:lnTo>
                  <a:pt x="190500" y="1876425"/>
                </a:lnTo>
                <a:lnTo>
                  <a:pt x="228600" y="1828800"/>
                </a:lnTo>
                <a:lnTo>
                  <a:pt x="247650" y="1857375"/>
                </a:lnTo>
                <a:lnTo>
                  <a:pt x="371475" y="1857375"/>
                </a:lnTo>
                <a:lnTo>
                  <a:pt x="409575" y="1876425"/>
                </a:lnTo>
                <a:lnTo>
                  <a:pt x="476250" y="1819275"/>
                </a:lnTo>
                <a:lnTo>
                  <a:pt x="419100" y="1800225"/>
                </a:lnTo>
                <a:lnTo>
                  <a:pt x="466725" y="1676400"/>
                </a:lnTo>
                <a:lnTo>
                  <a:pt x="447675" y="1609725"/>
                </a:lnTo>
                <a:lnTo>
                  <a:pt x="390525" y="1562100"/>
                </a:lnTo>
                <a:lnTo>
                  <a:pt x="400050" y="1466850"/>
                </a:lnTo>
                <a:lnTo>
                  <a:pt x="428625" y="1419225"/>
                </a:lnTo>
                <a:lnTo>
                  <a:pt x="438150" y="1352550"/>
                </a:lnTo>
                <a:lnTo>
                  <a:pt x="504825" y="1266825"/>
                </a:lnTo>
                <a:lnTo>
                  <a:pt x="476250" y="1190625"/>
                </a:lnTo>
                <a:lnTo>
                  <a:pt x="457200" y="1133475"/>
                </a:lnTo>
                <a:lnTo>
                  <a:pt x="466725" y="1095375"/>
                </a:lnTo>
                <a:lnTo>
                  <a:pt x="428625" y="1095375"/>
                </a:lnTo>
                <a:lnTo>
                  <a:pt x="390525" y="1076325"/>
                </a:lnTo>
                <a:lnTo>
                  <a:pt x="419100" y="1009650"/>
                </a:lnTo>
                <a:lnTo>
                  <a:pt x="476250" y="962025"/>
                </a:lnTo>
                <a:lnTo>
                  <a:pt x="523875" y="914400"/>
                </a:lnTo>
                <a:lnTo>
                  <a:pt x="542925" y="857250"/>
                </a:lnTo>
                <a:lnTo>
                  <a:pt x="571500" y="904875"/>
                </a:lnTo>
                <a:lnTo>
                  <a:pt x="523875" y="828675"/>
                </a:lnTo>
                <a:lnTo>
                  <a:pt x="504825" y="781050"/>
                </a:lnTo>
                <a:lnTo>
                  <a:pt x="533400" y="714375"/>
                </a:lnTo>
                <a:lnTo>
                  <a:pt x="542925" y="676275"/>
                </a:lnTo>
                <a:lnTo>
                  <a:pt x="581025" y="619125"/>
                </a:lnTo>
                <a:lnTo>
                  <a:pt x="581025" y="561975"/>
                </a:lnTo>
                <a:lnTo>
                  <a:pt x="542925" y="533400"/>
                </a:lnTo>
                <a:lnTo>
                  <a:pt x="542925" y="447675"/>
                </a:lnTo>
                <a:lnTo>
                  <a:pt x="533400" y="390525"/>
                </a:lnTo>
                <a:lnTo>
                  <a:pt x="504825" y="400050"/>
                </a:lnTo>
                <a:lnTo>
                  <a:pt x="495300" y="323850"/>
                </a:lnTo>
                <a:lnTo>
                  <a:pt x="523875" y="333375"/>
                </a:lnTo>
                <a:lnTo>
                  <a:pt x="628650" y="257175"/>
                </a:lnTo>
                <a:lnTo>
                  <a:pt x="742950" y="238125"/>
                </a:lnTo>
                <a:lnTo>
                  <a:pt x="781050" y="180975"/>
                </a:lnTo>
                <a:lnTo>
                  <a:pt x="847725" y="200025"/>
                </a:lnTo>
                <a:lnTo>
                  <a:pt x="885825" y="209550"/>
                </a:lnTo>
                <a:lnTo>
                  <a:pt x="923925" y="238125"/>
                </a:lnTo>
                <a:lnTo>
                  <a:pt x="971550" y="200025"/>
                </a:lnTo>
                <a:lnTo>
                  <a:pt x="990600" y="190500"/>
                </a:lnTo>
                <a:lnTo>
                  <a:pt x="990600" y="219075"/>
                </a:lnTo>
                <a:lnTo>
                  <a:pt x="1076325" y="238125"/>
                </a:lnTo>
                <a:lnTo>
                  <a:pt x="1095375" y="228600"/>
                </a:lnTo>
                <a:lnTo>
                  <a:pt x="1123950" y="238125"/>
                </a:lnTo>
                <a:lnTo>
                  <a:pt x="1095375" y="209550"/>
                </a:lnTo>
                <a:lnTo>
                  <a:pt x="1123950" y="228600"/>
                </a:lnTo>
                <a:lnTo>
                  <a:pt x="1114425" y="228600"/>
                </a:lnTo>
                <a:lnTo>
                  <a:pt x="1247775" y="114300"/>
                </a:lnTo>
                <a:lnTo>
                  <a:pt x="1343025" y="123825"/>
                </a:lnTo>
                <a:lnTo>
                  <a:pt x="1304925" y="133350"/>
                </a:lnTo>
                <a:lnTo>
                  <a:pt x="1390650" y="85725"/>
                </a:lnTo>
                <a:lnTo>
                  <a:pt x="1438275" y="123825"/>
                </a:lnTo>
                <a:lnTo>
                  <a:pt x="1419225" y="57150"/>
                </a:lnTo>
                <a:lnTo>
                  <a:pt x="1466850" y="76200"/>
                </a:lnTo>
                <a:lnTo>
                  <a:pt x="1533525" y="85725"/>
                </a:lnTo>
                <a:lnTo>
                  <a:pt x="1600200" y="95250"/>
                </a:lnTo>
                <a:lnTo>
                  <a:pt x="1628775" y="38100"/>
                </a:lnTo>
                <a:lnTo>
                  <a:pt x="1695450" y="19050"/>
                </a:lnTo>
                <a:lnTo>
                  <a:pt x="1752600" y="57150"/>
                </a:lnTo>
                <a:lnTo>
                  <a:pt x="1771650" y="28575"/>
                </a:lnTo>
                <a:lnTo>
                  <a:pt x="1819275" y="28575"/>
                </a:lnTo>
                <a:lnTo>
                  <a:pt x="1866900" y="0"/>
                </a:lnTo>
                <a:lnTo>
                  <a:pt x="1895475" y="9525"/>
                </a:lnTo>
                <a:lnTo>
                  <a:pt x="1952625" y="57150"/>
                </a:lnTo>
                <a:lnTo>
                  <a:pt x="1990725" y="47625"/>
                </a:lnTo>
                <a:lnTo>
                  <a:pt x="1952625" y="57150"/>
                </a:lnTo>
                <a:lnTo>
                  <a:pt x="2019300" y="95250"/>
                </a:lnTo>
                <a:lnTo>
                  <a:pt x="2047875" y="76200"/>
                </a:lnTo>
                <a:lnTo>
                  <a:pt x="2057400" y="123825"/>
                </a:lnTo>
                <a:lnTo>
                  <a:pt x="2133600" y="114300"/>
                </a:lnTo>
                <a:lnTo>
                  <a:pt x="2152650" y="152400"/>
                </a:lnTo>
                <a:lnTo>
                  <a:pt x="2171700" y="152400"/>
                </a:lnTo>
                <a:lnTo>
                  <a:pt x="2190750" y="200025"/>
                </a:lnTo>
                <a:lnTo>
                  <a:pt x="2190750" y="219075"/>
                </a:lnTo>
                <a:lnTo>
                  <a:pt x="2286000" y="247650"/>
                </a:lnTo>
                <a:lnTo>
                  <a:pt x="2295525" y="238125"/>
                </a:lnTo>
                <a:lnTo>
                  <a:pt x="2333625" y="266700"/>
                </a:lnTo>
                <a:lnTo>
                  <a:pt x="2400300" y="304800"/>
                </a:lnTo>
                <a:lnTo>
                  <a:pt x="2419350" y="333375"/>
                </a:lnTo>
                <a:lnTo>
                  <a:pt x="2438400" y="342900"/>
                </a:lnTo>
                <a:lnTo>
                  <a:pt x="2428875" y="371475"/>
                </a:lnTo>
                <a:lnTo>
                  <a:pt x="2476500" y="361950"/>
                </a:lnTo>
                <a:lnTo>
                  <a:pt x="2476500" y="390525"/>
                </a:lnTo>
                <a:lnTo>
                  <a:pt x="2543175" y="457200"/>
                </a:lnTo>
                <a:lnTo>
                  <a:pt x="2609850" y="428625"/>
                </a:lnTo>
                <a:lnTo>
                  <a:pt x="2628900" y="504825"/>
                </a:lnTo>
                <a:lnTo>
                  <a:pt x="2638425" y="495300"/>
                </a:lnTo>
                <a:lnTo>
                  <a:pt x="2657475" y="542925"/>
                </a:lnTo>
                <a:lnTo>
                  <a:pt x="2676525" y="561975"/>
                </a:lnTo>
                <a:lnTo>
                  <a:pt x="2743200" y="533400"/>
                </a:lnTo>
                <a:lnTo>
                  <a:pt x="2714625" y="600075"/>
                </a:lnTo>
                <a:lnTo>
                  <a:pt x="2743200" y="581025"/>
                </a:lnTo>
                <a:lnTo>
                  <a:pt x="2809875" y="619125"/>
                </a:lnTo>
                <a:lnTo>
                  <a:pt x="2857500" y="628650"/>
                </a:lnTo>
                <a:lnTo>
                  <a:pt x="2886075" y="704850"/>
                </a:lnTo>
                <a:lnTo>
                  <a:pt x="2905125" y="666750"/>
                </a:lnTo>
                <a:lnTo>
                  <a:pt x="2886075" y="857250"/>
                </a:lnTo>
                <a:lnTo>
                  <a:pt x="2886075" y="885825"/>
                </a:lnTo>
                <a:lnTo>
                  <a:pt x="2847975" y="923925"/>
                </a:lnTo>
                <a:lnTo>
                  <a:pt x="2914650" y="1066800"/>
                </a:lnTo>
                <a:lnTo>
                  <a:pt x="2952750" y="1047750"/>
                </a:lnTo>
                <a:lnTo>
                  <a:pt x="2943225" y="1085850"/>
                </a:lnTo>
                <a:lnTo>
                  <a:pt x="2990850" y="1133475"/>
                </a:lnTo>
                <a:lnTo>
                  <a:pt x="3076575" y="1181100"/>
                </a:lnTo>
                <a:lnTo>
                  <a:pt x="3009900" y="1200150"/>
                </a:lnTo>
                <a:lnTo>
                  <a:pt x="2971800" y="1276350"/>
                </a:lnTo>
                <a:lnTo>
                  <a:pt x="3009900" y="1276350"/>
                </a:lnTo>
                <a:lnTo>
                  <a:pt x="3000375" y="1371600"/>
                </a:lnTo>
                <a:lnTo>
                  <a:pt x="2990850" y="1447800"/>
                </a:lnTo>
                <a:lnTo>
                  <a:pt x="3000375" y="1504950"/>
                </a:lnTo>
                <a:lnTo>
                  <a:pt x="2933700" y="1543050"/>
                </a:lnTo>
                <a:lnTo>
                  <a:pt x="2886075" y="1657350"/>
                </a:lnTo>
                <a:lnTo>
                  <a:pt x="2952750" y="1724025"/>
                </a:lnTo>
                <a:lnTo>
                  <a:pt x="2867025" y="1809750"/>
                </a:lnTo>
                <a:lnTo>
                  <a:pt x="2857500" y="1866900"/>
                </a:lnTo>
                <a:lnTo>
                  <a:pt x="2876550" y="1943100"/>
                </a:lnTo>
                <a:lnTo>
                  <a:pt x="2876550" y="2019300"/>
                </a:lnTo>
                <a:lnTo>
                  <a:pt x="2847975" y="2076450"/>
                </a:lnTo>
                <a:lnTo>
                  <a:pt x="2800350" y="2152650"/>
                </a:lnTo>
                <a:lnTo>
                  <a:pt x="2809875" y="2228850"/>
                </a:lnTo>
                <a:lnTo>
                  <a:pt x="2771775" y="2324100"/>
                </a:lnTo>
                <a:lnTo>
                  <a:pt x="2781300" y="2400300"/>
                </a:lnTo>
                <a:lnTo>
                  <a:pt x="2781300" y="2466975"/>
                </a:lnTo>
                <a:lnTo>
                  <a:pt x="2733675" y="2524125"/>
                </a:lnTo>
                <a:lnTo>
                  <a:pt x="2743200" y="2619375"/>
                </a:lnTo>
                <a:lnTo>
                  <a:pt x="2733675" y="2647950"/>
                </a:lnTo>
                <a:lnTo>
                  <a:pt x="2762250" y="2657475"/>
                </a:lnTo>
                <a:lnTo>
                  <a:pt x="2638425" y="2828925"/>
                </a:lnTo>
                <a:lnTo>
                  <a:pt x="2609850" y="2800350"/>
                </a:lnTo>
                <a:lnTo>
                  <a:pt x="2495550" y="2952750"/>
                </a:lnTo>
                <a:lnTo>
                  <a:pt x="2590800" y="2876550"/>
                </a:lnTo>
                <a:lnTo>
                  <a:pt x="2562225" y="2971800"/>
                </a:lnTo>
                <a:lnTo>
                  <a:pt x="2505075" y="2914650"/>
                </a:lnTo>
                <a:lnTo>
                  <a:pt x="2628900" y="2867025"/>
                </a:lnTo>
                <a:lnTo>
                  <a:pt x="2505075" y="3000375"/>
                </a:lnTo>
                <a:lnTo>
                  <a:pt x="2524125" y="2990850"/>
                </a:lnTo>
                <a:lnTo>
                  <a:pt x="2514600" y="3019425"/>
                </a:lnTo>
                <a:lnTo>
                  <a:pt x="2581275" y="3019425"/>
                </a:lnTo>
                <a:lnTo>
                  <a:pt x="2581275" y="3028950"/>
                </a:lnTo>
                <a:lnTo>
                  <a:pt x="2581275" y="3124200"/>
                </a:lnTo>
                <a:lnTo>
                  <a:pt x="2562225" y="3105150"/>
                </a:lnTo>
                <a:lnTo>
                  <a:pt x="2581275" y="3124200"/>
                </a:lnTo>
                <a:lnTo>
                  <a:pt x="2447925" y="3200400"/>
                </a:lnTo>
                <a:lnTo>
                  <a:pt x="2438400" y="3248025"/>
                </a:lnTo>
                <a:lnTo>
                  <a:pt x="2381250" y="3248025"/>
                </a:lnTo>
                <a:lnTo>
                  <a:pt x="2428875" y="3295650"/>
                </a:lnTo>
                <a:lnTo>
                  <a:pt x="2419350" y="3257550"/>
                </a:lnTo>
                <a:lnTo>
                  <a:pt x="2390775" y="3286125"/>
                </a:lnTo>
                <a:lnTo>
                  <a:pt x="2333625" y="3305175"/>
                </a:lnTo>
                <a:lnTo>
                  <a:pt x="2286000" y="3381375"/>
                </a:lnTo>
                <a:lnTo>
                  <a:pt x="2219325" y="3429000"/>
                </a:lnTo>
                <a:lnTo>
                  <a:pt x="2190750" y="3438525"/>
                </a:lnTo>
                <a:lnTo>
                  <a:pt x="2143125" y="3476625"/>
                </a:lnTo>
                <a:lnTo>
                  <a:pt x="2114550" y="3486150"/>
                </a:lnTo>
                <a:lnTo>
                  <a:pt x="2105025" y="3533775"/>
                </a:lnTo>
                <a:lnTo>
                  <a:pt x="2085975" y="3514725"/>
                </a:lnTo>
                <a:lnTo>
                  <a:pt x="2028825" y="3543300"/>
                </a:lnTo>
                <a:lnTo>
                  <a:pt x="1971675" y="3609975"/>
                </a:lnTo>
                <a:lnTo>
                  <a:pt x="1876425" y="3552825"/>
                </a:lnTo>
                <a:lnTo>
                  <a:pt x="1752600" y="3724275"/>
                </a:lnTo>
                <a:lnTo>
                  <a:pt x="1695450" y="3819525"/>
                </a:lnTo>
                <a:lnTo>
                  <a:pt x="1666875" y="3676650"/>
                </a:lnTo>
                <a:lnTo>
                  <a:pt x="1638300" y="3657600"/>
                </a:lnTo>
                <a:lnTo>
                  <a:pt x="1619250" y="3762375"/>
                </a:lnTo>
                <a:lnTo>
                  <a:pt x="1676400" y="3829050"/>
                </a:lnTo>
                <a:lnTo>
                  <a:pt x="1647825" y="3857625"/>
                </a:lnTo>
                <a:lnTo>
                  <a:pt x="1647825" y="3914775"/>
                </a:lnTo>
                <a:lnTo>
                  <a:pt x="1581150" y="3962400"/>
                </a:lnTo>
                <a:lnTo>
                  <a:pt x="1514475" y="3981450"/>
                </a:lnTo>
                <a:lnTo>
                  <a:pt x="1485900" y="3943350"/>
                </a:lnTo>
                <a:lnTo>
                  <a:pt x="1562100" y="3924300"/>
                </a:lnTo>
                <a:lnTo>
                  <a:pt x="1466850" y="4010025"/>
                </a:lnTo>
                <a:lnTo>
                  <a:pt x="1457325" y="4057650"/>
                </a:lnTo>
                <a:lnTo>
                  <a:pt x="1457325" y="4067175"/>
                </a:lnTo>
                <a:lnTo>
                  <a:pt x="1514475" y="4019550"/>
                </a:lnTo>
                <a:lnTo>
                  <a:pt x="1552575" y="4076700"/>
                </a:lnTo>
                <a:lnTo>
                  <a:pt x="1571625" y="4200525"/>
                </a:lnTo>
                <a:lnTo>
                  <a:pt x="1533525" y="4238625"/>
                </a:lnTo>
                <a:lnTo>
                  <a:pt x="1514475" y="4286250"/>
                </a:lnTo>
                <a:lnTo>
                  <a:pt x="1457325" y="4295775"/>
                </a:lnTo>
                <a:lnTo>
                  <a:pt x="1457325" y="4391025"/>
                </a:lnTo>
                <a:lnTo>
                  <a:pt x="1438275" y="4410075"/>
                </a:lnTo>
                <a:lnTo>
                  <a:pt x="1409700" y="4400550"/>
                </a:lnTo>
                <a:lnTo>
                  <a:pt x="1371600" y="4429125"/>
                </a:lnTo>
                <a:lnTo>
                  <a:pt x="1314450" y="4495800"/>
                </a:lnTo>
                <a:lnTo>
                  <a:pt x="1352550" y="4476750"/>
                </a:lnTo>
                <a:lnTo>
                  <a:pt x="1343025" y="4524375"/>
                </a:lnTo>
                <a:lnTo>
                  <a:pt x="1304925" y="4610100"/>
                </a:lnTo>
                <a:lnTo>
                  <a:pt x="1276350" y="4600575"/>
                </a:lnTo>
                <a:close/>
              </a:path>
            </a:pathLst>
          </a:custGeom>
          <a:solidFill>
            <a:srgbClr val="E86A5E">
              <a:alpha val="17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1087100" y="1495425"/>
            <a:ext cx="3543300" cy="5457825"/>
          </a:xfrm>
          <a:custGeom>
            <a:avLst/>
            <a:gdLst/>
            <a:ahLst/>
            <a:cxnLst/>
            <a:rect l="l" t="t" r="r" b="b"/>
            <a:pathLst>
              <a:path w="3543300" h="5457825">
                <a:moveTo>
                  <a:pt x="1533525" y="5457825"/>
                </a:moveTo>
                <a:lnTo>
                  <a:pt x="1457325" y="5305425"/>
                </a:lnTo>
                <a:lnTo>
                  <a:pt x="1409700" y="5200650"/>
                </a:lnTo>
                <a:lnTo>
                  <a:pt x="1371600" y="5210175"/>
                </a:lnTo>
                <a:lnTo>
                  <a:pt x="1409700" y="5229225"/>
                </a:lnTo>
                <a:lnTo>
                  <a:pt x="1304925" y="5219700"/>
                </a:lnTo>
                <a:lnTo>
                  <a:pt x="1238250" y="5133975"/>
                </a:lnTo>
                <a:lnTo>
                  <a:pt x="1162050" y="5095875"/>
                </a:lnTo>
                <a:lnTo>
                  <a:pt x="1181100" y="5067300"/>
                </a:lnTo>
                <a:lnTo>
                  <a:pt x="1095375" y="5057775"/>
                </a:lnTo>
                <a:lnTo>
                  <a:pt x="1066800" y="4972050"/>
                </a:lnTo>
                <a:lnTo>
                  <a:pt x="1047750" y="5010150"/>
                </a:lnTo>
                <a:lnTo>
                  <a:pt x="1009650" y="4953000"/>
                </a:lnTo>
                <a:lnTo>
                  <a:pt x="952500" y="4867275"/>
                </a:lnTo>
                <a:lnTo>
                  <a:pt x="819150" y="4772025"/>
                </a:lnTo>
                <a:lnTo>
                  <a:pt x="790575" y="4695825"/>
                </a:lnTo>
                <a:lnTo>
                  <a:pt x="695325" y="4657725"/>
                </a:lnTo>
                <a:lnTo>
                  <a:pt x="752475" y="4581525"/>
                </a:lnTo>
                <a:lnTo>
                  <a:pt x="666750" y="4486275"/>
                </a:lnTo>
                <a:lnTo>
                  <a:pt x="638175" y="4467225"/>
                </a:lnTo>
                <a:lnTo>
                  <a:pt x="533400" y="4410075"/>
                </a:lnTo>
                <a:lnTo>
                  <a:pt x="561975" y="4352925"/>
                </a:lnTo>
                <a:lnTo>
                  <a:pt x="504825" y="4343400"/>
                </a:lnTo>
                <a:lnTo>
                  <a:pt x="457200" y="4267200"/>
                </a:lnTo>
                <a:lnTo>
                  <a:pt x="400050" y="4191000"/>
                </a:lnTo>
                <a:lnTo>
                  <a:pt x="304800" y="4152900"/>
                </a:lnTo>
                <a:lnTo>
                  <a:pt x="295275" y="4162425"/>
                </a:lnTo>
                <a:lnTo>
                  <a:pt x="285750" y="4095750"/>
                </a:lnTo>
                <a:lnTo>
                  <a:pt x="238125" y="4000500"/>
                </a:lnTo>
                <a:lnTo>
                  <a:pt x="180975" y="4000500"/>
                </a:lnTo>
                <a:lnTo>
                  <a:pt x="190500" y="3981450"/>
                </a:lnTo>
                <a:lnTo>
                  <a:pt x="142875" y="3905250"/>
                </a:lnTo>
                <a:lnTo>
                  <a:pt x="28575" y="3857625"/>
                </a:lnTo>
                <a:lnTo>
                  <a:pt x="0" y="3771900"/>
                </a:lnTo>
                <a:lnTo>
                  <a:pt x="76200" y="3781425"/>
                </a:lnTo>
                <a:lnTo>
                  <a:pt x="85725" y="3695700"/>
                </a:lnTo>
                <a:lnTo>
                  <a:pt x="66675" y="3667125"/>
                </a:lnTo>
                <a:lnTo>
                  <a:pt x="123825" y="3600450"/>
                </a:lnTo>
                <a:lnTo>
                  <a:pt x="142875" y="3524250"/>
                </a:lnTo>
                <a:lnTo>
                  <a:pt x="123825" y="3457575"/>
                </a:lnTo>
                <a:lnTo>
                  <a:pt x="123825" y="3429000"/>
                </a:lnTo>
                <a:lnTo>
                  <a:pt x="190500" y="3362325"/>
                </a:lnTo>
                <a:lnTo>
                  <a:pt x="161925" y="3286125"/>
                </a:lnTo>
                <a:lnTo>
                  <a:pt x="180975" y="3219450"/>
                </a:lnTo>
                <a:lnTo>
                  <a:pt x="161925" y="3171825"/>
                </a:lnTo>
                <a:lnTo>
                  <a:pt x="209550" y="3143250"/>
                </a:lnTo>
                <a:lnTo>
                  <a:pt x="200025" y="3086100"/>
                </a:lnTo>
                <a:lnTo>
                  <a:pt x="209550" y="3048000"/>
                </a:lnTo>
                <a:lnTo>
                  <a:pt x="190500" y="2943225"/>
                </a:lnTo>
                <a:lnTo>
                  <a:pt x="200025" y="2895600"/>
                </a:lnTo>
                <a:lnTo>
                  <a:pt x="190500" y="2867025"/>
                </a:lnTo>
                <a:lnTo>
                  <a:pt x="190500" y="2819400"/>
                </a:lnTo>
                <a:lnTo>
                  <a:pt x="200025" y="2790825"/>
                </a:lnTo>
                <a:lnTo>
                  <a:pt x="200025" y="2752725"/>
                </a:lnTo>
                <a:lnTo>
                  <a:pt x="200025" y="2676525"/>
                </a:lnTo>
                <a:lnTo>
                  <a:pt x="200025" y="2590800"/>
                </a:lnTo>
                <a:lnTo>
                  <a:pt x="200025" y="2552700"/>
                </a:lnTo>
                <a:lnTo>
                  <a:pt x="247650" y="2524125"/>
                </a:lnTo>
                <a:lnTo>
                  <a:pt x="238125" y="2486025"/>
                </a:lnTo>
                <a:lnTo>
                  <a:pt x="238125" y="2381250"/>
                </a:lnTo>
                <a:lnTo>
                  <a:pt x="285750" y="2343150"/>
                </a:lnTo>
                <a:lnTo>
                  <a:pt x="295275" y="2314575"/>
                </a:lnTo>
                <a:lnTo>
                  <a:pt x="276225" y="2219325"/>
                </a:lnTo>
                <a:lnTo>
                  <a:pt x="295275" y="2171700"/>
                </a:lnTo>
                <a:lnTo>
                  <a:pt x="323850" y="2124075"/>
                </a:lnTo>
                <a:lnTo>
                  <a:pt x="352425" y="2076450"/>
                </a:lnTo>
                <a:lnTo>
                  <a:pt x="485775" y="2038350"/>
                </a:lnTo>
                <a:lnTo>
                  <a:pt x="542925" y="2009775"/>
                </a:lnTo>
                <a:lnTo>
                  <a:pt x="561975" y="2095500"/>
                </a:lnTo>
                <a:lnTo>
                  <a:pt x="514350" y="2133600"/>
                </a:lnTo>
                <a:lnTo>
                  <a:pt x="504825" y="2000250"/>
                </a:lnTo>
                <a:lnTo>
                  <a:pt x="495300" y="1914525"/>
                </a:lnTo>
                <a:lnTo>
                  <a:pt x="542925" y="1819275"/>
                </a:lnTo>
                <a:lnTo>
                  <a:pt x="485775" y="1657350"/>
                </a:lnTo>
                <a:lnTo>
                  <a:pt x="485775" y="1590675"/>
                </a:lnTo>
                <a:lnTo>
                  <a:pt x="523875" y="1552575"/>
                </a:lnTo>
                <a:lnTo>
                  <a:pt x="571500" y="1495425"/>
                </a:lnTo>
                <a:lnTo>
                  <a:pt x="590550" y="1476375"/>
                </a:lnTo>
                <a:lnTo>
                  <a:pt x="590550" y="1371600"/>
                </a:lnTo>
                <a:lnTo>
                  <a:pt x="581025" y="1371600"/>
                </a:lnTo>
                <a:lnTo>
                  <a:pt x="542925" y="1266825"/>
                </a:lnTo>
                <a:lnTo>
                  <a:pt x="619125" y="1323975"/>
                </a:lnTo>
                <a:lnTo>
                  <a:pt x="619125" y="1228725"/>
                </a:lnTo>
                <a:lnTo>
                  <a:pt x="666750" y="1152525"/>
                </a:lnTo>
                <a:lnTo>
                  <a:pt x="666750" y="1057275"/>
                </a:lnTo>
                <a:lnTo>
                  <a:pt x="685800" y="1076325"/>
                </a:lnTo>
                <a:lnTo>
                  <a:pt x="657225" y="990600"/>
                </a:lnTo>
                <a:lnTo>
                  <a:pt x="666750" y="933450"/>
                </a:lnTo>
                <a:lnTo>
                  <a:pt x="628650" y="904875"/>
                </a:lnTo>
                <a:lnTo>
                  <a:pt x="647700" y="790575"/>
                </a:lnTo>
                <a:lnTo>
                  <a:pt x="676275" y="771525"/>
                </a:lnTo>
                <a:lnTo>
                  <a:pt x="666750" y="762000"/>
                </a:lnTo>
                <a:lnTo>
                  <a:pt x="695325" y="638175"/>
                </a:lnTo>
                <a:lnTo>
                  <a:pt x="714375" y="590550"/>
                </a:lnTo>
                <a:lnTo>
                  <a:pt x="695325" y="571500"/>
                </a:lnTo>
                <a:lnTo>
                  <a:pt x="647700" y="476250"/>
                </a:lnTo>
                <a:lnTo>
                  <a:pt x="676275" y="438150"/>
                </a:lnTo>
                <a:lnTo>
                  <a:pt x="685800" y="295275"/>
                </a:lnTo>
                <a:lnTo>
                  <a:pt x="809625" y="419100"/>
                </a:lnTo>
                <a:lnTo>
                  <a:pt x="876300" y="333375"/>
                </a:lnTo>
                <a:lnTo>
                  <a:pt x="885825" y="257175"/>
                </a:lnTo>
                <a:lnTo>
                  <a:pt x="923925" y="276225"/>
                </a:lnTo>
                <a:lnTo>
                  <a:pt x="981075" y="352425"/>
                </a:lnTo>
                <a:lnTo>
                  <a:pt x="1000125" y="266700"/>
                </a:lnTo>
                <a:lnTo>
                  <a:pt x="1152525" y="247650"/>
                </a:lnTo>
                <a:lnTo>
                  <a:pt x="1171575" y="200025"/>
                </a:lnTo>
                <a:lnTo>
                  <a:pt x="1190625" y="209550"/>
                </a:lnTo>
                <a:lnTo>
                  <a:pt x="1295400" y="238125"/>
                </a:lnTo>
                <a:lnTo>
                  <a:pt x="1285875" y="295275"/>
                </a:lnTo>
                <a:lnTo>
                  <a:pt x="1343025" y="257175"/>
                </a:lnTo>
                <a:lnTo>
                  <a:pt x="1276350" y="276225"/>
                </a:lnTo>
                <a:lnTo>
                  <a:pt x="1304925" y="285750"/>
                </a:lnTo>
                <a:lnTo>
                  <a:pt x="1371600" y="247650"/>
                </a:lnTo>
                <a:lnTo>
                  <a:pt x="1409700" y="285750"/>
                </a:lnTo>
                <a:lnTo>
                  <a:pt x="1485900" y="190500"/>
                </a:lnTo>
                <a:lnTo>
                  <a:pt x="1495425" y="123825"/>
                </a:lnTo>
                <a:lnTo>
                  <a:pt x="1609725" y="142875"/>
                </a:lnTo>
                <a:lnTo>
                  <a:pt x="1609725" y="161925"/>
                </a:lnTo>
                <a:lnTo>
                  <a:pt x="1619250" y="180975"/>
                </a:lnTo>
                <a:lnTo>
                  <a:pt x="1743075" y="152400"/>
                </a:lnTo>
                <a:lnTo>
                  <a:pt x="1790700" y="123825"/>
                </a:lnTo>
                <a:lnTo>
                  <a:pt x="1828800" y="66675"/>
                </a:lnTo>
                <a:lnTo>
                  <a:pt x="1885950" y="66675"/>
                </a:lnTo>
                <a:lnTo>
                  <a:pt x="1914525" y="104775"/>
                </a:lnTo>
                <a:lnTo>
                  <a:pt x="1981200" y="47625"/>
                </a:lnTo>
                <a:lnTo>
                  <a:pt x="2085975" y="76200"/>
                </a:lnTo>
                <a:lnTo>
                  <a:pt x="2133600" y="38100"/>
                </a:lnTo>
                <a:lnTo>
                  <a:pt x="2171700" y="47625"/>
                </a:lnTo>
                <a:lnTo>
                  <a:pt x="2200275" y="0"/>
                </a:lnTo>
                <a:lnTo>
                  <a:pt x="2257425" y="38100"/>
                </a:lnTo>
                <a:lnTo>
                  <a:pt x="2314575" y="85725"/>
                </a:lnTo>
                <a:lnTo>
                  <a:pt x="2333625" y="47625"/>
                </a:lnTo>
                <a:lnTo>
                  <a:pt x="2390775" y="123825"/>
                </a:lnTo>
                <a:lnTo>
                  <a:pt x="2400300" y="95250"/>
                </a:lnTo>
                <a:lnTo>
                  <a:pt x="2400300" y="104775"/>
                </a:lnTo>
                <a:lnTo>
                  <a:pt x="2419350" y="123825"/>
                </a:lnTo>
                <a:lnTo>
                  <a:pt x="2505075" y="171450"/>
                </a:lnTo>
                <a:lnTo>
                  <a:pt x="2533650" y="114300"/>
                </a:lnTo>
                <a:lnTo>
                  <a:pt x="2600325" y="171450"/>
                </a:lnTo>
                <a:lnTo>
                  <a:pt x="2619375" y="219075"/>
                </a:lnTo>
                <a:lnTo>
                  <a:pt x="2609850" y="247650"/>
                </a:lnTo>
                <a:lnTo>
                  <a:pt x="2667000" y="266700"/>
                </a:lnTo>
                <a:lnTo>
                  <a:pt x="2714625" y="323850"/>
                </a:lnTo>
                <a:lnTo>
                  <a:pt x="2752725" y="333375"/>
                </a:lnTo>
                <a:lnTo>
                  <a:pt x="2809875" y="381000"/>
                </a:lnTo>
                <a:lnTo>
                  <a:pt x="2867025" y="390525"/>
                </a:lnTo>
                <a:lnTo>
                  <a:pt x="2886075" y="371475"/>
                </a:lnTo>
                <a:lnTo>
                  <a:pt x="2905125" y="390525"/>
                </a:lnTo>
                <a:lnTo>
                  <a:pt x="2905125" y="428625"/>
                </a:lnTo>
                <a:lnTo>
                  <a:pt x="2952750" y="514350"/>
                </a:lnTo>
                <a:lnTo>
                  <a:pt x="3000375" y="495300"/>
                </a:lnTo>
                <a:lnTo>
                  <a:pt x="3028950" y="514350"/>
                </a:lnTo>
                <a:lnTo>
                  <a:pt x="3105150" y="561975"/>
                </a:lnTo>
                <a:lnTo>
                  <a:pt x="3114675" y="600075"/>
                </a:lnTo>
                <a:lnTo>
                  <a:pt x="3114675" y="590550"/>
                </a:lnTo>
                <a:lnTo>
                  <a:pt x="3152775" y="638175"/>
                </a:lnTo>
                <a:lnTo>
                  <a:pt x="3190875" y="685800"/>
                </a:lnTo>
                <a:lnTo>
                  <a:pt x="3276600" y="647700"/>
                </a:lnTo>
                <a:lnTo>
                  <a:pt x="3305175" y="685800"/>
                </a:lnTo>
                <a:lnTo>
                  <a:pt x="3343275" y="752475"/>
                </a:lnTo>
                <a:lnTo>
                  <a:pt x="3333750" y="723900"/>
                </a:lnTo>
                <a:lnTo>
                  <a:pt x="3286125" y="752475"/>
                </a:lnTo>
                <a:lnTo>
                  <a:pt x="3533775" y="800100"/>
                </a:lnTo>
                <a:lnTo>
                  <a:pt x="3486150" y="923925"/>
                </a:lnTo>
                <a:lnTo>
                  <a:pt x="3429000" y="1076325"/>
                </a:lnTo>
                <a:lnTo>
                  <a:pt x="3457575" y="1200150"/>
                </a:lnTo>
                <a:lnTo>
                  <a:pt x="3429000" y="1200150"/>
                </a:lnTo>
                <a:lnTo>
                  <a:pt x="3486150" y="1219200"/>
                </a:lnTo>
                <a:lnTo>
                  <a:pt x="3505200" y="1285875"/>
                </a:lnTo>
                <a:lnTo>
                  <a:pt x="3476625" y="1228725"/>
                </a:lnTo>
                <a:lnTo>
                  <a:pt x="3505200" y="1314450"/>
                </a:lnTo>
                <a:lnTo>
                  <a:pt x="3486150" y="1495425"/>
                </a:lnTo>
                <a:lnTo>
                  <a:pt x="3543300" y="1476375"/>
                </a:lnTo>
                <a:lnTo>
                  <a:pt x="3486150" y="1552575"/>
                </a:lnTo>
                <a:lnTo>
                  <a:pt x="3486150" y="1600200"/>
                </a:lnTo>
                <a:lnTo>
                  <a:pt x="3533775" y="1724025"/>
                </a:lnTo>
                <a:lnTo>
                  <a:pt x="3505200" y="1800225"/>
                </a:lnTo>
                <a:lnTo>
                  <a:pt x="3438525" y="1943100"/>
                </a:lnTo>
                <a:lnTo>
                  <a:pt x="3533775" y="1943100"/>
                </a:lnTo>
                <a:lnTo>
                  <a:pt x="3419475" y="1962150"/>
                </a:lnTo>
                <a:lnTo>
                  <a:pt x="3409950" y="2095500"/>
                </a:lnTo>
                <a:lnTo>
                  <a:pt x="3390900" y="2171700"/>
                </a:lnTo>
                <a:lnTo>
                  <a:pt x="3448050" y="2162175"/>
                </a:lnTo>
                <a:lnTo>
                  <a:pt x="3419475" y="2305050"/>
                </a:lnTo>
                <a:lnTo>
                  <a:pt x="3362325" y="2390775"/>
                </a:lnTo>
                <a:lnTo>
                  <a:pt x="3295650" y="2505075"/>
                </a:lnTo>
                <a:lnTo>
                  <a:pt x="3324225" y="2533650"/>
                </a:lnTo>
                <a:lnTo>
                  <a:pt x="3314700" y="2638425"/>
                </a:lnTo>
                <a:lnTo>
                  <a:pt x="3286125" y="2771775"/>
                </a:lnTo>
                <a:lnTo>
                  <a:pt x="3248025" y="2828925"/>
                </a:lnTo>
                <a:lnTo>
                  <a:pt x="3286125" y="2924175"/>
                </a:lnTo>
                <a:lnTo>
                  <a:pt x="3219450" y="3028950"/>
                </a:lnTo>
                <a:lnTo>
                  <a:pt x="3248025" y="3086100"/>
                </a:lnTo>
                <a:lnTo>
                  <a:pt x="3114675" y="3228975"/>
                </a:lnTo>
                <a:lnTo>
                  <a:pt x="3086100" y="3152775"/>
                </a:lnTo>
                <a:lnTo>
                  <a:pt x="3114675" y="3362325"/>
                </a:lnTo>
                <a:lnTo>
                  <a:pt x="2914650" y="3448050"/>
                </a:lnTo>
                <a:lnTo>
                  <a:pt x="2895600" y="3409950"/>
                </a:lnTo>
                <a:lnTo>
                  <a:pt x="2895600" y="3419475"/>
                </a:lnTo>
                <a:lnTo>
                  <a:pt x="2962275" y="3343275"/>
                </a:lnTo>
                <a:lnTo>
                  <a:pt x="3057525" y="3352800"/>
                </a:lnTo>
                <a:lnTo>
                  <a:pt x="3114675" y="3476625"/>
                </a:lnTo>
                <a:lnTo>
                  <a:pt x="3124200" y="3390900"/>
                </a:lnTo>
                <a:lnTo>
                  <a:pt x="3143250" y="3409950"/>
                </a:lnTo>
                <a:lnTo>
                  <a:pt x="3076575" y="3514725"/>
                </a:lnTo>
                <a:lnTo>
                  <a:pt x="3086100" y="3543300"/>
                </a:lnTo>
                <a:lnTo>
                  <a:pt x="3000375" y="3609975"/>
                </a:lnTo>
                <a:lnTo>
                  <a:pt x="3019425" y="3695700"/>
                </a:lnTo>
                <a:lnTo>
                  <a:pt x="3000375" y="3676650"/>
                </a:lnTo>
                <a:lnTo>
                  <a:pt x="2886075" y="3667125"/>
                </a:lnTo>
                <a:lnTo>
                  <a:pt x="2933700" y="3790950"/>
                </a:lnTo>
                <a:lnTo>
                  <a:pt x="2828925" y="3857625"/>
                </a:lnTo>
                <a:lnTo>
                  <a:pt x="2838450" y="3819525"/>
                </a:lnTo>
                <a:lnTo>
                  <a:pt x="2790825" y="3924300"/>
                </a:lnTo>
                <a:lnTo>
                  <a:pt x="2762250" y="3886200"/>
                </a:lnTo>
                <a:lnTo>
                  <a:pt x="2781300" y="3914775"/>
                </a:lnTo>
                <a:lnTo>
                  <a:pt x="2743200" y="3914775"/>
                </a:lnTo>
                <a:lnTo>
                  <a:pt x="2657475" y="3981450"/>
                </a:lnTo>
                <a:lnTo>
                  <a:pt x="2581275" y="3990975"/>
                </a:lnTo>
                <a:lnTo>
                  <a:pt x="2562225" y="4038600"/>
                </a:lnTo>
                <a:lnTo>
                  <a:pt x="2552700" y="4048125"/>
                </a:lnTo>
                <a:lnTo>
                  <a:pt x="2495550" y="4029075"/>
                </a:lnTo>
                <a:lnTo>
                  <a:pt x="2466975" y="4114800"/>
                </a:lnTo>
                <a:lnTo>
                  <a:pt x="2400300" y="4114800"/>
                </a:lnTo>
                <a:lnTo>
                  <a:pt x="2371725" y="4191000"/>
                </a:lnTo>
                <a:lnTo>
                  <a:pt x="2066925" y="4095750"/>
                </a:lnTo>
                <a:lnTo>
                  <a:pt x="2057400" y="4124325"/>
                </a:lnTo>
                <a:lnTo>
                  <a:pt x="2114550" y="4200525"/>
                </a:lnTo>
                <a:lnTo>
                  <a:pt x="2009775" y="4324350"/>
                </a:lnTo>
                <a:lnTo>
                  <a:pt x="2047875" y="4295775"/>
                </a:lnTo>
                <a:lnTo>
                  <a:pt x="1990725" y="4324350"/>
                </a:lnTo>
                <a:lnTo>
                  <a:pt x="1971675" y="4410075"/>
                </a:lnTo>
                <a:lnTo>
                  <a:pt x="1914525" y="4505325"/>
                </a:lnTo>
                <a:lnTo>
                  <a:pt x="1952625" y="4457700"/>
                </a:lnTo>
                <a:lnTo>
                  <a:pt x="1857375" y="4572000"/>
                </a:lnTo>
                <a:lnTo>
                  <a:pt x="1790700" y="4562475"/>
                </a:lnTo>
                <a:lnTo>
                  <a:pt x="1828800" y="4638675"/>
                </a:lnTo>
                <a:lnTo>
                  <a:pt x="1790700" y="4619625"/>
                </a:lnTo>
                <a:lnTo>
                  <a:pt x="1762125" y="4619625"/>
                </a:lnTo>
                <a:lnTo>
                  <a:pt x="1771650" y="4705350"/>
                </a:lnTo>
                <a:lnTo>
                  <a:pt x="1790700" y="4733925"/>
                </a:lnTo>
                <a:lnTo>
                  <a:pt x="1724025" y="4810125"/>
                </a:lnTo>
                <a:lnTo>
                  <a:pt x="1790700" y="4876800"/>
                </a:lnTo>
                <a:lnTo>
                  <a:pt x="1800225" y="4905375"/>
                </a:lnTo>
                <a:lnTo>
                  <a:pt x="1819275" y="4895850"/>
                </a:lnTo>
                <a:lnTo>
                  <a:pt x="1790700" y="4962525"/>
                </a:lnTo>
                <a:lnTo>
                  <a:pt x="1724025" y="5048250"/>
                </a:lnTo>
                <a:lnTo>
                  <a:pt x="1743075" y="5105400"/>
                </a:lnTo>
                <a:lnTo>
                  <a:pt x="1704975" y="5143500"/>
                </a:lnTo>
                <a:lnTo>
                  <a:pt x="1657350" y="5162550"/>
                </a:lnTo>
                <a:lnTo>
                  <a:pt x="1590675" y="5200650"/>
                </a:lnTo>
                <a:lnTo>
                  <a:pt x="1666875" y="5219700"/>
                </a:lnTo>
                <a:lnTo>
                  <a:pt x="1581150" y="5257800"/>
                </a:lnTo>
                <a:lnTo>
                  <a:pt x="1628775" y="5324475"/>
                </a:lnTo>
                <a:lnTo>
                  <a:pt x="1600200" y="5362575"/>
                </a:lnTo>
                <a:lnTo>
                  <a:pt x="1552575" y="5391150"/>
                </a:lnTo>
                <a:close/>
              </a:path>
            </a:pathLst>
          </a:custGeom>
          <a:solidFill>
            <a:srgbClr val="E86A5E">
              <a:alpha val="13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1153775" y="1485900"/>
            <a:ext cx="3476625" cy="5448300"/>
          </a:xfrm>
          <a:custGeom>
            <a:avLst/>
            <a:gdLst/>
            <a:ahLst/>
            <a:cxnLst/>
            <a:rect l="l" t="t" r="r" b="b"/>
            <a:pathLst>
              <a:path w="3476625" h="5448300">
                <a:moveTo>
                  <a:pt x="1476375" y="5448300"/>
                </a:moveTo>
                <a:lnTo>
                  <a:pt x="1457325" y="5391150"/>
                </a:lnTo>
                <a:lnTo>
                  <a:pt x="1400175" y="5286375"/>
                </a:lnTo>
                <a:lnTo>
                  <a:pt x="1371600" y="5305425"/>
                </a:lnTo>
                <a:lnTo>
                  <a:pt x="1333500" y="5229225"/>
                </a:lnTo>
                <a:lnTo>
                  <a:pt x="1238250" y="5162550"/>
                </a:lnTo>
                <a:lnTo>
                  <a:pt x="1238250" y="5210175"/>
                </a:lnTo>
                <a:lnTo>
                  <a:pt x="1152525" y="5143500"/>
                </a:lnTo>
                <a:lnTo>
                  <a:pt x="1123950" y="5067300"/>
                </a:lnTo>
                <a:lnTo>
                  <a:pt x="1104900" y="5067300"/>
                </a:lnTo>
                <a:lnTo>
                  <a:pt x="1104900" y="5048250"/>
                </a:lnTo>
                <a:lnTo>
                  <a:pt x="1028700" y="4981575"/>
                </a:lnTo>
                <a:lnTo>
                  <a:pt x="962025" y="4972050"/>
                </a:lnTo>
                <a:lnTo>
                  <a:pt x="847725" y="4838700"/>
                </a:lnTo>
                <a:lnTo>
                  <a:pt x="819150" y="4791075"/>
                </a:lnTo>
                <a:lnTo>
                  <a:pt x="762000" y="4762500"/>
                </a:lnTo>
                <a:lnTo>
                  <a:pt x="619125" y="4676775"/>
                </a:lnTo>
                <a:lnTo>
                  <a:pt x="600075" y="4591050"/>
                </a:lnTo>
                <a:lnTo>
                  <a:pt x="552450" y="4495800"/>
                </a:lnTo>
                <a:lnTo>
                  <a:pt x="504825" y="4438650"/>
                </a:lnTo>
                <a:lnTo>
                  <a:pt x="419100" y="4400550"/>
                </a:lnTo>
                <a:lnTo>
                  <a:pt x="400050" y="4371975"/>
                </a:lnTo>
                <a:lnTo>
                  <a:pt x="342900" y="4267200"/>
                </a:lnTo>
                <a:lnTo>
                  <a:pt x="361950" y="4229100"/>
                </a:lnTo>
                <a:lnTo>
                  <a:pt x="323850" y="4229100"/>
                </a:lnTo>
                <a:lnTo>
                  <a:pt x="257175" y="4143375"/>
                </a:lnTo>
                <a:lnTo>
                  <a:pt x="228600" y="4133850"/>
                </a:lnTo>
                <a:lnTo>
                  <a:pt x="200025" y="4038600"/>
                </a:lnTo>
                <a:lnTo>
                  <a:pt x="161925" y="4048125"/>
                </a:lnTo>
                <a:lnTo>
                  <a:pt x="104775" y="4010025"/>
                </a:lnTo>
                <a:lnTo>
                  <a:pt x="66675" y="3933825"/>
                </a:lnTo>
                <a:lnTo>
                  <a:pt x="38100" y="3905250"/>
                </a:lnTo>
                <a:lnTo>
                  <a:pt x="0" y="3886200"/>
                </a:lnTo>
                <a:lnTo>
                  <a:pt x="19050" y="3829050"/>
                </a:lnTo>
                <a:lnTo>
                  <a:pt x="28575" y="3771900"/>
                </a:lnTo>
                <a:lnTo>
                  <a:pt x="0" y="3714750"/>
                </a:lnTo>
                <a:lnTo>
                  <a:pt x="19050" y="3648075"/>
                </a:lnTo>
                <a:lnTo>
                  <a:pt x="57150" y="3571875"/>
                </a:lnTo>
                <a:lnTo>
                  <a:pt x="38100" y="3524250"/>
                </a:lnTo>
                <a:lnTo>
                  <a:pt x="76200" y="3467100"/>
                </a:lnTo>
                <a:lnTo>
                  <a:pt x="66675" y="3409950"/>
                </a:lnTo>
                <a:lnTo>
                  <a:pt x="95250" y="3362325"/>
                </a:lnTo>
                <a:lnTo>
                  <a:pt x="142875" y="3314700"/>
                </a:lnTo>
                <a:lnTo>
                  <a:pt x="95250" y="3248025"/>
                </a:lnTo>
                <a:lnTo>
                  <a:pt x="95250" y="3181350"/>
                </a:lnTo>
                <a:lnTo>
                  <a:pt x="142875" y="3162300"/>
                </a:lnTo>
                <a:lnTo>
                  <a:pt x="142875" y="3114675"/>
                </a:lnTo>
                <a:lnTo>
                  <a:pt x="142875" y="3028950"/>
                </a:lnTo>
                <a:lnTo>
                  <a:pt x="142875" y="2981325"/>
                </a:lnTo>
                <a:lnTo>
                  <a:pt x="114300" y="2886075"/>
                </a:lnTo>
                <a:lnTo>
                  <a:pt x="152400" y="2876550"/>
                </a:lnTo>
                <a:lnTo>
                  <a:pt x="114300" y="2800350"/>
                </a:lnTo>
                <a:lnTo>
                  <a:pt x="180975" y="2781300"/>
                </a:lnTo>
                <a:lnTo>
                  <a:pt x="152400" y="2762250"/>
                </a:lnTo>
                <a:lnTo>
                  <a:pt x="171450" y="2667000"/>
                </a:lnTo>
                <a:lnTo>
                  <a:pt x="161925" y="2638425"/>
                </a:lnTo>
                <a:lnTo>
                  <a:pt x="180975" y="2590800"/>
                </a:lnTo>
                <a:lnTo>
                  <a:pt x="152400" y="2533650"/>
                </a:lnTo>
                <a:lnTo>
                  <a:pt x="180975" y="2476500"/>
                </a:lnTo>
                <a:lnTo>
                  <a:pt x="200025" y="2438400"/>
                </a:lnTo>
                <a:lnTo>
                  <a:pt x="190500" y="2381250"/>
                </a:lnTo>
                <a:lnTo>
                  <a:pt x="228600" y="2276475"/>
                </a:lnTo>
                <a:lnTo>
                  <a:pt x="190500" y="2247900"/>
                </a:lnTo>
                <a:lnTo>
                  <a:pt x="219075" y="2219325"/>
                </a:lnTo>
                <a:lnTo>
                  <a:pt x="238125" y="2124075"/>
                </a:lnTo>
                <a:lnTo>
                  <a:pt x="361950" y="2019300"/>
                </a:lnTo>
                <a:lnTo>
                  <a:pt x="371475" y="2028825"/>
                </a:lnTo>
                <a:lnTo>
                  <a:pt x="409575" y="2124075"/>
                </a:lnTo>
                <a:lnTo>
                  <a:pt x="533400" y="2124075"/>
                </a:lnTo>
                <a:lnTo>
                  <a:pt x="571500" y="2009775"/>
                </a:lnTo>
                <a:lnTo>
                  <a:pt x="485775" y="1895475"/>
                </a:lnTo>
                <a:lnTo>
                  <a:pt x="447675" y="1838325"/>
                </a:lnTo>
                <a:lnTo>
                  <a:pt x="438150" y="1809750"/>
                </a:lnTo>
                <a:lnTo>
                  <a:pt x="485775" y="1704975"/>
                </a:lnTo>
                <a:lnTo>
                  <a:pt x="514350" y="1571625"/>
                </a:lnTo>
                <a:lnTo>
                  <a:pt x="523875" y="1476375"/>
                </a:lnTo>
                <a:lnTo>
                  <a:pt x="533400" y="1533525"/>
                </a:lnTo>
                <a:lnTo>
                  <a:pt x="571500" y="1466850"/>
                </a:lnTo>
                <a:lnTo>
                  <a:pt x="590550" y="1343025"/>
                </a:lnTo>
                <a:lnTo>
                  <a:pt x="571500" y="1295400"/>
                </a:lnTo>
                <a:lnTo>
                  <a:pt x="457200" y="1304925"/>
                </a:lnTo>
                <a:lnTo>
                  <a:pt x="504825" y="1257300"/>
                </a:lnTo>
                <a:lnTo>
                  <a:pt x="533400" y="1238250"/>
                </a:lnTo>
                <a:lnTo>
                  <a:pt x="514350" y="1190625"/>
                </a:lnTo>
                <a:lnTo>
                  <a:pt x="581025" y="1123950"/>
                </a:lnTo>
                <a:lnTo>
                  <a:pt x="581025" y="1009650"/>
                </a:lnTo>
                <a:lnTo>
                  <a:pt x="619125" y="990600"/>
                </a:lnTo>
                <a:lnTo>
                  <a:pt x="581025" y="942975"/>
                </a:lnTo>
                <a:lnTo>
                  <a:pt x="571500" y="914400"/>
                </a:lnTo>
                <a:lnTo>
                  <a:pt x="533400" y="857250"/>
                </a:lnTo>
                <a:lnTo>
                  <a:pt x="581025" y="733425"/>
                </a:lnTo>
                <a:lnTo>
                  <a:pt x="581025" y="704850"/>
                </a:lnTo>
                <a:lnTo>
                  <a:pt x="590550" y="657225"/>
                </a:lnTo>
                <a:lnTo>
                  <a:pt x="609600" y="600075"/>
                </a:lnTo>
                <a:lnTo>
                  <a:pt x="619125" y="561975"/>
                </a:lnTo>
                <a:lnTo>
                  <a:pt x="552450" y="466725"/>
                </a:lnTo>
                <a:lnTo>
                  <a:pt x="561975" y="457200"/>
                </a:lnTo>
                <a:lnTo>
                  <a:pt x="609600" y="409575"/>
                </a:lnTo>
                <a:lnTo>
                  <a:pt x="762000" y="371475"/>
                </a:lnTo>
                <a:lnTo>
                  <a:pt x="790575" y="323850"/>
                </a:lnTo>
                <a:lnTo>
                  <a:pt x="819150" y="285750"/>
                </a:lnTo>
                <a:lnTo>
                  <a:pt x="904875" y="333375"/>
                </a:lnTo>
                <a:lnTo>
                  <a:pt x="981075" y="323850"/>
                </a:lnTo>
                <a:lnTo>
                  <a:pt x="1000125" y="285750"/>
                </a:lnTo>
                <a:lnTo>
                  <a:pt x="1085850" y="276225"/>
                </a:lnTo>
                <a:lnTo>
                  <a:pt x="1095375" y="219075"/>
                </a:lnTo>
                <a:lnTo>
                  <a:pt x="1114425" y="276225"/>
                </a:lnTo>
                <a:lnTo>
                  <a:pt x="1133475" y="266700"/>
                </a:lnTo>
                <a:lnTo>
                  <a:pt x="1257300" y="352425"/>
                </a:lnTo>
                <a:lnTo>
                  <a:pt x="1314450" y="323850"/>
                </a:lnTo>
                <a:lnTo>
                  <a:pt x="1304925" y="295275"/>
                </a:lnTo>
                <a:lnTo>
                  <a:pt x="1333500" y="285750"/>
                </a:lnTo>
                <a:lnTo>
                  <a:pt x="1323975" y="238125"/>
                </a:lnTo>
                <a:lnTo>
                  <a:pt x="1390650" y="295275"/>
                </a:lnTo>
                <a:lnTo>
                  <a:pt x="1447800" y="219075"/>
                </a:lnTo>
                <a:lnTo>
                  <a:pt x="1485900" y="228600"/>
                </a:lnTo>
                <a:lnTo>
                  <a:pt x="1495425" y="171450"/>
                </a:lnTo>
                <a:lnTo>
                  <a:pt x="1552575" y="142875"/>
                </a:lnTo>
                <a:lnTo>
                  <a:pt x="1590675" y="76200"/>
                </a:lnTo>
                <a:lnTo>
                  <a:pt x="1685925" y="104775"/>
                </a:lnTo>
                <a:lnTo>
                  <a:pt x="1704975" y="142875"/>
                </a:lnTo>
                <a:lnTo>
                  <a:pt x="1762125" y="152400"/>
                </a:lnTo>
                <a:lnTo>
                  <a:pt x="1828800" y="133350"/>
                </a:lnTo>
                <a:lnTo>
                  <a:pt x="1905000" y="76200"/>
                </a:lnTo>
                <a:lnTo>
                  <a:pt x="1952625" y="95250"/>
                </a:lnTo>
                <a:lnTo>
                  <a:pt x="1990725" y="38100"/>
                </a:lnTo>
                <a:lnTo>
                  <a:pt x="2028825" y="9525"/>
                </a:lnTo>
                <a:lnTo>
                  <a:pt x="2114550" y="19050"/>
                </a:lnTo>
                <a:lnTo>
                  <a:pt x="2171700" y="0"/>
                </a:lnTo>
                <a:lnTo>
                  <a:pt x="2181225" y="47625"/>
                </a:lnTo>
                <a:lnTo>
                  <a:pt x="2209800" y="9525"/>
                </a:lnTo>
                <a:lnTo>
                  <a:pt x="2209800" y="85725"/>
                </a:lnTo>
                <a:lnTo>
                  <a:pt x="2286000" y="123825"/>
                </a:lnTo>
                <a:lnTo>
                  <a:pt x="2305050" y="161925"/>
                </a:lnTo>
                <a:lnTo>
                  <a:pt x="2381250" y="161925"/>
                </a:lnTo>
                <a:lnTo>
                  <a:pt x="2409825" y="171450"/>
                </a:lnTo>
                <a:lnTo>
                  <a:pt x="2447925" y="161925"/>
                </a:lnTo>
                <a:lnTo>
                  <a:pt x="2486025" y="180975"/>
                </a:lnTo>
                <a:lnTo>
                  <a:pt x="2524125" y="171450"/>
                </a:lnTo>
                <a:lnTo>
                  <a:pt x="2552700" y="257175"/>
                </a:lnTo>
                <a:lnTo>
                  <a:pt x="2590800" y="276225"/>
                </a:lnTo>
                <a:lnTo>
                  <a:pt x="2609850" y="285750"/>
                </a:lnTo>
                <a:lnTo>
                  <a:pt x="2667000" y="323850"/>
                </a:lnTo>
                <a:lnTo>
                  <a:pt x="2667000" y="314325"/>
                </a:lnTo>
                <a:lnTo>
                  <a:pt x="2705100" y="352425"/>
                </a:lnTo>
                <a:lnTo>
                  <a:pt x="2771775" y="400050"/>
                </a:lnTo>
                <a:lnTo>
                  <a:pt x="2771775" y="409575"/>
                </a:lnTo>
                <a:lnTo>
                  <a:pt x="2800350" y="457200"/>
                </a:lnTo>
                <a:lnTo>
                  <a:pt x="2876550" y="466725"/>
                </a:lnTo>
                <a:lnTo>
                  <a:pt x="2914650" y="495300"/>
                </a:lnTo>
                <a:lnTo>
                  <a:pt x="2924175" y="523875"/>
                </a:lnTo>
                <a:lnTo>
                  <a:pt x="2990850" y="561975"/>
                </a:lnTo>
                <a:lnTo>
                  <a:pt x="3009900" y="590550"/>
                </a:lnTo>
                <a:lnTo>
                  <a:pt x="3038475" y="638175"/>
                </a:lnTo>
                <a:lnTo>
                  <a:pt x="3095625" y="647700"/>
                </a:lnTo>
                <a:lnTo>
                  <a:pt x="3086100" y="666750"/>
                </a:lnTo>
                <a:lnTo>
                  <a:pt x="3162300" y="657225"/>
                </a:lnTo>
                <a:lnTo>
                  <a:pt x="3209925" y="676275"/>
                </a:lnTo>
                <a:lnTo>
                  <a:pt x="3238500" y="714375"/>
                </a:lnTo>
                <a:lnTo>
                  <a:pt x="3238500" y="752475"/>
                </a:lnTo>
                <a:lnTo>
                  <a:pt x="3276600" y="790575"/>
                </a:lnTo>
                <a:lnTo>
                  <a:pt x="3228975" y="762000"/>
                </a:lnTo>
                <a:lnTo>
                  <a:pt x="3171825" y="895350"/>
                </a:lnTo>
                <a:lnTo>
                  <a:pt x="3238500" y="866775"/>
                </a:lnTo>
                <a:lnTo>
                  <a:pt x="3333750" y="1095375"/>
                </a:lnTo>
                <a:lnTo>
                  <a:pt x="3381375" y="1133475"/>
                </a:lnTo>
                <a:lnTo>
                  <a:pt x="3324225" y="1171575"/>
                </a:lnTo>
                <a:lnTo>
                  <a:pt x="3419475" y="1152525"/>
                </a:lnTo>
                <a:lnTo>
                  <a:pt x="3400425" y="1304925"/>
                </a:lnTo>
                <a:lnTo>
                  <a:pt x="3362325" y="1343025"/>
                </a:lnTo>
                <a:lnTo>
                  <a:pt x="3324225" y="1362075"/>
                </a:lnTo>
                <a:lnTo>
                  <a:pt x="3409950" y="1409700"/>
                </a:lnTo>
                <a:lnTo>
                  <a:pt x="3438525" y="1476375"/>
                </a:lnTo>
                <a:lnTo>
                  <a:pt x="3476625" y="1562100"/>
                </a:lnTo>
                <a:lnTo>
                  <a:pt x="3448050" y="1571625"/>
                </a:lnTo>
                <a:lnTo>
                  <a:pt x="3438525" y="1704975"/>
                </a:lnTo>
                <a:lnTo>
                  <a:pt x="3448050" y="1781175"/>
                </a:lnTo>
                <a:lnTo>
                  <a:pt x="3267075" y="1971675"/>
                </a:lnTo>
                <a:lnTo>
                  <a:pt x="3314700" y="2009775"/>
                </a:lnTo>
                <a:lnTo>
                  <a:pt x="3295650" y="2076450"/>
                </a:lnTo>
                <a:lnTo>
                  <a:pt x="3343275" y="2133600"/>
                </a:lnTo>
                <a:lnTo>
                  <a:pt x="3276600" y="2200275"/>
                </a:lnTo>
                <a:lnTo>
                  <a:pt x="3324225" y="2286000"/>
                </a:lnTo>
                <a:lnTo>
                  <a:pt x="3352800" y="2343150"/>
                </a:lnTo>
                <a:lnTo>
                  <a:pt x="3276600" y="2381250"/>
                </a:lnTo>
                <a:lnTo>
                  <a:pt x="3276600" y="2505075"/>
                </a:lnTo>
                <a:lnTo>
                  <a:pt x="3238500" y="2657475"/>
                </a:lnTo>
                <a:lnTo>
                  <a:pt x="3219450" y="2752725"/>
                </a:lnTo>
                <a:lnTo>
                  <a:pt x="3190875" y="2809875"/>
                </a:lnTo>
                <a:lnTo>
                  <a:pt x="3200400" y="2876550"/>
                </a:lnTo>
                <a:lnTo>
                  <a:pt x="3209925" y="2981325"/>
                </a:lnTo>
                <a:lnTo>
                  <a:pt x="3143250" y="3009900"/>
                </a:lnTo>
                <a:lnTo>
                  <a:pt x="3181350" y="3076575"/>
                </a:lnTo>
                <a:lnTo>
                  <a:pt x="3152775" y="3400425"/>
                </a:lnTo>
                <a:lnTo>
                  <a:pt x="3048000" y="3162300"/>
                </a:lnTo>
                <a:lnTo>
                  <a:pt x="2962275" y="3305175"/>
                </a:lnTo>
                <a:lnTo>
                  <a:pt x="2857500" y="3419475"/>
                </a:lnTo>
                <a:lnTo>
                  <a:pt x="2847975" y="3362325"/>
                </a:lnTo>
                <a:lnTo>
                  <a:pt x="2876550" y="3409950"/>
                </a:lnTo>
                <a:lnTo>
                  <a:pt x="2905125" y="3467100"/>
                </a:lnTo>
                <a:lnTo>
                  <a:pt x="3028950" y="3409950"/>
                </a:lnTo>
                <a:lnTo>
                  <a:pt x="2914650" y="3448050"/>
                </a:lnTo>
                <a:lnTo>
                  <a:pt x="2943225" y="3533775"/>
                </a:lnTo>
                <a:lnTo>
                  <a:pt x="2981325" y="3476625"/>
                </a:lnTo>
                <a:lnTo>
                  <a:pt x="3028950" y="3533775"/>
                </a:lnTo>
                <a:lnTo>
                  <a:pt x="2952750" y="3629025"/>
                </a:lnTo>
                <a:lnTo>
                  <a:pt x="3000375" y="3686175"/>
                </a:lnTo>
                <a:lnTo>
                  <a:pt x="2990850" y="3676650"/>
                </a:lnTo>
                <a:lnTo>
                  <a:pt x="2981325" y="3648075"/>
                </a:lnTo>
                <a:lnTo>
                  <a:pt x="2933700" y="3743325"/>
                </a:lnTo>
                <a:lnTo>
                  <a:pt x="2809875" y="3752850"/>
                </a:lnTo>
                <a:lnTo>
                  <a:pt x="2771775" y="3771900"/>
                </a:lnTo>
                <a:lnTo>
                  <a:pt x="2752725" y="3867150"/>
                </a:lnTo>
                <a:lnTo>
                  <a:pt x="2771775" y="3838575"/>
                </a:lnTo>
                <a:lnTo>
                  <a:pt x="2771775" y="3914775"/>
                </a:lnTo>
                <a:lnTo>
                  <a:pt x="2695575" y="3933825"/>
                </a:lnTo>
                <a:lnTo>
                  <a:pt x="2657475" y="3952875"/>
                </a:lnTo>
                <a:lnTo>
                  <a:pt x="2657475" y="3962400"/>
                </a:lnTo>
                <a:lnTo>
                  <a:pt x="2600325" y="4019550"/>
                </a:lnTo>
                <a:lnTo>
                  <a:pt x="2524125" y="4086225"/>
                </a:lnTo>
                <a:lnTo>
                  <a:pt x="2457450" y="4086225"/>
                </a:lnTo>
                <a:lnTo>
                  <a:pt x="2419350" y="4076700"/>
                </a:lnTo>
                <a:lnTo>
                  <a:pt x="2371725" y="4105275"/>
                </a:lnTo>
                <a:lnTo>
                  <a:pt x="2324100" y="4171950"/>
                </a:lnTo>
                <a:lnTo>
                  <a:pt x="2333625" y="4171950"/>
                </a:lnTo>
                <a:lnTo>
                  <a:pt x="2124075" y="4200525"/>
                </a:lnTo>
                <a:lnTo>
                  <a:pt x="2000250" y="4276725"/>
                </a:lnTo>
                <a:lnTo>
                  <a:pt x="1924050" y="4314825"/>
                </a:lnTo>
                <a:lnTo>
                  <a:pt x="1933575" y="4324350"/>
                </a:lnTo>
                <a:lnTo>
                  <a:pt x="1933575" y="4352925"/>
                </a:lnTo>
                <a:lnTo>
                  <a:pt x="1981200" y="4514850"/>
                </a:lnTo>
                <a:lnTo>
                  <a:pt x="1933575" y="4572000"/>
                </a:lnTo>
                <a:lnTo>
                  <a:pt x="1866900" y="4524375"/>
                </a:lnTo>
                <a:lnTo>
                  <a:pt x="1733550" y="4629150"/>
                </a:lnTo>
                <a:lnTo>
                  <a:pt x="1752600" y="4562475"/>
                </a:lnTo>
                <a:lnTo>
                  <a:pt x="1695450" y="4610100"/>
                </a:lnTo>
                <a:lnTo>
                  <a:pt x="1714500" y="4600575"/>
                </a:lnTo>
                <a:lnTo>
                  <a:pt x="1704975" y="4657725"/>
                </a:lnTo>
                <a:lnTo>
                  <a:pt x="1676400" y="4743450"/>
                </a:lnTo>
                <a:lnTo>
                  <a:pt x="1685925" y="4695825"/>
                </a:lnTo>
                <a:lnTo>
                  <a:pt x="1704975" y="4724400"/>
                </a:lnTo>
                <a:lnTo>
                  <a:pt x="1657350" y="4819650"/>
                </a:lnTo>
                <a:lnTo>
                  <a:pt x="1657350" y="4724400"/>
                </a:lnTo>
                <a:lnTo>
                  <a:pt x="1724025" y="4867275"/>
                </a:lnTo>
                <a:lnTo>
                  <a:pt x="1762125" y="4914900"/>
                </a:lnTo>
                <a:lnTo>
                  <a:pt x="1685925" y="4991100"/>
                </a:lnTo>
                <a:lnTo>
                  <a:pt x="1714500" y="5048250"/>
                </a:lnTo>
                <a:lnTo>
                  <a:pt x="1685925" y="5105400"/>
                </a:lnTo>
                <a:lnTo>
                  <a:pt x="1685925" y="5143500"/>
                </a:lnTo>
                <a:lnTo>
                  <a:pt x="1619250" y="5172075"/>
                </a:lnTo>
                <a:lnTo>
                  <a:pt x="1543050" y="5200650"/>
                </a:lnTo>
                <a:lnTo>
                  <a:pt x="1514475" y="5210175"/>
                </a:lnTo>
                <a:lnTo>
                  <a:pt x="1514475" y="5286375"/>
                </a:lnTo>
                <a:lnTo>
                  <a:pt x="1543050" y="5334000"/>
                </a:lnTo>
                <a:lnTo>
                  <a:pt x="1504950" y="5353050"/>
                </a:lnTo>
                <a:lnTo>
                  <a:pt x="1466850" y="5381625"/>
                </a:lnTo>
                <a:close/>
              </a:path>
            </a:pathLst>
          </a:custGeom>
          <a:solidFill>
            <a:srgbClr val="E86A5E">
              <a:alpha val="13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2458700" y="2181225"/>
            <a:ext cx="1800225" cy="2819400"/>
          </a:xfrm>
          <a:custGeom>
            <a:avLst/>
            <a:gdLst/>
            <a:ahLst/>
            <a:cxnLst/>
            <a:rect l="l" t="t" r="r" b="b"/>
            <a:pathLst>
              <a:path w="1800225" h="2819400">
                <a:moveTo>
                  <a:pt x="771525" y="2752725"/>
                </a:moveTo>
                <a:lnTo>
                  <a:pt x="733425" y="2819400"/>
                </a:lnTo>
                <a:lnTo>
                  <a:pt x="657225" y="2752725"/>
                </a:lnTo>
                <a:lnTo>
                  <a:pt x="676275" y="2705100"/>
                </a:lnTo>
                <a:lnTo>
                  <a:pt x="695325" y="2686050"/>
                </a:lnTo>
                <a:lnTo>
                  <a:pt x="647700" y="2609850"/>
                </a:lnTo>
                <a:lnTo>
                  <a:pt x="581025" y="2590800"/>
                </a:lnTo>
                <a:lnTo>
                  <a:pt x="571500" y="2571750"/>
                </a:lnTo>
                <a:lnTo>
                  <a:pt x="600075" y="2571750"/>
                </a:lnTo>
                <a:lnTo>
                  <a:pt x="542925" y="2590800"/>
                </a:lnTo>
                <a:lnTo>
                  <a:pt x="447675" y="2581275"/>
                </a:lnTo>
                <a:lnTo>
                  <a:pt x="485775" y="2533650"/>
                </a:lnTo>
                <a:lnTo>
                  <a:pt x="514350" y="2514600"/>
                </a:lnTo>
                <a:lnTo>
                  <a:pt x="466725" y="2466975"/>
                </a:lnTo>
                <a:lnTo>
                  <a:pt x="438150" y="2419350"/>
                </a:lnTo>
                <a:lnTo>
                  <a:pt x="381000" y="2409825"/>
                </a:lnTo>
                <a:lnTo>
                  <a:pt x="371475" y="2371725"/>
                </a:lnTo>
                <a:lnTo>
                  <a:pt x="304800" y="2324100"/>
                </a:lnTo>
                <a:lnTo>
                  <a:pt x="323850" y="2228850"/>
                </a:lnTo>
                <a:lnTo>
                  <a:pt x="304800" y="2209800"/>
                </a:lnTo>
                <a:lnTo>
                  <a:pt x="238125" y="2257425"/>
                </a:lnTo>
                <a:lnTo>
                  <a:pt x="266700" y="2200275"/>
                </a:lnTo>
                <a:lnTo>
                  <a:pt x="209550" y="2190750"/>
                </a:lnTo>
                <a:lnTo>
                  <a:pt x="200025" y="2152650"/>
                </a:lnTo>
                <a:lnTo>
                  <a:pt x="190500" y="2124075"/>
                </a:lnTo>
                <a:lnTo>
                  <a:pt x="161925" y="2105025"/>
                </a:lnTo>
                <a:lnTo>
                  <a:pt x="171450" y="2114550"/>
                </a:lnTo>
                <a:lnTo>
                  <a:pt x="161925" y="2066925"/>
                </a:lnTo>
                <a:lnTo>
                  <a:pt x="95250" y="2076450"/>
                </a:lnTo>
                <a:lnTo>
                  <a:pt x="85725" y="2028825"/>
                </a:lnTo>
                <a:lnTo>
                  <a:pt x="85725" y="2019300"/>
                </a:lnTo>
                <a:lnTo>
                  <a:pt x="57150" y="1990725"/>
                </a:lnTo>
                <a:lnTo>
                  <a:pt x="19050" y="1981200"/>
                </a:lnTo>
                <a:lnTo>
                  <a:pt x="0" y="1952625"/>
                </a:lnTo>
                <a:lnTo>
                  <a:pt x="28575" y="1895475"/>
                </a:lnTo>
                <a:lnTo>
                  <a:pt x="38100" y="1885950"/>
                </a:lnTo>
                <a:lnTo>
                  <a:pt x="47625" y="1876425"/>
                </a:lnTo>
                <a:lnTo>
                  <a:pt x="9525" y="1847850"/>
                </a:lnTo>
                <a:lnTo>
                  <a:pt x="38100" y="1838325"/>
                </a:lnTo>
                <a:lnTo>
                  <a:pt x="76200" y="1790700"/>
                </a:lnTo>
                <a:lnTo>
                  <a:pt x="57150" y="1733550"/>
                </a:lnTo>
                <a:lnTo>
                  <a:pt x="57150" y="1714500"/>
                </a:lnTo>
                <a:lnTo>
                  <a:pt x="76200" y="1666875"/>
                </a:lnTo>
                <a:lnTo>
                  <a:pt x="76200" y="1647825"/>
                </a:lnTo>
                <a:lnTo>
                  <a:pt x="76200" y="1657350"/>
                </a:lnTo>
                <a:lnTo>
                  <a:pt x="66675" y="1571625"/>
                </a:lnTo>
                <a:lnTo>
                  <a:pt x="104775" y="1562100"/>
                </a:lnTo>
                <a:lnTo>
                  <a:pt x="104775" y="1543050"/>
                </a:lnTo>
                <a:lnTo>
                  <a:pt x="76200" y="1495425"/>
                </a:lnTo>
                <a:lnTo>
                  <a:pt x="76200" y="1466850"/>
                </a:lnTo>
                <a:lnTo>
                  <a:pt x="66675" y="1476375"/>
                </a:lnTo>
                <a:lnTo>
                  <a:pt x="95250" y="1447800"/>
                </a:lnTo>
                <a:lnTo>
                  <a:pt x="85725" y="1428750"/>
                </a:lnTo>
                <a:lnTo>
                  <a:pt x="104775" y="1390650"/>
                </a:lnTo>
                <a:lnTo>
                  <a:pt x="114300" y="1390650"/>
                </a:lnTo>
                <a:lnTo>
                  <a:pt x="104775" y="1343025"/>
                </a:lnTo>
                <a:lnTo>
                  <a:pt x="95250" y="1323975"/>
                </a:lnTo>
                <a:lnTo>
                  <a:pt x="123825" y="1295400"/>
                </a:lnTo>
                <a:lnTo>
                  <a:pt x="114300" y="1266825"/>
                </a:lnTo>
                <a:lnTo>
                  <a:pt x="114300" y="1238250"/>
                </a:lnTo>
                <a:lnTo>
                  <a:pt x="123825" y="1200150"/>
                </a:lnTo>
                <a:lnTo>
                  <a:pt x="123825" y="1162050"/>
                </a:lnTo>
                <a:lnTo>
                  <a:pt x="142875" y="1133475"/>
                </a:lnTo>
                <a:lnTo>
                  <a:pt x="133350" y="1104900"/>
                </a:lnTo>
                <a:lnTo>
                  <a:pt x="152400" y="1114425"/>
                </a:lnTo>
                <a:lnTo>
                  <a:pt x="152400" y="1076325"/>
                </a:lnTo>
                <a:lnTo>
                  <a:pt x="190500" y="1028700"/>
                </a:lnTo>
                <a:lnTo>
                  <a:pt x="276225" y="1085850"/>
                </a:lnTo>
                <a:lnTo>
                  <a:pt x="276225" y="1085850"/>
                </a:lnTo>
                <a:lnTo>
                  <a:pt x="285750" y="1085850"/>
                </a:lnTo>
                <a:lnTo>
                  <a:pt x="295275" y="1009650"/>
                </a:lnTo>
                <a:lnTo>
                  <a:pt x="314325" y="1000125"/>
                </a:lnTo>
                <a:lnTo>
                  <a:pt x="276225" y="904875"/>
                </a:lnTo>
                <a:lnTo>
                  <a:pt x="276225" y="942975"/>
                </a:lnTo>
                <a:lnTo>
                  <a:pt x="247650" y="876300"/>
                </a:lnTo>
                <a:lnTo>
                  <a:pt x="266700" y="819150"/>
                </a:lnTo>
                <a:lnTo>
                  <a:pt x="304800" y="781050"/>
                </a:lnTo>
                <a:lnTo>
                  <a:pt x="295275" y="733425"/>
                </a:lnTo>
                <a:lnTo>
                  <a:pt x="276225" y="704850"/>
                </a:lnTo>
                <a:lnTo>
                  <a:pt x="276225" y="695325"/>
                </a:lnTo>
                <a:lnTo>
                  <a:pt x="285750" y="685800"/>
                </a:lnTo>
                <a:lnTo>
                  <a:pt x="342900" y="628650"/>
                </a:lnTo>
                <a:lnTo>
                  <a:pt x="266700" y="571500"/>
                </a:lnTo>
                <a:lnTo>
                  <a:pt x="266700" y="590550"/>
                </a:lnTo>
                <a:lnTo>
                  <a:pt x="333375" y="552450"/>
                </a:lnTo>
                <a:lnTo>
                  <a:pt x="333375" y="552450"/>
                </a:lnTo>
                <a:lnTo>
                  <a:pt x="323850" y="485775"/>
                </a:lnTo>
                <a:lnTo>
                  <a:pt x="314325" y="476250"/>
                </a:lnTo>
                <a:lnTo>
                  <a:pt x="342900" y="476250"/>
                </a:lnTo>
                <a:lnTo>
                  <a:pt x="333375" y="428625"/>
                </a:lnTo>
                <a:lnTo>
                  <a:pt x="371475" y="419100"/>
                </a:lnTo>
                <a:lnTo>
                  <a:pt x="361950" y="381000"/>
                </a:lnTo>
                <a:lnTo>
                  <a:pt x="342900" y="361950"/>
                </a:lnTo>
                <a:lnTo>
                  <a:pt x="323850" y="323850"/>
                </a:lnTo>
                <a:lnTo>
                  <a:pt x="323850" y="323850"/>
                </a:lnTo>
                <a:lnTo>
                  <a:pt x="333375" y="304800"/>
                </a:lnTo>
                <a:lnTo>
                  <a:pt x="323850" y="238125"/>
                </a:lnTo>
                <a:lnTo>
                  <a:pt x="314325" y="247650"/>
                </a:lnTo>
                <a:lnTo>
                  <a:pt x="409575" y="200025"/>
                </a:lnTo>
                <a:lnTo>
                  <a:pt x="390525" y="190500"/>
                </a:lnTo>
                <a:lnTo>
                  <a:pt x="438150" y="161925"/>
                </a:lnTo>
                <a:lnTo>
                  <a:pt x="476250" y="152400"/>
                </a:lnTo>
                <a:lnTo>
                  <a:pt x="514350" y="190500"/>
                </a:lnTo>
                <a:lnTo>
                  <a:pt x="542925" y="180975"/>
                </a:lnTo>
                <a:lnTo>
                  <a:pt x="571500" y="152400"/>
                </a:lnTo>
                <a:lnTo>
                  <a:pt x="581025" y="209550"/>
                </a:lnTo>
                <a:lnTo>
                  <a:pt x="628650" y="238125"/>
                </a:lnTo>
                <a:lnTo>
                  <a:pt x="647700" y="219075"/>
                </a:lnTo>
                <a:lnTo>
                  <a:pt x="676275" y="180975"/>
                </a:lnTo>
                <a:lnTo>
                  <a:pt x="666750" y="142875"/>
                </a:lnTo>
                <a:lnTo>
                  <a:pt x="714375" y="123825"/>
                </a:lnTo>
                <a:lnTo>
                  <a:pt x="676275" y="152400"/>
                </a:lnTo>
                <a:lnTo>
                  <a:pt x="695325" y="142875"/>
                </a:lnTo>
                <a:lnTo>
                  <a:pt x="733425" y="133350"/>
                </a:lnTo>
                <a:lnTo>
                  <a:pt x="752475" y="152400"/>
                </a:lnTo>
                <a:lnTo>
                  <a:pt x="771525" y="142875"/>
                </a:lnTo>
                <a:lnTo>
                  <a:pt x="809625" y="85725"/>
                </a:lnTo>
                <a:lnTo>
                  <a:pt x="819150" y="133350"/>
                </a:lnTo>
                <a:lnTo>
                  <a:pt x="847725" y="76200"/>
                </a:lnTo>
                <a:lnTo>
                  <a:pt x="923925" y="85725"/>
                </a:lnTo>
                <a:lnTo>
                  <a:pt x="914400" y="85725"/>
                </a:lnTo>
                <a:lnTo>
                  <a:pt x="962025" y="57150"/>
                </a:lnTo>
                <a:lnTo>
                  <a:pt x="962025" y="38100"/>
                </a:lnTo>
                <a:lnTo>
                  <a:pt x="1000125" y="47625"/>
                </a:lnTo>
                <a:lnTo>
                  <a:pt x="1019175" y="47625"/>
                </a:lnTo>
                <a:lnTo>
                  <a:pt x="1019175" y="19050"/>
                </a:lnTo>
                <a:lnTo>
                  <a:pt x="1095375" y="28575"/>
                </a:lnTo>
                <a:lnTo>
                  <a:pt x="1095375" y="0"/>
                </a:lnTo>
                <a:lnTo>
                  <a:pt x="1104900" y="19050"/>
                </a:lnTo>
                <a:lnTo>
                  <a:pt x="1152525" y="28575"/>
                </a:lnTo>
                <a:lnTo>
                  <a:pt x="1123950" y="66675"/>
                </a:lnTo>
                <a:lnTo>
                  <a:pt x="1162050" y="76200"/>
                </a:lnTo>
                <a:lnTo>
                  <a:pt x="1181100" y="76200"/>
                </a:lnTo>
                <a:lnTo>
                  <a:pt x="1209675" y="57150"/>
                </a:lnTo>
                <a:lnTo>
                  <a:pt x="1238250" y="57150"/>
                </a:lnTo>
                <a:lnTo>
                  <a:pt x="1219200" y="57150"/>
                </a:lnTo>
                <a:lnTo>
                  <a:pt x="1266825" y="76200"/>
                </a:lnTo>
                <a:lnTo>
                  <a:pt x="1276350" y="114300"/>
                </a:lnTo>
                <a:lnTo>
                  <a:pt x="1295400" y="114300"/>
                </a:lnTo>
                <a:lnTo>
                  <a:pt x="1323975" y="114300"/>
                </a:lnTo>
                <a:lnTo>
                  <a:pt x="1314450" y="133350"/>
                </a:lnTo>
                <a:lnTo>
                  <a:pt x="1343025" y="161925"/>
                </a:lnTo>
                <a:lnTo>
                  <a:pt x="1381125" y="152400"/>
                </a:lnTo>
                <a:lnTo>
                  <a:pt x="1400175" y="200025"/>
                </a:lnTo>
                <a:lnTo>
                  <a:pt x="1409700" y="209550"/>
                </a:lnTo>
                <a:lnTo>
                  <a:pt x="1419225" y="219075"/>
                </a:lnTo>
                <a:lnTo>
                  <a:pt x="1447800" y="238125"/>
                </a:lnTo>
                <a:lnTo>
                  <a:pt x="1438275" y="219075"/>
                </a:lnTo>
                <a:lnTo>
                  <a:pt x="1485900" y="257175"/>
                </a:lnTo>
                <a:lnTo>
                  <a:pt x="1476375" y="247650"/>
                </a:lnTo>
                <a:lnTo>
                  <a:pt x="1504950" y="295275"/>
                </a:lnTo>
                <a:lnTo>
                  <a:pt x="1514475" y="295275"/>
                </a:lnTo>
                <a:lnTo>
                  <a:pt x="1543050" y="295275"/>
                </a:lnTo>
                <a:lnTo>
                  <a:pt x="1562100" y="323850"/>
                </a:lnTo>
                <a:lnTo>
                  <a:pt x="1600200" y="333375"/>
                </a:lnTo>
                <a:lnTo>
                  <a:pt x="1590675" y="323850"/>
                </a:lnTo>
                <a:lnTo>
                  <a:pt x="1609725" y="352425"/>
                </a:lnTo>
                <a:lnTo>
                  <a:pt x="1638300" y="361950"/>
                </a:lnTo>
                <a:lnTo>
                  <a:pt x="1647825" y="342900"/>
                </a:lnTo>
                <a:lnTo>
                  <a:pt x="1676400" y="371475"/>
                </a:lnTo>
                <a:lnTo>
                  <a:pt x="1676400" y="390525"/>
                </a:lnTo>
                <a:lnTo>
                  <a:pt x="1695450" y="495300"/>
                </a:lnTo>
                <a:lnTo>
                  <a:pt x="1762125" y="619125"/>
                </a:lnTo>
                <a:lnTo>
                  <a:pt x="1685925" y="638175"/>
                </a:lnTo>
                <a:lnTo>
                  <a:pt x="1704975" y="561975"/>
                </a:lnTo>
                <a:lnTo>
                  <a:pt x="1752600" y="600075"/>
                </a:lnTo>
                <a:lnTo>
                  <a:pt x="1752600" y="628650"/>
                </a:lnTo>
                <a:lnTo>
                  <a:pt x="1733550" y="638175"/>
                </a:lnTo>
                <a:lnTo>
                  <a:pt x="1743075" y="647700"/>
                </a:lnTo>
                <a:lnTo>
                  <a:pt x="1762125" y="657225"/>
                </a:lnTo>
                <a:lnTo>
                  <a:pt x="1752600" y="828675"/>
                </a:lnTo>
                <a:lnTo>
                  <a:pt x="1771650" y="838200"/>
                </a:lnTo>
                <a:lnTo>
                  <a:pt x="1790700" y="762000"/>
                </a:lnTo>
                <a:lnTo>
                  <a:pt x="1800225" y="781050"/>
                </a:lnTo>
                <a:lnTo>
                  <a:pt x="1771650" y="800100"/>
                </a:lnTo>
                <a:lnTo>
                  <a:pt x="1752600" y="838200"/>
                </a:lnTo>
                <a:lnTo>
                  <a:pt x="1752600" y="914400"/>
                </a:lnTo>
                <a:lnTo>
                  <a:pt x="1781175" y="981075"/>
                </a:lnTo>
                <a:lnTo>
                  <a:pt x="1771650" y="1057275"/>
                </a:lnTo>
                <a:lnTo>
                  <a:pt x="1743075" y="1028700"/>
                </a:lnTo>
                <a:lnTo>
                  <a:pt x="1704975" y="1076325"/>
                </a:lnTo>
                <a:lnTo>
                  <a:pt x="1676400" y="1133475"/>
                </a:lnTo>
                <a:lnTo>
                  <a:pt x="1647825" y="1114425"/>
                </a:lnTo>
                <a:lnTo>
                  <a:pt x="1657350" y="1162050"/>
                </a:lnTo>
                <a:lnTo>
                  <a:pt x="1704975" y="1209675"/>
                </a:lnTo>
                <a:lnTo>
                  <a:pt x="1714500" y="1276350"/>
                </a:lnTo>
                <a:lnTo>
                  <a:pt x="1666875" y="1323975"/>
                </a:lnTo>
                <a:lnTo>
                  <a:pt x="1657350" y="1390650"/>
                </a:lnTo>
                <a:lnTo>
                  <a:pt x="1638300" y="1409700"/>
                </a:lnTo>
                <a:lnTo>
                  <a:pt x="1657350" y="1447800"/>
                </a:lnTo>
                <a:lnTo>
                  <a:pt x="1628775" y="1533525"/>
                </a:lnTo>
                <a:lnTo>
                  <a:pt x="1638300" y="1533525"/>
                </a:lnTo>
                <a:lnTo>
                  <a:pt x="1638300" y="1562100"/>
                </a:lnTo>
                <a:lnTo>
                  <a:pt x="1524000" y="1704975"/>
                </a:lnTo>
                <a:lnTo>
                  <a:pt x="1466850" y="1647825"/>
                </a:lnTo>
                <a:lnTo>
                  <a:pt x="1400175" y="1685925"/>
                </a:lnTo>
                <a:lnTo>
                  <a:pt x="1485900" y="1724025"/>
                </a:lnTo>
                <a:lnTo>
                  <a:pt x="1495425" y="1685925"/>
                </a:lnTo>
                <a:lnTo>
                  <a:pt x="1504950" y="1790700"/>
                </a:lnTo>
                <a:lnTo>
                  <a:pt x="1476375" y="1762125"/>
                </a:lnTo>
                <a:lnTo>
                  <a:pt x="1552575" y="1733550"/>
                </a:lnTo>
                <a:lnTo>
                  <a:pt x="1533525" y="1809750"/>
                </a:lnTo>
                <a:lnTo>
                  <a:pt x="1543050" y="1724025"/>
                </a:lnTo>
                <a:lnTo>
                  <a:pt x="1514475" y="1733550"/>
                </a:lnTo>
                <a:lnTo>
                  <a:pt x="1562100" y="1809750"/>
                </a:lnTo>
                <a:lnTo>
                  <a:pt x="1504950" y="1809750"/>
                </a:lnTo>
                <a:lnTo>
                  <a:pt x="1495425" y="1866900"/>
                </a:lnTo>
                <a:lnTo>
                  <a:pt x="1543050" y="1828800"/>
                </a:lnTo>
                <a:lnTo>
                  <a:pt x="1504950" y="1857375"/>
                </a:lnTo>
                <a:lnTo>
                  <a:pt x="1485900" y="1819275"/>
                </a:lnTo>
                <a:lnTo>
                  <a:pt x="1466850" y="1838325"/>
                </a:lnTo>
                <a:lnTo>
                  <a:pt x="1485900" y="1914525"/>
                </a:lnTo>
                <a:lnTo>
                  <a:pt x="1438275" y="1971675"/>
                </a:lnTo>
                <a:lnTo>
                  <a:pt x="1371600" y="2009775"/>
                </a:lnTo>
                <a:lnTo>
                  <a:pt x="1371600" y="2000250"/>
                </a:lnTo>
                <a:lnTo>
                  <a:pt x="1371600" y="1971675"/>
                </a:lnTo>
                <a:lnTo>
                  <a:pt x="1352550" y="1990725"/>
                </a:lnTo>
                <a:lnTo>
                  <a:pt x="1314450" y="2066925"/>
                </a:lnTo>
                <a:lnTo>
                  <a:pt x="1323975" y="2076450"/>
                </a:lnTo>
                <a:lnTo>
                  <a:pt x="1333500" y="2066925"/>
                </a:lnTo>
                <a:lnTo>
                  <a:pt x="1276350" y="2057400"/>
                </a:lnTo>
                <a:lnTo>
                  <a:pt x="1257300" y="2076450"/>
                </a:lnTo>
                <a:lnTo>
                  <a:pt x="1209675" y="2114550"/>
                </a:lnTo>
                <a:lnTo>
                  <a:pt x="1200150" y="2124075"/>
                </a:lnTo>
                <a:lnTo>
                  <a:pt x="1190625" y="2143125"/>
                </a:lnTo>
                <a:lnTo>
                  <a:pt x="1047750" y="2124075"/>
                </a:lnTo>
                <a:lnTo>
                  <a:pt x="942975" y="2114550"/>
                </a:lnTo>
                <a:lnTo>
                  <a:pt x="981075" y="2190750"/>
                </a:lnTo>
                <a:lnTo>
                  <a:pt x="1019175" y="2190750"/>
                </a:lnTo>
                <a:lnTo>
                  <a:pt x="962025" y="2181225"/>
                </a:lnTo>
                <a:lnTo>
                  <a:pt x="971550" y="2171700"/>
                </a:lnTo>
                <a:lnTo>
                  <a:pt x="1028700" y="2247900"/>
                </a:lnTo>
                <a:lnTo>
                  <a:pt x="981075" y="2305050"/>
                </a:lnTo>
                <a:lnTo>
                  <a:pt x="952500" y="2343150"/>
                </a:lnTo>
                <a:lnTo>
                  <a:pt x="866775" y="2343150"/>
                </a:lnTo>
                <a:lnTo>
                  <a:pt x="885825" y="2362200"/>
                </a:lnTo>
                <a:lnTo>
                  <a:pt x="914400" y="2352675"/>
                </a:lnTo>
                <a:lnTo>
                  <a:pt x="895350" y="2371725"/>
                </a:lnTo>
                <a:lnTo>
                  <a:pt x="866775" y="2371725"/>
                </a:lnTo>
                <a:lnTo>
                  <a:pt x="866775" y="2381250"/>
                </a:lnTo>
                <a:lnTo>
                  <a:pt x="895350" y="2381250"/>
                </a:lnTo>
                <a:lnTo>
                  <a:pt x="942975" y="2438400"/>
                </a:lnTo>
                <a:lnTo>
                  <a:pt x="933450" y="2343150"/>
                </a:lnTo>
                <a:lnTo>
                  <a:pt x="904875" y="2438400"/>
                </a:lnTo>
                <a:lnTo>
                  <a:pt x="904875" y="2505075"/>
                </a:lnTo>
                <a:lnTo>
                  <a:pt x="857250" y="2590800"/>
                </a:lnTo>
                <a:lnTo>
                  <a:pt x="885825" y="2590800"/>
                </a:lnTo>
                <a:lnTo>
                  <a:pt x="866775" y="2600325"/>
                </a:lnTo>
                <a:lnTo>
                  <a:pt x="876300" y="2609850"/>
                </a:lnTo>
                <a:lnTo>
                  <a:pt x="800100" y="2667000"/>
                </a:lnTo>
                <a:lnTo>
                  <a:pt x="809625" y="2638425"/>
                </a:lnTo>
                <a:lnTo>
                  <a:pt x="781050" y="2647950"/>
                </a:lnTo>
                <a:lnTo>
                  <a:pt x="800100" y="2647950"/>
                </a:lnTo>
                <a:lnTo>
                  <a:pt x="771525" y="2695575"/>
                </a:lnTo>
                <a:lnTo>
                  <a:pt x="781050" y="2724150"/>
                </a:lnTo>
                <a:lnTo>
                  <a:pt x="771525" y="2714625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2144375" y="3286125"/>
            <a:ext cx="1209675" cy="1752600"/>
          </a:xfrm>
          <a:custGeom>
            <a:avLst/>
            <a:gdLst/>
            <a:ahLst/>
            <a:cxnLst/>
            <a:rect l="l" t="t" r="r" b="b"/>
            <a:pathLst>
              <a:path w="1209675" h="1752600">
                <a:moveTo>
                  <a:pt x="476250" y="1743075"/>
                </a:moveTo>
                <a:lnTo>
                  <a:pt x="476250" y="1733550"/>
                </a:lnTo>
                <a:lnTo>
                  <a:pt x="390525" y="1724025"/>
                </a:lnTo>
                <a:lnTo>
                  <a:pt x="419100" y="1704975"/>
                </a:lnTo>
                <a:lnTo>
                  <a:pt x="457200" y="1704975"/>
                </a:lnTo>
                <a:lnTo>
                  <a:pt x="419100" y="1676400"/>
                </a:lnTo>
                <a:lnTo>
                  <a:pt x="409575" y="1666875"/>
                </a:lnTo>
                <a:lnTo>
                  <a:pt x="409575" y="1666875"/>
                </a:lnTo>
                <a:lnTo>
                  <a:pt x="361950" y="1619250"/>
                </a:lnTo>
                <a:lnTo>
                  <a:pt x="361950" y="1619250"/>
                </a:lnTo>
                <a:lnTo>
                  <a:pt x="361950" y="1628775"/>
                </a:lnTo>
                <a:lnTo>
                  <a:pt x="361950" y="1609725"/>
                </a:lnTo>
                <a:lnTo>
                  <a:pt x="352425" y="1600200"/>
                </a:lnTo>
                <a:lnTo>
                  <a:pt x="304800" y="1571625"/>
                </a:lnTo>
                <a:lnTo>
                  <a:pt x="257175" y="1543050"/>
                </a:lnTo>
                <a:lnTo>
                  <a:pt x="209550" y="1543050"/>
                </a:lnTo>
                <a:lnTo>
                  <a:pt x="247650" y="1485900"/>
                </a:lnTo>
                <a:lnTo>
                  <a:pt x="209550" y="1457325"/>
                </a:lnTo>
                <a:lnTo>
                  <a:pt x="247650" y="1466850"/>
                </a:lnTo>
                <a:lnTo>
                  <a:pt x="200025" y="1419225"/>
                </a:lnTo>
                <a:lnTo>
                  <a:pt x="161925" y="1409700"/>
                </a:lnTo>
                <a:lnTo>
                  <a:pt x="133350" y="1390650"/>
                </a:lnTo>
                <a:lnTo>
                  <a:pt x="123825" y="1390650"/>
                </a:lnTo>
                <a:lnTo>
                  <a:pt x="123825" y="1362075"/>
                </a:lnTo>
                <a:lnTo>
                  <a:pt x="104775" y="1352550"/>
                </a:lnTo>
                <a:lnTo>
                  <a:pt x="114300" y="1371600"/>
                </a:lnTo>
                <a:lnTo>
                  <a:pt x="95250" y="1343025"/>
                </a:lnTo>
                <a:lnTo>
                  <a:pt x="85725" y="1323975"/>
                </a:lnTo>
                <a:lnTo>
                  <a:pt x="85725" y="1295400"/>
                </a:lnTo>
                <a:lnTo>
                  <a:pt x="66675" y="1304925"/>
                </a:lnTo>
                <a:lnTo>
                  <a:pt x="38100" y="1266825"/>
                </a:lnTo>
                <a:lnTo>
                  <a:pt x="19050" y="1257300"/>
                </a:lnTo>
                <a:lnTo>
                  <a:pt x="0" y="1247775"/>
                </a:lnTo>
                <a:lnTo>
                  <a:pt x="9525" y="1209675"/>
                </a:lnTo>
                <a:lnTo>
                  <a:pt x="28575" y="1219200"/>
                </a:lnTo>
                <a:lnTo>
                  <a:pt x="28575" y="1209675"/>
                </a:lnTo>
                <a:lnTo>
                  <a:pt x="38100" y="1162050"/>
                </a:lnTo>
                <a:lnTo>
                  <a:pt x="28575" y="1143000"/>
                </a:lnTo>
                <a:lnTo>
                  <a:pt x="66675" y="1123950"/>
                </a:lnTo>
                <a:lnTo>
                  <a:pt x="38100" y="1123950"/>
                </a:lnTo>
                <a:lnTo>
                  <a:pt x="38100" y="1095375"/>
                </a:lnTo>
                <a:lnTo>
                  <a:pt x="47625" y="1104900"/>
                </a:lnTo>
                <a:lnTo>
                  <a:pt x="57150" y="1066800"/>
                </a:lnTo>
                <a:lnTo>
                  <a:pt x="66675" y="1066800"/>
                </a:lnTo>
                <a:lnTo>
                  <a:pt x="38100" y="1028700"/>
                </a:lnTo>
                <a:lnTo>
                  <a:pt x="47625" y="1009650"/>
                </a:lnTo>
                <a:lnTo>
                  <a:pt x="47625" y="1009650"/>
                </a:lnTo>
                <a:lnTo>
                  <a:pt x="57150" y="962025"/>
                </a:lnTo>
                <a:lnTo>
                  <a:pt x="76200" y="971550"/>
                </a:lnTo>
                <a:lnTo>
                  <a:pt x="57150" y="942975"/>
                </a:lnTo>
                <a:lnTo>
                  <a:pt x="66675" y="914400"/>
                </a:lnTo>
                <a:lnTo>
                  <a:pt x="66675" y="933450"/>
                </a:lnTo>
                <a:lnTo>
                  <a:pt x="57150" y="895350"/>
                </a:lnTo>
                <a:lnTo>
                  <a:pt x="57150" y="876300"/>
                </a:lnTo>
                <a:lnTo>
                  <a:pt x="66675" y="857250"/>
                </a:lnTo>
                <a:lnTo>
                  <a:pt x="76200" y="847725"/>
                </a:lnTo>
                <a:lnTo>
                  <a:pt x="76200" y="819150"/>
                </a:lnTo>
                <a:lnTo>
                  <a:pt x="95250" y="819150"/>
                </a:lnTo>
                <a:lnTo>
                  <a:pt x="76200" y="790575"/>
                </a:lnTo>
                <a:lnTo>
                  <a:pt x="66675" y="790575"/>
                </a:lnTo>
                <a:lnTo>
                  <a:pt x="66675" y="771525"/>
                </a:lnTo>
                <a:lnTo>
                  <a:pt x="104775" y="733425"/>
                </a:lnTo>
                <a:lnTo>
                  <a:pt x="95250" y="714375"/>
                </a:lnTo>
                <a:lnTo>
                  <a:pt x="104775" y="714375"/>
                </a:lnTo>
                <a:lnTo>
                  <a:pt x="95250" y="695325"/>
                </a:lnTo>
                <a:lnTo>
                  <a:pt x="76200" y="704850"/>
                </a:lnTo>
                <a:lnTo>
                  <a:pt x="76200" y="600075"/>
                </a:lnTo>
                <a:lnTo>
                  <a:pt x="123825" y="600075"/>
                </a:lnTo>
                <a:lnTo>
                  <a:pt x="171450" y="695325"/>
                </a:lnTo>
                <a:lnTo>
                  <a:pt x="180975" y="685800"/>
                </a:lnTo>
                <a:lnTo>
                  <a:pt x="171450" y="619125"/>
                </a:lnTo>
                <a:lnTo>
                  <a:pt x="200025" y="619125"/>
                </a:lnTo>
                <a:lnTo>
                  <a:pt x="161925" y="571500"/>
                </a:lnTo>
                <a:lnTo>
                  <a:pt x="180975" y="523875"/>
                </a:lnTo>
                <a:lnTo>
                  <a:pt x="200025" y="504825"/>
                </a:lnTo>
                <a:lnTo>
                  <a:pt x="200025" y="504825"/>
                </a:lnTo>
                <a:lnTo>
                  <a:pt x="200025" y="504825"/>
                </a:lnTo>
                <a:lnTo>
                  <a:pt x="180975" y="466725"/>
                </a:lnTo>
                <a:lnTo>
                  <a:pt x="209550" y="457200"/>
                </a:lnTo>
                <a:lnTo>
                  <a:pt x="180975" y="457200"/>
                </a:lnTo>
                <a:lnTo>
                  <a:pt x="180975" y="428625"/>
                </a:lnTo>
                <a:lnTo>
                  <a:pt x="161925" y="419100"/>
                </a:lnTo>
                <a:lnTo>
                  <a:pt x="180975" y="371475"/>
                </a:lnTo>
                <a:lnTo>
                  <a:pt x="180975" y="342900"/>
                </a:lnTo>
                <a:lnTo>
                  <a:pt x="200025" y="371475"/>
                </a:lnTo>
                <a:lnTo>
                  <a:pt x="190500" y="323850"/>
                </a:lnTo>
                <a:lnTo>
                  <a:pt x="190500" y="323850"/>
                </a:lnTo>
                <a:lnTo>
                  <a:pt x="200025" y="342900"/>
                </a:lnTo>
                <a:lnTo>
                  <a:pt x="228600" y="304800"/>
                </a:lnTo>
                <a:lnTo>
                  <a:pt x="209550" y="276225"/>
                </a:lnTo>
                <a:lnTo>
                  <a:pt x="219075" y="266700"/>
                </a:lnTo>
                <a:lnTo>
                  <a:pt x="209550" y="219075"/>
                </a:lnTo>
                <a:lnTo>
                  <a:pt x="209550" y="200025"/>
                </a:lnTo>
                <a:lnTo>
                  <a:pt x="209550" y="200025"/>
                </a:lnTo>
                <a:lnTo>
                  <a:pt x="219075" y="190500"/>
                </a:lnTo>
                <a:lnTo>
                  <a:pt x="190500" y="161925"/>
                </a:lnTo>
                <a:lnTo>
                  <a:pt x="219075" y="142875"/>
                </a:lnTo>
                <a:lnTo>
                  <a:pt x="276225" y="104775"/>
                </a:lnTo>
                <a:lnTo>
                  <a:pt x="238125" y="85725"/>
                </a:lnTo>
                <a:lnTo>
                  <a:pt x="276225" y="66675"/>
                </a:lnTo>
                <a:lnTo>
                  <a:pt x="276225" y="66675"/>
                </a:lnTo>
                <a:lnTo>
                  <a:pt x="285750" y="142875"/>
                </a:lnTo>
                <a:lnTo>
                  <a:pt x="342900" y="123825"/>
                </a:lnTo>
                <a:lnTo>
                  <a:pt x="323850" y="104775"/>
                </a:lnTo>
                <a:lnTo>
                  <a:pt x="361950" y="85725"/>
                </a:lnTo>
                <a:lnTo>
                  <a:pt x="381000" y="114300"/>
                </a:lnTo>
                <a:lnTo>
                  <a:pt x="400050" y="114300"/>
                </a:lnTo>
                <a:lnTo>
                  <a:pt x="390525" y="95250"/>
                </a:lnTo>
                <a:lnTo>
                  <a:pt x="428625" y="114300"/>
                </a:lnTo>
                <a:lnTo>
                  <a:pt x="419100" y="133350"/>
                </a:lnTo>
                <a:lnTo>
                  <a:pt x="400050" y="114300"/>
                </a:lnTo>
                <a:lnTo>
                  <a:pt x="428625" y="114300"/>
                </a:lnTo>
                <a:lnTo>
                  <a:pt x="457200" y="76200"/>
                </a:lnTo>
                <a:lnTo>
                  <a:pt x="447675" y="47625"/>
                </a:lnTo>
                <a:lnTo>
                  <a:pt x="495300" y="19050"/>
                </a:lnTo>
                <a:lnTo>
                  <a:pt x="514350" y="19050"/>
                </a:lnTo>
                <a:lnTo>
                  <a:pt x="523875" y="57150"/>
                </a:lnTo>
                <a:lnTo>
                  <a:pt x="523875" y="38100"/>
                </a:lnTo>
                <a:lnTo>
                  <a:pt x="533400" y="47625"/>
                </a:lnTo>
                <a:lnTo>
                  <a:pt x="552450" y="19050"/>
                </a:lnTo>
                <a:lnTo>
                  <a:pt x="600075" y="19050"/>
                </a:lnTo>
                <a:lnTo>
                  <a:pt x="590550" y="38100"/>
                </a:lnTo>
                <a:lnTo>
                  <a:pt x="619125" y="28575"/>
                </a:lnTo>
                <a:lnTo>
                  <a:pt x="600075" y="28575"/>
                </a:lnTo>
                <a:lnTo>
                  <a:pt x="638175" y="38100"/>
                </a:lnTo>
                <a:lnTo>
                  <a:pt x="657225" y="19050"/>
                </a:lnTo>
                <a:lnTo>
                  <a:pt x="666750" y="19050"/>
                </a:lnTo>
                <a:lnTo>
                  <a:pt x="704850" y="9525"/>
                </a:lnTo>
                <a:lnTo>
                  <a:pt x="714375" y="0"/>
                </a:lnTo>
                <a:lnTo>
                  <a:pt x="723900" y="19050"/>
                </a:lnTo>
                <a:lnTo>
                  <a:pt x="723900" y="19050"/>
                </a:lnTo>
                <a:lnTo>
                  <a:pt x="723900" y="28575"/>
                </a:lnTo>
                <a:lnTo>
                  <a:pt x="762000" y="28575"/>
                </a:lnTo>
                <a:lnTo>
                  <a:pt x="790575" y="38100"/>
                </a:lnTo>
                <a:lnTo>
                  <a:pt x="781050" y="28575"/>
                </a:lnTo>
                <a:lnTo>
                  <a:pt x="790575" y="47625"/>
                </a:lnTo>
                <a:lnTo>
                  <a:pt x="800100" y="47625"/>
                </a:lnTo>
                <a:lnTo>
                  <a:pt x="819150" y="66675"/>
                </a:lnTo>
                <a:lnTo>
                  <a:pt x="828675" y="76200"/>
                </a:lnTo>
                <a:lnTo>
                  <a:pt x="857250" y="57150"/>
                </a:lnTo>
                <a:lnTo>
                  <a:pt x="857250" y="76200"/>
                </a:lnTo>
                <a:lnTo>
                  <a:pt x="876300" y="76200"/>
                </a:lnTo>
                <a:lnTo>
                  <a:pt x="885825" y="104775"/>
                </a:lnTo>
                <a:lnTo>
                  <a:pt x="866775" y="114300"/>
                </a:lnTo>
                <a:lnTo>
                  <a:pt x="895350" y="133350"/>
                </a:lnTo>
                <a:lnTo>
                  <a:pt x="914400" y="123825"/>
                </a:lnTo>
                <a:lnTo>
                  <a:pt x="923925" y="133350"/>
                </a:lnTo>
                <a:lnTo>
                  <a:pt x="923925" y="123825"/>
                </a:lnTo>
                <a:lnTo>
                  <a:pt x="952500" y="152400"/>
                </a:lnTo>
                <a:lnTo>
                  <a:pt x="971550" y="161925"/>
                </a:lnTo>
                <a:lnTo>
                  <a:pt x="962025" y="180975"/>
                </a:lnTo>
                <a:lnTo>
                  <a:pt x="1000125" y="190500"/>
                </a:lnTo>
                <a:lnTo>
                  <a:pt x="1000125" y="200025"/>
                </a:lnTo>
                <a:lnTo>
                  <a:pt x="1009650" y="200025"/>
                </a:lnTo>
                <a:lnTo>
                  <a:pt x="1019175" y="209550"/>
                </a:lnTo>
                <a:lnTo>
                  <a:pt x="1009650" y="219075"/>
                </a:lnTo>
                <a:lnTo>
                  <a:pt x="1019175" y="209550"/>
                </a:lnTo>
                <a:lnTo>
                  <a:pt x="1038225" y="209550"/>
                </a:lnTo>
                <a:lnTo>
                  <a:pt x="1066800" y="228600"/>
                </a:lnTo>
                <a:lnTo>
                  <a:pt x="1057275" y="238125"/>
                </a:lnTo>
                <a:lnTo>
                  <a:pt x="1076325" y="247650"/>
                </a:lnTo>
                <a:lnTo>
                  <a:pt x="1085850" y="219075"/>
                </a:lnTo>
                <a:lnTo>
                  <a:pt x="1114425" y="266700"/>
                </a:lnTo>
                <a:lnTo>
                  <a:pt x="1085850" y="276225"/>
                </a:lnTo>
                <a:lnTo>
                  <a:pt x="1095375" y="361950"/>
                </a:lnTo>
                <a:lnTo>
                  <a:pt x="1123950" y="361950"/>
                </a:lnTo>
                <a:lnTo>
                  <a:pt x="1104900" y="342900"/>
                </a:lnTo>
                <a:lnTo>
                  <a:pt x="1143000" y="381000"/>
                </a:lnTo>
                <a:lnTo>
                  <a:pt x="1114425" y="419100"/>
                </a:lnTo>
                <a:lnTo>
                  <a:pt x="1209675" y="381000"/>
                </a:lnTo>
                <a:lnTo>
                  <a:pt x="1209675" y="457200"/>
                </a:lnTo>
                <a:lnTo>
                  <a:pt x="1143000" y="447675"/>
                </a:lnTo>
                <a:lnTo>
                  <a:pt x="1123950" y="495300"/>
                </a:lnTo>
                <a:lnTo>
                  <a:pt x="1133475" y="495300"/>
                </a:lnTo>
                <a:lnTo>
                  <a:pt x="1123950" y="514350"/>
                </a:lnTo>
                <a:lnTo>
                  <a:pt x="1133475" y="552450"/>
                </a:lnTo>
                <a:lnTo>
                  <a:pt x="1133475" y="571500"/>
                </a:lnTo>
                <a:lnTo>
                  <a:pt x="1123950" y="647700"/>
                </a:lnTo>
                <a:lnTo>
                  <a:pt x="1152525" y="647700"/>
                </a:lnTo>
                <a:lnTo>
                  <a:pt x="1114425" y="657225"/>
                </a:lnTo>
                <a:lnTo>
                  <a:pt x="1085850" y="704850"/>
                </a:lnTo>
                <a:lnTo>
                  <a:pt x="1104900" y="723900"/>
                </a:lnTo>
                <a:lnTo>
                  <a:pt x="1076325" y="752475"/>
                </a:lnTo>
                <a:lnTo>
                  <a:pt x="1095375" y="762000"/>
                </a:lnTo>
                <a:lnTo>
                  <a:pt x="1076325" y="762000"/>
                </a:lnTo>
                <a:lnTo>
                  <a:pt x="1123950" y="809625"/>
                </a:lnTo>
                <a:lnTo>
                  <a:pt x="1085850" y="847725"/>
                </a:lnTo>
                <a:lnTo>
                  <a:pt x="1095375" y="876300"/>
                </a:lnTo>
                <a:lnTo>
                  <a:pt x="1057275" y="885825"/>
                </a:lnTo>
                <a:lnTo>
                  <a:pt x="1066800" y="904875"/>
                </a:lnTo>
                <a:lnTo>
                  <a:pt x="1057275" y="952500"/>
                </a:lnTo>
                <a:lnTo>
                  <a:pt x="1047750" y="962025"/>
                </a:lnTo>
                <a:lnTo>
                  <a:pt x="1019175" y="1009650"/>
                </a:lnTo>
                <a:lnTo>
                  <a:pt x="1076325" y="1038225"/>
                </a:lnTo>
                <a:lnTo>
                  <a:pt x="952500" y="1019175"/>
                </a:lnTo>
                <a:lnTo>
                  <a:pt x="952500" y="1114425"/>
                </a:lnTo>
                <a:lnTo>
                  <a:pt x="942975" y="1104900"/>
                </a:lnTo>
                <a:lnTo>
                  <a:pt x="933450" y="1162050"/>
                </a:lnTo>
                <a:lnTo>
                  <a:pt x="990600" y="1047750"/>
                </a:lnTo>
                <a:lnTo>
                  <a:pt x="990600" y="1057275"/>
                </a:lnTo>
                <a:lnTo>
                  <a:pt x="981075" y="1076325"/>
                </a:lnTo>
                <a:lnTo>
                  <a:pt x="990600" y="1143000"/>
                </a:lnTo>
                <a:lnTo>
                  <a:pt x="1000125" y="1152525"/>
                </a:lnTo>
                <a:lnTo>
                  <a:pt x="1000125" y="1181100"/>
                </a:lnTo>
                <a:lnTo>
                  <a:pt x="1000125" y="1152525"/>
                </a:lnTo>
                <a:lnTo>
                  <a:pt x="1009650" y="1162050"/>
                </a:lnTo>
                <a:lnTo>
                  <a:pt x="1009650" y="1162050"/>
                </a:lnTo>
                <a:lnTo>
                  <a:pt x="962025" y="1171575"/>
                </a:lnTo>
                <a:lnTo>
                  <a:pt x="990600" y="1171575"/>
                </a:lnTo>
                <a:lnTo>
                  <a:pt x="952500" y="1219200"/>
                </a:lnTo>
                <a:lnTo>
                  <a:pt x="990600" y="1228725"/>
                </a:lnTo>
                <a:lnTo>
                  <a:pt x="914400" y="1228725"/>
                </a:lnTo>
                <a:lnTo>
                  <a:pt x="923925" y="1247775"/>
                </a:lnTo>
                <a:lnTo>
                  <a:pt x="933450" y="1238250"/>
                </a:lnTo>
                <a:lnTo>
                  <a:pt x="914400" y="1266825"/>
                </a:lnTo>
                <a:lnTo>
                  <a:pt x="885825" y="1238250"/>
                </a:lnTo>
                <a:lnTo>
                  <a:pt x="866775" y="1276350"/>
                </a:lnTo>
                <a:lnTo>
                  <a:pt x="876300" y="1266825"/>
                </a:lnTo>
                <a:lnTo>
                  <a:pt x="876300" y="1247775"/>
                </a:lnTo>
                <a:lnTo>
                  <a:pt x="857250" y="1295400"/>
                </a:lnTo>
                <a:lnTo>
                  <a:pt x="819150" y="1314450"/>
                </a:lnTo>
                <a:lnTo>
                  <a:pt x="781050" y="1323975"/>
                </a:lnTo>
                <a:lnTo>
                  <a:pt x="809625" y="1343025"/>
                </a:lnTo>
                <a:lnTo>
                  <a:pt x="809625" y="1333500"/>
                </a:lnTo>
                <a:lnTo>
                  <a:pt x="762000" y="1352550"/>
                </a:lnTo>
                <a:lnTo>
                  <a:pt x="742950" y="1285875"/>
                </a:lnTo>
                <a:lnTo>
                  <a:pt x="714375" y="1352550"/>
                </a:lnTo>
                <a:lnTo>
                  <a:pt x="714375" y="1409700"/>
                </a:lnTo>
                <a:lnTo>
                  <a:pt x="657225" y="1390650"/>
                </a:lnTo>
                <a:lnTo>
                  <a:pt x="666750" y="1428750"/>
                </a:lnTo>
                <a:lnTo>
                  <a:pt x="666750" y="1428750"/>
                </a:lnTo>
                <a:lnTo>
                  <a:pt x="628650" y="1485900"/>
                </a:lnTo>
                <a:lnTo>
                  <a:pt x="609600" y="1466850"/>
                </a:lnTo>
                <a:lnTo>
                  <a:pt x="628650" y="1457325"/>
                </a:lnTo>
                <a:lnTo>
                  <a:pt x="609600" y="1457325"/>
                </a:lnTo>
                <a:lnTo>
                  <a:pt x="571500" y="1438275"/>
                </a:lnTo>
                <a:lnTo>
                  <a:pt x="600075" y="1476375"/>
                </a:lnTo>
                <a:lnTo>
                  <a:pt x="590550" y="1504950"/>
                </a:lnTo>
                <a:lnTo>
                  <a:pt x="581025" y="1495425"/>
                </a:lnTo>
                <a:lnTo>
                  <a:pt x="552450" y="1524000"/>
                </a:lnTo>
                <a:lnTo>
                  <a:pt x="590550" y="1533525"/>
                </a:lnTo>
                <a:lnTo>
                  <a:pt x="600075" y="1504950"/>
                </a:lnTo>
                <a:lnTo>
                  <a:pt x="590550" y="1514475"/>
                </a:lnTo>
                <a:lnTo>
                  <a:pt x="571500" y="1543050"/>
                </a:lnTo>
                <a:lnTo>
                  <a:pt x="571500" y="1590675"/>
                </a:lnTo>
                <a:lnTo>
                  <a:pt x="590550" y="1609725"/>
                </a:lnTo>
                <a:lnTo>
                  <a:pt x="581025" y="1647825"/>
                </a:lnTo>
                <a:lnTo>
                  <a:pt x="561975" y="1628775"/>
                </a:lnTo>
                <a:lnTo>
                  <a:pt x="552450" y="1657350"/>
                </a:lnTo>
                <a:lnTo>
                  <a:pt x="609600" y="1647825"/>
                </a:lnTo>
                <a:lnTo>
                  <a:pt x="581025" y="1676400"/>
                </a:lnTo>
                <a:lnTo>
                  <a:pt x="542925" y="1657350"/>
                </a:lnTo>
                <a:lnTo>
                  <a:pt x="523875" y="1704975"/>
                </a:lnTo>
                <a:lnTo>
                  <a:pt x="495300" y="1695450"/>
                </a:lnTo>
                <a:lnTo>
                  <a:pt x="485775" y="1714500"/>
                </a:lnTo>
                <a:lnTo>
                  <a:pt x="495300" y="1752600"/>
                </a:lnTo>
                <a:close/>
              </a:path>
            </a:pathLst>
          </a:custGeom>
          <a:solidFill>
            <a:srgbClr val="F7B733">
              <a:alpha val="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972800" y="3190875"/>
            <a:ext cx="180975" cy="161925"/>
          </a:xfrm>
          <a:custGeom>
            <a:avLst/>
            <a:gdLst/>
            <a:ahLst/>
            <a:cxnLst/>
            <a:rect l="l" t="t" r="r" b="b"/>
            <a:pathLst>
              <a:path w="180975" h="161925">
                <a:moveTo>
                  <a:pt x="180975" y="66675"/>
                </a:moveTo>
                <a:lnTo>
                  <a:pt x="142875" y="104775"/>
                </a:lnTo>
                <a:lnTo>
                  <a:pt x="104775" y="161925"/>
                </a:lnTo>
                <a:lnTo>
                  <a:pt x="57150" y="133350"/>
                </a:lnTo>
                <a:lnTo>
                  <a:pt x="9525" y="104775"/>
                </a:lnTo>
                <a:lnTo>
                  <a:pt x="9525" y="76200"/>
                </a:lnTo>
                <a:lnTo>
                  <a:pt x="0" y="19050"/>
                </a:lnTo>
                <a:lnTo>
                  <a:pt x="57150" y="9525"/>
                </a:lnTo>
                <a:lnTo>
                  <a:pt x="104775" y="0"/>
                </a:lnTo>
                <a:lnTo>
                  <a:pt x="142875" y="285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2439650" y="1552575"/>
            <a:ext cx="142875" cy="104775"/>
          </a:xfrm>
          <a:custGeom>
            <a:avLst/>
            <a:gdLst/>
            <a:ahLst/>
            <a:cxnLst/>
            <a:rect l="l" t="t" r="r" b="b"/>
            <a:pathLst>
              <a:path w="142875" h="104775">
                <a:moveTo>
                  <a:pt x="142875" y="57150"/>
                </a:moveTo>
                <a:lnTo>
                  <a:pt x="104775" y="76200"/>
                </a:lnTo>
                <a:lnTo>
                  <a:pt x="76200" y="104775"/>
                </a:lnTo>
                <a:lnTo>
                  <a:pt x="47625" y="95250"/>
                </a:lnTo>
                <a:lnTo>
                  <a:pt x="9525" y="104775"/>
                </a:lnTo>
                <a:lnTo>
                  <a:pt x="0" y="66675"/>
                </a:lnTo>
                <a:lnTo>
                  <a:pt x="9525" y="19050"/>
                </a:lnTo>
                <a:lnTo>
                  <a:pt x="38100" y="0"/>
                </a:lnTo>
                <a:lnTo>
                  <a:pt x="85725" y="0"/>
                </a:lnTo>
                <a:lnTo>
                  <a:pt x="104775" y="38100"/>
                </a:lnTo>
                <a:close/>
              </a:path>
            </a:pathLst>
          </a:custGeom>
          <a:solidFill>
            <a:srgbClr val="E86A5E">
              <a:alpha val="7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1220450" y="4676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14300"/>
                </a:moveTo>
                <a:lnTo>
                  <a:pt x="152400" y="190500"/>
                </a:lnTo>
                <a:lnTo>
                  <a:pt x="114300" y="228600"/>
                </a:lnTo>
                <a:lnTo>
                  <a:pt x="76200" y="200025"/>
                </a:lnTo>
                <a:lnTo>
                  <a:pt x="0" y="161925"/>
                </a:lnTo>
                <a:lnTo>
                  <a:pt x="9525" y="95250"/>
                </a:lnTo>
                <a:lnTo>
                  <a:pt x="9525" y="38100"/>
                </a:lnTo>
                <a:lnTo>
                  <a:pt x="66675" y="0"/>
                </a:lnTo>
                <a:lnTo>
                  <a:pt x="104775" y="9525"/>
                </a:lnTo>
                <a:lnTo>
                  <a:pt x="161925" y="76200"/>
                </a:lnTo>
                <a:close/>
              </a:path>
            </a:pathLst>
          </a:custGeom>
          <a:solidFill>
            <a:srgbClr val="E86A5E">
              <a:alpha val="7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2477750" y="1876425"/>
            <a:ext cx="133350" cy="142875"/>
          </a:xfrm>
          <a:custGeom>
            <a:avLst/>
            <a:gdLst/>
            <a:ahLst/>
            <a:cxnLst/>
            <a:rect l="l" t="t" r="r" b="b"/>
            <a:pathLst>
              <a:path w="133350" h="142875">
                <a:moveTo>
                  <a:pt x="133350" y="66675"/>
                </a:moveTo>
                <a:lnTo>
                  <a:pt x="104775" y="114300"/>
                </a:lnTo>
                <a:lnTo>
                  <a:pt x="85725" y="142875"/>
                </a:lnTo>
                <a:lnTo>
                  <a:pt x="47625" y="123825"/>
                </a:lnTo>
                <a:lnTo>
                  <a:pt x="0" y="114300"/>
                </a:lnTo>
                <a:lnTo>
                  <a:pt x="9525" y="57150"/>
                </a:lnTo>
                <a:lnTo>
                  <a:pt x="9525" y="9525"/>
                </a:lnTo>
                <a:lnTo>
                  <a:pt x="57150" y="9525"/>
                </a:lnTo>
                <a:lnTo>
                  <a:pt x="76200" y="0"/>
                </a:lnTo>
                <a:lnTo>
                  <a:pt x="104775" y="38100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1163300" y="4648200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114300"/>
                </a:moveTo>
                <a:lnTo>
                  <a:pt x="200025" y="171450"/>
                </a:lnTo>
                <a:lnTo>
                  <a:pt x="123825" y="247650"/>
                </a:lnTo>
                <a:lnTo>
                  <a:pt x="57150" y="219075"/>
                </a:lnTo>
                <a:lnTo>
                  <a:pt x="19050" y="190500"/>
                </a:lnTo>
                <a:lnTo>
                  <a:pt x="0" y="95250"/>
                </a:lnTo>
                <a:lnTo>
                  <a:pt x="0" y="47625"/>
                </a:lnTo>
                <a:lnTo>
                  <a:pt x="57150" y="47625"/>
                </a:lnTo>
                <a:lnTo>
                  <a:pt x="123825" y="0"/>
                </a:lnTo>
                <a:lnTo>
                  <a:pt x="161925" y="47625"/>
                </a:lnTo>
                <a:close/>
              </a:path>
            </a:pathLst>
          </a:custGeom>
          <a:solidFill>
            <a:srgbClr val="E86A5E">
              <a:alpha val="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1658600" y="2247900"/>
            <a:ext cx="304800" cy="238125"/>
          </a:xfrm>
          <a:custGeom>
            <a:avLst/>
            <a:gdLst/>
            <a:ahLst/>
            <a:cxnLst/>
            <a:rect l="l" t="t" r="r" b="b"/>
            <a:pathLst>
              <a:path w="304800" h="238125">
                <a:moveTo>
                  <a:pt x="304800" y="114300"/>
                </a:moveTo>
                <a:lnTo>
                  <a:pt x="228600" y="190500"/>
                </a:lnTo>
                <a:lnTo>
                  <a:pt x="180975" y="238125"/>
                </a:lnTo>
                <a:lnTo>
                  <a:pt x="95250" y="219075"/>
                </a:lnTo>
                <a:lnTo>
                  <a:pt x="0" y="219075"/>
                </a:lnTo>
                <a:lnTo>
                  <a:pt x="57150" y="133350"/>
                </a:lnTo>
                <a:lnTo>
                  <a:pt x="57150" y="28575"/>
                </a:lnTo>
                <a:lnTo>
                  <a:pt x="142875" y="9525"/>
                </a:lnTo>
                <a:lnTo>
                  <a:pt x="209550" y="0"/>
                </a:lnTo>
                <a:lnTo>
                  <a:pt x="257175" y="4762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1133773" y="1807845"/>
            <a:ext cx="3515677" cy="3947160"/>
          </a:xfrm>
          <a:custGeom>
            <a:avLst/>
            <a:gdLst/>
            <a:ahLst/>
            <a:cxnLst/>
            <a:rect l="l" t="t" r="r" b="b"/>
            <a:pathLst>
              <a:path w="3515677" h="3947160">
                <a:moveTo>
                  <a:pt x="972502" y="703897"/>
                </a:moveTo>
                <a:lnTo>
                  <a:pt x="994410" y="725805"/>
                </a:lnTo>
                <a:lnTo>
                  <a:pt x="972502" y="747713"/>
                </a:lnTo>
                <a:lnTo>
                  <a:pt x="950595" y="725805"/>
                </a:lnTo>
                <a:close/>
                <a:moveTo>
                  <a:pt x="562927" y="2217420"/>
                </a:moveTo>
                <a:lnTo>
                  <a:pt x="576263" y="2230755"/>
                </a:lnTo>
                <a:lnTo>
                  <a:pt x="562927" y="2244090"/>
                </a:lnTo>
                <a:lnTo>
                  <a:pt x="549592" y="2230755"/>
                </a:lnTo>
                <a:close/>
                <a:moveTo>
                  <a:pt x="2782252" y="3311842"/>
                </a:moveTo>
                <a:lnTo>
                  <a:pt x="2796540" y="3326130"/>
                </a:lnTo>
                <a:lnTo>
                  <a:pt x="2782252" y="3340417"/>
                </a:lnTo>
                <a:lnTo>
                  <a:pt x="2767965" y="3326130"/>
                </a:lnTo>
                <a:close/>
                <a:moveTo>
                  <a:pt x="220027" y="2492693"/>
                </a:moveTo>
                <a:lnTo>
                  <a:pt x="234315" y="2506980"/>
                </a:lnTo>
                <a:lnTo>
                  <a:pt x="220027" y="2521268"/>
                </a:lnTo>
                <a:lnTo>
                  <a:pt x="205740" y="2506980"/>
                </a:lnTo>
                <a:close/>
                <a:moveTo>
                  <a:pt x="2706052" y="412432"/>
                </a:moveTo>
                <a:lnTo>
                  <a:pt x="2714625" y="421005"/>
                </a:lnTo>
                <a:lnTo>
                  <a:pt x="2706052" y="429577"/>
                </a:lnTo>
                <a:lnTo>
                  <a:pt x="2697480" y="421005"/>
                </a:lnTo>
                <a:close/>
                <a:moveTo>
                  <a:pt x="934402" y="847725"/>
                </a:moveTo>
                <a:lnTo>
                  <a:pt x="955357" y="868680"/>
                </a:lnTo>
                <a:lnTo>
                  <a:pt x="934402" y="889635"/>
                </a:lnTo>
                <a:lnTo>
                  <a:pt x="913447" y="868680"/>
                </a:lnTo>
                <a:close/>
                <a:moveTo>
                  <a:pt x="1420177" y="3589020"/>
                </a:moveTo>
                <a:lnTo>
                  <a:pt x="1433513" y="3602355"/>
                </a:lnTo>
                <a:lnTo>
                  <a:pt x="1420177" y="3615690"/>
                </a:lnTo>
                <a:lnTo>
                  <a:pt x="1406842" y="3602355"/>
                </a:lnTo>
                <a:close/>
                <a:moveTo>
                  <a:pt x="867727" y="2996565"/>
                </a:moveTo>
                <a:lnTo>
                  <a:pt x="882967" y="3011805"/>
                </a:lnTo>
                <a:lnTo>
                  <a:pt x="867727" y="3027045"/>
                </a:lnTo>
                <a:lnTo>
                  <a:pt x="852488" y="3011805"/>
                </a:lnTo>
                <a:close/>
                <a:moveTo>
                  <a:pt x="153352" y="2368867"/>
                </a:moveTo>
                <a:lnTo>
                  <a:pt x="167640" y="2383155"/>
                </a:lnTo>
                <a:lnTo>
                  <a:pt x="153352" y="2397442"/>
                </a:lnTo>
                <a:lnTo>
                  <a:pt x="139065" y="2383155"/>
                </a:lnTo>
                <a:close/>
                <a:moveTo>
                  <a:pt x="581977" y="847725"/>
                </a:moveTo>
                <a:lnTo>
                  <a:pt x="602932" y="868680"/>
                </a:lnTo>
                <a:lnTo>
                  <a:pt x="581977" y="889635"/>
                </a:lnTo>
                <a:lnTo>
                  <a:pt x="561022" y="868680"/>
                </a:lnTo>
                <a:close/>
                <a:moveTo>
                  <a:pt x="1724977" y="0"/>
                </a:moveTo>
                <a:lnTo>
                  <a:pt x="1745932" y="20955"/>
                </a:lnTo>
                <a:lnTo>
                  <a:pt x="1724977" y="41910"/>
                </a:lnTo>
                <a:lnTo>
                  <a:pt x="1704022" y="20955"/>
                </a:lnTo>
                <a:close/>
                <a:moveTo>
                  <a:pt x="2753677" y="385763"/>
                </a:moveTo>
                <a:lnTo>
                  <a:pt x="2760345" y="392430"/>
                </a:lnTo>
                <a:lnTo>
                  <a:pt x="2753677" y="399097"/>
                </a:lnTo>
                <a:lnTo>
                  <a:pt x="2747010" y="392430"/>
                </a:lnTo>
                <a:close/>
                <a:moveTo>
                  <a:pt x="20002" y="2429827"/>
                </a:moveTo>
                <a:lnTo>
                  <a:pt x="40005" y="2449830"/>
                </a:lnTo>
                <a:lnTo>
                  <a:pt x="20002" y="2469833"/>
                </a:lnTo>
                <a:lnTo>
                  <a:pt x="0" y="2449830"/>
                </a:lnTo>
                <a:close/>
                <a:moveTo>
                  <a:pt x="2820352" y="1563052"/>
                </a:moveTo>
                <a:lnTo>
                  <a:pt x="2830830" y="1573530"/>
                </a:lnTo>
                <a:lnTo>
                  <a:pt x="2820352" y="1584008"/>
                </a:lnTo>
                <a:lnTo>
                  <a:pt x="2809875" y="1573530"/>
                </a:lnTo>
                <a:close/>
                <a:moveTo>
                  <a:pt x="1553527" y="3706177"/>
                </a:moveTo>
                <a:lnTo>
                  <a:pt x="1573530" y="3726180"/>
                </a:lnTo>
                <a:lnTo>
                  <a:pt x="1553527" y="3746183"/>
                </a:lnTo>
                <a:lnTo>
                  <a:pt x="1533525" y="3726180"/>
                </a:lnTo>
                <a:close/>
                <a:moveTo>
                  <a:pt x="362902" y="1847850"/>
                </a:moveTo>
                <a:lnTo>
                  <a:pt x="383857" y="1868805"/>
                </a:lnTo>
                <a:lnTo>
                  <a:pt x="362902" y="1889760"/>
                </a:lnTo>
                <a:lnTo>
                  <a:pt x="341947" y="1868805"/>
                </a:lnTo>
                <a:close/>
                <a:moveTo>
                  <a:pt x="258127" y="2195513"/>
                </a:moveTo>
                <a:lnTo>
                  <a:pt x="264795" y="2202180"/>
                </a:lnTo>
                <a:lnTo>
                  <a:pt x="258127" y="2208848"/>
                </a:lnTo>
                <a:lnTo>
                  <a:pt x="251460" y="2202180"/>
                </a:lnTo>
                <a:close/>
                <a:moveTo>
                  <a:pt x="1372552" y="824865"/>
                </a:moveTo>
                <a:lnTo>
                  <a:pt x="1387792" y="840105"/>
                </a:lnTo>
                <a:lnTo>
                  <a:pt x="1372552" y="855345"/>
                </a:lnTo>
                <a:lnTo>
                  <a:pt x="1357313" y="840105"/>
                </a:lnTo>
                <a:close/>
                <a:moveTo>
                  <a:pt x="3401377" y="1224915"/>
                </a:moveTo>
                <a:lnTo>
                  <a:pt x="3416617" y="1240155"/>
                </a:lnTo>
                <a:lnTo>
                  <a:pt x="3401377" y="1255395"/>
                </a:lnTo>
                <a:lnTo>
                  <a:pt x="3386138" y="1240155"/>
                </a:lnTo>
                <a:close/>
                <a:moveTo>
                  <a:pt x="1286827" y="917258"/>
                </a:moveTo>
                <a:lnTo>
                  <a:pt x="1295400" y="925830"/>
                </a:lnTo>
                <a:lnTo>
                  <a:pt x="1286827" y="934402"/>
                </a:lnTo>
                <a:lnTo>
                  <a:pt x="1278255" y="925830"/>
                </a:lnTo>
                <a:close/>
                <a:moveTo>
                  <a:pt x="439102" y="2985135"/>
                </a:moveTo>
                <a:lnTo>
                  <a:pt x="456247" y="3002280"/>
                </a:lnTo>
                <a:lnTo>
                  <a:pt x="439102" y="3019425"/>
                </a:lnTo>
                <a:lnTo>
                  <a:pt x="421957" y="3002280"/>
                </a:lnTo>
                <a:close/>
                <a:moveTo>
                  <a:pt x="2829877" y="2213610"/>
                </a:moveTo>
                <a:lnTo>
                  <a:pt x="2837497" y="2221230"/>
                </a:lnTo>
                <a:lnTo>
                  <a:pt x="2829877" y="2228850"/>
                </a:lnTo>
                <a:lnTo>
                  <a:pt x="2822257" y="2221230"/>
                </a:lnTo>
                <a:close/>
                <a:moveTo>
                  <a:pt x="162877" y="2836545"/>
                </a:moveTo>
                <a:lnTo>
                  <a:pt x="176213" y="2849880"/>
                </a:lnTo>
                <a:lnTo>
                  <a:pt x="162877" y="2863215"/>
                </a:lnTo>
                <a:lnTo>
                  <a:pt x="149542" y="2849880"/>
                </a:lnTo>
                <a:close/>
                <a:moveTo>
                  <a:pt x="810577" y="1134427"/>
                </a:moveTo>
                <a:lnTo>
                  <a:pt x="830580" y="1154430"/>
                </a:lnTo>
                <a:lnTo>
                  <a:pt x="810577" y="1174433"/>
                </a:lnTo>
                <a:lnTo>
                  <a:pt x="790575" y="1154430"/>
                </a:lnTo>
                <a:close/>
                <a:moveTo>
                  <a:pt x="791527" y="1107758"/>
                </a:moveTo>
                <a:lnTo>
                  <a:pt x="800100" y="1116330"/>
                </a:lnTo>
                <a:lnTo>
                  <a:pt x="791527" y="1124902"/>
                </a:lnTo>
                <a:lnTo>
                  <a:pt x="782955" y="1116330"/>
                </a:lnTo>
                <a:close/>
                <a:moveTo>
                  <a:pt x="3372802" y="2245043"/>
                </a:moveTo>
                <a:lnTo>
                  <a:pt x="3387090" y="2259330"/>
                </a:lnTo>
                <a:lnTo>
                  <a:pt x="3372802" y="2273618"/>
                </a:lnTo>
                <a:lnTo>
                  <a:pt x="3358515" y="2259330"/>
                </a:lnTo>
                <a:close/>
                <a:moveTo>
                  <a:pt x="3029902" y="1365885"/>
                </a:moveTo>
                <a:lnTo>
                  <a:pt x="3047047" y="1383030"/>
                </a:lnTo>
                <a:lnTo>
                  <a:pt x="3029902" y="1400175"/>
                </a:lnTo>
                <a:lnTo>
                  <a:pt x="3012757" y="1383030"/>
                </a:lnTo>
                <a:close/>
                <a:moveTo>
                  <a:pt x="2829877" y="2154555"/>
                </a:moveTo>
                <a:lnTo>
                  <a:pt x="2839402" y="2164080"/>
                </a:lnTo>
                <a:lnTo>
                  <a:pt x="2829877" y="2173605"/>
                </a:lnTo>
                <a:lnTo>
                  <a:pt x="2820352" y="2164080"/>
                </a:lnTo>
                <a:close/>
                <a:moveTo>
                  <a:pt x="1620202" y="3901440"/>
                </a:moveTo>
                <a:lnTo>
                  <a:pt x="1635442" y="3916680"/>
                </a:lnTo>
                <a:lnTo>
                  <a:pt x="1620202" y="3931920"/>
                </a:lnTo>
                <a:lnTo>
                  <a:pt x="1604963" y="3916680"/>
                </a:lnTo>
                <a:close/>
                <a:moveTo>
                  <a:pt x="1172527" y="3905250"/>
                </a:moveTo>
                <a:lnTo>
                  <a:pt x="1193482" y="3926205"/>
                </a:lnTo>
                <a:lnTo>
                  <a:pt x="1172527" y="3947160"/>
                </a:lnTo>
                <a:lnTo>
                  <a:pt x="1151572" y="3926205"/>
                </a:lnTo>
                <a:close/>
                <a:moveTo>
                  <a:pt x="2791777" y="2011680"/>
                </a:moveTo>
                <a:lnTo>
                  <a:pt x="2810827" y="2030730"/>
                </a:lnTo>
                <a:lnTo>
                  <a:pt x="2791777" y="2049780"/>
                </a:lnTo>
                <a:lnTo>
                  <a:pt x="2772727" y="2030730"/>
                </a:lnTo>
                <a:close/>
                <a:moveTo>
                  <a:pt x="124777" y="1491615"/>
                </a:moveTo>
                <a:lnTo>
                  <a:pt x="140017" y="1506855"/>
                </a:lnTo>
                <a:lnTo>
                  <a:pt x="124777" y="1522095"/>
                </a:lnTo>
                <a:lnTo>
                  <a:pt x="109538" y="1506855"/>
                </a:lnTo>
                <a:close/>
                <a:moveTo>
                  <a:pt x="991552" y="741997"/>
                </a:moveTo>
                <a:lnTo>
                  <a:pt x="1003935" y="754380"/>
                </a:lnTo>
                <a:lnTo>
                  <a:pt x="991552" y="766763"/>
                </a:lnTo>
                <a:lnTo>
                  <a:pt x="979170" y="754380"/>
                </a:lnTo>
                <a:close/>
                <a:moveTo>
                  <a:pt x="2363152" y="3492818"/>
                </a:moveTo>
                <a:lnTo>
                  <a:pt x="2377440" y="3507105"/>
                </a:lnTo>
                <a:lnTo>
                  <a:pt x="2363152" y="3521393"/>
                </a:lnTo>
                <a:lnTo>
                  <a:pt x="2348865" y="3507105"/>
                </a:lnTo>
                <a:close/>
                <a:moveTo>
                  <a:pt x="2810827" y="3186112"/>
                </a:moveTo>
                <a:lnTo>
                  <a:pt x="2827020" y="3202305"/>
                </a:lnTo>
                <a:lnTo>
                  <a:pt x="2810827" y="3218498"/>
                </a:lnTo>
                <a:lnTo>
                  <a:pt x="2794635" y="3202305"/>
                </a:lnTo>
                <a:close/>
                <a:moveTo>
                  <a:pt x="962977" y="1087755"/>
                </a:moveTo>
                <a:lnTo>
                  <a:pt x="982027" y="1106805"/>
                </a:lnTo>
                <a:lnTo>
                  <a:pt x="962977" y="1125855"/>
                </a:lnTo>
                <a:lnTo>
                  <a:pt x="943927" y="1106805"/>
                </a:lnTo>
                <a:close/>
                <a:moveTo>
                  <a:pt x="2048827" y="3060383"/>
                </a:moveTo>
                <a:lnTo>
                  <a:pt x="2057400" y="3068955"/>
                </a:lnTo>
                <a:lnTo>
                  <a:pt x="2048827" y="3077527"/>
                </a:lnTo>
                <a:lnTo>
                  <a:pt x="2040255" y="3068955"/>
                </a:lnTo>
                <a:close/>
                <a:moveTo>
                  <a:pt x="124777" y="3170873"/>
                </a:moveTo>
                <a:lnTo>
                  <a:pt x="137160" y="3183255"/>
                </a:lnTo>
                <a:lnTo>
                  <a:pt x="124777" y="3195637"/>
                </a:lnTo>
                <a:lnTo>
                  <a:pt x="112395" y="3183255"/>
                </a:lnTo>
                <a:close/>
                <a:moveTo>
                  <a:pt x="543877" y="3413760"/>
                </a:moveTo>
                <a:lnTo>
                  <a:pt x="561022" y="3430905"/>
                </a:lnTo>
                <a:lnTo>
                  <a:pt x="543877" y="3448050"/>
                </a:lnTo>
                <a:lnTo>
                  <a:pt x="526732" y="3430905"/>
                </a:lnTo>
                <a:close/>
                <a:moveTo>
                  <a:pt x="658177" y="841058"/>
                </a:moveTo>
                <a:lnTo>
                  <a:pt x="676275" y="859155"/>
                </a:lnTo>
                <a:lnTo>
                  <a:pt x="658177" y="877252"/>
                </a:lnTo>
                <a:lnTo>
                  <a:pt x="640080" y="859155"/>
                </a:lnTo>
                <a:close/>
                <a:moveTo>
                  <a:pt x="1086802" y="920115"/>
                </a:moveTo>
                <a:lnTo>
                  <a:pt x="1102042" y="935355"/>
                </a:lnTo>
                <a:lnTo>
                  <a:pt x="1086802" y="950595"/>
                </a:lnTo>
                <a:lnTo>
                  <a:pt x="1071563" y="935355"/>
                </a:lnTo>
                <a:close/>
                <a:moveTo>
                  <a:pt x="2953702" y="2507933"/>
                </a:moveTo>
                <a:lnTo>
                  <a:pt x="2962275" y="2516505"/>
                </a:lnTo>
                <a:lnTo>
                  <a:pt x="2953702" y="2525078"/>
                </a:lnTo>
                <a:lnTo>
                  <a:pt x="2945130" y="2516505"/>
                </a:lnTo>
                <a:close/>
                <a:moveTo>
                  <a:pt x="1848802" y="524827"/>
                </a:moveTo>
                <a:lnTo>
                  <a:pt x="1868805" y="544830"/>
                </a:lnTo>
                <a:lnTo>
                  <a:pt x="1848802" y="564832"/>
                </a:lnTo>
                <a:lnTo>
                  <a:pt x="1828800" y="544830"/>
                </a:lnTo>
                <a:close/>
                <a:moveTo>
                  <a:pt x="1058227" y="3731895"/>
                </a:moveTo>
                <a:lnTo>
                  <a:pt x="1071563" y="3745230"/>
                </a:lnTo>
                <a:lnTo>
                  <a:pt x="1058227" y="3758565"/>
                </a:lnTo>
                <a:lnTo>
                  <a:pt x="1044892" y="3745230"/>
                </a:lnTo>
                <a:close/>
                <a:moveTo>
                  <a:pt x="1667827" y="3571875"/>
                </a:moveTo>
                <a:lnTo>
                  <a:pt x="1679257" y="3583305"/>
                </a:lnTo>
                <a:lnTo>
                  <a:pt x="1667827" y="3594735"/>
                </a:lnTo>
                <a:lnTo>
                  <a:pt x="1656397" y="3583305"/>
                </a:lnTo>
                <a:close/>
                <a:moveTo>
                  <a:pt x="1201102" y="832485"/>
                </a:moveTo>
                <a:lnTo>
                  <a:pt x="1208722" y="840105"/>
                </a:lnTo>
                <a:lnTo>
                  <a:pt x="1201102" y="847725"/>
                </a:lnTo>
                <a:lnTo>
                  <a:pt x="1193482" y="840105"/>
                </a:lnTo>
                <a:close/>
                <a:moveTo>
                  <a:pt x="1058227" y="2860358"/>
                </a:moveTo>
                <a:lnTo>
                  <a:pt x="1076325" y="2878455"/>
                </a:lnTo>
                <a:lnTo>
                  <a:pt x="1058227" y="2896553"/>
                </a:lnTo>
                <a:lnTo>
                  <a:pt x="1040130" y="2878455"/>
                </a:lnTo>
                <a:close/>
                <a:moveTo>
                  <a:pt x="467677" y="2545080"/>
                </a:moveTo>
                <a:lnTo>
                  <a:pt x="477202" y="2554605"/>
                </a:lnTo>
                <a:lnTo>
                  <a:pt x="467677" y="2564130"/>
                </a:lnTo>
                <a:lnTo>
                  <a:pt x="458152" y="2554605"/>
                </a:lnTo>
                <a:close/>
                <a:moveTo>
                  <a:pt x="467677" y="1888808"/>
                </a:moveTo>
                <a:lnTo>
                  <a:pt x="476250" y="1897380"/>
                </a:lnTo>
                <a:lnTo>
                  <a:pt x="467677" y="1905952"/>
                </a:lnTo>
                <a:lnTo>
                  <a:pt x="459105" y="1897380"/>
                </a:lnTo>
                <a:close/>
                <a:moveTo>
                  <a:pt x="991552" y="3661410"/>
                </a:moveTo>
                <a:lnTo>
                  <a:pt x="999172" y="3669030"/>
                </a:lnTo>
                <a:lnTo>
                  <a:pt x="991552" y="3676650"/>
                </a:lnTo>
                <a:lnTo>
                  <a:pt x="983932" y="3669030"/>
                </a:lnTo>
                <a:close/>
                <a:moveTo>
                  <a:pt x="2144077" y="3390900"/>
                </a:moveTo>
                <a:lnTo>
                  <a:pt x="2155507" y="3402330"/>
                </a:lnTo>
                <a:lnTo>
                  <a:pt x="2144077" y="3413760"/>
                </a:lnTo>
                <a:lnTo>
                  <a:pt x="2132647" y="3402330"/>
                </a:lnTo>
                <a:close/>
                <a:moveTo>
                  <a:pt x="753427" y="3134677"/>
                </a:moveTo>
                <a:lnTo>
                  <a:pt x="763905" y="3145155"/>
                </a:lnTo>
                <a:lnTo>
                  <a:pt x="753427" y="3155633"/>
                </a:lnTo>
                <a:lnTo>
                  <a:pt x="742950" y="3145155"/>
                </a:lnTo>
                <a:close/>
                <a:moveTo>
                  <a:pt x="1658302" y="3581400"/>
                </a:moveTo>
                <a:lnTo>
                  <a:pt x="1679257" y="3602355"/>
                </a:lnTo>
                <a:lnTo>
                  <a:pt x="1658302" y="3623310"/>
                </a:lnTo>
                <a:lnTo>
                  <a:pt x="1637347" y="3602355"/>
                </a:lnTo>
                <a:close/>
                <a:moveTo>
                  <a:pt x="39052" y="2706052"/>
                </a:moveTo>
                <a:lnTo>
                  <a:pt x="49530" y="2716530"/>
                </a:lnTo>
                <a:lnTo>
                  <a:pt x="39052" y="2727008"/>
                </a:lnTo>
                <a:lnTo>
                  <a:pt x="28575" y="2716530"/>
                </a:lnTo>
                <a:close/>
                <a:moveTo>
                  <a:pt x="2344102" y="264795"/>
                </a:moveTo>
                <a:lnTo>
                  <a:pt x="2357438" y="278130"/>
                </a:lnTo>
                <a:lnTo>
                  <a:pt x="2344102" y="291465"/>
                </a:lnTo>
                <a:lnTo>
                  <a:pt x="2330767" y="278130"/>
                </a:lnTo>
                <a:close/>
                <a:moveTo>
                  <a:pt x="629602" y="722947"/>
                </a:moveTo>
                <a:lnTo>
                  <a:pt x="641985" y="735330"/>
                </a:lnTo>
                <a:lnTo>
                  <a:pt x="629602" y="747713"/>
                </a:lnTo>
                <a:lnTo>
                  <a:pt x="617220" y="735330"/>
                </a:lnTo>
                <a:close/>
                <a:moveTo>
                  <a:pt x="2687002" y="1388745"/>
                </a:moveTo>
                <a:lnTo>
                  <a:pt x="2700338" y="1402080"/>
                </a:lnTo>
                <a:lnTo>
                  <a:pt x="2687002" y="1415415"/>
                </a:lnTo>
                <a:lnTo>
                  <a:pt x="2673667" y="1402080"/>
                </a:lnTo>
                <a:close/>
                <a:moveTo>
                  <a:pt x="1610677" y="302895"/>
                </a:moveTo>
                <a:lnTo>
                  <a:pt x="1624013" y="316230"/>
                </a:lnTo>
                <a:lnTo>
                  <a:pt x="1610677" y="329565"/>
                </a:lnTo>
                <a:lnTo>
                  <a:pt x="1597342" y="316230"/>
                </a:lnTo>
                <a:close/>
                <a:moveTo>
                  <a:pt x="2477452" y="3368992"/>
                </a:moveTo>
                <a:lnTo>
                  <a:pt x="2491740" y="3383280"/>
                </a:lnTo>
                <a:lnTo>
                  <a:pt x="2477452" y="3397567"/>
                </a:lnTo>
                <a:lnTo>
                  <a:pt x="2463165" y="3383280"/>
                </a:lnTo>
                <a:close/>
                <a:moveTo>
                  <a:pt x="629602" y="1008697"/>
                </a:moveTo>
                <a:lnTo>
                  <a:pt x="651510" y="1030605"/>
                </a:lnTo>
                <a:lnTo>
                  <a:pt x="629602" y="1052513"/>
                </a:lnTo>
                <a:lnTo>
                  <a:pt x="607695" y="1030605"/>
                </a:lnTo>
                <a:close/>
                <a:moveTo>
                  <a:pt x="3268027" y="1346835"/>
                </a:moveTo>
                <a:lnTo>
                  <a:pt x="3275647" y="1354455"/>
                </a:lnTo>
                <a:lnTo>
                  <a:pt x="3268027" y="1362075"/>
                </a:lnTo>
                <a:lnTo>
                  <a:pt x="3260407" y="1354455"/>
                </a:lnTo>
                <a:close/>
                <a:moveTo>
                  <a:pt x="2763202" y="555307"/>
                </a:moveTo>
                <a:lnTo>
                  <a:pt x="2781300" y="573405"/>
                </a:lnTo>
                <a:lnTo>
                  <a:pt x="2763202" y="591503"/>
                </a:lnTo>
                <a:lnTo>
                  <a:pt x="2745105" y="573405"/>
                </a:lnTo>
                <a:close/>
                <a:moveTo>
                  <a:pt x="3163252" y="1125855"/>
                </a:moveTo>
                <a:lnTo>
                  <a:pt x="3182302" y="1144905"/>
                </a:lnTo>
                <a:lnTo>
                  <a:pt x="3163252" y="1163955"/>
                </a:lnTo>
                <a:lnTo>
                  <a:pt x="3144202" y="1144905"/>
                </a:lnTo>
                <a:close/>
                <a:moveTo>
                  <a:pt x="534352" y="2819400"/>
                </a:moveTo>
                <a:lnTo>
                  <a:pt x="555307" y="2840355"/>
                </a:lnTo>
                <a:lnTo>
                  <a:pt x="534352" y="2861310"/>
                </a:lnTo>
                <a:lnTo>
                  <a:pt x="513397" y="2840355"/>
                </a:lnTo>
                <a:close/>
                <a:moveTo>
                  <a:pt x="3306127" y="1794510"/>
                </a:moveTo>
                <a:lnTo>
                  <a:pt x="3313747" y="1802130"/>
                </a:lnTo>
                <a:lnTo>
                  <a:pt x="3306127" y="1809750"/>
                </a:lnTo>
                <a:lnTo>
                  <a:pt x="3298507" y="1802130"/>
                </a:lnTo>
                <a:close/>
                <a:moveTo>
                  <a:pt x="1001077" y="3630930"/>
                </a:moveTo>
                <a:lnTo>
                  <a:pt x="1020127" y="3649980"/>
                </a:lnTo>
                <a:lnTo>
                  <a:pt x="1001077" y="3669030"/>
                </a:lnTo>
                <a:lnTo>
                  <a:pt x="982027" y="3649980"/>
                </a:lnTo>
                <a:close/>
                <a:moveTo>
                  <a:pt x="1934527" y="325755"/>
                </a:moveTo>
                <a:lnTo>
                  <a:pt x="1944052" y="335280"/>
                </a:lnTo>
                <a:lnTo>
                  <a:pt x="1934527" y="344805"/>
                </a:lnTo>
                <a:lnTo>
                  <a:pt x="1925002" y="335280"/>
                </a:lnTo>
                <a:close/>
                <a:moveTo>
                  <a:pt x="2848927" y="2163127"/>
                </a:moveTo>
                <a:lnTo>
                  <a:pt x="2859405" y="2173605"/>
                </a:lnTo>
                <a:lnTo>
                  <a:pt x="2848927" y="2184083"/>
                </a:lnTo>
                <a:lnTo>
                  <a:pt x="2838450" y="2173605"/>
                </a:lnTo>
                <a:close/>
                <a:moveTo>
                  <a:pt x="305752" y="2618423"/>
                </a:moveTo>
                <a:lnTo>
                  <a:pt x="318135" y="2630805"/>
                </a:lnTo>
                <a:lnTo>
                  <a:pt x="305752" y="2643188"/>
                </a:lnTo>
                <a:lnTo>
                  <a:pt x="293370" y="2630805"/>
                </a:lnTo>
                <a:close/>
                <a:moveTo>
                  <a:pt x="667702" y="3653790"/>
                </a:moveTo>
                <a:lnTo>
                  <a:pt x="682942" y="3669030"/>
                </a:lnTo>
                <a:lnTo>
                  <a:pt x="667702" y="3684270"/>
                </a:lnTo>
                <a:lnTo>
                  <a:pt x="652463" y="3669030"/>
                </a:lnTo>
                <a:close/>
                <a:moveTo>
                  <a:pt x="2086927" y="760095"/>
                </a:moveTo>
                <a:lnTo>
                  <a:pt x="2109788" y="782955"/>
                </a:lnTo>
                <a:lnTo>
                  <a:pt x="2086927" y="805815"/>
                </a:lnTo>
                <a:lnTo>
                  <a:pt x="2064067" y="782955"/>
                </a:lnTo>
                <a:close/>
                <a:moveTo>
                  <a:pt x="2582227" y="3351848"/>
                </a:moveTo>
                <a:lnTo>
                  <a:pt x="2604135" y="3373755"/>
                </a:lnTo>
                <a:lnTo>
                  <a:pt x="2582227" y="3395662"/>
                </a:lnTo>
                <a:lnTo>
                  <a:pt x="2560320" y="3373755"/>
                </a:lnTo>
                <a:close/>
                <a:moveTo>
                  <a:pt x="39052" y="2239328"/>
                </a:moveTo>
                <a:lnTo>
                  <a:pt x="59055" y="2259330"/>
                </a:lnTo>
                <a:lnTo>
                  <a:pt x="39052" y="2279333"/>
                </a:lnTo>
                <a:lnTo>
                  <a:pt x="19050" y="2259330"/>
                </a:lnTo>
                <a:close/>
                <a:moveTo>
                  <a:pt x="1524952" y="603885"/>
                </a:moveTo>
                <a:lnTo>
                  <a:pt x="1532572" y="611505"/>
                </a:lnTo>
                <a:lnTo>
                  <a:pt x="1524952" y="619125"/>
                </a:lnTo>
                <a:lnTo>
                  <a:pt x="1517332" y="611505"/>
                </a:lnTo>
                <a:close/>
                <a:moveTo>
                  <a:pt x="486727" y="2846070"/>
                </a:moveTo>
                <a:lnTo>
                  <a:pt x="500063" y="2859405"/>
                </a:lnTo>
                <a:lnTo>
                  <a:pt x="486727" y="2872740"/>
                </a:lnTo>
                <a:lnTo>
                  <a:pt x="473392" y="2859405"/>
                </a:lnTo>
                <a:close/>
                <a:moveTo>
                  <a:pt x="134302" y="2711767"/>
                </a:moveTo>
                <a:lnTo>
                  <a:pt x="148590" y="2726055"/>
                </a:lnTo>
                <a:lnTo>
                  <a:pt x="134302" y="2740342"/>
                </a:lnTo>
                <a:lnTo>
                  <a:pt x="120015" y="2726055"/>
                </a:lnTo>
                <a:close/>
                <a:moveTo>
                  <a:pt x="1029652" y="991552"/>
                </a:moveTo>
                <a:lnTo>
                  <a:pt x="1040130" y="1002030"/>
                </a:lnTo>
                <a:lnTo>
                  <a:pt x="1029652" y="1012508"/>
                </a:lnTo>
                <a:lnTo>
                  <a:pt x="1019175" y="1002030"/>
                </a:lnTo>
                <a:close/>
                <a:moveTo>
                  <a:pt x="2687002" y="606742"/>
                </a:moveTo>
                <a:lnTo>
                  <a:pt x="2701290" y="621030"/>
                </a:lnTo>
                <a:lnTo>
                  <a:pt x="2687002" y="635317"/>
                </a:lnTo>
                <a:lnTo>
                  <a:pt x="2672715" y="621030"/>
                </a:lnTo>
                <a:close/>
                <a:moveTo>
                  <a:pt x="3506152" y="2116455"/>
                </a:moveTo>
                <a:lnTo>
                  <a:pt x="3515677" y="2125980"/>
                </a:lnTo>
                <a:lnTo>
                  <a:pt x="3506152" y="2135505"/>
                </a:lnTo>
                <a:lnTo>
                  <a:pt x="3496627" y="2125980"/>
                </a:lnTo>
                <a:close/>
                <a:moveTo>
                  <a:pt x="2829877" y="2360295"/>
                </a:moveTo>
                <a:lnTo>
                  <a:pt x="2843213" y="2373630"/>
                </a:lnTo>
                <a:lnTo>
                  <a:pt x="2829877" y="2386965"/>
                </a:lnTo>
                <a:lnTo>
                  <a:pt x="2816542" y="2373630"/>
                </a:lnTo>
                <a:close/>
                <a:moveTo>
                  <a:pt x="820102" y="2680335"/>
                </a:moveTo>
                <a:lnTo>
                  <a:pt x="827722" y="2687955"/>
                </a:lnTo>
                <a:lnTo>
                  <a:pt x="820102" y="2695575"/>
                </a:lnTo>
                <a:lnTo>
                  <a:pt x="812482" y="2687955"/>
                </a:lnTo>
                <a:close/>
                <a:moveTo>
                  <a:pt x="86677" y="2345055"/>
                </a:moveTo>
                <a:lnTo>
                  <a:pt x="96202" y="2354580"/>
                </a:lnTo>
                <a:lnTo>
                  <a:pt x="86677" y="2364105"/>
                </a:lnTo>
                <a:lnTo>
                  <a:pt x="77152" y="2354580"/>
                </a:lnTo>
                <a:close/>
                <a:moveTo>
                  <a:pt x="3039427" y="2884170"/>
                </a:moveTo>
                <a:lnTo>
                  <a:pt x="3052763" y="2897505"/>
                </a:lnTo>
                <a:lnTo>
                  <a:pt x="3039427" y="2910840"/>
                </a:lnTo>
                <a:lnTo>
                  <a:pt x="3026092" y="2897505"/>
                </a:lnTo>
                <a:close/>
                <a:moveTo>
                  <a:pt x="2182177" y="3029902"/>
                </a:moveTo>
                <a:lnTo>
                  <a:pt x="2202180" y="3049905"/>
                </a:lnTo>
                <a:lnTo>
                  <a:pt x="2182177" y="3069908"/>
                </a:lnTo>
                <a:lnTo>
                  <a:pt x="2162175" y="3049905"/>
                </a:lnTo>
                <a:close/>
                <a:moveTo>
                  <a:pt x="2039302" y="3621405"/>
                </a:moveTo>
                <a:lnTo>
                  <a:pt x="2058352" y="3640455"/>
                </a:lnTo>
                <a:lnTo>
                  <a:pt x="2039302" y="3659505"/>
                </a:lnTo>
                <a:lnTo>
                  <a:pt x="2020252" y="3640455"/>
                </a:lnTo>
                <a:close/>
                <a:moveTo>
                  <a:pt x="124777" y="2306002"/>
                </a:moveTo>
                <a:lnTo>
                  <a:pt x="144780" y="2326005"/>
                </a:lnTo>
                <a:lnTo>
                  <a:pt x="124777" y="2346008"/>
                </a:lnTo>
                <a:lnTo>
                  <a:pt x="104775" y="2326005"/>
                </a:lnTo>
                <a:close/>
                <a:moveTo>
                  <a:pt x="2906077" y="1086802"/>
                </a:moveTo>
                <a:lnTo>
                  <a:pt x="2926080" y="1106805"/>
                </a:lnTo>
                <a:lnTo>
                  <a:pt x="2906077" y="1126808"/>
                </a:lnTo>
                <a:lnTo>
                  <a:pt x="2886075" y="1106805"/>
                </a:lnTo>
                <a:close/>
                <a:moveTo>
                  <a:pt x="2296477" y="3345180"/>
                </a:moveTo>
                <a:lnTo>
                  <a:pt x="2306002" y="3354705"/>
                </a:lnTo>
                <a:lnTo>
                  <a:pt x="2296477" y="3364230"/>
                </a:lnTo>
                <a:lnTo>
                  <a:pt x="2286952" y="3354705"/>
                </a:lnTo>
                <a:close/>
                <a:moveTo>
                  <a:pt x="639127" y="3547110"/>
                </a:moveTo>
                <a:lnTo>
                  <a:pt x="656272" y="3564255"/>
                </a:lnTo>
                <a:lnTo>
                  <a:pt x="639127" y="3581400"/>
                </a:lnTo>
                <a:lnTo>
                  <a:pt x="621982" y="3564255"/>
                </a:lnTo>
                <a:close/>
                <a:moveTo>
                  <a:pt x="2810827" y="1340168"/>
                </a:moveTo>
                <a:lnTo>
                  <a:pt x="2825115" y="1354455"/>
                </a:lnTo>
                <a:lnTo>
                  <a:pt x="2810827" y="1368743"/>
                </a:lnTo>
                <a:lnTo>
                  <a:pt x="2796540" y="1354455"/>
                </a:lnTo>
                <a:close/>
                <a:moveTo>
                  <a:pt x="429577" y="561975"/>
                </a:moveTo>
                <a:lnTo>
                  <a:pt x="441007" y="573405"/>
                </a:lnTo>
                <a:lnTo>
                  <a:pt x="429577" y="584835"/>
                </a:lnTo>
                <a:lnTo>
                  <a:pt x="418147" y="573405"/>
                </a:lnTo>
                <a:close/>
                <a:moveTo>
                  <a:pt x="353377" y="2773680"/>
                </a:moveTo>
                <a:lnTo>
                  <a:pt x="372427" y="2792730"/>
                </a:lnTo>
                <a:lnTo>
                  <a:pt x="353377" y="2811780"/>
                </a:lnTo>
                <a:lnTo>
                  <a:pt x="334327" y="2792730"/>
                </a:lnTo>
                <a:close/>
                <a:moveTo>
                  <a:pt x="715327" y="3007995"/>
                </a:moveTo>
                <a:lnTo>
                  <a:pt x="728663" y="3021330"/>
                </a:lnTo>
                <a:lnTo>
                  <a:pt x="715327" y="3034665"/>
                </a:lnTo>
                <a:lnTo>
                  <a:pt x="701992" y="3021330"/>
                </a:lnTo>
                <a:close/>
                <a:moveTo>
                  <a:pt x="991552" y="3325178"/>
                </a:moveTo>
                <a:lnTo>
                  <a:pt x="1002030" y="3335655"/>
                </a:lnTo>
                <a:lnTo>
                  <a:pt x="991552" y="3346133"/>
                </a:lnTo>
                <a:lnTo>
                  <a:pt x="981075" y="3335655"/>
                </a:lnTo>
                <a:close/>
                <a:moveTo>
                  <a:pt x="3191827" y="2383155"/>
                </a:moveTo>
                <a:lnTo>
                  <a:pt x="3210877" y="2402205"/>
                </a:lnTo>
                <a:lnTo>
                  <a:pt x="3191827" y="2421255"/>
                </a:lnTo>
                <a:lnTo>
                  <a:pt x="3172777" y="2402205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1846243" y="2893695"/>
            <a:ext cx="1922145" cy="1948815"/>
          </a:xfrm>
          <a:custGeom>
            <a:avLst/>
            <a:gdLst/>
            <a:ahLst/>
            <a:cxnLst/>
            <a:rect l="l" t="t" r="r" b="b"/>
            <a:pathLst>
              <a:path w="1922145" h="1948815">
                <a:moveTo>
                  <a:pt x="660082" y="1884045"/>
                </a:moveTo>
                <a:lnTo>
                  <a:pt x="673418" y="1897380"/>
                </a:lnTo>
                <a:lnTo>
                  <a:pt x="660082" y="1910715"/>
                </a:lnTo>
                <a:lnTo>
                  <a:pt x="646747" y="1897380"/>
                </a:lnTo>
                <a:close/>
                <a:moveTo>
                  <a:pt x="879157" y="688658"/>
                </a:moveTo>
                <a:lnTo>
                  <a:pt x="887730" y="697230"/>
                </a:lnTo>
                <a:lnTo>
                  <a:pt x="879157" y="705802"/>
                </a:lnTo>
                <a:lnTo>
                  <a:pt x="870585" y="697230"/>
                </a:lnTo>
                <a:close/>
                <a:moveTo>
                  <a:pt x="393382" y="270510"/>
                </a:moveTo>
                <a:lnTo>
                  <a:pt x="410527" y="287655"/>
                </a:lnTo>
                <a:lnTo>
                  <a:pt x="393382" y="304800"/>
                </a:lnTo>
                <a:lnTo>
                  <a:pt x="376238" y="287655"/>
                </a:lnTo>
                <a:close/>
                <a:moveTo>
                  <a:pt x="1250632" y="408622"/>
                </a:moveTo>
                <a:lnTo>
                  <a:pt x="1263015" y="421005"/>
                </a:lnTo>
                <a:lnTo>
                  <a:pt x="1250632" y="433388"/>
                </a:lnTo>
                <a:lnTo>
                  <a:pt x="1238250" y="421005"/>
                </a:lnTo>
                <a:close/>
                <a:moveTo>
                  <a:pt x="1622107" y="460058"/>
                </a:moveTo>
                <a:lnTo>
                  <a:pt x="1630680" y="468630"/>
                </a:lnTo>
                <a:lnTo>
                  <a:pt x="1622107" y="477202"/>
                </a:lnTo>
                <a:lnTo>
                  <a:pt x="1613535" y="468630"/>
                </a:lnTo>
                <a:close/>
                <a:moveTo>
                  <a:pt x="1536382" y="307658"/>
                </a:moveTo>
                <a:lnTo>
                  <a:pt x="1554480" y="325755"/>
                </a:lnTo>
                <a:lnTo>
                  <a:pt x="1536382" y="343852"/>
                </a:lnTo>
                <a:lnTo>
                  <a:pt x="1518285" y="325755"/>
                </a:lnTo>
                <a:close/>
                <a:moveTo>
                  <a:pt x="736282" y="465772"/>
                </a:moveTo>
                <a:lnTo>
                  <a:pt x="758190" y="487680"/>
                </a:lnTo>
                <a:lnTo>
                  <a:pt x="736282" y="509587"/>
                </a:lnTo>
                <a:lnTo>
                  <a:pt x="714375" y="487680"/>
                </a:lnTo>
                <a:close/>
                <a:moveTo>
                  <a:pt x="1784032" y="877252"/>
                </a:moveTo>
                <a:lnTo>
                  <a:pt x="1794510" y="887730"/>
                </a:lnTo>
                <a:lnTo>
                  <a:pt x="1784032" y="898208"/>
                </a:lnTo>
                <a:lnTo>
                  <a:pt x="1773555" y="887730"/>
                </a:lnTo>
                <a:close/>
                <a:moveTo>
                  <a:pt x="1669732" y="933450"/>
                </a:moveTo>
                <a:lnTo>
                  <a:pt x="1681163" y="944880"/>
                </a:lnTo>
                <a:lnTo>
                  <a:pt x="1669732" y="956310"/>
                </a:lnTo>
                <a:lnTo>
                  <a:pt x="1658302" y="944880"/>
                </a:lnTo>
                <a:close/>
                <a:moveTo>
                  <a:pt x="1479232" y="0"/>
                </a:moveTo>
                <a:lnTo>
                  <a:pt x="1490663" y="11430"/>
                </a:lnTo>
                <a:lnTo>
                  <a:pt x="1479232" y="22860"/>
                </a:lnTo>
                <a:lnTo>
                  <a:pt x="1467802" y="11430"/>
                </a:lnTo>
                <a:close/>
                <a:moveTo>
                  <a:pt x="1403032" y="4763"/>
                </a:moveTo>
                <a:lnTo>
                  <a:pt x="1419225" y="20955"/>
                </a:lnTo>
                <a:lnTo>
                  <a:pt x="1403032" y="37147"/>
                </a:lnTo>
                <a:lnTo>
                  <a:pt x="1386840" y="20955"/>
                </a:lnTo>
                <a:close/>
                <a:moveTo>
                  <a:pt x="1907857" y="1130618"/>
                </a:moveTo>
                <a:lnTo>
                  <a:pt x="1922145" y="1144905"/>
                </a:lnTo>
                <a:lnTo>
                  <a:pt x="1907857" y="1159193"/>
                </a:lnTo>
                <a:lnTo>
                  <a:pt x="1893570" y="1144905"/>
                </a:lnTo>
                <a:close/>
                <a:moveTo>
                  <a:pt x="993457" y="1401127"/>
                </a:moveTo>
                <a:lnTo>
                  <a:pt x="1003935" y="1411605"/>
                </a:lnTo>
                <a:lnTo>
                  <a:pt x="993457" y="1422083"/>
                </a:lnTo>
                <a:lnTo>
                  <a:pt x="982980" y="1411605"/>
                </a:lnTo>
                <a:close/>
                <a:moveTo>
                  <a:pt x="21907" y="694372"/>
                </a:moveTo>
                <a:lnTo>
                  <a:pt x="43815" y="716280"/>
                </a:lnTo>
                <a:lnTo>
                  <a:pt x="21907" y="738188"/>
                </a:lnTo>
                <a:lnTo>
                  <a:pt x="0" y="716280"/>
                </a:lnTo>
                <a:close/>
                <a:moveTo>
                  <a:pt x="1517332" y="211455"/>
                </a:moveTo>
                <a:lnTo>
                  <a:pt x="1526857" y="220980"/>
                </a:lnTo>
                <a:lnTo>
                  <a:pt x="1517332" y="230505"/>
                </a:lnTo>
                <a:lnTo>
                  <a:pt x="1507807" y="220980"/>
                </a:lnTo>
                <a:close/>
                <a:moveTo>
                  <a:pt x="1755457" y="475297"/>
                </a:moveTo>
                <a:lnTo>
                  <a:pt x="1767840" y="487680"/>
                </a:lnTo>
                <a:lnTo>
                  <a:pt x="1755457" y="500063"/>
                </a:lnTo>
                <a:lnTo>
                  <a:pt x="1743075" y="487680"/>
                </a:lnTo>
                <a:close/>
                <a:moveTo>
                  <a:pt x="679132" y="1436370"/>
                </a:moveTo>
                <a:lnTo>
                  <a:pt x="692468" y="1449705"/>
                </a:lnTo>
                <a:lnTo>
                  <a:pt x="679132" y="1463040"/>
                </a:lnTo>
                <a:lnTo>
                  <a:pt x="665797" y="1449705"/>
                </a:lnTo>
                <a:close/>
                <a:moveTo>
                  <a:pt x="1155382" y="1922145"/>
                </a:moveTo>
                <a:lnTo>
                  <a:pt x="1168718" y="1935480"/>
                </a:lnTo>
                <a:lnTo>
                  <a:pt x="1155382" y="1948815"/>
                </a:lnTo>
                <a:lnTo>
                  <a:pt x="1142047" y="1935480"/>
                </a:lnTo>
                <a:close/>
                <a:moveTo>
                  <a:pt x="1441132" y="379095"/>
                </a:moveTo>
                <a:lnTo>
                  <a:pt x="1454468" y="392430"/>
                </a:lnTo>
                <a:lnTo>
                  <a:pt x="1441132" y="405765"/>
                </a:lnTo>
                <a:lnTo>
                  <a:pt x="1427797" y="392430"/>
                </a:lnTo>
                <a:close/>
                <a:moveTo>
                  <a:pt x="717232" y="195263"/>
                </a:moveTo>
                <a:lnTo>
                  <a:pt x="733425" y="211455"/>
                </a:lnTo>
                <a:lnTo>
                  <a:pt x="717232" y="227647"/>
                </a:lnTo>
                <a:lnTo>
                  <a:pt x="701040" y="211455"/>
                </a:lnTo>
                <a:close/>
                <a:moveTo>
                  <a:pt x="879157" y="660083"/>
                </a:moveTo>
                <a:lnTo>
                  <a:pt x="897255" y="678180"/>
                </a:lnTo>
                <a:lnTo>
                  <a:pt x="879157" y="696277"/>
                </a:lnTo>
                <a:lnTo>
                  <a:pt x="861060" y="678180"/>
                </a:lnTo>
                <a:close/>
                <a:moveTo>
                  <a:pt x="1736407" y="344805"/>
                </a:moveTo>
                <a:lnTo>
                  <a:pt x="1755457" y="363855"/>
                </a:lnTo>
                <a:lnTo>
                  <a:pt x="1736407" y="382905"/>
                </a:lnTo>
                <a:lnTo>
                  <a:pt x="1717357" y="363855"/>
                </a:lnTo>
                <a:close/>
                <a:moveTo>
                  <a:pt x="1117282" y="1373505"/>
                </a:moveTo>
                <a:lnTo>
                  <a:pt x="1126807" y="1383030"/>
                </a:lnTo>
                <a:lnTo>
                  <a:pt x="1117282" y="1392555"/>
                </a:lnTo>
                <a:lnTo>
                  <a:pt x="1107757" y="1383030"/>
                </a:lnTo>
                <a:close/>
                <a:moveTo>
                  <a:pt x="1650682" y="1629727"/>
                </a:moveTo>
                <a:lnTo>
                  <a:pt x="1670685" y="1649730"/>
                </a:lnTo>
                <a:lnTo>
                  <a:pt x="1650682" y="1669733"/>
                </a:lnTo>
                <a:lnTo>
                  <a:pt x="1630680" y="1649730"/>
                </a:lnTo>
                <a:close/>
                <a:moveTo>
                  <a:pt x="945832" y="500063"/>
                </a:moveTo>
                <a:lnTo>
                  <a:pt x="952500" y="506730"/>
                </a:lnTo>
                <a:lnTo>
                  <a:pt x="945832" y="513397"/>
                </a:lnTo>
                <a:lnTo>
                  <a:pt x="939165" y="506730"/>
                </a:lnTo>
                <a:close/>
                <a:moveTo>
                  <a:pt x="1079182" y="690563"/>
                </a:moveTo>
                <a:lnTo>
                  <a:pt x="1095375" y="706755"/>
                </a:lnTo>
                <a:lnTo>
                  <a:pt x="1079182" y="722947"/>
                </a:lnTo>
                <a:lnTo>
                  <a:pt x="1062990" y="706755"/>
                </a:lnTo>
                <a:close/>
                <a:moveTo>
                  <a:pt x="1479232" y="1627822"/>
                </a:moveTo>
                <a:lnTo>
                  <a:pt x="1491615" y="1640205"/>
                </a:lnTo>
                <a:lnTo>
                  <a:pt x="1479232" y="1652588"/>
                </a:lnTo>
                <a:lnTo>
                  <a:pt x="1466850" y="1640205"/>
                </a:lnTo>
                <a:close/>
                <a:moveTo>
                  <a:pt x="631507" y="1110615"/>
                </a:moveTo>
                <a:lnTo>
                  <a:pt x="646747" y="1125855"/>
                </a:lnTo>
                <a:lnTo>
                  <a:pt x="631507" y="1141095"/>
                </a:lnTo>
                <a:lnTo>
                  <a:pt x="616268" y="1125855"/>
                </a:lnTo>
                <a:close/>
                <a:moveTo>
                  <a:pt x="1260157" y="1374458"/>
                </a:moveTo>
                <a:lnTo>
                  <a:pt x="1278255" y="1392555"/>
                </a:lnTo>
                <a:lnTo>
                  <a:pt x="1260157" y="1410652"/>
                </a:lnTo>
                <a:lnTo>
                  <a:pt x="1242060" y="1392555"/>
                </a:lnTo>
                <a:close/>
                <a:moveTo>
                  <a:pt x="1517332" y="152400"/>
                </a:moveTo>
                <a:lnTo>
                  <a:pt x="1538288" y="173355"/>
                </a:lnTo>
                <a:lnTo>
                  <a:pt x="1517332" y="194310"/>
                </a:lnTo>
                <a:lnTo>
                  <a:pt x="1496377" y="173355"/>
                </a:lnTo>
                <a:close/>
                <a:moveTo>
                  <a:pt x="707707" y="160020"/>
                </a:moveTo>
                <a:lnTo>
                  <a:pt x="721043" y="173355"/>
                </a:lnTo>
                <a:lnTo>
                  <a:pt x="707707" y="186690"/>
                </a:lnTo>
                <a:lnTo>
                  <a:pt x="694372" y="173355"/>
                </a:lnTo>
                <a:close/>
                <a:moveTo>
                  <a:pt x="1660207" y="751522"/>
                </a:moveTo>
                <a:lnTo>
                  <a:pt x="1672590" y="763905"/>
                </a:lnTo>
                <a:lnTo>
                  <a:pt x="1660207" y="776288"/>
                </a:lnTo>
                <a:lnTo>
                  <a:pt x="1647825" y="763905"/>
                </a:lnTo>
                <a:close/>
                <a:moveTo>
                  <a:pt x="31432" y="853440"/>
                </a:moveTo>
                <a:lnTo>
                  <a:pt x="46672" y="868680"/>
                </a:lnTo>
                <a:lnTo>
                  <a:pt x="31432" y="883920"/>
                </a:lnTo>
                <a:lnTo>
                  <a:pt x="16193" y="868680"/>
                </a:lnTo>
                <a:close/>
              </a:path>
            </a:pathLst>
          </a:custGeom>
          <a:solidFill>
            <a:srgbClr val="E86A5E">
              <a:alpha val="2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1183302" y="2487930"/>
            <a:ext cx="3311843" cy="2872740"/>
          </a:xfrm>
          <a:custGeom>
            <a:avLst/>
            <a:gdLst/>
            <a:ahLst/>
            <a:cxnLst/>
            <a:rect l="l" t="t" r="r" b="b"/>
            <a:pathLst>
              <a:path w="3311843" h="2872740">
                <a:moveTo>
                  <a:pt x="2627948" y="2095500"/>
                </a:moveTo>
                <a:lnTo>
                  <a:pt x="2645093" y="2112645"/>
                </a:lnTo>
                <a:lnTo>
                  <a:pt x="2627948" y="2129790"/>
                </a:lnTo>
                <a:lnTo>
                  <a:pt x="2610803" y="2112645"/>
                </a:lnTo>
                <a:close/>
                <a:moveTo>
                  <a:pt x="2827973" y="0"/>
                </a:moveTo>
                <a:lnTo>
                  <a:pt x="2835593" y="7620"/>
                </a:lnTo>
                <a:lnTo>
                  <a:pt x="2827973" y="15240"/>
                </a:lnTo>
                <a:lnTo>
                  <a:pt x="2820353" y="7620"/>
                </a:lnTo>
                <a:close/>
                <a:moveTo>
                  <a:pt x="2637473" y="2470785"/>
                </a:moveTo>
                <a:lnTo>
                  <a:pt x="2650808" y="2484120"/>
                </a:lnTo>
                <a:lnTo>
                  <a:pt x="2637473" y="2497455"/>
                </a:lnTo>
                <a:lnTo>
                  <a:pt x="2624138" y="2484120"/>
                </a:lnTo>
                <a:close/>
                <a:moveTo>
                  <a:pt x="189548" y="657225"/>
                </a:moveTo>
                <a:lnTo>
                  <a:pt x="206693" y="674370"/>
                </a:lnTo>
                <a:lnTo>
                  <a:pt x="189548" y="691515"/>
                </a:lnTo>
                <a:lnTo>
                  <a:pt x="172403" y="674370"/>
                </a:lnTo>
                <a:close/>
                <a:moveTo>
                  <a:pt x="2837498" y="1243013"/>
                </a:moveTo>
                <a:lnTo>
                  <a:pt x="2849880" y="1255395"/>
                </a:lnTo>
                <a:lnTo>
                  <a:pt x="2837498" y="1267778"/>
                </a:lnTo>
                <a:lnTo>
                  <a:pt x="2825115" y="1255395"/>
                </a:lnTo>
                <a:close/>
                <a:moveTo>
                  <a:pt x="3304223" y="1333500"/>
                </a:moveTo>
                <a:lnTo>
                  <a:pt x="3311843" y="1341120"/>
                </a:lnTo>
                <a:lnTo>
                  <a:pt x="3304223" y="1348740"/>
                </a:lnTo>
                <a:lnTo>
                  <a:pt x="3296603" y="1341120"/>
                </a:lnTo>
                <a:close/>
                <a:moveTo>
                  <a:pt x="3247073" y="2355533"/>
                </a:moveTo>
                <a:lnTo>
                  <a:pt x="3261360" y="2369820"/>
                </a:lnTo>
                <a:lnTo>
                  <a:pt x="3247073" y="2384108"/>
                </a:lnTo>
                <a:lnTo>
                  <a:pt x="3232785" y="2369820"/>
                </a:lnTo>
                <a:close/>
                <a:moveTo>
                  <a:pt x="2627948" y="513398"/>
                </a:moveTo>
                <a:lnTo>
                  <a:pt x="2636520" y="521970"/>
                </a:lnTo>
                <a:lnTo>
                  <a:pt x="2627948" y="530542"/>
                </a:lnTo>
                <a:lnTo>
                  <a:pt x="2619375" y="521970"/>
                </a:lnTo>
                <a:close/>
                <a:moveTo>
                  <a:pt x="8573" y="484823"/>
                </a:moveTo>
                <a:lnTo>
                  <a:pt x="17145" y="493395"/>
                </a:lnTo>
                <a:lnTo>
                  <a:pt x="8573" y="501967"/>
                </a:lnTo>
                <a:lnTo>
                  <a:pt x="0" y="493395"/>
                </a:lnTo>
                <a:close/>
                <a:moveTo>
                  <a:pt x="2542223" y="288608"/>
                </a:moveTo>
                <a:lnTo>
                  <a:pt x="2556510" y="302895"/>
                </a:lnTo>
                <a:lnTo>
                  <a:pt x="2542223" y="317183"/>
                </a:lnTo>
                <a:lnTo>
                  <a:pt x="2527935" y="302895"/>
                </a:lnTo>
                <a:close/>
                <a:moveTo>
                  <a:pt x="2847023" y="2676525"/>
                </a:moveTo>
                <a:lnTo>
                  <a:pt x="2854643" y="2684145"/>
                </a:lnTo>
                <a:lnTo>
                  <a:pt x="2847023" y="2691765"/>
                </a:lnTo>
                <a:lnTo>
                  <a:pt x="2839403" y="2684145"/>
                </a:lnTo>
                <a:close/>
                <a:moveTo>
                  <a:pt x="1637348" y="2857500"/>
                </a:moveTo>
                <a:lnTo>
                  <a:pt x="1644968" y="2865120"/>
                </a:lnTo>
                <a:lnTo>
                  <a:pt x="1637348" y="2872740"/>
                </a:lnTo>
                <a:lnTo>
                  <a:pt x="1629728" y="2865120"/>
                </a:lnTo>
                <a:close/>
                <a:moveTo>
                  <a:pt x="237173" y="1597343"/>
                </a:moveTo>
                <a:lnTo>
                  <a:pt x="247650" y="1607820"/>
                </a:lnTo>
                <a:lnTo>
                  <a:pt x="237173" y="1618298"/>
                </a:lnTo>
                <a:lnTo>
                  <a:pt x="226695" y="1607820"/>
                </a:lnTo>
                <a:close/>
                <a:moveTo>
                  <a:pt x="2980373" y="1438275"/>
                </a:moveTo>
                <a:lnTo>
                  <a:pt x="2997518" y="1455420"/>
                </a:lnTo>
                <a:lnTo>
                  <a:pt x="2980373" y="1472565"/>
                </a:lnTo>
                <a:lnTo>
                  <a:pt x="2963228" y="1455420"/>
                </a:lnTo>
                <a:close/>
                <a:moveTo>
                  <a:pt x="2627948" y="1114425"/>
                </a:moveTo>
                <a:lnTo>
                  <a:pt x="2635568" y="1122045"/>
                </a:lnTo>
                <a:lnTo>
                  <a:pt x="2627948" y="1129665"/>
                </a:lnTo>
                <a:lnTo>
                  <a:pt x="2620328" y="1122045"/>
                </a:lnTo>
                <a:close/>
                <a:moveTo>
                  <a:pt x="1970723" y="1745933"/>
                </a:moveTo>
                <a:lnTo>
                  <a:pt x="1985010" y="1760220"/>
                </a:lnTo>
                <a:lnTo>
                  <a:pt x="1970723" y="1774508"/>
                </a:lnTo>
                <a:lnTo>
                  <a:pt x="1956435" y="1760220"/>
                </a:lnTo>
                <a:close/>
                <a:moveTo>
                  <a:pt x="2265998" y="2048828"/>
                </a:moveTo>
                <a:lnTo>
                  <a:pt x="2272665" y="2055495"/>
                </a:lnTo>
                <a:lnTo>
                  <a:pt x="2265998" y="2062163"/>
                </a:lnTo>
                <a:lnTo>
                  <a:pt x="2259330" y="205549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1372850" y="2266950"/>
            <a:ext cx="3009900" cy="3295650"/>
          </a:xfrm>
          <a:custGeom>
            <a:avLst/>
            <a:gdLst/>
            <a:ahLst/>
            <a:cxnLst/>
            <a:rect l="l" t="t" r="r" b="b"/>
            <a:pathLst>
              <a:path w="3009900" h="3295650">
                <a:moveTo>
                  <a:pt x="257175" y="3162300"/>
                </a:moveTo>
                <a:quadBezTo>
                  <a:pt x="171450" y="3086100"/>
                  <a:pt x="85725" y="3057525"/>
                </a:quadBezTo>
                <a:moveTo>
                  <a:pt x="47625" y="1409700"/>
                </a:moveTo>
                <a:quadBezTo>
                  <a:pt x="66675" y="1266825"/>
                  <a:pt x="95250" y="1162050"/>
                </a:quadBezTo>
                <a:moveTo>
                  <a:pt x="2590800" y="2695575"/>
                </a:moveTo>
                <a:quadBezTo>
                  <a:pt x="2562225" y="2724150"/>
                  <a:pt x="2533650" y="2781300"/>
                </a:quadBezTo>
                <a:moveTo>
                  <a:pt x="2543175" y="561975"/>
                </a:moveTo>
                <a:quadBezTo>
                  <a:pt x="2600325" y="657225"/>
                  <a:pt x="2657475" y="790575"/>
                </a:quadBezTo>
                <a:moveTo>
                  <a:pt x="3000375" y="1352550"/>
                </a:moveTo>
                <a:quadBezTo>
                  <a:pt x="2990850" y="1419225"/>
                  <a:pt x="2981325" y="1514475"/>
                </a:quadBezTo>
                <a:moveTo>
                  <a:pt x="1971675" y="3190875"/>
                </a:moveTo>
                <a:quadBezTo>
                  <a:pt x="1876425" y="3219450"/>
                  <a:pt x="1790700" y="3295650"/>
                </a:quadBezTo>
                <a:moveTo>
                  <a:pt x="238125" y="2914650"/>
                </a:moveTo>
                <a:quadBezTo>
                  <a:pt x="161925" y="2781300"/>
                  <a:pt x="85725" y="2686050"/>
                </a:quadBezTo>
                <a:moveTo>
                  <a:pt x="95250" y="2514600"/>
                </a:moveTo>
                <a:quadBezTo>
                  <a:pt x="47625" y="2409825"/>
                  <a:pt x="0" y="2343150"/>
                </a:quadBezTo>
                <a:moveTo>
                  <a:pt x="76200" y="142875"/>
                </a:moveTo>
                <a:quadBezTo>
                  <a:pt x="200025" y="57150"/>
                  <a:pt x="323850" y="0"/>
                </a:quadBezTo>
                <a:moveTo>
                  <a:pt x="2638425" y="2257425"/>
                </a:moveTo>
                <a:quadBezTo>
                  <a:pt x="2609850" y="2286000"/>
                  <a:pt x="2571750" y="2352675"/>
                </a:quadBezTo>
                <a:moveTo>
                  <a:pt x="3000375" y="1438275"/>
                </a:moveTo>
                <a:quadBezTo>
                  <a:pt x="3000375" y="1466850"/>
                  <a:pt x="3009900" y="1533525"/>
                </a:quadBezTo>
                <a:moveTo>
                  <a:pt x="542925" y="571500"/>
                </a:moveTo>
                <a:quadBezTo>
                  <a:pt x="609600" y="495300"/>
                  <a:pt x="676275" y="457200"/>
                </a:quadBezTo>
                <a:moveTo>
                  <a:pt x="733425" y="3257550"/>
                </a:moveTo>
                <a:quadBezTo>
                  <a:pt x="666750" y="3219450"/>
                  <a:pt x="600075" y="3219450"/>
                </a:quadBezTo>
                <a:moveTo>
                  <a:pt x="2428875" y="2571750"/>
                </a:moveTo>
                <a:quadBezTo>
                  <a:pt x="2381250" y="2581275"/>
                  <a:pt x="2333625" y="261937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887200" y="3048000"/>
            <a:ext cx="2352675" cy="1905000"/>
          </a:xfrm>
          <a:custGeom>
            <a:avLst/>
            <a:gdLst/>
            <a:ahLst/>
            <a:cxnLst/>
            <a:rect l="l" t="t" r="r" b="b"/>
            <a:pathLst>
              <a:path w="2352675" h="1905000">
                <a:moveTo>
                  <a:pt x="476250" y="1685925"/>
                </a:moveTo>
                <a:lnTo>
                  <a:pt x="857250" y="1828800"/>
                </a:lnTo>
                <a:moveTo>
                  <a:pt x="457200" y="1724025"/>
                </a:moveTo>
                <a:lnTo>
                  <a:pt x="914400" y="1905000"/>
                </a:lnTo>
                <a:moveTo>
                  <a:pt x="447675" y="1743075"/>
                </a:moveTo>
                <a:lnTo>
                  <a:pt x="809625" y="1885950"/>
                </a:lnTo>
                <a:moveTo>
                  <a:pt x="438150" y="1781175"/>
                </a:moveTo>
                <a:lnTo>
                  <a:pt x="752475" y="1905000"/>
                </a:lnTo>
                <a:moveTo>
                  <a:pt x="2257425" y="542925"/>
                </a:moveTo>
                <a:lnTo>
                  <a:pt x="2352675" y="733425"/>
                </a:lnTo>
                <a:moveTo>
                  <a:pt x="2228850" y="552450"/>
                </a:moveTo>
                <a:lnTo>
                  <a:pt x="2314575" y="742950"/>
                </a:lnTo>
                <a:moveTo>
                  <a:pt x="2200275" y="571500"/>
                </a:moveTo>
                <a:lnTo>
                  <a:pt x="2295525" y="771525"/>
                </a:lnTo>
                <a:moveTo>
                  <a:pt x="2171700" y="581025"/>
                </a:moveTo>
                <a:lnTo>
                  <a:pt x="2286000" y="828675"/>
                </a:lnTo>
                <a:moveTo>
                  <a:pt x="428625" y="66675"/>
                </a:moveTo>
                <a:lnTo>
                  <a:pt x="152400" y="495300"/>
                </a:lnTo>
                <a:moveTo>
                  <a:pt x="400050" y="38100"/>
                </a:moveTo>
                <a:lnTo>
                  <a:pt x="28575" y="638175"/>
                </a:lnTo>
                <a:moveTo>
                  <a:pt x="371475" y="28575"/>
                </a:moveTo>
                <a:lnTo>
                  <a:pt x="47625" y="542925"/>
                </a:lnTo>
                <a:moveTo>
                  <a:pt x="342900" y="0"/>
                </a:moveTo>
                <a:lnTo>
                  <a:pt x="0" y="55245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68150" y="3905250"/>
            <a:ext cx="2409825" cy="4095750"/>
          </a:xfrm>
          <a:custGeom>
            <a:avLst/>
            <a:gdLst/>
            <a:ahLst/>
            <a:cxnLst/>
            <a:rect l="l" t="t" r="r" b="b"/>
            <a:pathLst>
              <a:path w="2409825" h="4095750">
                <a:moveTo>
                  <a:pt x="828675" y="4095750"/>
                </a:moveTo>
                <a:lnTo>
                  <a:pt x="790575" y="4067175"/>
                </a:lnTo>
                <a:lnTo>
                  <a:pt x="800100" y="4019550"/>
                </a:lnTo>
                <a:lnTo>
                  <a:pt x="762000" y="3962400"/>
                </a:lnTo>
                <a:lnTo>
                  <a:pt x="733425" y="3981450"/>
                </a:lnTo>
                <a:lnTo>
                  <a:pt x="733425" y="3914775"/>
                </a:lnTo>
                <a:lnTo>
                  <a:pt x="723900" y="3876675"/>
                </a:lnTo>
                <a:lnTo>
                  <a:pt x="704850" y="3867150"/>
                </a:lnTo>
                <a:lnTo>
                  <a:pt x="657225" y="3857625"/>
                </a:lnTo>
                <a:lnTo>
                  <a:pt x="666750" y="3800475"/>
                </a:lnTo>
                <a:lnTo>
                  <a:pt x="647700" y="3771900"/>
                </a:lnTo>
                <a:lnTo>
                  <a:pt x="590550" y="3743325"/>
                </a:lnTo>
                <a:lnTo>
                  <a:pt x="609600" y="3743325"/>
                </a:lnTo>
                <a:lnTo>
                  <a:pt x="571500" y="3676650"/>
                </a:lnTo>
                <a:lnTo>
                  <a:pt x="533400" y="3676650"/>
                </a:lnTo>
                <a:lnTo>
                  <a:pt x="504825" y="3609975"/>
                </a:lnTo>
                <a:lnTo>
                  <a:pt x="523875" y="3619500"/>
                </a:lnTo>
                <a:lnTo>
                  <a:pt x="476250" y="3543300"/>
                </a:lnTo>
                <a:lnTo>
                  <a:pt x="495300" y="3514725"/>
                </a:lnTo>
                <a:lnTo>
                  <a:pt x="485775" y="3505200"/>
                </a:lnTo>
                <a:lnTo>
                  <a:pt x="457200" y="3486150"/>
                </a:lnTo>
                <a:lnTo>
                  <a:pt x="409575" y="3419475"/>
                </a:lnTo>
                <a:lnTo>
                  <a:pt x="381000" y="3400425"/>
                </a:lnTo>
                <a:lnTo>
                  <a:pt x="390525" y="3400425"/>
                </a:lnTo>
                <a:lnTo>
                  <a:pt x="371475" y="3362325"/>
                </a:lnTo>
                <a:lnTo>
                  <a:pt x="314325" y="3343275"/>
                </a:lnTo>
                <a:lnTo>
                  <a:pt x="333375" y="3276600"/>
                </a:lnTo>
                <a:lnTo>
                  <a:pt x="314325" y="3257550"/>
                </a:lnTo>
                <a:lnTo>
                  <a:pt x="285750" y="3209925"/>
                </a:lnTo>
                <a:lnTo>
                  <a:pt x="304800" y="3209925"/>
                </a:lnTo>
                <a:lnTo>
                  <a:pt x="266700" y="3162300"/>
                </a:lnTo>
                <a:lnTo>
                  <a:pt x="266700" y="3143250"/>
                </a:lnTo>
                <a:lnTo>
                  <a:pt x="219075" y="3143250"/>
                </a:lnTo>
                <a:lnTo>
                  <a:pt x="247650" y="3048000"/>
                </a:lnTo>
                <a:lnTo>
                  <a:pt x="247650" y="3028950"/>
                </a:lnTo>
                <a:lnTo>
                  <a:pt x="200025" y="3028950"/>
                </a:lnTo>
                <a:lnTo>
                  <a:pt x="200025" y="2981325"/>
                </a:lnTo>
                <a:lnTo>
                  <a:pt x="190500" y="2914650"/>
                </a:lnTo>
                <a:lnTo>
                  <a:pt x="228600" y="2809875"/>
                </a:lnTo>
                <a:lnTo>
                  <a:pt x="190500" y="2771775"/>
                </a:lnTo>
                <a:lnTo>
                  <a:pt x="190500" y="2714625"/>
                </a:lnTo>
                <a:lnTo>
                  <a:pt x="219075" y="2676525"/>
                </a:lnTo>
                <a:lnTo>
                  <a:pt x="200025" y="2619375"/>
                </a:lnTo>
                <a:lnTo>
                  <a:pt x="190500" y="2600325"/>
                </a:lnTo>
                <a:lnTo>
                  <a:pt x="161925" y="2543175"/>
                </a:lnTo>
                <a:lnTo>
                  <a:pt x="142875" y="2552700"/>
                </a:lnTo>
                <a:lnTo>
                  <a:pt x="180975" y="2476500"/>
                </a:lnTo>
                <a:lnTo>
                  <a:pt x="161925" y="2428875"/>
                </a:lnTo>
                <a:lnTo>
                  <a:pt x="104775" y="2419350"/>
                </a:lnTo>
                <a:lnTo>
                  <a:pt x="133350" y="2343150"/>
                </a:lnTo>
                <a:lnTo>
                  <a:pt x="123825" y="2314575"/>
                </a:lnTo>
                <a:lnTo>
                  <a:pt x="104775" y="2247900"/>
                </a:lnTo>
                <a:lnTo>
                  <a:pt x="133350" y="2247900"/>
                </a:lnTo>
                <a:lnTo>
                  <a:pt x="95250" y="2190750"/>
                </a:lnTo>
                <a:lnTo>
                  <a:pt x="76200" y="2162175"/>
                </a:lnTo>
                <a:lnTo>
                  <a:pt x="104775" y="2095500"/>
                </a:lnTo>
                <a:lnTo>
                  <a:pt x="95250" y="2057400"/>
                </a:lnTo>
                <a:lnTo>
                  <a:pt x="85725" y="2057400"/>
                </a:lnTo>
                <a:lnTo>
                  <a:pt x="47625" y="2009775"/>
                </a:lnTo>
                <a:lnTo>
                  <a:pt x="57150" y="1952625"/>
                </a:lnTo>
                <a:lnTo>
                  <a:pt x="28575" y="1895475"/>
                </a:lnTo>
                <a:lnTo>
                  <a:pt x="66675" y="1876425"/>
                </a:lnTo>
                <a:lnTo>
                  <a:pt x="19050" y="1857375"/>
                </a:lnTo>
                <a:lnTo>
                  <a:pt x="9525" y="1800225"/>
                </a:lnTo>
                <a:lnTo>
                  <a:pt x="38100" y="1771650"/>
                </a:lnTo>
                <a:lnTo>
                  <a:pt x="0" y="1752600"/>
                </a:lnTo>
                <a:lnTo>
                  <a:pt x="0" y="1704975"/>
                </a:lnTo>
                <a:lnTo>
                  <a:pt x="38100" y="1676400"/>
                </a:lnTo>
                <a:lnTo>
                  <a:pt x="76200" y="1647825"/>
                </a:lnTo>
                <a:lnTo>
                  <a:pt x="76200" y="1647825"/>
                </a:lnTo>
                <a:lnTo>
                  <a:pt x="47625" y="1628775"/>
                </a:lnTo>
                <a:lnTo>
                  <a:pt x="95250" y="1571625"/>
                </a:lnTo>
                <a:lnTo>
                  <a:pt x="66675" y="1562100"/>
                </a:lnTo>
                <a:lnTo>
                  <a:pt x="76200" y="1543050"/>
                </a:lnTo>
                <a:lnTo>
                  <a:pt x="76200" y="1543050"/>
                </a:lnTo>
                <a:lnTo>
                  <a:pt x="104775" y="1485900"/>
                </a:lnTo>
                <a:lnTo>
                  <a:pt x="114300" y="1485900"/>
                </a:lnTo>
                <a:lnTo>
                  <a:pt x="114300" y="1466850"/>
                </a:lnTo>
                <a:lnTo>
                  <a:pt x="114300" y="1457325"/>
                </a:lnTo>
                <a:lnTo>
                  <a:pt x="104775" y="1400175"/>
                </a:lnTo>
                <a:lnTo>
                  <a:pt x="171450" y="1371600"/>
                </a:lnTo>
                <a:lnTo>
                  <a:pt x="133350" y="1390650"/>
                </a:lnTo>
                <a:lnTo>
                  <a:pt x="200025" y="1362075"/>
                </a:lnTo>
                <a:lnTo>
                  <a:pt x="180975" y="1304925"/>
                </a:lnTo>
                <a:lnTo>
                  <a:pt x="152400" y="1266825"/>
                </a:lnTo>
                <a:lnTo>
                  <a:pt x="209550" y="1247775"/>
                </a:lnTo>
                <a:lnTo>
                  <a:pt x="171450" y="1219200"/>
                </a:lnTo>
                <a:lnTo>
                  <a:pt x="209550" y="1228725"/>
                </a:lnTo>
                <a:lnTo>
                  <a:pt x="209550" y="1181100"/>
                </a:lnTo>
                <a:lnTo>
                  <a:pt x="257175" y="1152525"/>
                </a:lnTo>
                <a:lnTo>
                  <a:pt x="257175" y="1171575"/>
                </a:lnTo>
                <a:lnTo>
                  <a:pt x="276225" y="1104900"/>
                </a:lnTo>
                <a:lnTo>
                  <a:pt x="276225" y="1095375"/>
                </a:lnTo>
                <a:lnTo>
                  <a:pt x="276225" y="1095375"/>
                </a:lnTo>
                <a:lnTo>
                  <a:pt x="285750" y="1028700"/>
                </a:lnTo>
                <a:lnTo>
                  <a:pt x="285750" y="1019175"/>
                </a:lnTo>
                <a:lnTo>
                  <a:pt x="314325" y="962025"/>
                </a:lnTo>
                <a:lnTo>
                  <a:pt x="323850" y="971550"/>
                </a:lnTo>
                <a:lnTo>
                  <a:pt x="381000" y="895350"/>
                </a:lnTo>
                <a:lnTo>
                  <a:pt x="400050" y="876300"/>
                </a:lnTo>
                <a:lnTo>
                  <a:pt x="495300" y="838200"/>
                </a:lnTo>
                <a:lnTo>
                  <a:pt x="514350" y="828675"/>
                </a:lnTo>
                <a:lnTo>
                  <a:pt x="542925" y="809625"/>
                </a:lnTo>
                <a:lnTo>
                  <a:pt x="552450" y="800100"/>
                </a:lnTo>
                <a:lnTo>
                  <a:pt x="552450" y="771525"/>
                </a:lnTo>
                <a:lnTo>
                  <a:pt x="609600" y="685800"/>
                </a:lnTo>
                <a:lnTo>
                  <a:pt x="628650" y="685800"/>
                </a:lnTo>
                <a:lnTo>
                  <a:pt x="695325" y="685800"/>
                </a:lnTo>
                <a:lnTo>
                  <a:pt x="695325" y="619125"/>
                </a:lnTo>
                <a:lnTo>
                  <a:pt x="752475" y="609600"/>
                </a:lnTo>
                <a:lnTo>
                  <a:pt x="771525" y="590550"/>
                </a:lnTo>
                <a:lnTo>
                  <a:pt x="847725" y="514350"/>
                </a:lnTo>
                <a:lnTo>
                  <a:pt x="838200" y="504825"/>
                </a:lnTo>
                <a:lnTo>
                  <a:pt x="895350" y="495300"/>
                </a:lnTo>
                <a:lnTo>
                  <a:pt x="914400" y="428625"/>
                </a:lnTo>
                <a:lnTo>
                  <a:pt x="962025" y="419100"/>
                </a:lnTo>
                <a:lnTo>
                  <a:pt x="962025" y="390525"/>
                </a:lnTo>
                <a:lnTo>
                  <a:pt x="1028700" y="352425"/>
                </a:lnTo>
                <a:lnTo>
                  <a:pt x="1076325" y="304800"/>
                </a:lnTo>
                <a:lnTo>
                  <a:pt x="1057275" y="314325"/>
                </a:lnTo>
                <a:lnTo>
                  <a:pt x="1114425" y="266700"/>
                </a:lnTo>
                <a:lnTo>
                  <a:pt x="1162050" y="228600"/>
                </a:lnTo>
                <a:lnTo>
                  <a:pt x="1152525" y="200025"/>
                </a:lnTo>
                <a:lnTo>
                  <a:pt x="1228725" y="171450"/>
                </a:lnTo>
                <a:lnTo>
                  <a:pt x="1219200" y="133350"/>
                </a:lnTo>
                <a:lnTo>
                  <a:pt x="1266825" y="85725"/>
                </a:lnTo>
                <a:lnTo>
                  <a:pt x="1295400" y="104775"/>
                </a:lnTo>
                <a:lnTo>
                  <a:pt x="1352550" y="19050"/>
                </a:lnTo>
                <a:lnTo>
                  <a:pt x="1390650" y="0"/>
                </a:lnTo>
                <a:lnTo>
                  <a:pt x="1304925" y="142875"/>
                </a:lnTo>
                <a:lnTo>
                  <a:pt x="1428750" y="114300"/>
                </a:lnTo>
                <a:lnTo>
                  <a:pt x="1447800" y="142875"/>
                </a:lnTo>
                <a:lnTo>
                  <a:pt x="1419225" y="85725"/>
                </a:lnTo>
                <a:lnTo>
                  <a:pt x="1495425" y="57150"/>
                </a:lnTo>
                <a:lnTo>
                  <a:pt x="1504950" y="152400"/>
                </a:lnTo>
                <a:lnTo>
                  <a:pt x="1524000" y="133350"/>
                </a:lnTo>
                <a:lnTo>
                  <a:pt x="1562100" y="123825"/>
                </a:lnTo>
                <a:lnTo>
                  <a:pt x="1600200" y="209550"/>
                </a:lnTo>
                <a:lnTo>
                  <a:pt x="1590675" y="123825"/>
                </a:lnTo>
                <a:lnTo>
                  <a:pt x="1600200" y="209550"/>
                </a:lnTo>
                <a:lnTo>
                  <a:pt x="1619250" y="228600"/>
                </a:lnTo>
                <a:lnTo>
                  <a:pt x="1609725" y="266700"/>
                </a:lnTo>
                <a:lnTo>
                  <a:pt x="1628775" y="295275"/>
                </a:lnTo>
                <a:lnTo>
                  <a:pt x="1628775" y="314325"/>
                </a:lnTo>
                <a:lnTo>
                  <a:pt x="1704975" y="342900"/>
                </a:lnTo>
                <a:lnTo>
                  <a:pt x="1676400" y="361950"/>
                </a:lnTo>
                <a:lnTo>
                  <a:pt x="1724025" y="428625"/>
                </a:lnTo>
                <a:lnTo>
                  <a:pt x="1752600" y="419100"/>
                </a:lnTo>
                <a:lnTo>
                  <a:pt x="1781175" y="361950"/>
                </a:lnTo>
                <a:lnTo>
                  <a:pt x="1800225" y="438150"/>
                </a:lnTo>
                <a:lnTo>
                  <a:pt x="1809750" y="466725"/>
                </a:lnTo>
                <a:lnTo>
                  <a:pt x="1771650" y="495300"/>
                </a:lnTo>
                <a:lnTo>
                  <a:pt x="1790700" y="504825"/>
                </a:lnTo>
                <a:lnTo>
                  <a:pt x="1762125" y="561975"/>
                </a:lnTo>
                <a:lnTo>
                  <a:pt x="1809750" y="581025"/>
                </a:lnTo>
                <a:lnTo>
                  <a:pt x="1866900" y="552450"/>
                </a:lnTo>
                <a:lnTo>
                  <a:pt x="1895475" y="590550"/>
                </a:lnTo>
                <a:lnTo>
                  <a:pt x="1914525" y="628650"/>
                </a:lnTo>
                <a:lnTo>
                  <a:pt x="1933575" y="657225"/>
                </a:lnTo>
                <a:lnTo>
                  <a:pt x="1962150" y="666750"/>
                </a:lnTo>
                <a:lnTo>
                  <a:pt x="1990725" y="657225"/>
                </a:lnTo>
                <a:lnTo>
                  <a:pt x="2076450" y="704850"/>
                </a:lnTo>
                <a:lnTo>
                  <a:pt x="1952625" y="638175"/>
                </a:lnTo>
                <a:lnTo>
                  <a:pt x="1914525" y="762000"/>
                </a:lnTo>
                <a:lnTo>
                  <a:pt x="1990725" y="828675"/>
                </a:lnTo>
                <a:lnTo>
                  <a:pt x="1981200" y="847725"/>
                </a:lnTo>
                <a:lnTo>
                  <a:pt x="2028825" y="904875"/>
                </a:lnTo>
                <a:lnTo>
                  <a:pt x="1952625" y="1076325"/>
                </a:lnTo>
                <a:lnTo>
                  <a:pt x="2047875" y="1162050"/>
                </a:lnTo>
                <a:lnTo>
                  <a:pt x="2047875" y="1333500"/>
                </a:lnTo>
                <a:lnTo>
                  <a:pt x="2038350" y="1343025"/>
                </a:lnTo>
                <a:lnTo>
                  <a:pt x="2038350" y="1371600"/>
                </a:lnTo>
                <a:lnTo>
                  <a:pt x="2105025" y="1381125"/>
                </a:lnTo>
                <a:lnTo>
                  <a:pt x="2124075" y="1390650"/>
                </a:lnTo>
                <a:lnTo>
                  <a:pt x="2171700" y="1438275"/>
                </a:lnTo>
                <a:lnTo>
                  <a:pt x="2200275" y="1485900"/>
                </a:lnTo>
                <a:lnTo>
                  <a:pt x="2238375" y="1552575"/>
                </a:lnTo>
                <a:lnTo>
                  <a:pt x="2257425" y="1609725"/>
                </a:lnTo>
                <a:lnTo>
                  <a:pt x="2209800" y="1685925"/>
                </a:lnTo>
                <a:lnTo>
                  <a:pt x="2266950" y="1781175"/>
                </a:lnTo>
                <a:lnTo>
                  <a:pt x="2200275" y="1743075"/>
                </a:lnTo>
                <a:lnTo>
                  <a:pt x="2247900" y="1857375"/>
                </a:lnTo>
                <a:lnTo>
                  <a:pt x="2238375" y="1866900"/>
                </a:lnTo>
                <a:lnTo>
                  <a:pt x="2286000" y="1933575"/>
                </a:lnTo>
                <a:lnTo>
                  <a:pt x="2314575" y="2019300"/>
                </a:lnTo>
                <a:lnTo>
                  <a:pt x="2314575" y="2085975"/>
                </a:lnTo>
                <a:lnTo>
                  <a:pt x="2333625" y="2133600"/>
                </a:lnTo>
                <a:lnTo>
                  <a:pt x="2343150" y="2133600"/>
                </a:lnTo>
                <a:lnTo>
                  <a:pt x="2362200" y="2219325"/>
                </a:lnTo>
                <a:lnTo>
                  <a:pt x="2381250" y="2247900"/>
                </a:lnTo>
                <a:lnTo>
                  <a:pt x="2371725" y="2324100"/>
                </a:lnTo>
                <a:lnTo>
                  <a:pt x="2362200" y="2343150"/>
                </a:lnTo>
                <a:lnTo>
                  <a:pt x="2390775" y="2381250"/>
                </a:lnTo>
                <a:lnTo>
                  <a:pt x="2333625" y="2343150"/>
                </a:lnTo>
                <a:lnTo>
                  <a:pt x="2295525" y="2428875"/>
                </a:lnTo>
                <a:lnTo>
                  <a:pt x="2333625" y="2476500"/>
                </a:lnTo>
                <a:lnTo>
                  <a:pt x="2324100" y="2495550"/>
                </a:lnTo>
                <a:lnTo>
                  <a:pt x="2381250" y="2533650"/>
                </a:lnTo>
                <a:lnTo>
                  <a:pt x="2324100" y="2505075"/>
                </a:lnTo>
                <a:lnTo>
                  <a:pt x="2352675" y="2609850"/>
                </a:lnTo>
                <a:lnTo>
                  <a:pt x="2295525" y="2647950"/>
                </a:lnTo>
                <a:lnTo>
                  <a:pt x="2286000" y="2619375"/>
                </a:lnTo>
                <a:lnTo>
                  <a:pt x="2314575" y="2667000"/>
                </a:lnTo>
                <a:lnTo>
                  <a:pt x="2390775" y="2743200"/>
                </a:lnTo>
                <a:lnTo>
                  <a:pt x="2409825" y="2790825"/>
                </a:lnTo>
                <a:lnTo>
                  <a:pt x="2352675" y="2800350"/>
                </a:lnTo>
                <a:lnTo>
                  <a:pt x="2352675" y="2838450"/>
                </a:lnTo>
                <a:lnTo>
                  <a:pt x="2305050" y="2886075"/>
                </a:lnTo>
                <a:lnTo>
                  <a:pt x="2295525" y="2905125"/>
                </a:lnTo>
                <a:lnTo>
                  <a:pt x="2333625" y="2943225"/>
                </a:lnTo>
                <a:lnTo>
                  <a:pt x="2333625" y="2971800"/>
                </a:lnTo>
                <a:lnTo>
                  <a:pt x="2314575" y="2990850"/>
                </a:lnTo>
                <a:lnTo>
                  <a:pt x="2295525" y="3019425"/>
                </a:lnTo>
                <a:lnTo>
                  <a:pt x="2276475" y="3048000"/>
                </a:lnTo>
                <a:lnTo>
                  <a:pt x="2257425" y="3028950"/>
                </a:lnTo>
                <a:lnTo>
                  <a:pt x="2247900" y="3009900"/>
                </a:lnTo>
                <a:lnTo>
                  <a:pt x="2228850" y="3048000"/>
                </a:lnTo>
                <a:lnTo>
                  <a:pt x="2247900" y="3133725"/>
                </a:lnTo>
                <a:lnTo>
                  <a:pt x="2209800" y="3105150"/>
                </a:lnTo>
                <a:lnTo>
                  <a:pt x="2200275" y="3095625"/>
                </a:lnTo>
                <a:lnTo>
                  <a:pt x="2124075" y="3162300"/>
                </a:lnTo>
                <a:lnTo>
                  <a:pt x="2152650" y="3200400"/>
                </a:lnTo>
                <a:lnTo>
                  <a:pt x="2162175" y="3257550"/>
                </a:lnTo>
                <a:lnTo>
                  <a:pt x="2124075" y="3238500"/>
                </a:lnTo>
                <a:lnTo>
                  <a:pt x="2143125" y="3295650"/>
                </a:lnTo>
                <a:lnTo>
                  <a:pt x="2095500" y="3343275"/>
                </a:lnTo>
                <a:lnTo>
                  <a:pt x="2000250" y="3467100"/>
                </a:lnTo>
                <a:lnTo>
                  <a:pt x="2028825" y="3409950"/>
                </a:lnTo>
                <a:lnTo>
                  <a:pt x="2009775" y="3457575"/>
                </a:lnTo>
                <a:lnTo>
                  <a:pt x="1943100" y="3467100"/>
                </a:lnTo>
                <a:lnTo>
                  <a:pt x="1876425" y="3505200"/>
                </a:lnTo>
                <a:lnTo>
                  <a:pt x="1857375" y="3505200"/>
                </a:lnTo>
                <a:lnTo>
                  <a:pt x="1838325" y="3552825"/>
                </a:lnTo>
                <a:lnTo>
                  <a:pt x="1743075" y="3533775"/>
                </a:lnTo>
                <a:lnTo>
                  <a:pt x="1743075" y="3562350"/>
                </a:lnTo>
                <a:lnTo>
                  <a:pt x="1733550" y="3571875"/>
                </a:lnTo>
                <a:lnTo>
                  <a:pt x="1685925" y="3590925"/>
                </a:lnTo>
                <a:lnTo>
                  <a:pt x="1590675" y="3609975"/>
                </a:lnTo>
                <a:lnTo>
                  <a:pt x="1562100" y="3676650"/>
                </a:lnTo>
                <a:lnTo>
                  <a:pt x="1514475" y="3629025"/>
                </a:lnTo>
                <a:lnTo>
                  <a:pt x="1476375" y="3667125"/>
                </a:lnTo>
                <a:lnTo>
                  <a:pt x="1371600" y="3648075"/>
                </a:lnTo>
                <a:lnTo>
                  <a:pt x="1352550" y="3676650"/>
                </a:lnTo>
                <a:lnTo>
                  <a:pt x="1209675" y="3695700"/>
                </a:lnTo>
                <a:lnTo>
                  <a:pt x="1200150" y="3743325"/>
                </a:lnTo>
                <a:lnTo>
                  <a:pt x="1190625" y="3819525"/>
                </a:lnTo>
                <a:lnTo>
                  <a:pt x="1114425" y="3800475"/>
                </a:lnTo>
                <a:lnTo>
                  <a:pt x="1085850" y="3819525"/>
                </a:lnTo>
                <a:lnTo>
                  <a:pt x="1066800" y="3848100"/>
                </a:lnTo>
                <a:lnTo>
                  <a:pt x="1009650" y="3933825"/>
                </a:lnTo>
                <a:lnTo>
                  <a:pt x="981075" y="3933825"/>
                </a:lnTo>
                <a:lnTo>
                  <a:pt x="1000125" y="3971925"/>
                </a:lnTo>
                <a:lnTo>
                  <a:pt x="981075" y="3971925"/>
                </a:lnTo>
                <a:lnTo>
                  <a:pt x="923925" y="4076700"/>
                </a:lnTo>
                <a:lnTo>
                  <a:pt x="904875" y="4038600"/>
                </a:lnTo>
                <a:lnTo>
                  <a:pt x="876300" y="4067175"/>
                </a:lnTo>
                <a:close/>
              </a:path>
            </a:pathLst>
          </a:custGeom>
          <a:solidFill>
            <a:srgbClr val="14729E">
              <a:alpha val="16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1687175" y="3562350"/>
            <a:ext cx="2838450" cy="4733925"/>
          </a:xfrm>
          <a:custGeom>
            <a:avLst/>
            <a:gdLst/>
            <a:ahLst/>
            <a:cxnLst/>
            <a:rect l="l" t="t" r="r" b="b"/>
            <a:pathLst>
              <a:path w="2838450" h="4733925">
                <a:moveTo>
                  <a:pt x="942975" y="4733925"/>
                </a:moveTo>
                <a:lnTo>
                  <a:pt x="942975" y="4705350"/>
                </a:lnTo>
                <a:lnTo>
                  <a:pt x="857250" y="4657725"/>
                </a:lnTo>
                <a:lnTo>
                  <a:pt x="885825" y="4648200"/>
                </a:lnTo>
                <a:lnTo>
                  <a:pt x="885825" y="4600575"/>
                </a:lnTo>
                <a:lnTo>
                  <a:pt x="838200" y="4591050"/>
                </a:lnTo>
                <a:lnTo>
                  <a:pt x="828675" y="4562475"/>
                </a:lnTo>
                <a:lnTo>
                  <a:pt x="828675" y="4505325"/>
                </a:lnTo>
                <a:lnTo>
                  <a:pt x="781050" y="4476750"/>
                </a:lnTo>
                <a:lnTo>
                  <a:pt x="762000" y="4438650"/>
                </a:lnTo>
                <a:lnTo>
                  <a:pt x="762000" y="4400550"/>
                </a:lnTo>
                <a:lnTo>
                  <a:pt x="723900" y="4343400"/>
                </a:lnTo>
                <a:lnTo>
                  <a:pt x="676275" y="4305300"/>
                </a:lnTo>
                <a:lnTo>
                  <a:pt x="695325" y="4295775"/>
                </a:lnTo>
                <a:lnTo>
                  <a:pt x="647700" y="4248150"/>
                </a:lnTo>
                <a:lnTo>
                  <a:pt x="657225" y="4219575"/>
                </a:lnTo>
                <a:lnTo>
                  <a:pt x="619125" y="4152900"/>
                </a:lnTo>
                <a:lnTo>
                  <a:pt x="600075" y="4124325"/>
                </a:lnTo>
                <a:lnTo>
                  <a:pt x="600075" y="4133850"/>
                </a:lnTo>
                <a:lnTo>
                  <a:pt x="533400" y="4067175"/>
                </a:lnTo>
                <a:lnTo>
                  <a:pt x="514350" y="4067175"/>
                </a:lnTo>
                <a:lnTo>
                  <a:pt x="495300" y="3990975"/>
                </a:lnTo>
                <a:lnTo>
                  <a:pt x="447675" y="3981450"/>
                </a:lnTo>
                <a:lnTo>
                  <a:pt x="476250" y="3924300"/>
                </a:lnTo>
                <a:lnTo>
                  <a:pt x="438150" y="3857625"/>
                </a:lnTo>
                <a:lnTo>
                  <a:pt x="409575" y="3819525"/>
                </a:lnTo>
                <a:lnTo>
                  <a:pt x="400050" y="3848100"/>
                </a:lnTo>
                <a:lnTo>
                  <a:pt x="371475" y="3800475"/>
                </a:lnTo>
                <a:lnTo>
                  <a:pt x="333375" y="3752850"/>
                </a:lnTo>
                <a:lnTo>
                  <a:pt x="361950" y="3705225"/>
                </a:lnTo>
                <a:lnTo>
                  <a:pt x="323850" y="3714750"/>
                </a:lnTo>
                <a:lnTo>
                  <a:pt x="333375" y="3686175"/>
                </a:lnTo>
                <a:lnTo>
                  <a:pt x="285750" y="3629025"/>
                </a:lnTo>
                <a:lnTo>
                  <a:pt x="276225" y="3581400"/>
                </a:lnTo>
                <a:lnTo>
                  <a:pt x="295275" y="3552825"/>
                </a:lnTo>
                <a:lnTo>
                  <a:pt x="276225" y="3505200"/>
                </a:lnTo>
                <a:lnTo>
                  <a:pt x="209550" y="3409950"/>
                </a:lnTo>
                <a:lnTo>
                  <a:pt x="276225" y="3390900"/>
                </a:lnTo>
                <a:lnTo>
                  <a:pt x="238125" y="3333750"/>
                </a:lnTo>
                <a:lnTo>
                  <a:pt x="247650" y="3228975"/>
                </a:lnTo>
                <a:lnTo>
                  <a:pt x="238125" y="3209925"/>
                </a:lnTo>
                <a:lnTo>
                  <a:pt x="228600" y="3143250"/>
                </a:lnTo>
                <a:lnTo>
                  <a:pt x="209550" y="3114675"/>
                </a:lnTo>
                <a:lnTo>
                  <a:pt x="247650" y="3019425"/>
                </a:lnTo>
                <a:lnTo>
                  <a:pt x="190500" y="2962275"/>
                </a:lnTo>
                <a:lnTo>
                  <a:pt x="190500" y="2943225"/>
                </a:lnTo>
                <a:lnTo>
                  <a:pt x="209550" y="2905125"/>
                </a:lnTo>
                <a:lnTo>
                  <a:pt x="190500" y="2828925"/>
                </a:lnTo>
                <a:lnTo>
                  <a:pt x="142875" y="2800350"/>
                </a:lnTo>
                <a:lnTo>
                  <a:pt x="133350" y="2733675"/>
                </a:lnTo>
                <a:lnTo>
                  <a:pt x="133350" y="2714625"/>
                </a:lnTo>
                <a:lnTo>
                  <a:pt x="152400" y="2619375"/>
                </a:lnTo>
                <a:lnTo>
                  <a:pt x="152400" y="2581275"/>
                </a:lnTo>
                <a:lnTo>
                  <a:pt x="95250" y="2571750"/>
                </a:lnTo>
                <a:lnTo>
                  <a:pt x="114300" y="2476500"/>
                </a:lnTo>
                <a:lnTo>
                  <a:pt x="85725" y="2428875"/>
                </a:lnTo>
                <a:lnTo>
                  <a:pt x="123825" y="2419350"/>
                </a:lnTo>
                <a:lnTo>
                  <a:pt x="76200" y="2381250"/>
                </a:lnTo>
                <a:lnTo>
                  <a:pt x="95250" y="2333625"/>
                </a:lnTo>
                <a:lnTo>
                  <a:pt x="66675" y="2286000"/>
                </a:lnTo>
                <a:lnTo>
                  <a:pt x="57150" y="2228850"/>
                </a:lnTo>
                <a:lnTo>
                  <a:pt x="47625" y="2200275"/>
                </a:lnTo>
                <a:lnTo>
                  <a:pt x="66675" y="2143125"/>
                </a:lnTo>
                <a:lnTo>
                  <a:pt x="9525" y="2085975"/>
                </a:lnTo>
                <a:lnTo>
                  <a:pt x="38100" y="2019300"/>
                </a:lnTo>
                <a:lnTo>
                  <a:pt x="0" y="2028825"/>
                </a:lnTo>
                <a:lnTo>
                  <a:pt x="19050" y="1962150"/>
                </a:lnTo>
                <a:lnTo>
                  <a:pt x="76200" y="1943100"/>
                </a:lnTo>
                <a:lnTo>
                  <a:pt x="38100" y="1895475"/>
                </a:lnTo>
                <a:lnTo>
                  <a:pt x="47625" y="1924050"/>
                </a:lnTo>
                <a:lnTo>
                  <a:pt x="66675" y="1838325"/>
                </a:lnTo>
                <a:lnTo>
                  <a:pt x="66675" y="1828800"/>
                </a:lnTo>
                <a:lnTo>
                  <a:pt x="85725" y="1819275"/>
                </a:lnTo>
                <a:lnTo>
                  <a:pt x="76200" y="1762125"/>
                </a:lnTo>
                <a:lnTo>
                  <a:pt x="114300" y="1781175"/>
                </a:lnTo>
                <a:lnTo>
                  <a:pt x="142875" y="1762125"/>
                </a:lnTo>
                <a:lnTo>
                  <a:pt x="142875" y="1752600"/>
                </a:lnTo>
                <a:lnTo>
                  <a:pt x="123825" y="1685925"/>
                </a:lnTo>
                <a:lnTo>
                  <a:pt x="142875" y="1657350"/>
                </a:lnTo>
                <a:lnTo>
                  <a:pt x="180975" y="1657350"/>
                </a:lnTo>
                <a:lnTo>
                  <a:pt x="142875" y="1638300"/>
                </a:lnTo>
                <a:lnTo>
                  <a:pt x="180975" y="1600200"/>
                </a:lnTo>
                <a:lnTo>
                  <a:pt x="171450" y="1571625"/>
                </a:lnTo>
                <a:lnTo>
                  <a:pt x="190500" y="1533525"/>
                </a:lnTo>
                <a:lnTo>
                  <a:pt x="180975" y="1504950"/>
                </a:lnTo>
                <a:lnTo>
                  <a:pt x="219075" y="1447800"/>
                </a:lnTo>
                <a:lnTo>
                  <a:pt x="257175" y="1428750"/>
                </a:lnTo>
                <a:lnTo>
                  <a:pt x="285750" y="1409700"/>
                </a:lnTo>
                <a:lnTo>
                  <a:pt x="304800" y="1419225"/>
                </a:lnTo>
                <a:lnTo>
                  <a:pt x="257175" y="1362075"/>
                </a:lnTo>
                <a:lnTo>
                  <a:pt x="304800" y="1362075"/>
                </a:lnTo>
                <a:lnTo>
                  <a:pt x="304800" y="1333500"/>
                </a:lnTo>
                <a:lnTo>
                  <a:pt x="342900" y="1276350"/>
                </a:lnTo>
                <a:lnTo>
                  <a:pt x="314325" y="1257300"/>
                </a:lnTo>
                <a:lnTo>
                  <a:pt x="333375" y="1219200"/>
                </a:lnTo>
                <a:lnTo>
                  <a:pt x="361950" y="1171575"/>
                </a:lnTo>
                <a:lnTo>
                  <a:pt x="390525" y="1133475"/>
                </a:lnTo>
                <a:lnTo>
                  <a:pt x="381000" y="1133475"/>
                </a:lnTo>
                <a:lnTo>
                  <a:pt x="419100" y="1114425"/>
                </a:lnTo>
                <a:lnTo>
                  <a:pt x="457200" y="1066800"/>
                </a:lnTo>
                <a:lnTo>
                  <a:pt x="552450" y="1019175"/>
                </a:lnTo>
                <a:lnTo>
                  <a:pt x="590550" y="990600"/>
                </a:lnTo>
                <a:lnTo>
                  <a:pt x="638175" y="933450"/>
                </a:lnTo>
                <a:lnTo>
                  <a:pt x="676275" y="923925"/>
                </a:lnTo>
                <a:lnTo>
                  <a:pt x="704850" y="904875"/>
                </a:lnTo>
                <a:lnTo>
                  <a:pt x="695325" y="847725"/>
                </a:lnTo>
                <a:lnTo>
                  <a:pt x="752475" y="790575"/>
                </a:lnTo>
                <a:lnTo>
                  <a:pt x="771525" y="781050"/>
                </a:lnTo>
                <a:lnTo>
                  <a:pt x="838200" y="723900"/>
                </a:lnTo>
                <a:lnTo>
                  <a:pt x="876300" y="695325"/>
                </a:lnTo>
                <a:lnTo>
                  <a:pt x="942975" y="657225"/>
                </a:lnTo>
                <a:lnTo>
                  <a:pt x="962025" y="609600"/>
                </a:lnTo>
                <a:lnTo>
                  <a:pt x="990600" y="590550"/>
                </a:lnTo>
                <a:lnTo>
                  <a:pt x="1076325" y="523875"/>
                </a:lnTo>
                <a:lnTo>
                  <a:pt x="1095375" y="514350"/>
                </a:lnTo>
                <a:lnTo>
                  <a:pt x="1123950" y="485775"/>
                </a:lnTo>
                <a:lnTo>
                  <a:pt x="1133475" y="466725"/>
                </a:lnTo>
                <a:lnTo>
                  <a:pt x="1200150" y="390525"/>
                </a:lnTo>
                <a:lnTo>
                  <a:pt x="1238250" y="361950"/>
                </a:lnTo>
                <a:lnTo>
                  <a:pt x="1276350" y="361950"/>
                </a:lnTo>
                <a:lnTo>
                  <a:pt x="1285875" y="266700"/>
                </a:lnTo>
                <a:lnTo>
                  <a:pt x="1314450" y="247650"/>
                </a:lnTo>
                <a:lnTo>
                  <a:pt x="1362075" y="247650"/>
                </a:lnTo>
                <a:lnTo>
                  <a:pt x="1390650" y="190500"/>
                </a:lnTo>
                <a:lnTo>
                  <a:pt x="1466850" y="123825"/>
                </a:lnTo>
                <a:lnTo>
                  <a:pt x="1457325" y="142875"/>
                </a:lnTo>
                <a:lnTo>
                  <a:pt x="1552575" y="104775"/>
                </a:lnTo>
                <a:lnTo>
                  <a:pt x="1571625" y="57150"/>
                </a:lnTo>
                <a:lnTo>
                  <a:pt x="1609725" y="0"/>
                </a:lnTo>
                <a:lnTo>
                  <a:pt x="1685925" y="28575"/>
                </a:lnTo>
                <a:lnTo>
                  <a:pt x="1666875" y="104775"/>
                </a:lnTo>
                <a:lnTo>
                  <a:pt x="1638300" y="0"/>
                </a:lnTo>
                <a:lnTo>
                  <a:pt x="1619250" y="104775"/>
                </a:lnTo>
                <a:lnTo>
                  <a:pt x="1647825" y="47625"/>
                </a:lnTo>
                <a:lnTo>
                  <a:pt x="1676400" y="114300"/>
                </a:lnTo>
                <a:lnTo>
                  <a:pt x="1762125" y="180975"/>
                </a:lnTo>
                <a:lnTo>
                  <a:pt x="1819275" y="152400"/>
                </a:lnTo>
                <a:lnTo>
                  <a:pt x="1885950" y="209550"/>
                </a:lnTo>
                <a:lnTo>
                  <a:pt x="1914525" y="238125"/>
                </a:lnTo>
                <a:lnTo>
                  <a:pt x="1924050" y="276225"/>
                </a:lnTo>
                <a:lnTo>
                  <a:pt x="1876425" y="266700"/>
                </a:lnTo>
                <a:lnTo>
                  <a:pt x="1885950" y="304800"/>
                </a:lnTo>
                <a:lnTo>
                  <a:pt x="1943100" y="304800"/>
                </a:lnTo>
                <a:lnTo>
                  <a:pt x="1971675" y="323850"/>
                </a:lnTo>
                <a:lnTo>
                  <a:pt x="2000250" y="342900"/>
                </a:lnTo>
                <a:lnTo>
                  <a:pt x="1914525" y="333375"/>
                </a:lnTo>
                <a:lnTo>
                  <a:pt x="1962150" y="419100"/>
                </a:lnTo>
                <a:lnTo>
                  <a:pt x="2009775" y="409575"/>
                </a:lnTo>
                <a:lnTo>
                  <a:pt x="2105025" y="438150"/>
                </a:lnTo>
                <a:lnTo>
                  <a:pt x="2076450" y="485775"/>
                </a:lnTo>
                <a:lnTo>
                  <a:pt x="2085975" y="514350"/>
                </a:lnTo>
                <a:lnTo>
                  <a:pt x="2076450" y="609600"/>
                </a:lnTo>
                <a:lnTo>
                  <a:pt x="2085975" y="619125"/>
                </a:lnTo>
                <a:lnTo>
                  <a:pt x="2133600" y="561975"/>
                </a:lnTo>
                <a:lnTo>
                  <a:pt x="2171700" y="590550"/>
                </a:lnTo>
                <a:lnTo>
                  <a:pt x="2152650" y="666750"/>
                </a:lnTo>
                <a:lnTo>
                  <a:pt x="2228850" y="676275"/>
                </a:lnTo>
                <a:lnTo>
                  <a:pt x="2238375" y="704850"/>
                </a:lnTo>
                <a:lnTo>
                  <a:pt x="2247900" y="714375"/>
                </a:lnTo>
                <a:lnTo>
                  <a:pt x="2286000" y="790575"/>
                </a:lnTo>
                <a:lnTo>
                  <a:pt x="2305050" y="781050"/>
                </a:lnTo>
                <a:lnTo>
                  <a:pt x="2181225" y="838200"/>
                </a:lnTo>
                <a:lnTo>
                  <a:pt x="2324100" y="781050"/>
                </a:lnTo>
                <a:lnTo>
                  <a:pt x="2286000" y="923925"/>
                </a:lnTo>
                <a:lnTo>
                  <a:pt x="2352675" y="990600"/>
                </a:lnTo>
                <a:lnTo>
                  <a:pt x="2371725" y="1143000"/>
                </a:lnTo>
                <a:lnTo>
                  <a:pt x="2381250" y="1247775"/>
                </a:lnTo>
                <a:lnTo>
                  <a:pt x="2400300" y="1238250"/>
                </a:lnTo>
                <a:lnTo>
                  <a:pt x="2343150" y="1362075"/>
                </a:lnTo>
                <a:lnTo>
                  <a:pt x="2409825" y="1390650"/>
                </a:lnTo>
                <a:lnTo>
                  <a:pt x="2400300" y="1476375"/>
                </a:lnTo>
                <a:lnTo>
                  <a:pt x="2409825" y="1543050"/>
                </a:lnTo>
                <a:lnTo>
                  <a:pt x="2495550" y="1590675"/>
                </a:lnTo>
                <a:lnTo>
                  <a:pt x="2495550" y="1695450"/>
                </a:lnTo>
                <a:lnTo>
                  <a:pt x="2476500" y="1676400"/>
                </a:lnTo>
                <a:lnTo>
                  <a:pt x="2552700" y="1733550"/>
                </a:lnTo>
                <a:lnTo>
                  <a:pt x="2600325" y="1828800"/>
                </a:lnTo>
                <a:lnTo>
                  <a:pt x="2581275" y="1914525"/>
                </a:lnTo>
                <a:lnTo>
                  <a:pt x="2552700" y="1952625"/>
                </a:lnTo>
                <a:lnTo>
                  <a:pt x="2590800" y="1952625"/>
                </a:lnTo>
                <a:lnTo>
                  <a:pt x="2590800" y="2066925"/>
                </a:lnTo>
                <a:lnTo>
                  <a:pt x="2562225" y="2133600"/>
                </a:lnTo>
                <a:lnTo>
                  <a:pt x="2628900" y="2228850"/>
                </a:lnTo>
                <a:lnTo>
                  <a:pt x="2619375" y="2286000"/>
                </a:lnTo>
                <a:lnTo>
                  <a:pt x="2724150" y="2314575"/>
                </a:lnTo>
                <a:lnTo>
                  <a:pt x="2714625" y="2381250"/>
                </a:lnTo>
                <a:lnTo>
                  <a:pt x="2667000" y="2400300"/>
                </a:lnTo>
                <a:lnTo>
                  <a:pt x="2724150" y="2476500"/>
                </a:lnTo>
                <a:lnTo>
                  <a:pt x="2724150" y="2543175"/>
                </a:lnTo>
                <a:lnTo>
                  <a:pt x="2781300" y="2571750"/>
                </a:lnTo>
                <a:lnTo>
                  <a:pt x="2781300" y="2695575"/>
                </a:lnTo>
                <a:lnTo>
                  <a:pt x="2762250" y="2686050"/>
                </a:lnTo>
                <a:lnTo>
                  <a:pt x="2800350" y="2781300"/>
                </a:lnTo>
                <a:lnTo>
                  <a:pt x="2838450" y="2790825"/>
                </a:lnTo>
                <a:lnTo>
                  <a:pt x="2809875" y="2914650"/>
                </a:lnTo>
                <a:lnTo>
                  <a:pt x="2762250" y="2924175"/>
                </a:lnTo>
                <a:lnTo>
                  <a:pt x="2724150" y="2952750"/>
                </a:lnTo>
                <a:lnTo>
                  <a:pt x="2676525" y="2971800"/>
                </a:lnTo>
                <a:lnTo>
                  <a:pt x="2743200" y="2952750"/>
                </a:lnTo>
                <a:lnTo>
                  <a:pt x="2695575" y="3028950"/>
                </a:lnTo>
                <a:lnTo>
                  <a:pt x="2695575" y="3076575"/>
                </a:lnTo>
                <a:lnTo>
                  <a:pt x="2705100" y="3038475"/>
                </a:lnTo>
                <a:lnTo>
                  <a:pt x="2686050" y="3105150"/>
                </a:lnTo>
                <a:lnTo>
                  <a:pt x="2695575" y="3152775"/>
                </a:lnTo>
                <a:lnTo>
                  <a:pt x="2762250" y="3257550"/>
                </a:lnTo>
                <a:lnTo>
                  <a:pt x="2724150" y="3257550"/>
                </a:lnTo>
                <a:lnTo>
                  <a:pt x="2695575" y="3324225"/>
                </a:lnTo>
                <a:lnTo>
                  <a:pt x="2695575" y="3352800"/>
                </a:lnTo>
                <a:lnTo>
                  <a:pt x="2695575" y="3343275"/>
                </a:lnTo>
                <a:lnTo>
                  <a:pt x="2705100" y="3409950"/>
                </a:lnTo>
                <a:lnTo>
                  <a:pt x="2752725" y="3409950"/>
                </a:lnTo>
                <a:lnTo>
                  <a:pt x="2705100" y="3495675"/>
                </a:lnTo>
                <a:lnTo>
                  <a:pt x="2676525" y="3486150"/>
                </a:lnTo>
                <a:lnTo>
                  <a:pt x="2695575" y="3552825"/>
                </a:lnTo>
                <a:lnTo>
                  <a:pt x="2695575" y="3600450"/>
                </a:lnTo>
                <a:lnTo>
                  <a:pt x="2686050" y="3600450"/>
                </a:lnTo>
                <a:lnTo>
                  <a:pt x="2609850" y="3524250"/>
                </a:lnTo>
                <a:lnTo>
                  <a:pt x="2562225" y="3676650"/>
                </a:lnTo>
                <a:lnTo>
                  <a:pt x="2562225" y="3638550"/>
                </a:lnTo>
                <a:lnTo>
                  <a:pt x="2524125" y="3667125"/>
                </a:lnTo>
                <a:lnTo>
                  <a:pt x="2514600" y="3714750"/>
                </a:lnTo>
                <a:lnTo>
                  <a:pt x="2495550" y="3743325"/>
                </a:lnTo>
                <a:lnTo>
                  <a:pt x="2495550" y="3752850"/>
                </a:lnTo>
                <a:lnTo>
                  <a:pt x="2486025" y="3781425"/>
                </a:lnTo>
                <a:lnTo>
                  <a:pt x="2476500" y="3876675"/>
                </a:lnTo>
                <a:lnTo>
                  <a:pt x="2381250" y="3829050"/>
                </a:lnTo>
                <a:lnTo>
                  <a:pt x="2390775" y="3819525"/>
                </a:lnTo>
                <a:lnTo>
                  <a:pt x="2362200" y="3905250"/>
                </a:lnTo>
                <a:lnTo>
                  <a:pt x="2343150" y="3981450"/>
                </a:lnTo>
                <a:lnTo>
                  <a:pt x="2362200" y="3981450"/>
                </a:lnTo>
                <a:lnTo>
                  <a:pt x="2305050" y="4057650"/>
                </a:lnTo>
                <a:lnTo>
                  <a:pt x="2209800" y="4076700"/>
                </a:lnTo>
                <a:lnTo>
                  <a:pt x="2105025" y="4076700"/>
                </a:lnTo>
                <a:lnTo>
                  <a:pt x="2038350" y="4152900"/>
                </a:lnTo>
                <a:lnTo>
                  <a:pt x="2057400" y="4191000"/>
                </a:lnTo>
                <a:lnTo>
                  <a:pt x="1962150" y="4181475"/>
                </a:lnTo>
                <a:lnTo>
                  <a:pt x="1962150" y="4162425"/>
                </a:lnTo>
                <a:lnTo>
                  <a:pt x="1895475" y="4229100"/>
                </a:lnTo>
                <a:lnTo>
                  <a:pt x="1800225" y="4276725"/>
                </a:lnTo>
                <a:lnTo>
                  <a:pt x="1724025" y="4238625"/>
                </a:lnTo>
                <a:lnTo>
                  <a:pt x="1714500" y="4295775"/>
                </a:lnTo>
                <a:lnTo>
                  <a:pt x="1628775" y="4324350"/>
                </a:lnTo>
                <a:lnTo>
                  <a:pt x="1514475" y="4314825"/>
                </a:lnTo>
                <a:lnTo>
                  <a:pt x="1428750" y="4343400"/>
                </a:lnTo>
                <a:lnTo>
                  <a:pt x="1390650" y="4400550"/>
                </a:lnTo>
                <a:lnTo>
                  <a:pt x="1381125" y="4381500"/>
                </a:lnTo>
                <a:lnTo>
                  <a:pt x="1362075" y="4448175"/>
                </a:lnTo>
                <a:lnTo>
                  <a:pt x="1304925" y="4429125"/>
                </a:lnTo>
                <a:lnTo>
                  <a:pt x="1228725" y="4476750"/>
                </a:lnTo>
                <a:lnTo>
                  <a:pt x="1228725" y="4467225"/>
                </a:lnTo>
                <a:lnTo>
                  <a:pt x="1219200" y="4591050"/>
                </a:lnTo>
                <a:lnTo>
                  <a:pt x="1143000" y="4638675"/>
                </a:lnTo>
                <a:lnTo>
                  <a:pt x="1133475" y="4648200"/>
                </a:lnTo>
                <a:lnTo>
                  <a:pt x="1047750" y="4705350"/>
                </a:lnTo>
                <a:lnTo>
                  <a:pt x="1028700" y="4695825"/>
                </a:lnTo>
                <a:lnTo>
                  <a:pt x="990600" y="4714875"/>
                </a:lnTo>
                <a:close/>
              </a:path>
            </a:pathLst>
          </a:custGeom>
          <a:solidFill>
            <a:srgbClr val="14729E">
              <a:alpha val="12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1687175" y="3590925"/>
            <a:ext cx="2847975" cy="4705350"/>
          </a:xfrm>
          <a:custGeom>
            <a:avLst/>
            <a:gdLst/>
            <a:ahLst/>
            <a:cxnLst/>
            <a:rect l="l" t="t" r="r" b="b"/>
            <a:pathLst>
              <a:path w="2847975" h="4705350">
                <a:moveTo>
                  <a:pt x="962025" y="4676775"/>
                </a:moveTo>
                <a:lnTo>
                  <a:pt x="952500" y="4705350"/>
                </a:lnTo>
                <a:lnTo>
                  <a:pt x="952500" y="4619625"/>
                </a:lnTo>
                <a:lnTo>
                  <a:pt x="933450" y="4629150"/>
                </a:lnTo>
                <a:lnTo>
                  <a:pt x="876300" y="4572000"/>
                </a:lnTo>
                <a:lnTo>
                  <a:pt x="819150" y="4543425"/>
                </a:lnTo>
                <a:lnTo>
                  <a:pt x="800100" y="4514850"/>
                </a:lnTo>
                <a:lnTo>
                  <a:pt x="828675" y="4457700"/>
                </a:lnTo>
                <a:lnTo>
                  <a:pt x="819150" y="4438650"/>
                </a:lnTo>
                <a:lnTo>
                  <a:pt x="742950" y="4381500"/>
                </a:lnTo>
                <a:lnTo>
                  <a:pt x="771525" y="4371975"/>
                </a:lnTo>
                <a:lnTo>
                  <a:pt x="733425" y="4352925"/>
                </a:lnTo>
                <a:lnTo>
                  <a:pt x="676275" y="4286250"/>
                </a:lnTo>
                <a:lnTo>
                  <a:pt x="704850" y="4267200"/>
                </a:lnTo>
                <a:lnTo>
                  <a:pt x="657225" y="4200525"/>
                </a:lnTo>
                <a:lnTo>
                  <a:pt x="628650" y="4162425"/>
                </a:lnTo>
                <a:lnTo>
                  <a:pt x="600075" y="4124325"/>
                </a:lnTo>
                <a:lnTo>
                  <a:pt x="609600" y="4086225"/>
                </a:lnTo>
                <a:lnTo>
                  <a:pt x="542925" y="4076700"/>
                </a:lnTo>
                <a:lnTo>
                  <a:pt x="504825" y="4067175"/>
                </a:lnTo>
                <a:lnTo>
                  <a:pt x="523875" y="4019550"/>
                </a:lnTo>
                <a:lnTo>
                  <a:pt x="504825" y="3990975"/>
                </a:lnTo>
                <a:lnTo>
                  <a:pt x="485775" y="3924300"/>
                </a:lnTo>
                <a:lnTo>
                  <a:pt x="438150" y="3886200"/>
                </a:lnTo>
                <a:lnTo>
                  <a:pt x="447675" y="3848100"/>
                </a:lnTo>
                <a:lnTo>
                  <a:pt x="400050" y="3819525"/>
                </a:lnTo>
                <a:lnTo>
                  <a:pt x="400050" y="3829050"/>
                </a:lnTo>
                <a:lnTo>
                  <a:pt x="342900" y="3752850"/>
                </a:lnTo>
                <a:lnTo>
                  <a:pt x="342900" y="3714750"/>
                </a:lnTo>
                <a:lnTo>
                  <a:pt x="314325" y="3686175"/>
                </a:lnTo>
                <a:lnTo>
                  <a:pt x="342900" y="3657600"/>
                </a:lnTo>
                <a:lnTo>
                  <a:pt x="285750" y="3638550"/>
                </a:lnTo>
                <a:lnTo>
                  <a:pt x="285750" y="3590925"/>
                </a:lnTo>
                <a:lnTo>
                  <a:pt x="238125" y="3543300"/>
                </a:lnTo>
                <a:lnTo>
                  <a:pt x="247650" y="3476625"/>
                </a:lnTo>
                <a:lnTo>
                  <a:pt x="228600" y="3419475"/>
                </a:lnTo>
                <a:lnTo>
                  <a:pt x="228600" y="3400425"/>
                </a:lnTo>
                <a:lnTo>
                  <a:pt x="247650" y="3314700"/>
                </a:lnTo>
                <a:lnTo>
                  <a:pt x="266700" y="3276600"/>
                </a:lnTo>
                <a:lnTo>
                  <a:pt x="276225" y="3219450"/>
                </a:lnTo>
                <a:lnTo>
                  <a:pt x="266700" y="3143250"/>
                </a:lnTo>
                <a:lnTo>
                  <a:pt x="238125" y="3114675"/>
                </a:lnTo>
                <a:lnTo>
                  <a:pt x="266700" y="3048000"/>
                </a:lnTo>
                <a:lnTo>
                  <a:pt x="247650" y="3038475"/>
                </a:lnTo>
                <a:lnTo>
                  <a:pt x="247650" y="2933700"/>
                </a:lnTo>
                <a:lnTo>
                  <a:pt x="200025" y="2924175"/>
                </a:lnTo>
                <a:lnTo>
                  <a:pt x="209550" y="2857500"/>
                </a:lnTo>
                <a:lnTo>
                  <a:pt x="152400" y="2781300"/>
                </a:lnTo>
                <a:lnTo>
                  <a:pt x="152400" y="2752725"/>
                </a:lnTo>
                <a:lnTo>
                  <a:pt x="133350" y="2695575"/>
                </a:lnTo>
                <a:lnTo>
                  <a:pt x="152400" y="2667000"/>
                </a:lnTo>
                <a:lnTo>
                  <a:pt x="142875" y="2590800"/>
                </a:lnTo>
                <a:lnTo>
                  <a:pt x="133350" y="2533650"/>
                </a:lnTo>
                <a:lnTo>
                  <a:pt x="123825" y="2533650"/>
                </a:lnTo>
                <a:lnTo>
                  <a:pt x="104775" y="2457450"/>
                </a:lnTo>
                <a:lnTo>
                  <a:pt x="133350" y="2428875"/>
                </a:lnTo>
                <a:lnTo>
                  <a:pt x="76200" y="2400300"/>
                </a:lnTo>
                <a:lnTo>
                  <a:pt x="76200" y="2352675"/>
                </a:lnTo>
                <a:lnTo>
                  <a:pt x="76200" y="2314575"/>
                </a:lnTo>
                <a:lnTo>
                  <a:pt x="95250" y="2257425"/>
                </a:lnTo>
                <a:lnTo>
                  <a:pt x="85725" y="2171700"/>
                </a:lnTo>
                <a:lnTo>
                  <a:pt x="66675" y="2152650"/>
                </a:lnTo>
                <a:lnTo>
                  <a:pt x="57150" y="2143125"/>
                </a:lnTo>
                <a:lnTo>
                  <a:pt x="19050" y="2066925"/>
                </a:lnTo>
                <a:lnTo>
                  <a:pt x="0" y="2038350"/>
                </a:lnTo>
                <a:lnTo>
                  <a:pt x="76200" y="2009775"/>
                </a:lnTo>
                <a:lnTo>
                  <a:pt x="38100" y="1952625"/>
                </a:lnTo>
                <a:lnTo>
                  <a:pt x="19050" y="1943100"/>
                </a:lnTo>
                <a:lnTo>
                  <a:pt x="85725" y="1876425"/>
                </a:lnTo>
                <a:lnTo>
                  <a:pt x="85725" y="1876425"/>
                </a:lnTo>
                <a:lnTo>
                  <a:pt x="76200" y="1857375"/>
                </a:lnTo>
                <a:lnTo>
                  <a:pt x="66675" y="1819275"/>
                </a:lnTo>
                <a:lnTo>
                  <a:pt x="85725" y="1819275"/>
                </a:lnTo>
                <a:lnTo>
                  <a:pt x="104775" y="1781175"/>
                </a:lnTo>
                <a:lnTo>
                  <a:pt x="95250" y="1714500"/>
                </a:lnTo>
                <a:lnTo>
                  <a:pt x="142875" y="1704975"/>
                </a:lnTo>
                <a:lnTo>
                  <a:pt x="133350" y="1676400"/>
                </a:lnTo>
                <a:lnTo>
                  <a:pt x="161925" y="1685925"/>
                </a:lnTo>
                <a:lnTo>
                  <a:pt x="133350" y="1657350"/>
                </a:lnTo>
                <a:lnTo>
                  <a:pt x="161925" y="1600200"/>
                </a:lnTo>
                <a:lnTo>
                  <a:pt x="180975" y="1600200"/>
                </a:lnTo>
                <a:lnTo>
                  <a:pt x="209550" y="1571625"/>
                </a:lnTo>
                <a:lnTo>
                  <a:pt x="161925" y="1504950"/>
                </a:lnTo>
                <a:lnTo>
                  <a:pt x="209550" y="1504950"/>
                </a:lnTo>
                <a:lnTo>
                  <a:pt x="190500" y="1457325"/>
                </a:lnTo>
                <a:lnTo>
                  <a:pt x="219075" y="1457325"/>
                </a:lnTo>
                <a:lnTo>
                  <a:pt x="247650" y="1438275"/>
                </a:lnTo>
                <a:lnTo>
                  <a:pt x="276225" y="1409700"/>
                </a:lnTo>
                <a:lnTo>
                  <a:pt x="257175" y="1352550"/>
                </a:lnTo>
                <a:lnTo>
                  <a:pt x="266700" y="1314450"/>
                </a:lnTo>
                <a:lnTo>
                  <a:pt x="314325" y="1323975"/>
                </a:lnTo>
                <a:lnTo>
                  <a:pt x="295275" y="1238250"/>
                </a:lnTo>
                <a:lnTo>
                  <a:pt x="342900" y="1238250"/>
                </a:lnTo>
                <a:lnTo>
                  <a:pt x="323850" y="1247775"/>
                </a:lnTo>
                <a:lnTo>
                  <a:pt x="352425" y="1190625"/>
                </a:lnTo>
                <a:lnTo>
                  <a:pt x="352425" y="1162050"/>
                </a:lnTo>
                <a:lnTo>
                  <a:pt x="381000" y="1104900"/>
                </a:lnTo>
                <a:lnTo>
                  <a:pt x="428625" y="1047750"/>
                </a:lnTo>
                <a:lnTo>
                  <a:pt x="447675" y="1009650"/>
                </a:lnTo>
                <a:lnTo>
                  <a:pt x="514350" y="990600"/>
                </a:lnTo>
                <a:lnTo>
                  <a:pt x="523875" y="952500"/>
                </a:lnTo>
                <a:lnTo>
                  <a:pt x="571500" y="981075"/>
                </a:lnTo>
                <a:lnTo>
                  <a:pt x="619125" y="914400"/>
                </a:lnTo>
                <a:lnTo>
                  <a:pt x="657225" y="876300"/>
                </a:lnTo>
                <a:lnTo>
                  <a:pt x="685800" y="857250"/>
                </a:lnTo>
                <a:lnTo>
                  <a:pt x="666750" y="790575"/>
                </a:lnTo>
                <a:lnTo>
                  <a:pt x="742950" y="809625"/>
                </a:lnTo>
                <a:lnTo>
                  <a:pt x="762000" y="714375"/>
                </a:lnTo>
                <a:lnTo>
                  <a:pt x="828675" y="676275"/>
                </a:lnTo>
                <a:lnTo>
                  <a:pt x="838200" y="666750"/>
                </a:lnTo>
                <a:lnTo>
                  <a:pt x="895350" y="666750"/>
                </a:lnTo>
                <a:lnTo>
                  <a:pt x="981075" y="600075"/>
                </a:lnTo>
                <a:lnTo>
                  <a:pt x="1019175" y="552450"/>
                </a:lnTo>
                <a:lnTo>
                  <a:pt x="1066800" y="523875"/>
                </a:lnTo>
                <a:lnTo>
                  <a:pt x="1104900" y="504825"/>
                </a:lnTo>
                <a:lnTo>
                  <a:pt x="1133475" y="438150"/>
                </a:lnTo>
                <a:lnTo>
                  <a:pt x="1123950" y="428625"/>
                </a:lnTo>
                <a:lnTo>
                  <a:pt x="1190625" y="400050"/>
                </a:lnTo>
                <a:lnTo>
                  <a:pt x="1200150" y="323850"/>
                </a:lnTo>
                <a:lnTo>
                  <a:pt x="1228725" y="333375"/>
                </a:lnTo>
                <a:lnTo>
                  <a:pt x="1323975" y="247650"/>
                </a:lnTo>
                <a:lnTo>
                  <a:pt x="1333500" y="238125"/>
                </a:lnTo>
                <a:lnTo>
                  <a:pt x="1352550" y="209550"/>
                </a:lnTo>
                <a:lnTo>
                  <a:pt x="1428750" y="161925"/>
                </a:lnTo>
                <a:lnTo>
                  <a:pt x="1457325" y="114300"/>
                </a:lnTo>
                <a:lnTo>
                  <a:pt x="1485900" y="104775"/>
                </a:lnTo>
                <a:lnTo>
                  <a:pt x="1543050" y="47625"/>
                </a:lnTo>
                <a:lnTo>
                  <a:pt x="1571625" y="57150"/>
                </a:lnTo>
                <a:lnTo>
                  <a:pt x="1600200" y="0"/>
                </a:lnTo>
                <a:lnTo>
                  <a:pt x="1743075" y="9525"/>
                </a:lnTo>
                <a:lnTo>
                  <a:pt x="1676400" y="161925"/>
                </a:lnTo>
                <a:lnTo>
                  <a:pt x="1628775" y="104775"/>
                </a:lnTo>
                <a:lnTo>
                  <a:pt x="1647825" y="38100"/>
                </a:lnTo>
                <a:lnTo>
                  <a:pt x="1666875" y="85725"/>
                </a:lnTo>
                <a:lnTo>
                  <a:pt x="1666875" y="47625"/>
                </a:lnTo>
                <a:lnTo>
                  <a:pt x="1724025" y="142875"/>
                </a:lnTo>
                <a:lnTo>
                  <a:pt x="1876425" y="123825"/>
                </a:lnTo>
                <a:lnTo>
                  <a:pt x="1885950" y="190500"/>
                </a:lnTo>
                <a:lnTo>
                  <a:pt x="1905000" y="200025"/>
                </a:lnTo>
                <a:lnTo>
                  <a:pt x="1905000" y="247650"/>
                </a:lnTo>
                <a:lnTo>
                  <a:pt x="1895475" y="228600"/>
                </a:lnTo>
                <a:lnTo>
                  <a:pt x="1924050" y="266700"/>
                </a:lnTo>
                <a:lnTo>
                  <a:pt x="1914525" y="295275"/>
                </a:lnTo>
                <a:lnTo>
                  <a:pt x="1943100" y="285750"/>
                </a:lnTo>
                <a:lnTo>
                  <a:pt x="1981200" y="361950"/>
                </a:lnTo>
                <a:lnTo>
                  <a:pt x="1962150" y="342900"/>
                </a:lnTo>
                <a:lnTo>
                  <a:pt x="1981200" y="381000"/>
                </a:lnTo>
                <a:lnTo>
                  <a:pt x="2019300" y="390525"/>
                </a:lnTo>
                <a:lnTo>
                  <a:pt x="2066925" y="438150"/>
                </a:lnTo>
                <a:lnTo>
                  <a:pt x="2085975" y="466725"/>
                </a:lnTo>
                <a:lnTo>
                  <a:pt x="2114550" y="466725"/>
                </a:lnTo>
                <a:lnTo>
                  <a:pt x="2076450" y="561975"/>
                </a:lnTo>
                <a:lnTo>
                  <a:pt x="2124075" y="581025"/>
                </a:lnTo>
                <a:lnTo>
                  <a:pt x="2143125" y="600075"/>
                </a:lnTo>
                <a:lnTo>
                  <a:pt x="2152650" y="609600"/>
                </a:lnTo>
                <a:lnTo>
                  <a:pt x="2190750" y="619125"/>
                </a:lnTo>
                <a:lnTo>
                  <a:pt x="2238375" y="647700"/>
                </a:lnTo>
                <a:lnTo>
                  <a:pt x="2228850" y="714375"/>
                </a:lnTo>
                <a:lnTo>
                  <a:pt x="2276475" y="704850"/>
                </a:lnTo>
                <a:lnTo>
                  <a:pt x="2305050" y="752475"/>
                </a:lnTo>
                <a:lnTo>
                  <a:pt x="2333625" y="790575"/>
                </a:lnTo>
                <a:lnTo>
                  <a:pt x="2276475" y="771525"/>
                </a:lnTo>
                <a:lnTo>
                  <a:pt x="2228850" y="790575"/>
                </a:lnTo>
                <a:lnTo>
                  <a:pt x="2381250" y="914400"/>
                </a:lnTo>
                <a:lnTo>
                  <a:pt x="2362200" y="923925"/>
                </a:lnTo>
                <a:lnTo>
                  <a:pt x="2247900" y="1028700"/>
                </a:lnTo>
                <a:lnTo>
                  <a:pt x="2324100" y="1152525"/>
                </a:lnTo>
                <a:lnTo>
                  <a:pt x="2362200" y="1295400"/>
                </a:lnTo>
                <a:lnTo>
                  <a:pt x="2390775" y="1323975"/>
                </a:lnTo>
                <a:lnTo>
                  <a:pt x="2428875" y="1438275"/>
                </a:lnTo>
                <a:lnTo>
                  <a:pt x="2428875" y="1400175"/>
                </a:lnTo>
                <a:lnTo>
                  <a:pt x="2457450" y="1428750"/>
                </a:lnTo>
                <a:lnTo>
                  <a:pt x="2466975" y="1543050"/>
                </a:lnTo>
                <a:lnTo>
                  <a:pt x="2505075" y="1600200"/>
                </a:lnTo>
                <a:lnTo>
                  <a:pt x="2571750" y="1704975"/>
                </a:lnTo>
                <a:lnTo>
                  <a:pt x="2628900" y="1743075"/>
                </a:lnTo>
                <a:lnTo>
                  <a:pt x="2571750" y="1800225"/>
                </a:lnTo>
                <a:lnTo>
                  <a:pt x="2552700" y="1847850"/>
                </a:lnTo>
                <a:lnTo>
                  <a:pt x="2552700" y="1895475"/>
                </a:lnTo>
                <a:lnTo>
                  <a:pt x="2562225" y="1981200"/>
                </a:lnTo>
                <a:lnTo>
                  <a:pt x="2619375" y="2028825"/>
                </a:lnTo>
                <a:lnTo>
                  <a:pt x="2638425" y="2076450"/>
                </a:lnTo>
                <a:lnTo>
                  <a:pt x="2647950" y="2143125"/>
                </a:lnTo>
                <a:lnTo>
                  <a:pt x="2667000" y="2257425"/>
                </a:lnTo>
                <a:lnTo>
                  <a:pt x="2705100" y="2314575"/>
                </a:lnTo>
                <a:lnTo>
                  <a:pt x="2714625" y="2390775"/>
                </a:lnTo>
                <a:lnTo>
                  <a:pt x="2733675" y="2428875"/>
                </a:lnTo>
                <a:lnTo>
                  <a:pt x="2781300" y="2438400"/>
                </a:lnTo>
                <a:lnTo>
                  <a:pt x="2743200" y="2514600"/>
                </a:lnTo>
                <a:lnTo>
                  <a:pt x="2743200" y="2581275"/>
                </a:lnTo>
                <a:lnTo>
                  <a:pt x="2724150" y="2657475"/>
                </a:lnTo>
                <a:lnTo>
                  <a:pt x="2762250" y="2667000"/>
                </a:lnTo>
                <a:lnTo>
                  <a:pt x="2790825" y="2733675"/>
                </a:lnTo>
                <a:lnTo>
                  <a:pt x="2847975" y="2724150"/>
                </a:lnTo>
                <a:lnTo>
                  <a:pt x="2781300" y="2762250"/>
                </a:lnTo>
                <a:lnTo>
                  <a:pt x="2781300" y="2914650"/>
                </a:lnTo>
                <a:lnTo>
                  <a:pt x="2714625" y="2905125"/>
                </a:lnTo>
                <a:lnTo>
                  <a:pt x="2771775" y="2924175"/>
                </a:lnTo>
                <a:lnTo>
                  <a:pt x="2638425" y="2914650"/>
                </a:lnTo>
                <a:lnTo>
                  <a:pt x="2724150" y="3009900"/>
                </a:lnTo>
                <a:lnTo>
                  <a:pt x="2676525" y="3057525"/>
                </a:lnTo>
                <a:lnTo>
                  <a:pt x="2667000" y="3190875"/>
                </a:lnTo>
                <a:lnTo>
                  <a:pt x="2724150" y="3181350"/>
                </a:lnTo>
                <a:lnTo>
                  <a:pt x="2809875" y="3209925"/>
                </a:lnTo>
                <a:lnTo>
                  <a:pt x="2752725" y="3209925"/>
                </a:lnTo>
                <a:lnTo>
                  <a:pt x="2752725" y="3286125"/>
                </a:lnTo>
                <a:lnTo>
                  <a:pt x="2771775" y="3295650"/>
                </a:lnTo>
                <a:lnTo>
                  <a:pt x="2705100" y="3276600"/>
                </a:lnTo>
                <a:lnTo>
                  <a:pt x="2667000" y="3305175"/>
                </a:lnTo>
                <a:lnTo>
                  <a:pt x="2619375" y="3314700"/>
                </a:lnTo>
                <a:lnTo>
                  <a:pt x="2667000" y="3457575"/>
                </a:lnTo>
                <a:lnTo>
                  <a:pt x="2676525" y="3419475"/>
                </a:lnTo>
                <a:lnTo>
                  <a:pt x="2705100" y="3457575"/>
                </a:lnTo>
                <a:lnTo>
                  <a:pt x="2695575" y="3438525"/>
                </a:lnTo>
                <a:lnTo>
                  <a:pt x="2657475" y="3476625"/>
                </a:lnTo>
                <a:lnTo>
                  <a:pt x="2628900" y="3552825"/>
                </a:lnTo>
                <a:lnTo>
                  <a:pt x="2628900" y="3524250"/>
                </a:lnTo>
                <a:lnTo>
                  <a:pt x="2619375" y="3562350"/>
                </a:lnTo>
                <a:lnTo>
                  <a:pt x="2581275" y="3600450"/>
                </a:lnTo>
                <a:lnTo>
                  <a:pt x="2581275" y="3667125"/>
                </a:lnTo>
                <a:lnTo>
                  <a:pt x="2495550" y="3676650"/>
                </a:lnTo>
                <a:lnTo>
                  <a:pt x="2524125" y="3705225"/>
                </a:lnTo>
                <a:lnTo>
                  <a:pt x="2476500" y="3743325"/>
                </a:lnTo>
                <a:lnTo>
                  <a:pt x="2476500" y="3771900"/>
                </a:lnTo>
                <a:lnTo>
                  <a:pt x="2438400" y="3848100"/>
                </a:lnTo>
                <a:lnTo>
                  <a:pt x="2495550" y="3867150"/>
                </a:lnTo>
                <a:lnTo>
                  <a:pt x="2314575" y="3981450"/>
                </a:lnTo>
                <a:lnTo>
                  <a:pt x="2305050" y="3971925"/>
                </a:lnTo>
                <a:lnTo>
                  <a:pt x="2305050" y="3990975"/>
                </a:lnTo>
                <a:lnTo>
                  <a:pt x="2343150" y="4010025"/>
                </a:lnTo>
                <a:lnTo>
                  <a:pt x="2200275" y="3962400"/>
                </a:lnTo>
                <a:lnTo>
                  <a:pt x="2219325" y="4010025"/>
                </a:lnTo>
                <a:lnTo>
                  <a:pt x="2143125" y="4086225"/>
                </a:lnTo>
                <a:lnTo>
                  <a:pt x="2047875" y="4029075"/>
                </a:lnTo>
                <a:lnTo>
                  <a:pt x="2095500" y="4067175"/>
                </a:lnTo>
                <a:lnTo>
                  <a:pt x="2047875" y="4086225"/>
                </a:lnTo>
                <a:lnTo>
                  <a:pt x="1914525" y="4143375"/>
                </a:lnTo>
                <a:lnTo>
                  <a:pt x="1952625" y="4200525"/>
                </a:lnTo>
                <a:lnTo>
                  <a:pt x="1895475" y="4210050"/>
                </a:lnTo>
                <a:lnTo>
                  <a:pt x="1857375" y="4248150"/>
                </a:lnTo>
                <a:lnTo>
                  <a:pt x="1762125" y="4229100"/>
                </a:lnTo>
                <a:lnTo>
                  <a:pt x="1552575" y="4238625"/>
                </a:lnTo>
                <a:lnTo>
                  <a:pt x="1543050" y="4219575"/>
                </a:lnTo>
                <a:lnTo>
                  <a:pt x="1466850" y="4276725"/>
                </a:lnTo>
                <a:lnTo>
                  <a:pt x="1381125" y="4333875"/>
                </a:lnTo>
                <a:lnTo>
                  <a:pt x="1314450" y="4400550"/>
                </a:lnTo>
                <a:lnTo>
                  <a:pt x="1266825" y="4400550"/>
                </a:lnTo>
                <a:lnTo>
                  <a:pt x="1295400" y="4410075"/>
                </a:lnTo>
                <a:lnTo>
                  <a:pt x="1266825" y="4457700"/>
                </a:lnTo>
                <a:lnTo>
                  <a:pt x="1238250" y="4429125"/>
                </a:lnTo>
                <a:lnTo>
                  <a:pt x="1228725" y="4600575"/>
                </a:lnTo>
                <a:lnTo>
                  <a:pt x="1200150" y="4591050"/>
                </a:lnTo>
                <a:lnTo>
                  <a:pt x="1152525" y="4600575"/>
                </a:lnTo>
                <a:lnTo>
                  <a:pt x="1019175" y="4667250"/>
                </a:lnTo>
                <a:lnTo>
                  <a:pt x="1009650" y="4648200"/>
                </a:lnTo>
                <a:lnTo>
                  <a:pt x="962025" y="4695825"/>
                </a:lnTo>
                <a:close/>
              </a:path>
            </a:pathLst>
          </a:custGeom>
          <a:solidFill>
            <a:srgbClr val="14729E">
              <a:alpha val="12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2430125" y="5724525"/>
            <a:ext cx="962025" cy="1581150"/>
          </a:xfrm>
          <a:custGeom>
            <a:avLst/>
            <a:gdLst/>
            <a:ahLst/>
            <a:cxnLst/>
            <a:rect l="l" t="t" r="r" b="b"/>
            <a:pathLst>
              <a:path w="962025" h="1581150">
                <a:moveTo>
                  <a:pt x="333375" y="1562100"/>
                </a:moveTo>
                <a:lnTo>
                  <a:pt x="361950" y="1581150"/>
                </a:lnTo>
                <a:lnTo>
                  <a:pt x="323850" y="1533525"/>
                </a:lnTo>
                <a:lnTo>
                  <a:pt x="314325" y="1552575"/>
                </a:lnTo>
                <a:lnTo>
                  <a:pt x="295275" y="1552575"/>
                </a:lnTo>
                <a:lnTo>
                  <a:pt x="295275" y="1533525"/>
                </a:lnTo>
                <a:lnTo>
                  <a:pt x="295275" y="1514475"/>
                </a:lnTo>
                <a:lnTo>
                  <a:pt x="295275" y="1495425"/>
                </a:lnTo>
                <a:lnTo>
                  <a:pt x="257175" y="1466850"/>
                </a:lnTo>
                <a:lnTo>
                  <a:pt x="285750" y="1476375"/>
                </a:lnTo>
                <a:lnTo>
                  <a:pt x="276225" y="1457325"/>
                </a:lnTo>
                <a:lnTo>
                  <a:pt x="247650" y="1466850"/>
                </a:lnTo>
                <a:lnTo>
                  <a:pt x="228600" y="1438275"/>
                </a:lnTo>
                <a:lnTo>
                  <a:pt x="257175" y="1438275"/>
                </a:lnTo>
                <a:lnTo>
                  <a:pt x="219075" y="1419225"/>
                </a:lnTo>
                <a:lnTo>
                  <a:pt x="200025" y="1419225"/>
                </a:lnTo>
                <a:lnTo>
                  <a:pt x="219075" y="1390650"/>
                </a:lnTo>
                <a:lnTo>
                  <a:pt x="200025" y="1362075"/>
                </a:lnTo>
                <a:lnTo>
                  <a:pt x="180975" y="1381125"/>
                </a:lnTo>
                <a:lnTo>
                  <a:pt x="190500" y="1333500"/>
                </a:lnTo>
                <a:lnTo>
                  <a:pt x="161925" y="1352550"/>
                </a:lnTo>
                <a:lnTo>
                  <a:pt x="152400" y="1314450"/>
                </a:lnTo>
                <a:lnTo>
                  <a:pt x="152400" y="1343025"/>
                </a:lnTo>
                <a:lnTo>
                  <a:pt x="152400" y="1323975"/>
                </a:lnTo>
                <a:lnTo>
                  <a:pt x="142875" y="1285875"/>
                </a:lnTo>
                <a:lnTo>
                  <a:pt x="142875" y="1295400"/>
                </a:lnTo>
                <a:lnTo>
                  <a:pt x="123825" y="1276350"/>
                </a:lnTo>
                <a:lnTo>
                  <a:pt x="114300" y="1247775"/>
                </a:lnTo>
                <a:lnTo>
                  <a:pt x="114300" y="1247775"/>
                </a:lnTo>
                <a:lnTo>
                  <a:pt x="114300" y="1257300"/>
                </a:lnTo>
                <a:lnTo>
                  <a:pt x="114300" y="1238250"/>
                </a:lnTo>
                <a:lnTo>
                  <a:pt x="104775" y="1228725"/>
                </a:lnTo>
                <a:lnTo>
                  <a:pt x="85725" y="1219200"/>
                </a:lnTo>
                <a:lnTo>
                  <a:pt x="133350" y="1171575"/>
                </a:lnTo>
                <a:lnTo>
                  <a:pt x="95250" y="1190625"/>
                </a:lnTo>
                <a:lnTo>
                  <a:pt x="66675" y="1152525"/>
                </a:lnTo>
                <a:lnTo>
                  <a:pt x="85725" y="1143000"/>
                </a:lnTo>
                <a:lnTo>
                  <a:pt x="104775" y="1114425"/>
                </a:lnTo>
                <a:lnTo>
                  <a:pt x="95250" y="1085850"/>
                </a:lnTo>
                <a:lnTo>
                  <a:pt x="95250" y="1095375"/>
                </a:lnTo>
                <a:lnTo>
                  <a:pt x="104775" y="1057275"/>
                </a:lnTo>
                <a:lnTo>
                  <a:pt x="95250" y="1028700"/>
                </a:lnTo>
                <a:lnTo>
                  <a:pt x="76200" y="1047750"/>
                </a:lnTo>
                <a:lnTo>
                  <a:pt x="95250" y="1019175"/>
                </a:lnTo>
                <a:lnTo>
                  <a:pt x="95250" y="981075"/>
                </a:lnTo>
                <a:lnTo>
                  <a:pt x="95250" y="981075"/>
                </a:lnTo>
                <a:lnTo>
                  <a:pt x="66675" y="952500"/>
                </a:lnTo>
                <a:lnTo>
                  <a:pt x="76200" y="942975"/>
                </a:lnTo>
                <a:lnTo>
                  <a:pt x="47625" y="923925"/>
                </a:lnTo>
                <a:lnTo>
                  <a:pt x="76200" y="923925"/>
                </a:lnTo>
                <a:lnTo>
                  <a:pt x="76200" y="904875"/>
                </a:lnTo>
                <a:lnTo>
                  <a:pt x="57150" y="885825"/>
                </a:lnTo>
                <a:lnTo>
                  <a:pt x="57150" y="838200"/>
                </a:lnTo>
                <a:lnTo>
                  <a:pt x="57150" y="857250"/>
                </a:lnTo>
                <a:lnTo>
                  <a:pt x="57150" y="819150"/>
                </a:lnTo>
                <a:lnTo>
                  <a:pt x="47625" y="800100"/>
                </a:lnTo>
                <a:lnTo>
                  <a:pt x="57150" y="809625"/>
                </a:lnTo>
                <a:lnTo>
                  <a:pt x="57150" y="781050"/>
                </a:lnTo>
                <a:lnTo>
                  <a:pt x="28575" y="781050"/>
                </a:lnTo>
                <a:lnTo>
                  <a:pt x="28575" y="762000"/>
                </a:lnTo>
                <a:lnTo>
                  <a:pt x="38100" y="742950"/>
                </a:lnTo>
                <a:lnTo>
                  <a:pt x="19050" y="723900"/>
                </a:lnTo>
                <a:lnTo>
                  <a:pt x="28575" y="714375"/>
                </a:lnTo>
                <a:lnTo>
                  <a:pt x="28575" y="695325"/>
                </a:lnTo>
                <a:lnTo>
                  <a:pt x="28575" y="685800"/>
                </a:lnTo>
                <a:lnTo>
                  <a:pt x="0" y="647700"/>
                </a:lnTo>
                <a:lnTo>
                  <a:pt x="28575" y="638175"/>
                </a:lnTo>
                <a:lnTo>
                  <a:pt x="38100" y="647700"/>
                </a:lnTo>
                <a:lnTo>
                  <a:pt x="38100" y="619125"/>
                </a:lnTo>
                <a:lnTo>
                  <a:pt x="38100" y="647700"/>
                </a:lnTo>
                <a:lnTo>
                  <a:pt x="47625" y="609600"/>
                </a:lnTo>
                <a:lnTo>
                  <a:pt x="28575" y="600075"/>
                </a:lnTo>
                <a:lnTo>
                  <a:pt x="19050" y="609600"/>
                </a:lnTo>
                <a:lnTo>
                  <a:pt x="38100" y="600075"/>
                </a:lnTo>
                <a:lnTo>
                  <a:pt x="57150" y="609600"/>
                </a:lnTo>
                <a:lnTo>
                  <a:pt x="38100" y="581025"/>
                </a:lnTo>
                <a:lnTo>
                  <a:pt x="47625" y="561975"/>
                </a:lnTo>
                <a:lnTo>
                  <a:pt x="57150" y="552450"/>
                </a:lnTo>
                <a:lnTo>
                  <a:pt x="38100" y="542925"/>
                </a:lnTo>
                <a:lnTo>
                  <a:pt x="47625" y="552450"/>
                </a:lnTo>
                <a:lnTo>
                  <a:pt x="47625" y="542925"/>
                </a:lnTo>
                <a:lnTo>
                  <a:pt x="66675" y="523875"/>
                </a:lnTo>
                <a:lnTo>
                  <a:pt x="95250" y="523875"/>
                </a:lnTo>
                <a:lnTo>
                  <a:pt x="66675" y="523875"/>
                </a:lnTo>
                <a:lnTo>
                  <a:pt x="85725" y="495300"/>
                </a:lnTo>
                <a:lnTo>
                  <a:pt x="76200" y="485775"/>
                </a:lnTo>
                <a:lnTo>
                  <a:pt x="95250" y="466725"/>
                </a:lnTo>
                <a:lnTo>
                  <a:pt x="95250" y="485775"/>
                </a:lnTo>
                <a:lnTo>
                  <a:pt x="85725" y="466725"/>
                </a:lnTo>
                <a:lnTo>
                  <a:pt x="95250" y="457200"/>
                </a:lnTo>
                <a:lnTo>
                  <a:pt x="104775" y="438150"/>
                </a:lnTo>
                <a:lnTo>
                  <a:pt x="123825" y="428625"/>
                </a:lnTo>
                <a:lnTo>
                  <a:pt x="104775" y="400050"/>
                </a:lnTo>
                <a:lnTo>
                  <a:pt x="133350" y="428625"/>
                </a:lnTo>
                <a:lnTo>
                  <a:pt x="114300" y="381000"/>
                </a:lnTo>
                <a:lnTo>
                  <a:pt x="133350" y="371475"/>
                </a:lnTo>
                <a:lnTo>
                  <a:pt x="142875" y="361950"/>
                </a:lnTo>
                <a:lnTo>
                  <a:pt x="133350" y="371475"/>
                </a:lnTo>
                <a:lnTo>
                  <a:pt x="152400" y="361950"/>
                </a:lnTo>
                <a:lnTo>
                  <a:pt x="161925" y="352425"/>
                </a:lnTo>
                <a:lnTo>
                  <a:pt x="190500" y="352425"/>
                </a:lnTo>
                <a:lnTo>
                  <a:pt x="190500" y="314325"/>
                </a:lnTo>
                <a:lnTo>
                  <a:pt x="228600" y="285750"/>
                </a:lnTo>
                <a:lnTo>
                  <a:pt x="219075" y="276225"/>
                </a:lnTo>
                <a:lnTo>
                  <a:pt x="228600" y="285750"/>
                </a:lnTo>
                <a:lnTo>
                  <a:pt x="247650" y="285750"/>
                </a:lnTo>
                <a:lnTo>
                  <a:pt x="276225" y="266700"/>
                </a:lnTo>
                <a:lnTo>
                  <a:pt x="285750" y="238125"/>
                </a:lnTo>
                <a:lnTo>
                  <a:pt x="285750" y="257175"/>
                </a:lnTo>
                <a:lnTo>
                  <a:pt x="304800" y="219075"/>
                </a:lnTo>
                <a:lnTo>
                  <a:pt x="314325" y="228600"/>
                </a:lnTo>
                <a:lnTo>
                  <a:pt x="323850" y="219075"/>
                </a:lnTo>
                <a:lnTo>
                  <a:pt x="352425" y="200025"/>
                </a:lnTo>
                <a:lnTo>
                  <a:pt x="371475" y="171450"/>
                </a:lnTo>
                <a:lnTo>
                  <a:pt x="371475" y="180975"/>
                </a:lnTo>
                <a:lnTo>
                  <a:pt x="371475" y="142875"/>
                </a:lnTo>
                <a:lnTo>
                  <a:pt x="390525" y="152400"/>
                </a:lnTo>
                <a:lnTo>
                  <a:pt x="390525" y="114300"/>
                </a:lnTo>
                <a:lnTo>
                  <a:pt x="419100" y="114300"/>
                </a:lnTo>
                <a:lnTo>
                  <a:pt x="419100" y="95250"/>
                </a:lnTo>
                <a:lnTo>
                  <a:pt x="428625" y="95250"/>
                </a:lnTo>
                <a:lnTo>
                  <a:pt x="457200" y="85725"/>
                </a:lnTo>
                <a:lnTo>
                  <a:pt x="476250" y="57150"/>
                </a:lnTo>
                <a:lnTo>
                  <a:pt x="485775" y="57150"/>
                </a:lnTo>
                <a:lnTo>
                  <a:pt x="476250" y="57150"/>
                </a:lnTo>
                <a:lnTo>
                  <a:pt x="523875" y="28575"/>
                </a:lnTo>
                <a:lnTo>
                  <a:pt x="523875" y="38100"/>
                </a:lnTo>
                <a:lnTo>
                  <a:pt x="542925" y="19050"/>
                </a:lnTo>
                <a:lnTo>
                  <a:pt x="552450" y="9525"/>
                </a:lnTo>
                <a:lnTo>
                  <a:pt x="571500" y="19050"/>
                </a:lnTo>
                <a:lnTo>
                  <a:pt x="504825" y="19050"/>
                </a:lnTo>
                <a:lnTo>
                  <a:pt x="514350" y="9525"/>
                </a:lnTo>
                <a:lnTo>
                  <a:pt x="542925" y="19050"/>
                </a:lnTo>
                <a:lnTo>
                  <a:pt x="571500" y="0"/>
                </a:lnTo>
                <a:lnTo>
                  <a:pt x="600075" y="47625"/>
                </a:lnTo>
                <a:lnTo>
                  <a:pt x="609600" y="47625"/>
                </a:lnTo>
                <a:lnTo>
                  <a:pt x="609600" y="57150"/>
                </a:lnTo>
                <a:lnTo>
                  <a:pt x="619125" y="47625"/>
                </a:lnTo>
                <a:lnTo>
                  <a:pt x="600075" y="38100"/>
                </a:lnTo>
                <a:lnTo>
                  <a:pt x="638175" y="66675"/>
                </a:lnTo>
                <a:lnTo>
                  <a:pt x="647700" y="57150"/>
                </a:lnTo>
                <a:lnTo>
                  <a:pt x="638175" y="85725"/>
                </a:lnTo>
                <a:lnTo>
                  <a:pt x="628650" y="85725"/>
                </a:lnTo>
                <a:lnTo>
                  <a:pt x="647700" y="85725"/>
                </a:lnTo>
                <a:lnTo>
                  <a:pt x="666750" y="104775"/>
                </a:lnTo>
                <a:lnTo>
                  <a:pt x="676275" y="114300"/>
                </a:lnTo>
                <a:lnTo>
                  <a:pt x="666750" y="133350"/>
                </a:lnTo>
                <a:lnTo>
                  <a:pt x="657225" y="142875"/>
                </a:lnTo>
                <a:lnTo>
                  <a:pt x="685800" y="152400"/>
                </a:lnTo>
                <a:lnTo>
                  <a:pt x="695325" y="152400"/>
                </a:lnTo>
                <a:lnTo>
                  <a:pt x="723900" y="180975"/>
                </a:lnTo>
                <a:lnTo>
                  <a:pt x="723900" y="200025"/>
                </a:lnTo>
                <a:lnTo>
                  <a:pt x="723900" y="180975"/>
                </a:lnTo>
                <a:lnTo>
                  <a:pt x="733425" y="219075"/>
                </a:lnTo>
                <a:lnTo>
                  <a:pt x="733425" y="219075"/>
                </a:lnTo>
                <a:lnTo>
                  <a:pt x="752475" y="219075"/>
                </a:lnTo>
                <a:lnTo>
                  <a:pt x="752475" y="238125"/>
                </a:lnTo>
                <a:lnTo>
                  <a:pt x="762000" y="238125"/>
                </a:lnTo>
                <a:lnTo>
                  <a:pt x="762000" y="266700"/>
                </a:lnTo>
                <a:lnTo>
                  <a:pt x="771525" y="276225"/>
                </a:lnTo>
                <a:lnTo>
                  <a:pt x="762000" y="266700"/>
                </a:lnTo>
                <a:lnTo>
                  <a:pt x="819150" y="352425"/>
                </a:lnTo>
                <a:lnTo>
                  <a:pt x="771525" y="361950"/>
                </a:lnTo>
                <a:lnTo>
                  <a:pt x="781050" y="276225"/>
                </a:lnTo>
                <a:lnTo>
                  <a:pt x="809625" y="314325"/>
                </a:lnTo>
                <a:lnTo>
                  <a:pt x="838200" y="352425"/>
                </a:lnTo>
                <a:lnTo>
                  <a:pt x="800100" y="438150"/>
                </a:lnTo>
                <a:lnTo>
                  <a:pt x="781050" y="428625"/>
                </a:lnTo>
                <a:lnTo>
                  <a:pt x="800100" y="447675"/>
                </a:lnTo>
                <a:lnTo>
                  <a:pt x="819150" y="447675"/>
                </a:lnTo>
                <a:lnTo>
                  <a:pt x="809625" y="447675"/>
                </a:lnTo>
                <a:lnTo>
                  <a:pt x="771525" y="485775"/>
                </a:lnTo>
                <a:lnTo>
                  <a:pt x="828675" y="504825"/>
                </a:lnTo>
                <a:lnTo>
                  <a:pt x="847725" y="561975"/>
                </a:lnTo>
                <a:lnTo>
                  <a:pt x="838200" y="590550"/>
                </a:lnTo>
                <a:lnTo>
                  <a:pt x="838200" y="609600"/>
                </a:lnTo>
                <a:lnTo>
                  <a:pt x="857250" y="609600"/>
                </a:lnTo>
                <a:lnTo>
                  <a:pt x="876300" y="581025"/>
                </a:lnTo>
                <a:lnTo>
                  <a:pt x="885825" y="609600"/>
                </a:lnTo>
                <a:lnTo>
                  <a:pt x="847725" y="619125"/>
                </a:lnTo>
                <a:lnTo>
                  <a:pt x="885825" y="685800"/>
                </a:lnTo>
                <a:lnTo>
                  <a:pt x="904875" y="733425"/>
                </a:lnTo>
                <a:lnTo>
                  <a:pt x="885825" y="733425"/>
                </a:lnTo>
                <a:lnTo>
                  <a:pt x="876300" y="733425"/>
                </a:lnTo>
                <a:lnTo>
                  <a:pt x="904875" y="752475"/>
                </a:lnTo>
                <a:lnTo>
                  <a:pt x="923925" y="771525"/>
                </a:lnTo>
                <a:lnTo>
                  <a:pt x="933450" y="800100"/>
                </a:lnTo>
                <a:lnTo>
                  <a:pt x="942975" y="828675"/>
                </a:lnTo>
                <a:lnTo>
                  <a:pt x="914400" y="857250"/>
                </a:lnTo>
                <a:lnTo>
                  <a:pt x="933450" y="847725"/>
                </a:lnTo>
                <a:lnTo>
                  <a:pt x="942975" y="885825"/>
                </a:lnTo>
                <a:lnTo>
                  <a:pt x="942975" y="904875"/>
                </a:lnTo>
                <a:lnTo>
                  <a:pt x="933450" y="923925"/>
                </a:lnTo>
                <a:lnTo>
                  <a:pt x="942975" y="876300"/>
                </a:lnTo>
                <a:lnTo>
                  <a:pt x="962025" y="914400"/>
                </a:lnTo>
                <a:lnTo>
                  <a:pt x="933450" y="952500"/>
                </a:lnTo>
                <a:lnTo>
                  <a:pt x="923925" y="952500"/>
                </a:lnTo>
                <a:lnTo>
                  <a:pt x="923925" y="971550"/>
                </a:lnTo>
                <a:lnTo>
                  <a:pt x="933450" y="952500"/>
                </a:lnTo>
                <a:lnTo>
                  <a:pt x="904875" y="981075"/>
                </a:lnTo>
                <a:lnTo>
                  <a:pt x="914400" y="1038225"/>
                </a:lnTo>
                <a:lnTo>
                  <a:pt x="904875" y="1028700"/>
                </a:lnTo>
                <a:lnTo>
                  <a:pt x="885825" y="1066800"/>
                </a:lnTo>
                <a:lnTo>
                  <a:pt x="914400" y="1066800"/>
                </a:lnTo>
                <a:lnTo>
                  <a:pt x="952500" y="1066800"/>
                </a:lnTo>
                <a:lnTo>
                  <a:pt x="923925" y="1104900"/>
                </a:lnTo>
                <a:lnTo>
                  <a:pt x="952500" y="1104900"/>
                </a:lnTo>
                <a:lnTo>
                  <a:pt x="923925" y="1085850"/>
                </a:lnTo>
                <a:lnTo>
                  <a:pt x="923925" y="1104900"/>
                </a:lnTo>
                <a:lnTo>
                  <a:pt x="866775" y="1152525"/>
                </a:lnTo>
                <a:lnTo>
                  <a:pt x="914400" y="1123950"/>
                </a:lnTo>
                <a:lnTo>
                  <a:pt x="923925" y="1162050"/>
                </a:lnTo>
                <a:lnTo>
                  <a:pt x="904875" y="1171575"/>
                </a:lnTo>
                <a:lnTo>
                  <a:pt x="885825" y="1181100"/>
                </a:lnTo>
                <a:lnTo>
                  <a:pt x="885825" y="1200150"/>
                </a:lnTo>
                <a:lnTo>
                  <a:pt x="885825" y="1171575"/>
                </a:lnTo>
                <a:lnTo>
                  <a:pt x="866775" y="1181100"/>
                </a:lnTo>
                <a:lnTo>
                  <a:pt x="904875" y="1200150"/>
                </a:lnTo>
                <a:lnTo>
                  <a:pt x="857250" y="1209675"/>
                </a:lnTo>
                <a:lnTo>
                  <a:pt x="857250" y="1238250"/>
                </a:lnTo>
                <a:lnTo>
                  <a:pt x="838200" y="1238250"/>
                </a:lnTo>
                <a:lnTo>
                  <a:pt x="847725" y="1247775"/>
                </a:lnTo>
                <a:lnTo>
                  <a:pt x="828675" y="1238250"/>
                </a:lnTo>
                <a:lnTo>
                  <a:pt x="838200" y="1276350"/>
                </a:lnTo>
                <a:lnTo>
                  <a:pt x="828675" y="1266825"/>
                </a:lnTo>
                <a:lnTo>
                  <a:pt x="847725" y="1343025"/>
                </a:lnTo>
                <a:lnTo>
                  <a:pt x="809625" y="1295400"/>
                </a:lnTo>
                <a:lnTo>
                  <a:pt x="828675" y="1352550"/>
                </a:lnTo>
                <a:lnTo>
                  <a:pt x="771525" y="1314450"/>
                </a:lnTo>
                <a:lnTo>
                  <a:pt x="685800" y="1362075"/>
                </a:lnTo>
                <a:lnTo>
                  <a:pt x="704850" y="1381125"/>
                </a:lnTo>
                <a:lnTo>
                  <a:pt x="704850" y="1390650"/>
                </a:lnTo>
                <a:lnTo>
                  <a:pt x="723900" y="1343025"/>
                </a:lnTo>
                <a:lnTo>
                  <a:pt x="685800" y="1362075"/>
                </a:lnTo>
                <a:lnTo>
                  <a:pt x="676275" y="1381125"/>
                </a:lnTo>
                <a:lnTo>
                  <a:pt x="628650" y="1362075"/>
                </a:lnTo>
                <a:lnTo>
                  <a:pt x="657225" y="1400175"/>
                </a:lnTo>
                <a:lnTo>
                  <a:pt x="638175" y="1352550"/>
                </a:lnTo>
                <a:lnTo>
                  <a:pt x="619125" y="1371600"/>
                </a:lnTo>
                <a:lnTo>
                  <a:pt x="619125" y="1419225"/>
                </a:lnTo>
                <a:lnTo>
                  <a:pt x="590550" y="1409700"/>
                </a:lnTo>
                <a:lnTo>
                  <a:pt x="504825" y="1419225"/>
                </a:lnTo>
                <a:lnTo>
                  <a:pt x="504825" y="1438275"/>
                </a:lnTo>
                <a:lnTo>
                  <a:pt x="504825" y="1466850"/>
                </a:lnTo>
                <a:lnTo>
                  <a:pt x="485775" y="1476375"/>
                </a:lnTo>
                <a:lnTo>
                  <a:pt x="485775" y="1438275"/>
                </a:lnTo>
                <a:lnTo>
                  <a:pt x="457200" y="1495425"/>
                </a:lnTo>
                <a:lnTo>
                  <a:pt x="428625" y="1485900"/>
                </a:lnTo>
                <a:lnTo>
                  <a:pt x="419100" y="1476375"/>
                </a:lnTo>
                <a:lnTo>
                  <a:pt x="447675" y="1533525"/>
                </a:lnTo>
                <a:lnTo>
                  <a:pt x="419100" y="1562100"/>
                </a:lnTo>
                <a:lnTo>
                  <a:pt x="409575" y="1562100"/>
                </a:lnTo>
                <a:lnTo>
                  <a:pt x="409575" y="1552575"/>
                </a:lnTo>
                <a:lnTo>
                  <a:pt x="381000" y="1533525"/>
                </a:lnTo>
                <a:lnTo>
                  <a:pt x="352425" y="1552575"/>
                </a:lnTo>
                <a:lnTo>
                  <a:pt x="352425" y="1562100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1887200" y="5400675"/>
            <a:ext cx="1276350" cy="2133600"/>
          </a:xfrm>
          <a:custGeom>
            <a:avLst/>
            <a:gdLst/>
            <a:ahLst/>
            <a:cxnLst/>
            <a:rect l="l" t="t" r="r" b="b"/>
            <a:pathLst>
              <a:path w="1276350" h="2133600">
                <a:moveTo>
                  <a:pt x="409575" y="2133600"/>
                </a:moveTo>
                <a:lnTo>
                  <a:pt x="409575" y="2105025"/>
                </a:lnTo>
                <a:lnTo>
                  <a:pt x="400050" y="2076450"/>
                </a:lnTo>
                <a:lnTo>
                  <a:pt x="390525" y="2076450"/>
                </a:lnTo>
                <a:lnTo>
                  <a:pt x="381000" y="2066925"/>
                </a:lnTo>
                <a:lnTo>
                  <a:pt x="381000" y="2028825"/>
                </a:lnTo>
                <a:lnTo>
                  <a:pt x="390525" y="2009775"/>
                </a:lnTo>
                <a:lnTo>
                  <a:pt x="371475" y="2009775"/>
                </a:lnTo>
                <a:lnTo>
                  <a:pt x="352425" y="1981200"/>
                </a:lnTo>
                <a:lnTo>
                  <a:pt x="342900" y="1962150"/>
                </a:lnTo>
                <a:lnTo>
                  <a:pt x="333375" y="1962150"/>
                </a:lnTo>
                <a:lnTo>
                  <a:pt x="314325" y="1924050"/>
                </a:lnTo>
                <a:lnTo>
                  <a:pt x="295275" y="1933575"/>
                </a:lnTo>
                <a:lnTo>
                  <a:pt x="295275" y="1895475"/>
                </a:lnTo>
                <a:lnTo>
                  <a:pt x="285750" y="1905000"/>
                </a:lnTo>
                <a:lnTo>
                  <a:pt x="295275" y="1885950"/>
                </a:lnTo>
                <a:lnTo>
                  <a:pt x="266700" y="1866900"/>
                </a:lnTo>
                <a:lnTo>
                  <a:pt x="276225" y="1828800"/>
                </a:lnTo>
                <a:lnTo>
                  <a:pt x="219075" y="1847850"/>
                </a:lnTo>
                <a:lnTo>
                  <a:pt x="200025" y="1809750"/>
                </a:lnTo>
                <a:lnTo>
                  <a:pt x="228600" y="1819275"/>
                </a:lnTo>
                <a:lnTo>
                  <a:pt x="209550" y="1809750"/>
                </a:lnTo>
                <a:lnTo>
                  <a:pt x="200025" y="1752600"/>
                </a:lnTo>
                <a:lnTo>
                  <a:pt x="200025" y="1743075"/>
                </a:lnTo>
                <a:lnTo>
                  <a:pt x="190500" y="1743075"/>
                </a:lnTo>
                <a:lnTo>
                  <a:pt x="190500" y="1724025"/>
                </a:lnTo>
                <a:lnTo>
                  <a:pt x="152400" y="1685925"/>
                </a:lnTo>
                <a:lnTo>
                  <a:pt x="161925" y="1685925"/>
                </a:lnTo>
                <a:lnTo>
                  <a:pt x="133350" y="1676400"/>
                </a:lnTo>
                <a:lnTo>
                  <a:pt x="142875" y="1666875"/>
                </a:lnTo>
                <a:lnTo>
                  <a:pt x="142875" y="1657350"/>
                </a:lnTo>
                <a:lnTo>
                  <a:pt x="133350" y="1638300"/>
                </a:lnTo>
                <a:lnTo>
                  <a:pt x="123825" y="1619250"/>
                </a:lnTo>
                <a:lnTo>
                  <a:pt x="114300" y="1571625"/>
                </a:lnTo>
                <a:lnTo>
                  <a:pt x="66675" y="1571625"/>
                </a:lnTo>
                <a:lnTo>
                  <a:pt x="85725" y="1562100"/>
                </a:lnTo>
                <a:lnTo>
                  <a:pt x="85725" y="1514475"/>
                </a:lnTo>
                <a:lnTo>
                  <a:pt x="123825" y="1485900"/>
                </a:lnTo>
                <a:lnTo>
                  <a:pt x="104775" y="1466850"/>
                </a:lnTo>
                <a:lnTo>
                  <a:pt x="114300" y="1428750"/>
                </a:lnTo>
                <a:lnTo>
                  <a:pt x="104775" y="1400175"/>
                </a:lnTo>
                <a:lnTo>
                  <a:pt x="66675" y="1409700"/>
                </a:lnTo>
                <a:lnTo>
                  <a:pt x="66675" y="1381125"/>
                </a:lnTo>
                <a:lnTo>
                  <a:pt x="85725" y="1390650"/>
                </a:lnTo>
                <a:lnTo>
                  <a:pt x="85725" y="1323975"/>
                </a:lnTo>
                <a:lnTo>
                  <a:pt x="85725" y="1314450"/>
                </a:lnTo>
                <a:lnTo>
                  <a:pt x="66675" y="1276350"/>
                </a:lnTo>
                <a:lnTo>
                  <a:pt x="76200" y="1257300"/>
                </a:lnTo>
                <a:lnTo>
                  <a:pt x="47625" y="1247775"/>
                </a:lnTo>
                <a:lnTo>
                  <a:pt x="47625" y="1247775"/>
                </a:lnTo>
                <a:lnTo>
                  <a:pt x="47625" y="1200150"/>
                </a:lnTo>
                <a:lnTo>
                  <a:pt x="76200" y="1171575"/>
                </a:lnTo>
                <a:lnTo>
                  <a:pt x="47625" y="1152525"/>
                </a:lnTo>
                <a:lnTo>
                  <a:pt x="66675" y="1114425"/>
                </a:lnTo>
                <a:lnTo>
                  <a:pt x="47625" y="1123950"/>
                </a:lnTo>
                <a:lnTo>
                  <a:pt x="38100" y="1114425"/>
                </a:lnTo>
                <a:lnTo>
                  <a:pt x="28575" y="1057275"/>
                </a:lnTo>
                <a:lnTo>
                  <a:pt x="28575" y="1047750"/>
                </a:lnTo>
                <a:lnTo>
                  <a:pt x="19050" y="1019175"/>
                </a:lnTo>
                <a:lnTo>
                  <a:pt x="38100" y="990600"/>
                </a:lnTo>
                <a:lnTo>
                  <a:pt x="19050" y="1000125"/>
                </a:lnTo>
                <a:lnTo>
                  <a:pt x="38100" y="971550"/>
                </a:lnTo>
                <a:lnTo>
                  <a:pt x="19050" y="971550"/>
                </a:lnTo>
                <a:lnTo>
                  <a:pt x="19050" y="942975"/>
                </a:lnTo>
                <a:lnTo>
                  <a:pt x="19050" y="895350"/>
                </a:lnTo>
                <a:lnTo>
                  <a:pt x="9525" y="876300"/>
                </a:lnTo>
                <a:lnTo>
                  <a:pt x="38100" y="885825"/>
                </a:lnTo>
                <a:lnTo>
                  <a:pt x="0" y="885825"/>
                </a:lnTo>
                <a:lnTo>
                  <a:pt x="9525" y="847725"/>
                </a:lnTo>
                <a:lnTo>
                  <a:pt x="19050" y="857250"/>
                </a:lnTo>
                <a:lnTo>
                  <a:pt x="9525" y="819150"/>
                </a:lnTo>
                <a:lnTo>
                  <a:pt x="19050" y="809625"/>
                </a:lnTo>
                <a:lnTo>
                  <a:pt x="9525" y="790575"/>
                </a:lnTo>
                <a:lnTo>
                  <a:pt x="9525" y="809625"/>
                </a:lnTo>
                <a:lnTo>
                  <a:pt x="19050" y="781050"/>
                </a:lnTo>
                <a:lnTo>
                  <a:pt x="57150" y="762000"/>
                </a:lnTo>
                <a:lnTo>
                  <a:pt x="57150" y="752475"/>
                </a:lnTo>
                <a:lnTo>
                  <a:pt x="47625" y="752475"/>
                </a:lnTo>
                <a:lnTo>
                  <a:pt x="66675" y="723900"/>
                </a:lnTo>
                <a:lnTo>
                  <a:pt x="66675" y="733425"/>
                </a:lnTo>
                <a:lnTo>
                  <a:pt x="66675" y="733425"/>
                </a:lnTo>
                <a:lnTo>
                  <a:pt x="47625" y="714375"/>
                </a:lnTo>
                <a:lnTo>
                  <a:pt x="57150" y="676275"/>
                </a:lnTo>
                <a:lnTo>
                  <a:pt x="66675" y="657225"/>
                </a:lnTo>
                <a:lnTo>
                  <a:pt x="104775" y="666750"/>
                </a:lnTo>
                <a:lnTo>
                  <a:pt x="95250" y="628650"/>
                </a:lnTo>
                <a:lnTo>
                  <a:pt x="95250" y="638175"/>
                </a:lnTo>
                <a:lnTo>
                  <a:pt x="114300" y="619125"/>
                </a:lnTo>
                <a:lnTo>
                  <a:pt x="95250" y="619125"/>
                </a:lnTo>
                <a:lnTo>
                  <a:pt x="142875" y="600075"/>
                </a:lnTo>
                <a:lnTo>
                  <a:pt x="123825" y="581025"/>
                </a:lnTo>
                <a:lnTo>
                  <a:pt x="142875" y="581025"/>
                </a:lnTo>
                <a:lnTo>
                  <a:pt x="133350" y="542925"/>
                </a:lnTo>
                <a:lnTo>
                  <a:pt x="123825" y="542925"/>
                </a:lnTo>
                <a:lnTo>
                  <a:pt x="161925" y="514350"/>
                </a:lnTo>
                <a:lnTo>
                  <a:pt x="161925" y="514350"/>
                </a:lnTo>
                <a:lnTo>
                  <a:pt x="142875" y="485775"/>
                </a:lnTo>
                <a:lnTo>
                  <a:pt x="209550" y="495300"/>
                </a:lnTo>
                <a:lnTo>
                  <a:pt x="219075" y="438150"/>
                </a:lnTo>
                <a:lnTo>
                  <a:pt x="219075" y="457200"/>
                </a:lnTo>
                <a:lnTo>
                  <a:pt x="219075" y="447675"/>
                </a:lnTo>
                <a:lnTo>
                  <a:pt x="238125" y="457200"/>
                </a:lnTo>
                <a:lnTo>
                  <a:pt x="276225" y="400050"/>
                </a:lnTo>
                <a:lnTo>
                  <a:pt x="276225" y="419100"/>
                </a:lnTo>
                <a:lnTo>
                  <a:pt x="304800" y="400050"/>
                </a:lnTo>
                <a:lnTo>
                  <a:pt x="314325" y="390525"/>
                </a:lnTo>
                <a:lnTo>
                  <a:pt x="314325" y="333375"/>
                </a:lnTo>
                <a:lnTo>
                  <a:pt x="352425" y="333375"/>
                </a:lnTo>
                <a:lnTo>
                  <a:pt x="352425" y="323850"/>
                </a:lnTo>
                <a:lnTo>
                  <a:pt x="390525" y="295275"/>
                </a:lnTo>
                <a:lnTo>
                  <a:pt x="409575" y="295275"/>
                </a:lnTo>
                <a:lnTo>
                  <a:pt x="438150" y="266700"/>
                </a:lnTo>
                <a:lnTo>
                  <a:pt x="447675" y="257175"/>
                </a:lnTo>
                <a:lnTo>
                  <a:pt x="447675" y="228600"/>
                </a:lnTo>
                <a:lnTo>
                  <a:pt x="476250" y="209550"/>
                </a:lnTo>
                <a:lnTo>
                  <a:pt x="485775" y="200025"/>
                </a:lnTo>
                <a:lnTo>
                  <a:pt x="523875" y="171450"/>
                </a:lnTo>
                <a:lnTo>
                  <a:pt x="533400" y="171450"/>
                </a:lnTo>
                <a:lnTo>
                  <a:pt x="533400" y="171450"/>
                </a:lnTo>
                <a:lnTo>
                  <a:pt x="571500" y="142875"/>
                </a:lnTo>
                <a:lnTo>
                  <a:pt x="581025" y="114300"/>
                </a:lnTo>
                <a:lnTo>
                  <a:pt x="590550" y="85725"/>
                </a:lnTo>
                <a:lnTo>
                  <a:pt x="628650" y="66675"/>
                </a:lnTo>
                <a:lnTo>
                  <a:pt x="619125" y="66675"/>
                </a:lnTo>
                <a:lnTo>
                  <a:pt x="647700" y="76200"/>
                </a:lnTo>
                <a:lnTo>
                  <a:pt x="666750" y="57150"/>
                </a:lnTo>
                <a:lnTo>
                  <a:pt x="666750" y="28575"/>
                </a:lnTo>
                <a:lnTo>
                  <a:pt x="685800" y="9525"/>
                </a:lnTo>
                <a:lnTo>
                  <a:pt x="714375" y="9525"/>
                </a:lnTo>
                <a:lnTo>
                  <a:pt x="657225" y="0"/>
                </a:lnTo>
                <a:lnTo>
                  <a:pt x="647700" y="19050"/>
                </a:lnTo>
                <a:lnTo>
                  <a:pt x="685800" y="9525"/>
                </a:lnTo>
                <a:lnTo>
                  <a:pt x="714375" y="0"/>
                </a:lnTo>
                <a:lnTo>
                  <a:pt x="762000" y="57150"/>
                </a:lnTo>
                <a:lnTo>
                  <a:pt x="809625" y="19050"/>
                </a:lnTo>
                <a:lnTo>
                  <a:pt x="781050" y="9525"/>
                </a:lnTo>
                <a:lnTo>
                  <a:pt x="828675" y="66675"/>
                </a:lnTo>
                <a:lnTo>
                  <a:pt x="828675" y="76200"/>
                </a:lnTo>
                <a:lnTo>
                  <a:pt x="847725" y="66675"/>
                </a:lnTo>
                <a:lnTo>
                  <a:pt x="866775" y="76200"/>
                </a:lnTo>
                <a:lnTo>
                  <a:pt x="819150" y="95250"/>
                </a:lnTo>
                <a:lnTo>
                  <a:pt x="847725" y="133350"/>
                </a:lnTo>
                <a:lnTo>
                  <a:pt x="847725" y="104775"/>
                </a:lnTo>
                <a:lnTo>
                  <a:pt x="885825" y="161925"/>
                </a:lnTo>
                <a:lnTo>
                  <a:pt x="895350" y="171450"/>
                </a:lnTo>
                <a:lnTo>
                  <a:pt x="866775" y="161925"/>
                </a:lnTo>
                <a:lnTo>
                  <a:pt x="895350" y="142875"/>
                </a:lnTo>
                <a:lnTo>
                  <a:pt x="914400" y="171450"/>
                </a:lnTo>
                <a:lnTo>
                  <a:pt x="933450" y="190500"/>
                </a:lnTo>
                <a:lnTo>
                  <a:pt x="923925" y="228600"/>
                </a:lnTo>
                <a:lnTo>
                  <a:pt x="923925" y="228600"/>
                </a:lnTo>
                <a:lnTo>
                  <a:pt x="942975" y="238125"/>
                </a:lnTo>
                <a:lnTo>
                  <a:pt x="952500" y="257175"/>
                </a:lnTo>
                <a:lnTo>
                  <a:pt x="952500" y="295275"/>
                </a:lnTo>
                <a:lnTo>
                  <a:pt x="990600" y="314325"/>
                </a:lnTo>
                <a:lnTo>
                  <a:pt x="990600" y="314325"/>
                </a:lnTo>
                <a:lnTo>
                  <a:pt x="1000125" y="285750"/>
                </a:lnTo>
                <a:lnTo>
                  <a:pt x="1009650" y="285750"/>
                </a:lnTo>
                <a:lnTo>
                  <a:pt x="1019175" y="333375"/>
                </a:lnTo>
                <a:lnTo>
                  <a:pt x="1019175" y="323850"/>
                </a:lnTo>
                <a:lnTo>
                  <a:pt x="1047750" y="352425"/>
                </a:lnTo>
                <a:lnTo>
                  <a:pt x="1000125" y="390525"/>
                </a:lnTo>
                <a:lnTo>
                  <a:pt x="981075" y="285750"/>
                </a:lnTo>
                <a:lnTo>
                  <a:pt x="1028700" y="361950"/>
                </a:lnTo>
                <a:lnTo>
                  <a:pt x="1057275" y="409575"/>
                </a:lnTo>
                <a:lnTo>
                  <a:pt x="1047750" y="476250"/>
                </a:lnTo>
                <a:lnTo>
                  <a:pt x="1028700" y="504825"/>
                </a:lnTo>
                <a:lnTo>
                  <a:pt x="1047750" y="542925"/>
                </a:lnTo>
                <a:lnTo>
                  <a:pt x="1057275" y="581025"/>
                </a:lnTo>
                <a:lnTo>
                  <a:pt x="971550" y="657225"/>
                </a:lnTo>
                <a:lnTo>
                  <a:pt x="1019175" y="619125"/>
                </a:lnTo>
                <a:lnTo>
                  <a:pt x="1066800" y="695325"/>
                </a:lnTo>
                <a:lnTo>
                  <a:pt x="1104900" y="714375"/>
                </a:lnTo>
                <a:lnTo>
                  <a:pt x="1133475" y="742950"/>
                </a:lnTo>
                <a:lnTo>
                  <a:pt x="1133475" y="762000"/>
                </a:lnTo>
                <a:lnTo>
                  <a:pt x="1171575" y="752475"/>
                </a:lnTo>
                <a:lnTo>
                  <a:pt x="1143000" y="809625"/>
                </a:lnTo>
                <a:lnTo>
                  <a:pt x="1085850" y="857250"/>
                </a:lnTo>
                <a:lnTo>
                  <a:pt x="1190625" y="866775"/>
                </a:lnTo>
                <a:lnTo>
                  <a:pt x="1190625" y="885825"/>
                </a:lnTo>
                <a:lnTo>
                  <a:pt x="1162050" y="895350"/>
                </a:lnTo>
                <a:lnTo>
                  <a:pt x="1133475" y="952500"/>
                </a:lnTo>
                <a:lnTo>
                  <a:pt x="1181100" y="971550"/>
                </a:lnTo>
                <a:lnTo>
                  <a:pt x="1209675" y="1009650"/>
                </a:lnTo>
                <a:lnTo>
                  <a:pt x="1200150" y="1038225"/>
                </a:lnTo>
                <a:lnTo>
                  <a:pt x="1257300" y="1076325"/>
                </a:lnTo>
                <a:lnTo>
                  <a:pt x="1266825" y="1095375"/>
                </a:lnTo>
                <a:lnTo>
                  <a:pt x="1238250" y="1095375"/>
                </a:lnTo>
                <a:lnTo>
                  <a:pt x="1238250" y="1143000"/>
                </a:lnTo>
                <a:lnTo>
                  <a:pt x="1228725" y="1152525"/>
                </a:lnTo>
                <a:lnTo>
                  <a:pt x="1200150" y="1162050"/>
                </a:lnTo>
                <a:lnTo>
                  <a:pt x="1228725" y="1219200"/>
                </a:lnTo>
                <a:lnTo>
                  <a:pt x="1219200" y="1247775"/>
                </a:lnTo>
                <a:lnTo>
                  <a:pt x="1152525" y="1228725"/>
                </a:lnTo>
                <a:lnTo>
                  <a:pt x="1171575" y="1295400"/>
                </a:lnTo>
                <a:lnTo>
                  <a:pt x="1276350" y="1257300"/>
                </a:lnTo>
                <a:lnTo>
                  <a:pt x="1228725" y="1304925"/>
                </a:lnTo>
                <a:lnTo>
                  <a:pt x="1200150" y="1409700"/>
                </a:lnTo>
                <a:lnTo>
                  <a:pt x="1152525" y="1333500"/>
                </a:lnTo>
                <a:lnTo>
                  <a:pt x="1181100" y="1333500"/>
                </a:lnTo>
                <a:lnTo>
                  <a:pt x="1181100" y="1381125"/>
                </a:lnTo>
                <a:lnTo>
                  <a:pt x="1152525" y="1381125"/>
                </a:lnTo>
                <a:lnTo>
                  <a:pt x="1171575" y="1419225"/>
                </a:lnTo>
                <a:lnTo>
                  <a:pt x="1181100" y="1457325"/>
                </a:lnTo>
                <a:lnTo>
                  <a:pt x="1247775" y="1428750"/>
                </a:lnTo>
                <a:lnTo>
                  <a:pt x="1247775" y="1466850"/>
                </a:lnTo>
                <a:lnTo>
                  <a:pt x="1209675" y="1495425"/>
                </a:lnTo>
                <a:lnTo>
                  <a:pt x="1228725" y="1485900"/>
                </a:lnTo>
                <a:lnTo>
                  <a:pt x="1200150" y="1485900"/>
                </a:lnTo>
                <a:lnTo>
                  <a:pt x="1247775" y="1476375"/>
                </a:lnTo>
                <a:lnTo>
                  <a:pt x="1209675" y="1495425"/>
                </a:lnTo>
                <a:lnTo>
                  <a:pt x="1190625" y="1485900"/>
                </a:lnTo>
                <a:lnTo>
                  <a:pt x="1181100" y="1552575"/>
                </a:lnTo>
                <a:lnTo>
                  <a:pt x="1200150" y="1609725"/>
                </a:lnTo>
                <a:lnTo>
                  <a:pt x="1143000" y="1609725"/>
                </a:lnTo>
                <a:lnTo>
                  <a:pt x="1152525" y="1609725"/>
                </a:lnTo>
                <a:lnTo>
                  <a:pt x="1162050" y="1590675"/>
                </a:lnTo>
                <a:lnTo>
                  <a:pt x="1181100" y="1619250"/>
                </a:lnTo>
                <a:lnTo>
                  <a:pt x="1104900" y="1638300"/>
                </a:lnTo>
                <a:lnTo>
                  <a:pt x="1143000" y="1600200"/>
                </a:lnTo>
                <a:lnTo>
                  <a:pt x="1104900" y="1647825"/>
                </a:lnTo>
                <a:lnTo>
                  <a:pt x="1104900" y="1704975"/>
                </a:lnTo>
                <a:lnTo>
                  <a:pt x="1123950" y="1704975"/>
                </a:lnTo>
                <a:lnTo>
                  <a:pt x="1085850" y="1714500"/>
                </a:lnTo>
                <a:lnTo>
                  <a:pt x="1114425" y="1724025"/>
                </a:lnTo>
                <a:lnTo>
                  <a:pt x="1114425" y="1733550"/>
                </a:lnTo>
                <a:lnTo>
                  <a:pt x="1076325" y="1809750"/>
                </a:lnTo>
                <a:lnTo>
                  <a:pt x="1085850" y="1838325"/>
                </a:lnTo>
                <a:lnTo>
                  <a:pt x="1047750" y="1790700"/>
                </a:lnTo>
                <a:lnTo>
                  <a:pt x="1000125" y="1838325"/>
                </a:lnTo>
                <a:lnTo>
                  <a:pt x="1009650" y="1828800"/>
                </a:lnTo>
                <a:lnTo>
                  <a:pt x="1009650" y="1828800"/>
                </a:lnTo>
                <a:lnTo>
                  <a:pt x="933450" y="1828800"/>
                </a:lnTo>
                <a:lnTo>
                  <a:pt x="923925" y="1866900"/>
                </a:lnTo>
                <a:lnTo>
                  <a:pt x="895350" y="1847850"/>
                </a:lnTo>
                <a:lnTo>
                  <a:pt x="895350" y="1866900"/>
                </a:lnTo>
                <a:lnTo>
                  <a:pt x="885825" y="1876425"/>
                </a:lnTo>
                <a:lnTo>
                  <a:pt x="847725" y="1885950"/>
                </a:lnTo>
                <a:lnTo>
                  <a:pt x="819150" y="1895475"/>
                </a:lnTo>
                <a:lnTo>
                  <a:pt x="819150" y="1895475"/>
                </a:lnTo>
                <a:lnTo>
                  <a:pt x="790575" y="1905000"/>
                </a:lnTo>
                <a:lnTo>
                  <a:pt x="723900" y="1943100"/>
                </a:lnTo>
                <a:lnTo>
                  <a:pt x="695325" y="1857375"/>
                </a:lnTo>
                <a:lnTo>
                  <a:pt x="609600" y="1924050"/>
                </a:lnTo>
                <a:lnTo>
                  <a:pt x="609600" y="1952625"/>
                </a:lnTo>
                <a:lnTo>
                  <a:pt x="600075" y="1933575"/>
                </a:lnTo>
                <a:lnTo>
                  <a:pt x="561975" y="1981200"/>
                </a:lnTo>
                <a:lnTo>
                  <a:pt x="561975" y="1990725"/>
                </a:lnTo>
                <a:lnTo>
                  <a:pt x="542925" y="2019300"/>
                </a:lnTo>
                <a:lnTo>
                  <a:pt x="533400" y="2019300"/>
                </a:lnTo>
                <a:lnTo>
                  <a:pt x="590550" y="2019300"/>
                </a:lnTo>
                <a:lnTo>
                  <a:pt x="542925" y="2028825"/>
                </a:lnTo>
                <a:lnTo>
                  <a:pt x="523875" y="2066925"/>
                </a:lnTo>
                <a:lnTo>
                  <a:pt x="485775" y="2085975"/>
                </a:lnTo>
                <a:lnTo>
                  <a:pt x="447675" y="2085975"/>
                </a:lnTo>
                <a:lnTo>
                  <a:pt x="438150" y="2085975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2877800" y="4800600"/>
            <a:ext cx="1076325" cy="1828800"/>
          </a:xfrm>
          <a:custGeom>
            <a:avLst/>
            <a:gdLst/>
            <a:ahLst/>
            <a:cxnLst/>
            <a:rect l="l" t="t" r="r" b="b"/>
            <a:pathLst>
              <a:path w="1076325" h="1828800">
                <a:moveTo>
                  <a:pt x="342900" y="1809750"/>
                </a:moveTo>
                <a:lnTo>
                  <a:pt x="323850" y="1790700"/>
                </a:lnTo>
                <a:lnTo>
                  <a:pt x="323850" y="1800225"/>
                </a:lnTo>
                <a:lnTo>
                  <a:pt x="323850" y="1800225"/>
                </a:lnTo>
                <a:lnTo>
                  <a:pt x="342900" y="1781175"/>
                </a:lnTo>
                <a:lnTo>
                  <a:pt x="323850" y="1771650"/>
                </a:lnTo>
                <a:lnTo>
                  <a:pt x="295275" y="1733550"/>
                </a:lnTo>
                <a:lnTo>
                  <a:pt x="314325" y="1733550"/>
                </a:lnTo>
                <a:lnTo>
                  <a:pt x="304800" y="1714500"/>
                </a:lnTo>
                <a:lnTo>
                  <a:pt x="285750" y="1733550"/>
                </a:lnTo>
                <a:lnTo>
                  <a:pt x="257175" y="1695450"/>
                </a:lnTo>
                <a:lnTo>
                  <a:pt x="266700" y="1666875"/>
                </a:lnTo>
                <a:lnTo>
                  <a:pt x="247650" y="1638300"/>
                </a:lnTo>
                <a:lnTo>
                  <a:pt x="276225" y="1657350"/>
                </a:lnTo>
                <a:lnTo>
                  <a:pt x="266700" y="1628775"/>
                </a:lnTo>
                <a:lnTo>
                  <a:pt x="238125" y="1628775"/>
                </a:lnTo>
                <a:lnTo>
                  <a:pt x="238125" y="1590675"/>
                </a:lnTo>
                <a:lnTo>
                  <a:pt x="219075" y="1590675"/>
                </a:lnTo>
                <a:lnTo>
                  <a:pt x="190500" y="1590675"/>
                </a:lnTo>
                <a:lnTo>
                  <a:pt x="190500" y="1571625"/>
                </a:lnTo>
                <a:lnTo>
                  <a:pt x="171450" y="1543050"/>
                </a:lnTo>
                <a:lnTo>
                  <a:pt x="171450" y="1552575"/>
                </a:lnTo>
                <a:lnTo>
                  <a:pt x="180975" y="1504950"/>
                </a:lnTo>
                <a:lnTo>
                  <a:pt x="161925" y="1504950"/>
                </a:lnTo>
                <a:lnTo>
                  <a:pt x="142875" y="1495425"/>
                </a:lnTo>
                <a:lnTo>
                  <a:pt x="123825" y="1476375"/>
                </a:lnTo>
                <a:lnTo>
                  <a:pt x="142875" y="1476375"/>
                </a:lnTo>
                <a:lnTo>
                  <a:pt x="114300" y="1466850"/>
                </a:lnTo>
                <a:lnTo>
                  <a:pt x="133350" y="1457325"/>
                </a:lnTo>
                <a:lnTo>
                  <a:pt x="95250" y="1409700"/>
                </a:lnTo>
                <a:lnTo>
                  <a:pt x="104775" y="1428750"/>
                </a:lnTo>
                <a:lnTo>
                  <a:pt x="85725" y="1400175"/>
                </a:lnTo>
                <a:lnTo>
                  <a:pt x="104775" y="1409700"/>
                </a:lnTo>
                <a:lnTo>
                  <a:pt x="57150" y="1371600"/>
                </a:lnTo>
                <a:lnTo>
                  <a:pt x="76200" y="1352550"/>
                </a:lnTo>
                <a:lnTo>
                  <a:pt x="76200" y="1343025"/>
                </a:lnTo>
                <a:lnTo>
                  <a:pt x="85725" y="1323975"/>
                </a:lnTo>
                <a:lnTo>
                  <a:pt x="76200" y="1285875"/>
                </a:lnTo>
                <a:lnTo>
                  <a:pt x="95250" y="1285875"/>
                </a:lnTo>
                <a:lnTo>
                  <a:pt x="57150" y="1257300"/>
                </a:lnTo>
                <a:lnTo>
                  <a:pt x="76200" y="1228725"/>
                </a:lnTo>
                <a:lnTo>
                  <a:pt x="76200" y="1190625"/>
                </a:lnTo>
                <a:lnTo>
                  <a:pt x="76200" y="1171575"/>
                </a:lnTo>
                <a:lnTo>
                  <a:pt x="76200" y="1143000"/>
                </a:lnTo>
                <a:lnTo>
                  <a:pt x="66675" y="1152525"/>
                </a:lnTo>
                <a:lnTo>
                  <a:pt x="66675" y="1123950"/>
                </a:lnTo>
                <a:lnTo>
                  <a:pt x="66675" y="1095375"/>
                </a:lnTo>
                <a:lnTo>
                  <a:pt x="57150" y="1076325"/>
                </a:lnTo>
                <a:lnTo>
                  <a:pt x="47625" y="1085850"/>
                </a:lnTo>
                <a:lnTo>
                  <a:pt x="38100" y="1047750"/>
                </a:lnTo>
                <a:lnTo>
                  <a:pt x="66675" y="1047750"/>
                </a:lnTo>
                <a:lnTo>
                  <a:pt x="28575" y="1000125"/>
                </a:lnTo>
                <a:lnTo>
                  <a:pt x="38100" y="990600"/>
                </a:lnTo>
                <a:lnTo>
                  <a:pt x="47625" y="981075"/>
                </a:lnTo>
                <a:lnTo>
                  <a:pt x="19050" y="971550"/>
                </a:lnTo>
                <a:lnTo>
                  <a:pt x="38100" y="942975"/>
                </a:lnTo>
                <a:lnTo>
                  <a:pt x="0" y="942975"/>
                </a:lnTo>
                <a:lnTo>
                  <a:pt x="9525" y="895350"/>
                </a:lnTo>
                <a:lnTo>
                  <a:pt x="9525" y="904875"/>
                </a:lnTo>
                <a:lnTo>
                  <a:pt x="19050" y="876300"/>
                </a:lnTo>
                <a:lnTo>
                  <a:pt x="0" y="866775"/>
                </a:lnTo>
                <a:lnTo>
                  <a:pt x="0" y="828675"/>
                </a:lnTo>
                <a:lnTo>
                  <a:pt x="9525" y="819150"/>
                </a:lnTo>
                <a:lnTo>
                  <a:pt x="0" y="809625"/>
                </a:lnTo>
                <a:lnTo>
                  <a:pt x="0" y="790575"/>
                </a:lnTo>
                <a:lnTo>
                  <a:pt x="0" y="800100"/>
                </a:lnTo>
                <a:lnTo>
                  <a:pt x="0" y="771525"/>
                </a:lnTo>
                <a:lnTo>
                  <a:pt x="19050" y="723900"/>
                </a:lnTo>
                <a:lnTo>
                  <a:pt x="9525" y="723900"/>
                </a:lnTo>
                <a:lnTo>
                  <a:pt x="38100" y="733425"/>
                </a:lnTo>
                <a:lnTo>
                  <a:pt x="9525" y="723900"/>
                </a:lnTo>
                <a:lnTo>
                  <a:pt x="9525" y="704850"/>
                </a:lnTo>
                <a:lnTo>
                  <a:pt x="38100" y="685800"/>
                </a:lnTo>
                <a:lnTo>
                  <a:pt x="28575" y="666750"/>
                </a:lnTo>
                <a:lnTo>
                  <a:pt x="19050" y="685800"/>
                </a:lnTo>
                <a:lnTo>
                  <a:pt x="47625" y="666750"/>
                </a:lnTo>
                <a:lnTo>
                  <a:pt x="47625" y="647700"/>
                </a:lnTo>
                <a:lnTo>
                  <a:pt x="28575" y="647700"/>
                </a:lnTo>
                <a:lnTo>
                  <a:pt x="38100" y="647700"/>
                </a:lnTo>
                <a:lnTo>
                  <a:pt x="66675" y="619125"/>
                </a:lnTo>
                <a:lnTo>
                  <a:pt x="57150" y="638175"/>
                </a:lnTo>
                <a:lnTo>
                  <a:pt x="38100" y="600075"/>
                </a:lnTo>
                <a:lnTo>
                  <a:pt x="57150" y="590550"/>
                </a:lnTo>
                <a:lnTo>
                  <a:pt x="47625" y="590550"/>
                </a:lnTo>
                <a:lnTo>
                  <a:pt x="85725" y="561975"/>
                </a:lnTo>
                <a:lnTo>
                  <a:pt x="66675" y="561975"/>
                </a:lnTo>
                <a:lnTo>
                  <a:pt x="95250" y="542925"/>
                </a:lnTo>
                <a:lnTo>
                  <a:pt x="66675" y="561975"/>
                </a:lnTo>
                <a:lnTo>
                  <a:pt x="85725" y="552450"/>
                </a:lnTo>
                <a:lnTo>
                  <a:pt x="95250" y="533400"/>
                </a:lnTo>
                <a:lnTo>
                  <a:pt x="114300" y="533400"/>
                </a:lnTo>
                <a:lnTo>
                  <a:pt x="104775" y="514350"/>
                </a:lnTo>
                <a:lnTo>
                  <a:pt x="95250" y="504825"/>
                </a:lnTo>
                <a:lnTo>
                  <a:pt x="104775" y="457200"/>
                </a:lnTo>
                <a:lnTo>
                  <a:pt x="123825" y="457200"/>
                </a:lnTo>
                <a:lnTo>
                  <a:pt x="114300" y="447675"/>
                </a:lnTo>
                <a:lnTo>
                  <a:pt x="133350" y="438150"/>
                </a:lnTo>
                <a:lnTo>
                  <a:pt x="161925" y="409575"/>
                </a:lnTo>
                <a:lnTo>
                  <a:pt x="180975" y="390525"/>
                </a:lnTo>
                <a:lnTo>
                  <a:pt x="180975" y="390525"/>
                </a:lnTo>
                <a:lnTo>
                  <a:pt x="209550" y="390525"/>
                </a:lnTo>
                <a:lnTo>
                  <a:pt x="209550" y="400050"/>
                </a:lnTo>
                <a:lnTo>
                  <a:pt x="200025" y="381000"/>
                </a:lnTo>
                <a:lnTo>
                  <a:pt x="228600" y="342900"/>
                </a:lnTo>
                <a:lnTo>
                  <a:pt x="247650" y="323850"/>
                </a:lnTo>
                <a:lnTo>
                  <a:pt x="257175" y="295275"/>
                </a:lnTo>
                <a:lnTo>
                  <a:pt x="257175" y="314325"/>
                </a:lnTo>
                <a:lnTo>
                  <a:pt x="276225" y="285750"/>
                </a:lnTo>
                <a:lnTo>
                  <a:pt x="295275" y="257175"/>
                </a:lnTo>
                <a:lnTo>
                  <a:pt x="342900" y="266700"/>
                </a:lnTo>
                <a:lnTo>
                  <a:pt x="333375" y="257175"/>
                </a:lnTo>
                <a:lnTo>
                  <a:pt x="371475" y="257175"/>
                </a:lnTo>
                <a:lnTo>
                  <a:pt x="371475" y="219075"/>
                </a:lnTo>
                <a:lnTo>
                  <a:pt x="400050" y="190500"/>
                </a:lnTo>
                <a:lnTo>
                  <a:pt x="419100" y="200025"/>
                </a:lnTo>
                <a:lnTo>
                  <a:pt x="400050" y="190500"/>
                </a:lnTo>
                <a:lnTo>
                  <a:pt x="428625" y="161925"/>
                </a:lnTo>
                <a:lnTo>
                  <a:pt x="428625" y="152400"/>
                </a:lnTo>
                <a:lnTo>
                  <a:pt x="476250" y="161925"/>
                </a:lnTo>
                <a:lnTo>
                  <a:pt x="476250" y="114300"/>
                </a:lnTo>
                <a:lnTo>
                  <a:pt x="495300" y="95250"/>
                </a:lnTo>
                <a:lnTo>
                  <a:pt x="504825" y="85725"/>
                </a:lnTo>
                <a:lnTo>
                  <a:pt x="523875" y="76200"/>
                </a:lnTo>
                <a:lnTo>
                  <a:pt x="514350" y="76200"/>
                </a:lnTo>
                <a:lnTo>
                  <a:pt x="552450" y="57150"/>
                </a:lnTo>
                <a:lnTo>
                  <a:pt x="561975" y="57150"/>
                </a:lnTo>
                <a:lnTo>
                  <a:pt x="552450" y="47625"/>
                </a:lnTo>
                <a:lnTo>
                  <a:pt x="590550" y="9525"/>
                </a:lnTo>
                <a:lnTo>
                  <a:pt x="609600" y="0"/>
                </a:lnTo>
                <a:lnTo>
                  <a:pt x="600075" y="47625"/>
                </a:lnTo>
                <a:lnTo>
                  <a:pt x="542925" y="19050"/>
                </a:lnTo>
                <a:lnTo>
                  <a:pt x="619125" y="66675"/>
                </a:lnTo>
                <a:lnTo>
                  <a:pt x="600075" y="19050"/>
                </a:lnTo>
                <a:lnTo>
                  <a:pt x="647700" y="38100"/>
                </a:lnTo>
                <a:lnTo>
                  <a:pt x="619125" y="9525"/>
                </a:lnTo>
                <a:lnTo>
                  <a:pt x="666750" y="38100"/>
                </a:lnTo>
                <a:lnTo>
                  <a:pt x="714375" y="38100"/>
                </a:lnTo>
                <a:lnTo>
                  <a:pt x="781050" y="95250"/>
                </a:lnTo>
                <a:lnTo>
                  <a:pt x="714375" y="66675"/>
                </a:lnTo>
                <a:lnTo>
                  <a:pt x="685800" y="104775"/>
                </a:lnTo>
                <a:lnTo>
                  <a:pt x="714375" y="95250"/>
                </a:lnTo>
                <a:lnTo>
                  <a:pt x="762000" y="114300"/>
                </a:lnTo>
                <a:lnTo>
                  <a:pt x="742950" y="142875"/>
                </a:lnTo>
                <a:lnTo>
                  <a:pt x="762000" y="123825"/>
                </a:lnTo>
                <a:lnTo>
                  <a:pt x="733425" y="123825"/>
                </a:lnTo>
                <a:lnTo>
                  <a:pt x="762000" y="152400"/>
                </a:lnTo>
                <a:lnTo>
                  <a:pt x="762000" y="180975"/>
                </a:lnTo>
                <a:lnTo>
                  <a:pt x="781050" y="190500"/>
                </a:lnTo>
                <a:lnTo>
                  <a:pt x="800100" y="171450"/>
                </a:lnTo>
                <a:lnTo>
                  <a:pt x="790575" y="209550"/>
                </a:lnTo>
                <a:lnTo>
                  <a:pt x="771525" y="200025"/>
                </a:lnTo>
                <a:lnTo>
                  <a:pt x="790575" y="238125"/>
                </a:lnTo>
                <a:lnTo>
                  <a:pt x="800100" y="247650"/>
                </a:lnTo>
                <a:lnTo>
                  <a:pt x="771525" y="247650"/>
                </a:lnTo>
                <a:lnTo>
                  <a:pt x="771525" y="238125"/>
                </a:lnTo>
                <a:lnTo>
                  <a:pt x="809625" y="228600"/>
                </a:lnTo>
                <a:lnTo>
                  <a:pt x="847725" y="266700"/>
                </a:lnTo>
                <a:lnTo>
                  <a:pt x="866775" y="295275"/>
                </a:lnTo>
                <a:lnTo>
                  <a:pt x="847725" y="295275"/>
                </a:lnTo>
                <a:lnTo>
                  <a:pt x="866775" y="295275"/>
                </a:lnTo>
                <a:lnTo>
                  <a:pt x="857250" y="314325"/>
                </a:lnTo>
                <a:lnTo>
                  <a:pt x="847725" y="323850"/>
                </a:lnTo>
                <a:lnTo>
                  <a:pt x="847725" y="295275"/>
                </a:lnTo>
                <a:lnTo>
                  <a:pt x="895350" y="371475"/>
                </a:lnTo>
                <a:lnTo>
                  <a:pt x="904875" y="381000"/>
                </a:lnTo>
                <a:lnTo>
                  <a:pt x="923925" y="390525"/>
                </a:lnTo>
                <a:lnTo>
                  <a:pt x="857250" y="476250"/>
                </a:lnTo>
                <a:lnTo>
                  <a:pt x="904875" y="523875"/>
                </a:lnTo>
                <a:lnTo>
                  <a:pt x="895350" y="504825"/>
                </a:lnTo>
                <a:lnTo>
                  <a:pt x="962025" y="609600"/>
                </a:lnTo>
                <a:lnTo>
                  <a:pt x="914400" y="590550"/>
                </a:lnTo>
                <a:lnTo>
                  <a:pt x="914400" y="581025"/>
                </a:lnTo>
                <a:lnTo>
                  <a:pt x="933450" y="590550"/>
                </a:lnTo>
                <a:lnTo>
                  <a:pt x="952500" y="647700"/>
                </a:lnTo>
                <a:lnTo>
                  <a:pt x="923925" y="657225"/>
                </a:lnTo>
                <a:lnTo>
                  <a:pt x="952500" y="666750"/>
                </a:lnTo>
                <a:lnTo>
                  <a:pt x="981075" y="723900"/>
                </a:lnTo>
                <a:lnTo>
                  <a:pt x="971550" y="742950"/>
                </a:lnTo>
                <a:lnTo>
                  <a:pt x="1019175" y="781050"/>
                </a:lnTo>
                <a:lnTo>
                  <a:pt x="1000125" y="819150"/>
                </a:lnTo>
                <a:lnTo>
                  <a:pt x="1000125" y="790575"/>
                </a:lnTo>
                <a:lnTo>
                  <a:pt x="971550" y="781050"/>
                </a:lnTo>
                <a:lnTo>
                  <a:pt x="990600" y="809625"/>
                </a:lnTo>
                <a:lnTo>
                  <a:pt x="990600" y="828675"/>
                </a:lnTo>
                <a:lnTo>
                  <a:pt x="1028700" y="895350"/>
                </a:lnTo>
                <a:lnTo>
                  <a:pt x="1009650" y="923925"/>
                </a:lnTo>
                <a:lnTo>
                  <a:pt x="1028700" y="923925"/>
                </a:lnTo>
                <a:lnTo>
                  <a:pt x="1047750" y="981075"/>
                </a:lnTo>
                <a:lnTo>
                  <a:pt x="1028700" y="981075"/>
                </a:lnTo>
                <a:lnTo>
                  <a:pt x="1057275" y="1019175"/>
                </a:lnTo>
                <a:lnTo>
                  <a:pt x="1038225" y="1028700"/>
                </a:lnTo>
                <a:lnTo>
                  <a:pt x="1028700" y="1038225"/>
                </a:lnTo>
                <a:lnTo>
                  <a:pt x="1076325" y="1057275"/>
                </a:lnTo>
                <a:lnTo>
                  <a:pt x="981075" y="1038225"/>
                </a:lnTo>
                <a:lnTo>
                  <a:pt x="1000125" y="1000125"/>
                </a:lnTo>
                <a:lnTo>
                  <a:pt x="981075" y="1104900"/>
                </a:lnTo>
                <a:lnTo>
                  <a:pt x="1047750" y="1114425"/>
                </a:lnTo>
                <a:lnTo>
                  <a:pt x="1066800" y="1133475"/>
                </a:lnTo>
                <a:lnTo>
                  <a:pt x="1038225" y="1143000"/>
                </a:lnTo>
                <a:lnTo>
                  <a:pt x="1038225" y="1143000"/>
                </a:lnTo>
                <a:lnTo>
                  <a:pt x="1000125" y="1190625"/>
                </a:lnTo>
                <a:lnTo>
                  <a:pt x="1000125" y="1200150"/>
                </a:lnTo>
                <a:lnTo>
                  <a:pt x="1038225" y="1181100"/>
                </a:lnTo>
                <a:lnTo>
                  <a:pt x="1047750" y="1200150"/>
                </a:lnTo>
                <a:lnTo>
                  <a:pt x="1066800" y="1238250"/>
                </a:lnTo>
                <a:lnTo>
                  <a:pt x="1047750" y="1266825"/>
                </a:lnTo>
                <a:lnTo>
                  <a:pt x="1066800" y="1304925"/>
                </a:lnTo>
                <a:lnTo>
                  <a:pt x="1019175" y="1276350"/>
                </a:lnTo>
                <a:lnTo>
                  <a:pt x="1019175" y="1295400"/>
                </a:lnTo>
                <a:lnTo>
                  <a:pt x="1000125" y="1304925"/>
                </a:lnTo>
                <a:lnTo>
                  <a:pt x="1019175" y="1343025"/>
                </a:lnTo>
                <a:lnTo>
                  <a:pt x="1019175" y="1371600"/>
                </a:lnTo>
                <a:lnTo>
                  <a:pt x="1009650" y="1352550"/>
                </a:lnTo>
                <a:lnTo>
                  <a:pt x="990600" y="1362075"/>
                </a:lnTo>
                <a:lnTo>
                  <a:pt x="1009650" y="1343025"/>
                </a:lnTo>
                <a:lnTo>
                  <a:pt x="990600" y="1362075"/>
                </a:lnTo>
                <a:lnTo>
                  <a:pt x="981075" y="1371600"/>
                </a:lnTo>
                <a:lnTo>
                  <a:pt x="1000125" y="1343025"/>
                </a:lnTo>
                <a:lnTo>
                  <a:pt x="990600" y="1390650"/>
                </a:lnTo>
                <a:lnTo>
                  <a:pt x="990600" y="1400175"/>
                </a:lnTo>
                <a:lnTo>
                  <a:pt x="942975" y="1419225"/>
                </a:lnTo>
                <a:lnTo>
                  <a:pt x="942975" y="1419225"/>
                </a:lnTo>
                <a:lnTo>
                  <a:pt x="923925" y="1438275"/>
                </a:lnTo>
                <a:lnTo>
                  <a:pt x="923925" y="1476375"/>
                </a:lnTo>
                <a:lnTo>
                  <a:pt x="933450" y="1485900"/>
                </a:lnTo>
                <a:lnTo>
                  <a:pt x="904875" y="1447800"/>
                </a:lnTo>
                <a:lnTo>
                  <a:pt x="904875" y="1495425"/>
                </a:lnTo>
                <a:lnTo>
                  <a:pt x="923925" y="1495425"/>
                </a:lnTo>
                <a:lnTo>
                  <a:pt x="885825" y="1543050"/>
                </a:lnTo>
                <a:lnTo>
                  <a:pt x="857250" y="1552575"/>
                </a:lnTo>
                <a:lnTo>
                  <a:pt x="838200" y="1543050"/>
                </a:lnTo>
                <a:lnTo>
                  <a:pt x="828675" y="1552575"/>
                </a:lnTo>
                <a:lnTo>
                  <a:pt x="809625" y="1581150"/>
                </a:lnTo>
                <a:lnTo>
                  <a:pt x="771525" y="1600200"/>
                </a:lnTo>
                <a:lnTo>
                  <a:pt x="762000" y="1609725"/>
                </a:lnTo>
                <a:lnTo>
                  <a:pt x="714375" y="1609725"/>
                </a:lnTo>
                <a:lnTo>
                  <a:pt x="742950" y="1609725"/>
                </a:lnTo>
                <a:lnTo>
                  <a:pt x="723900" y="1619250"/>
                </a:lnTo>
                <a:lnTo>
                  <a:pt x="714375" y="1628775"/>
                </a:lnTo>
                <a:lnTo>
                  <a:pt x="685800" y="1628775"/>
                </a:lnTo>
                <a:lnTo>
                  <a:pt x="638175" y="1657350"/>
                </a:lnTo>
                <a:lnTo>
                  <a:pt x="571500" y="1647825"/>
                </a:lnTo>
                <a:lnTo>
                  <a:pt x="571500" y="1695450"/>
                </a:lnTo>
                <a:lnTo>
                  <a:pt x="590550" y="1714500"/>
                </a:lnTo>
                <a:lnTo>
                  <a:pt x="514350" y="1685925"/>
                </a:lnTo>
                <a:lnTo>
                  <a:pt x="476250" y="1676400"/>
                </a:lnTo>
                <a:lnTo>
                  <a:pt x="447675" y="1685925"/>
                </a:lnTo>
                <a:lnTo>
                  <a:pt x="438150" y="1724025"/>
                </a:lnTo>
                <a:lnTo>
                  <a:pt x="457200" y="1714500"/>
                </a:lnTo>
                <a:lnTo>
                  <a:pt x="466725" y="1685925"/>
                </a:lnTo>
                <a:lnTo>
                  <a:pt x="409575" y="1752600"/>
                </a:lnTo>
                <a:lnTo>
                  <a:pt x="419100" y="1800225"/>
                </a:lnTo>
                <a:lnTo>
                  <a:pt x="409575" y="1771650"/>
                </a:lnTo>
                <a:lnTo>
                  <a:pt x="447675" y="1800225"/>
                </a:lnTo>
                <a:lnTo>
                  <a:pt x="381000" y="1800225"/>
                </a:lnTo>
                <a:lnTo>
                  <a:pt x="371475" y="1828800"/>
                </a:lnTo>
                <a:close/>
              </a:path>
            </a:pathLst>
          </a:custGeom>
          <a:solidFill>
            <a:srgbClr val="E86A5E">
              <a:alpha val="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3382625" y="7477125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04775"/>
                </a:moveTo>
                <a:lnTo>
                  <a:pt x="142875" y="133350"/>
                </a:lnTo>
                <a:lnTo>
                  <a:pt x="123825" y="180975"/>
                </a:lnTo>
                <a:lnTo>
                  <a:pt x="85725" y="180975"/>
                </a:lnTo>
                <a:lnTo>
                  <a:pt x="28575" y="171450"/>
                </a:lnTo>
                <a:lnTo>
                  <a:pt x="0" y="104775"/>
                </a:lnTo>
                <a:lnTo>
                  <a:pt x="19050" y="28575"/>
                </a:lnTo>
                <a:lnTo>
                  <a:pt x="76200" y="19050"/>
                </a:lnTo>
                <a:lnTo>
                  <a:pt x="114300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1277600" y="4743450"/>
            <a:ext cx="142875" cy="123825"/>
          </a:xfrm>
          <a:custGeom>
            <a:avLst/>
            <a:gdLst/>
            <a:ahLst/>
            <a:cxnLst/>
            <a:rect l="l" t="t" r="r" b="b"/>
            <a:pathLst>
              <a:path w="142875" h="123825">
                <a:moveTo>
                  <a:pt x="142875" y="66675"/>
                </a:moveTo>
                <a:lnTo>
                  <a:pt x="104775" y="95250"/>
                </a:lnTo>
                <a:lnTo>
                  <a:pt x="95250" y="123825"/>
                </a:lnTo>
                <a:lnTo>
                  <a:pt x="38100" y="123825"/>
                </a:lnTo>
                <a:lnTo>
                  <a:pt x="0" y="114300"/>
                </a:lnTo>
                <a:lnTo>
                  <a:pt x="9525" y="76200"/>
                </a:lnTo>
                <a:lnTo>
                  <a:pt x="0" y="28575"/>
                </a:lnTo>
                <a:lnTo>
                  <a:pt x="57150" y="19050"/>
                </a:lnTo>
                <a:lnTo>
                  <a:pt x="95250" y="0"/>
                </a:lnTo>
                <a:lnTo>
                  <a:pt x="114300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11696700" y="7153275"/>
            <a:ext cx="161925" cy="180975"/>
          </a:xfrm>
          <a:custGeom>
            <a:avLst/>
            <a:gdLst/>
            <a:ahLst/>
            <a:cxnLst/>
            <a:rect l="l" t="t" r="r" b="b"/>
            <a:pathLst>
              <a:path w="161925" h="180975">
                <a:moveTo>
                  <a:pt x="161925" y="66675"/>
                </a:moveTo>
                <a:lnTo>
                  <a:pt x="142875" y="123825"/>
                </a:lnTo>
                <a:lnTo>
                  <a:pt x="133350" y="180975"/>
                </a:lnTo>
                <a:lnTo>
                  <a:pt x="85725" y="152400"/>
                </a:lnTo>
                <a:lnTo>
                  <a:pt x="9525" y="114300"/>
                </a:lnTo>
                <a:lnTo>
                  <a:pt x="19050" y="76200"/>
                </a:lnTo>
                <a:lnTo>
                  <a:pt x="0" y="38100"/>
                </a:lnTo>
                <a:lnTo>
                  <a:pt x="76200" y="0"/>
                </a:lnTo>
                <a:lnTo>
                  <a:pt x="123825" y="9525"/>
                </a:lnTo>
                <a:lnTo>
                  <a:pt x="142875" y="28575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4001750" y="6962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42875" y="95250"/>
                </a:moveTo>
                <a:lnTo>
                  <a:pt x="104775" y="142875"/>
                </a:lnTo>
                <a:lnTo>
                  <a:pt x="85725" y="190500"/>
                </a:lnTo>
                <a:lnTo>
                  <a:pt x="66675" y="171450"/>
                </a:lnTo>
                <a:lnTo>
                  <a:pt x="28575" y="142875"/>
                </a:lnTo>
                <a:lnTo>
                  <a:pt x="19050" y="85725"/>
                </a:lnTo>
                <a:lnTo>
                  <a:pt x="0" y="38100"/>
                </a:lnTo>
                <a:lnTo>
                  <a:pt x="57150" y="19050"/>
                </a:lnTo>
                <a:lnTo>
                  <a:pt x="95250" y="0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4468475" y="6115050"/>
            <a:ext cx="180975" cy="171450"/>
          </a:xfrm>
          <a:custGeom>
            <a:avLst/>
            <a:gdLst/>
            <a:ahLst/>
            <a:cxnLst/>
            <a:rect l="l" t="t" r="r" b="b"/>
            <a:pathLst>
              <a:path w="180975" h="171450">
                <a:moveTo>
                  <a:pt x="180975" y="114300"/>
                </a:moveTo>
                <a:lnTo>
                  <a:pt x="161925" y="142875"/>
                </a:lnTo>
                <a:lnTo>
                  <a:pt x="123825" y="171450"/>
                </a:lnTo>
                <a:lnTo>
                  <a:pt x="66675" y="171450"/>
                </a:lnTo>
                <a:lnTo>
                  <a:pt x="9525" y="152400"/>
                </a:lnTo>
                <a:lnTo>
                  <a:pt x="0" y="114300"/>
                </a:lnTo>
                <a:lnTo>
                  <a:pt x="9525" y="76200"/>
                </a:lnTo>
                <a:lnTo>
                  <a:pt x="66675" y="57150"/>
                </a:lnTo>
                <a:lnTo>
                  <a:pt x="133350" y="0"/>
                </a:lnTo>
                <a:lnTo>
                  <a:pt x="171450" y="47625"/>
                </a:lnTo>
                <a:close/>
              </a:path>
            </a:pathLst>
          </a:custGeom>
          <a:solidFill>
            <a:srgbClr val="14729E">
              <a:alpha val="7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1515725" y="7296150"/>
            <a:ext cx="333375" cy="238125"/>
          </a:xfrm>
          <a:custGeom>
            <a:avLst/>
            <a:gdLst/>
            <a:ahLst/>
            <a:cxnLst/>
            <a:rect l="l" t="t" r="r" b="b"/>
            <a:pathLst>
              <a:path w="333375" h="238125">
                <a:moveTo>
                  <a:pt x="333375" y="123825"/>
                </a:moveTo>
                <a:lnTo>
                  <a:pt x="228600" y="171450"/>
                </a:lnTo>
                <a:lnTo>
                  <a:pt x="171450" y="209550"/>
                </a:lnTo>
                <a:lnTo>
                  <a:pt x="114300" y="238125"/>
                </a:lnTo>
                <a:lnTo>
                  <a:pt x="47625" y="238125"/>
                </a:lnTo>
                <a:lnTo>
                  <a:pt x="9525" y="142875"/>
                </a:lnTo>
                <a:lnTo>
                  <a:pt x="0" y="38100"/>
                </a:lnTo>
                <a:lnTo>
                  <a:pt x="76200" y="9525"/>
                </a:lnTo>
                <a:lnTo>
                  <a:pt x="200025" y="0"/>
                </a:lnTo>
                <a:lnTo>
                  <a:pt x="295275" y="47625"/>
                </a:lnTo>
                <a:close/>
              </a:path>
            </a:pathLst>
          </a:custGeom>
          <a:solidFill>
            <a:srgbClr val="14729E">
              <a:alpha val="6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1249978" y="4271963"/>
            <a:ext cx="3611880" cy="3623310"/>
          </a:xfrm>
          <a:custGeom>
            <a:avLst/>
            <a:gdLst/>
            <a:ahLst/>
            <a:cxnLst/>
            <a:rect l="l" t="t" r="r" b="b"/>
            <a:pathLst>
              <a:path w="3611880" h="3623310">
                <a:moveTo>
                  <a:pt x="846773" y="100013"/>
                </a:moveTo>
                <a:lnTo>
                  <a:pt x="865823" y="119063"/>
                </a:lnTo>
                <a:lnTo>
                  <a:pt x="846773" y="138113"/>
                </a:lnTo>
                <a:lnTo>
                  <a:pt x="827723" y="119063"/>
                </a:lnTo>
                <a:close/>
                <a:moveTo>
                  <a:pt x="894398" y="632460"/>
                </a:moveTo>
                <a:lnTo>
                  <a:pt x="914400" y="652463"/>
                </a:lnTo>
                <a:lnTo>
                  <a:pt x="894398" y="672465"/>
                </a:lnTo>
                <a:lnTo>
                  <a:pt x="874395" y="652463"/>
                </a:lnTo>
                <a:close/>
                <a:moveTo>
                  <a:pt x="2999423" y="934403"/>
                </a:moveTo>
                <a:lnTo>
                  <a:pt x="3022283" y="957263"/>
                </a:lnTo>
                <a:lnTo>
                  <a:pt x="2999423" y="980122"/>
                </a:lnTo>
                <a:lnTo>
                  <a:pt x="2976563" y="957263"/>
                </a:lnTo>
                <a:close/>
                <a:moveTo>
                  <a:pt x="1742123" y="641985"/>
                </a:moveTo>
                <a:lnTo>
                  <a:pt x="1762125" y="661988"/>
                </a:lnTo>
                <a:lnTo>
                  <a:pt x="1742123" y="681990"/>
                </a:lnTo>
                <a:lnTo>
                  <a:pt x="1722120" y="661988"/>
                </a:lnTo>
                <a:close/>
                <a:moveTo>
                  <a:pt x="2142173" y="542925"/>
                </a:moveTo>
                <a:lnTo>
                  <a:pt x="2156460" y="557213"/>
                </a:lnTo>
                <a:lnTo>
                  <a:pt x="2142173" y="571500"/>
                </a:lnTo>
                <a:lnTo>
                  <a:pt x="2127885" y="557213"/>
                </a:lnTo>
                <a:close/>
                <a:moveTo>
                  <a:pt x="2446973" y="2616518"/>
                </a:moveTo>
                <a:lnTo>
                  <a:pt x="2454593" y="2624138"/>
                </a:lnTo>
                <a:lnTo>
                  <a:pt x="2446973" y="2631757"/>
                </a:lnTo>
                <a:lnTo>
                  <a:pt x="2439353" y="2624138"/>
                </a:lnTo>
                <a:close/>
                <a:moveTo>
                  <a:pt x="732473" y="1256347"/>
                </a:moveTo>
                <a:lnTo>
                  <a:pt x="747713" y="1271588"/>
                </a:lnTo>
                <a:lnTo>
                  <a:pt x="732473" y="1286828"/>
                </a:lnTo>
                <a:lnTo>
                  <a:pt x="717233" y="1271588"/>
                </a:lnTo>
                <a:close/>
                <a:moveTo>
                  <a:pt x="3094673" y="422910"/>
                </a:moveTo>
                <a:lnTo>
                  <a:pt x="3114675" y="442913"/>
                </a:lnTo>
                <a:lnTo>
                  <a:pt x="3094673" y="462915"/>
                </a:lnTo>
                <a:lnTo>
                  <a:pt x="3074670" y="442913"/>
                </a:lnTo>
                <a:close/>
                <a:moveTo>
                  <a:pt x="665798" y="261937"/>
                </a:moveTo>
                <a:lnTo>
                  <a:pt x="684848" y="280988"/>
                </a:lnTo>
                <a:lnTo>
                  <a:pt x="665798" y="300038"/>
                </a:lnTo>
                <a:lnTo>
                  <a:pt x="646748" y="280988"/>
                </a:lnTo>
                <a:close/>
                <a:moveTo>
                  <a:pt x="3589973" y="1564005"/>
                </a:moveTo>
                <a:lnTo>
                  <a:pt x="3611880" y="1585913"/>
                </a:lnTo>
                <a:lnTo>
                  <a:pt x="3589973" y="1607820"/>
                </a:lnTo>
                <a:lnTo>
                  <a:pt x="3568065" y="1585913"/>
                </a:lnTo>
                <a:close/>
                <a:moveTo>
                  <a:pt x="1761173" y="3070860"/>
                </a:moveTo>
                <a:lnTo>
                  <a:pt x="1781175" y="3090863"/>
                </a:lnTo>
                <a:lnTo>
                  <a:pt x="1761173" y="3110865"/>
                </a:lnTo>
                <a:lnTo>
                  <a:pt x="1741170" y="3090863"/>
                </a:lnTo>
                <a:close/>
                <a:moveTo>
                  <a:pt x="2265998" y="417195"/>
                </a:moveTo>
                <a:lnTo>
                  <a:pt x="2282190" y="433388"/>
                </a:lnTo>
                <a:lnTo>
                  <a:pt x="2265998" y="449580"/>
                </a:lnTo>
                <a:lnTo>
                  <a:pt x="2249805" y="433388"/>
                </a:lnTo>
                <a:close/>
                <a:moveTo>
                  <a:pt x="875348" y="2281238"/>
                </a:moveTo>
                <a:lnTo>
                  <a:pt x="894398" y="2300288"/>
                </a:lnTo>
                <a:lnTo>
                  <a:pt x="875348" y="2319338"/>
                </a:lnTo>
                <a:lnTo>
                  <a:pt x="856298" y="2300288"/>
                </a:lnTo>
                <a:close/>
                <a:moveTo>
                  <a:pt x="18098" y="2505075"/>
                </a:moveTo>
                <a:lnTo>
                  <a:pt x="32385" y="2519363"/>
                </a:lnTo>
                <a:lnTo>
                  <a:pt x="18098" y="2533650"/>
                </a:lnTo>
                <a:lnTo>
                  <a:pt x="3810" y="2519363"/>
                </a:lnTo>
                <a:close/>
                <a:moveTo>
                  <a:pt x="751523" y="1212532"/>
                </a:moveTo>
                <a:lnTo>
                  <a:pt x="772478" y="1233488"/>
                </a:lnTo>
                <a:lnTo>
                  <a:pt x="751523" y="1254443"/>
                </a:lnTo>
                <a:lnTo>
                  <a:pt x="730568" y="1233488"/>
                </a:lnTo>
                <a:close/>
                <a:moveTo>
                  <a:pt x="951548" y="928688"/>
                </a:moveTo>
                <a:lnTo>
                  <a:pt x="961073" y="938213"/>
                </a:lnTo>
                <a:lnTo>
                  <a:pt x="951548" y="947737"/>
                </a:lnTo>
                <a:lnTo>
                  <a:pt x="942023" y="938213"/>
                </a:lnTo>
                <a:close/>
                <a:moveTo>
                  <a:pt x="2951798" y="2726055"/>
                </a:moveTo>
                <a:lnTo>
                  <a:pt x="2973705" y="2747963"/>
                </a:lnTo>
                <a:lnTo>
                  <a:pt x="2951798" y="2769870"/>
                </a:lnTo>
                <a:lnTo>
                  <a:pt x="2929890" y="2747963"/>
                </a:lnTo>
                <a:close/>
                <a:moveTo>
                  <a:pt x="2827973" y="2249805"/>
                </a:moveTo>
                <a:lnTo>
                  <a:pt x="2849880" y="2271713"/>
                </a:lnTo>
                <a:lnTo>
                  <a:pt x="2827973" y="2293620"/>
                </a:lnTo>
                <a:lnTo>
                  <a:pt x="2806065" y="2271713"/>
                </a:lnTo>
                <a:close/>
                <a:moveTo>
                  <a:pt x="8573" y="2396490"/>
                </a:moveTo>
                <a:lnTo>
                  <a:pt x="17145" y="2405063"/>
                </a:lnTo>
                <a:lnTo>
                  <a:pt x="8573" y="2413635"/>
                </a:lnTo>
                <a:lnTo>
                  <a:pt x="0" y="2405063"/>
                </a:lnTo>
                <a:close/>
                <a:moveTo>
                  <a:pt x="646748" y="2576513"/>
                </a:moveTo>
                <a:lnTo>
                  <a:pt x="656273" y="2586038"/>
                </a:lnTo>
                <a:lnTo>
                  <a:pt x="646748" y="2595563"/>
                </a:lnTo>
                <a:lnTo>
                  <a:pt x="637223" y="2586038"/>
                </a:lnTo>
                <a:close/>
                <a:moveTo>
                  <a:pt x="484823" y="695325"/>
                </a:moveTo>
                <a:lnTo>
                  <a:pt x="499110" y="709613"/>
                </a:lnTo>
                <a:lnTo>
                  <a:pt x="484823" y="723900"/>
                </a:lnTo>
                <a:lnTo>
                  <a:pt x="470535" y="709613"/>
                </a:lnTo>
                <a:close/>
                <a:moveTo>
                  <a:pt x="1237298" y="3131820"/>
                </a:moveTo>
                <a:lnTo>
                  <a:pt x="1253490" y="3148013"/>
                </a:lnTo>
                <a:lnTo>
                  <a:pt x="1237298" y="3164205"/>
                </a:lnTo>
                <a:lnTo>
                  <a:pt x="1221105" y="3148013"/>
                </a:lnTo>
                <a:close/>
                <a:moveTo>
                  <a:pt x="2580323" y="910590"/>
                </a:moveTo>
                <a:lnTo>
                  <a:pt x="2598420" y="928688"/>
                </a:lnTo>
                <a:lnTo>
                  <a:pt x="2580323" y="946785"/>
                </a:lnTo>
                <a:lnTo>
                  <a:pt x="2562225" y="928688"/>
                </a:lnTo>
                <a:close/>
                <a:moveTo>
                  <a:pt x="2123123" y="3029903"/>
                </a:moveTo>
                <a:lnTo>
                  <a:pt x="2136458" y="3043238"/>
                </a:lnTo>
                <a:lnTo>
                  <a:pt x="2123123" y="3056572"/>
                </a:lnTo>
                <a:lnTo>
                  <a:pt x="2109788" y="3043238"/>
                </a:lnTo>
                <a:close/>
                <a:moveTo>
                  <a:pt x="370523" y="2366963"/>
                </a:moveTo>
                <a:lnTo>
                  <a:pt x="380048" y="2376488"/>
                </a:lnTo>
                <a:lnTo>
                  <a:pt x="370523" y="2386013"/>
                </a:lnTo>
                <a:lnTo>
                  <a:pt x="360998" y="2376488"/>
                </a:lnTo>
                <a:close/>
                <a:moveTo>
                  <a:pt x="322898" y="574358"/>
                </a:moveTo>
                <a:lnTo>
                  <a:pt x="334328" y="585788"/>
                </a:lnTo>
                <a:lnTo>
                  <a:pt x="322898" y="597217"/>
                </a:lnTo>
                <a:lnTo>
                  <a:pt x="311468" y="585788"/>
                </a:lnTo>
                <a:close/>
                <a:moveTo>
                  <a:pt x="475298" y="368617"/>
                </a:moveTo>
                <a:lnTo>
                  <a:pt x="492443" y="385763"/>
                </a:lnTo>
                <a:lnTo>
                  <a:pt x="475298" y="402908"/>
                </a:lnTo>
                <a:lnTo>
                  <a:pt x="458153" y="385763"/>
                </a:lnTo>
                <a:close/>
                <a:moveTo>
                  <a:pt x="1056323" y="10478"/>
                </a:moveTo>
                <a:lnTo>
                  <a:pt x="1069658" y="23813"/>
                </a:lnTo>
                <a:lnTo>
                  <a:pt x="1056323" y="37147"/>
                </a:lnTo>
                <a:lnTo>
                  <a:pt x="1042988" y="23813"/>
                </a:lnTo>
                <a:close/>
                <a:moveTo>
                  <a:pt x="2656523" y="3252788"/>
                </a:moveTo>
                <a:lnTo>
                  <a:pt x="2666048" y="3262313"/>
                </a:lnTo>
                <a:lnTo>
                  <a:pt x="2656523" y="3271838"/>
                </a:lnTo>
                <a:lnTo>
                  <a:pt x="2646998" y="3262313"/>
                </a:lnTo>
                <a:close/>
                <a:moveTo>
                  <a:pt x="2132648" y="3401378"/>
                </a:moveTo>
                <a:lnTo>
                  <a:pt x="2155508" y="3424238"/>
                </a:lnTo>
                <a:lnTo>
                  <a:pt x="2132648" y="3447098"/>
                </a:lnTo>
                <a:lnTo>
                  <a:pt x="2109788" y="3424238"/>
                </a:lnTo>
                <a:close/>
                <a:moveTo>
                  <a:pt x="1199198" y="706755"/>
                </a:moveTo>
                <a:lnTo>
                  <a:pt x="1211580" y="719138"/>
                </a:lnTo>
                <a:lnTo>
                  <a:pt x="1199198" y="731520"/>
                </a:lnTo>
                <a:lnTo>
                  <a:pt x="1186815" y="719138"/>
                </a:lnTo>
                <a:close/>
                <a:moveTo>
                  <a:pt x="1665923" y="0"/>
                </a:moveTo>
                <a:lnTo>
                  <a:pt x="1680210" y="14288"/>
                </a:lnTo>
                <a:lnTo>
                  <a:pt x="1665923" y="28575"/>
                </a:lnTo>
                <a:lnTo>
                  <a:pt x="1651635" y="14288"/>
                </a:lnTo>
                <a:close/>
                <a:moveTo>
                  <a:pt x="618173" y="3120390"/>
                </a:moveTo>
                <a:lnTo>
                  <a:pt x="636270" y="3138488"/>
                </a:lnTo>
                <a:lnTo>
                  <a:pt x="618173" y="3156585"/>
                </a:lnTo>
                <a:lnTo>
                  <a:pt x="600075" y="3138488"/>
                </a:lnTo>
                <a:close/>
                <a:moveTo>
                  <a:pt x="2608898" y="254317"/>
                </a:moveTo>
                <a:lnTo>
                  <a:pt x="2616518" y="261937"/>
                </a:lnTo>
                <a:lnTo>
                  <a:pt x="2608898" y="269558"/>
                </a:lnTo>
                <a:lnTo>
                  <a:pt x="2601278" y="261937"/>
                </a:lnTo>
                <a:close/>
                <a:moveTo>
                  <a:pt x="675323" y="2138363"/>
                </a:moveTo>
                <a:lnTo>
                  <a:pt x="694373" y="2157413"/>
                </a:lnTo>
                <a:lnTo>
                  <a:pt x="675323" y="2176463"/>
                </a:lnTo>
                <a:lnTo>
                  <a:pt x="656273" y="2157413"/>
                </a:lnTo>
                <a:close/>
                <a:moveTo>
                  <a:pt x="113348" y="2529840"/>
                </a:moveTo>
                <a:lnTo>
                  <a:pt x="121920" y="2538413"/>
                </a:lnTo>
                <a:lnTo>
                  <a:pt x="113348" y="2546985"/>
                </a:lnTo>
                <a:lnTo>
                  <a:pt x="104775" y="2538413"/>
                </a:lnTo>
                <a:close/>
                <a:moveTo>
                  <a:pt x="3142298" y="825818"/>
                </a:moveTo>
                <a:lnTo>
                  <a:pt x="3149918" y="833438"/>
                </a:lnTo>
                <a:lnTo>
                  <a:pt x="3142298" y="841057"/>
                </a:lnTo>
                <a:lnTo>
                  <a:pt x="3134678" y="833438"/>
                </a:lnTo>
                <a:close/>
                <a:moveTo>
                  <a:pt x="656273" y="1467803"/>
                </a:moveTo>
                <a:lnTo>
                  <a:pt x="669608" y="1481138"/>
                </a:lnTo>
                <a:lnTo>
                  <a:pt x="656273" y="1494472"/>
                </a:lnTo>
                <a:lnTo>
                  <a:pt x="642938" y="1481138"/>
                </a:lnTo>
                <a:close/>
                <a:moveTo>
                  <a:pt x="1180148" y="403860"/>
                </a:moveTo>
                <a:lnTo>
                  <a:pt x="1200150" y="423863"/>
                </a:lnTo>
                <a:lnTo>
                  <a:pt x="1180148" y="443865"/>
                </a:lnTo>
                <a:lnTo>
                  <a:pt x="1160145" y="423863"/>
                </a:lnTo>
                <a:close/>
                <a:moveTo>
                  <a:pt x="741998" y="273367"/>
                </a:moveTo>
                <a:lnTo>
                  <a:pt x="749618" y="280988"/>
                </a:lnTo>
                <a:lnTo>
                  <a:pt x="741998" y="288608"/>
                </a:lnTo>
                <a:lnTo>
                  <a:pt x="734378" y="280988"/>
                </a:lnTo>
                <a:close/>
                <a:moveTo>
                  <a:pt x="370523" y="2012632"/>
                </a:moveTo>
                <a:lnTo>
                  <a:pt x="381953" y="2024062"/>
                </a:lnTo>
                <a:lnTo>
                  <a:pt x="370523" y="2035493"/>
                </a:lnTo>
                <a:lnTo>
                  <a:pt x="359093" y="2024062"/>
                </a:lnTo>
                <a:close/>
                <a:moveTo>
                  <a:pt x="1294448" y="2707005"/>
                </a:moveTo>
                <a:lnTo>
                  <a:pt x="1306830" y="2719388"/>
                </a:lnTo>
                <a:lnTo>
                  <a:pt x="1294448" y="2731770"/>
                </a:lnTo>
                <a:lnTo>
                  <a:pt x="1282065" y="2719388"/>
                </a:lnTo>
                <a:close/>
                <a:moveTo>
                  <a:pt x="2542223" y="60960"/>
                </a:moveTo>
                <a:lnTo>
                  <a:pt x="2562225" y="80963"/>
                </a:lnTo>
                <a:lnTo>
                  <a:pt x="2542223" y="100965"/>
                </a:lnTo>
                <a:lnTo>
                  <a:pt x="2522220" y="80963"/>
                </a:lnTo>
                <a:close/>
                <a:moveTo>
                  <a:pt x="856298" y="1178243"/>
                </a:moveTo>
                <a:lnTo>
                  <a:pt x="863918" y="1185863"/>
                </a:lnTo>
                <a:lnTo>
                  <a:pt x="856298" y="1193482"/>
                </a:lnTo>
                <a:lnTo>
                  <a:pt x="848678" y="1185863"/>
                </a:lnTo>
                <a:close/>
                <a:moveTo>
                  <a:pt x="3266123" y="1259205"/>
                </a:moveTo>
                <a:lnTo>
                  <a:pt x="3288030" y="1281113"/>
                </a:lnTo>
                <a:lnTo>
                  <a:pt x="3266123" y="1303020"/>
                </a:lnTo>
                <a:lnTo>
                  <a:pt x="3244215" y="1281113"/>
                </a:lnTo>
                <a:close/>
                <a:moveTo>
                  <a:pt x="332423" y="2882265"/>
                </a:moveTo>
                <a:lnTo>
                  <a:pt x="340995" y="2890838"/>
                </a:lnTo>
                <a:lnTo>
                  <a:pt x="332423" y="2899410"/>
                </a:lnTo>
                <a:lnTo>
                  <a:pt x="323850" y="2890838"/>
                </a:lnTo>
                <a:close/>
                <a:moveTo>
                  <a:pt x="561023" y="1854518"/>
                </a:moveTo>
                <a:lnTo>
                  <a:pt x="568643" y="1862138"/>
                </a:lnTo>
                <a:lnTo>
                  <a:pt x="561023" y="1869757"/>
                </a:lnTo>
                <a:lnTo>
                  <a:pt x="553403" y="1862138"/>
                </a:lnTo>
                <a:close/>
                <a:moveTo>
                  <a:pt x="2504123" y="234315"/>
                </a:moveTo>
                <a:lnTo>
                  <a:pt x="2512695" y="242888"/>
                </a:lnTo>
                <a:lnTo>
                  <a:pt x="2504123" y="251460"/>
                </a:lnTo>
                <a:lnTo>
                  <a:pt x="2495550" y="242888"/>
                </a:lnTo>
                <a:close/>
                <a:moveTo>
                  <a:pt x="3037523" y="639128"/>
                </a:moveTo>
                <a:lnTo>
                  <a:pt x="3060383" y="661988"/>
                </a:lnTo>
                <a:lnTo>
                  <a:pt x="3037523" y="684847"/>
                </a:lnTo>
                <a:lnTo>
                  <a:pt x="3014663" y="661988"/>
                </a:lnTo>
                <a:close/>
                <a:moveTo>
                  <a:pt x="903923" y="939165"/>
                </a:moveTo>
                <a:lnTo>
                  <a:pt x="912495" y="947737"/>
                </a:lnTo>
                <a:lnTo>
                  <a:pt x="903923" y="956310"/>
                </a:lnTo>
                <a:lnTo>
                  <a:pt x="895350" y="947737"/>
                </a:lnTo>
                <a:close/>
                <a:moveTo>
                  <a:pt x="2199323" y="2601278"/>
                </a:moveTo>
                <a:lnTo>
                  <a:pt x="2212658" y="2614613"/>
                </a:lnTo>
                <a:lnTo>
                  <a:pt x="2199323" y="2627947"/>
                </a:lnTo>
                <a:lnTo>
                  <a:pt x="2185988" y="2614613"/>
                </a:lnTo>
                <a:close/>
                <a:moveTo>
                  <a:pt x="1637348" y="2967038"/>
                </a:moveTo>
                <a:lnTo>
                  <a:pt x="1646873" y="2976563"/>
                </a:lnTo>
                <a:lnTo>
                  <a:pt x="1637348" y="2986088"/>
                </a:lnTo>
                <a:lnTo>
                  <a:pt x="1627823" y="2976563"/>
                </a:lnTo>
                <a:close/>
                <a:moveTo>
                  <a:pt x="2389823" y="2767013"/>
                </a:moveTo>
                <a:lnTo>
                  <a:pt x="2408873" y="2786063"/>
                </a:lnTo>
                <a:lnTo>
                  <a:pt x="2389823" y="2805113"/>
                </a:lnTo>
                <a:lnTo>
                  <a:pt x="2370773" y="2786063"/>
                </a:lnTo>
                <a:close/>
                <a:moveTo>
                  <a:pt x="1675448" y="198120"/>
                </a:moveTo>
                <a:lnTo>
                  <a:pt x="1691640" y="214313"/>
                </a:lnTo>
                <a:lnTo>
                  <a:pt x="1675448" y="230505"/>
                </a:lnTo>
                <a:lnTo>
                  <a:pt x="1659255" y="214313"/>
                </a:lnTo>
                <a:close/>
                <a:moveTo>
                  <a:pt x="732473" y="2315528"/>
                </a:moveTo>
                <a:lnTo>
                  <a:pt x="755333" y="2338388"/>
                </a:lnTo>
                <a:lnTo>
                  <a:pt x="732473" y="2361248"/>
                </a:lnTo>
                <a:lnTo>
                  <a:pt x="709613" y="2338388"/>
                </a:lnTo>
                <a:close/>
                <a:moveTo>
                  <a:pt x="3008948" y="1748790"/>
                </a:moveTo>
                <a:lnTo>
                  <a:pt x="3017520" y="1757363"/>
                </a:lnTo>
                <a:lnTo>
                  <a:pt x="3008948" y="1765935"/>
                </a:lnTo>
                <a:lnTo>
                  <a:pt x="3000375" y="1757363"/>
                </a:lnTo>
                <a:close/>
                <a:moveTo>
                  <a:pt x="2485073" y="128588"/>
                </a:moveTo>
                <a:lnTo>
                  <a:pt x="2504123" y="147638"/>
                </a:lnTo>
                <a:lnTo>
                  <a:pt x="2485073" y="166688"/>
                </a:lnTo>
                <a:lnTo>
                  <a:pt x="2466023" y="147638"/>
                </a:lnTo>
                <a:close/>
                <a:moveTo>
                  <a:pt x="665798" y="1764030"/>
                </a:moveTo>
                <a:lnTo>
                  <a:pt x="678180" y="1776413"/>
                </a:lnTo>
                <a:lnTo>
                  <a:pt x="665798" y="1788795"/>
                </a:lnTo>
                <a:lnTo>
                  <a:pt x="653415" y="1776413"/>
                </a:lnTo>
                <a:close/>
                <a:moveTo>
                  <a:pt x="2656523" y="2544128"/>
                </a:moveTo>
                <a:lnTo>
                  <a:pt x="2669858" y="2557463"/>
                </a:lnTo>
                <a:lnTo>
                  <a:pt x="2656523" y="2570797"/>
                </a:lnTo>
                <a:lnTo>
                  <a:pt x="2643188" y="2557463"/>
                </a:lnTo>
                <a:close/>
                <a:moveTo>
                  <a:pt x="980123" y="2561273"/>
                </a:moveTo>
                <a:lnTo>
                  <a:pt x="995363" y="2576513"/>
                </a:lnTo>
                <a:lnTo>
                  <a:pt x="980123" y="2591753"/>
                </a:lnTo>
                <a:lnTo>
                  <a:pt x="964883" y="2576513"/>
                </a:lnTo>
                <a:close/>
                <a:moveTo>
                  <a:pt x="141923" y="2401253"/>
                </a:moveTo>
                <a:lnTo>
                  <a:pt x="155258" y="2414588"/>
                </a:lnTo>
                <a:lnTo>
                  <a:pt x="141923" y="2427922"/>
                </a:lnTo>
                <a:lnTo>
                  <a:pt x="128588" y="2414588"/>
                </a:lnTo>
                <a:close/>
                <a:moveTo>
                  <a:pt x="980123" y="3303270"/>
                </a:moveTo>
                <a:lnTo>
                  <a:pt x="996315" y="3319463"/>
                </a:lnTo>
                <a:lnTo>
                  <a:pt x="980123" y="3335655"/>
                </a:lnTo>
                <a:lnTo>
                  <a:pt x="963930" y="3319463"/>
                </a:lnTo>
                <a:close/>
                <a:moveTo>
                  <a:pt x="2713673" y="1570672"/>
                </a:moveTo>
                <a:lnTo>
                  <a:pt x="2728913" y="1585913"/>
                </a:lnTo>
                <a:lnTo>
                  <a:pt x="2713673" y="1601153"/>
                </a:lnTo>
                <a:lnTo>
                  <a:pt x="2698433" y="1585913"/>
                </a:lnTo>
                <a:close/>
                <a:moveTo>
                  <a:pt x="1513523" y="2925128"/>
                </a:moveTo>
                <a:lnTo>
                  <a:pt x="1526858" y="2938463"/>
                </a:lnTo>
                <a:lnTo>
                  <a:pt x="1513523" y="2951798"/>
                </a:lnTo>
                <a:lnTo>
                  <a:pt x="1500188" y="2938463"/>
                </a:lnTo>
                <a:close/>
                <a:moveTo>
                  <a:pt x="341948" y="2154555"/>
                </a:moveTo>
                <a:lnTo>
                  <a:pt x="363855" y="2176463"/>
                </a:lnTo>
                <a:lnTo>
                  <a:pt x="341948" y="2198370"/>
                </a:lnTo>
                <a:lnTo>
                  <a:pt x="320040" y="2176463"/>
                </a:lnTo>
                <a:close/>
                <a:moveTo>
                  <a:pt x="437198" y="1433513"/>
                </a:moveTo>
                <a:lnTo>
                  <a:pt x="446723" y="1443038"/>
                </a:lnTo>
                <a:lnTo>
                  <a:pt x="437198" y="1452563"/>
                </a:lnTo>
                <a:lnTo>
                  <a:pt x="427673" y="1443038"/>
                </a:lnTo>
                <a:close/>
                <a:moveTo>
                  <a:pt x="2885123" y="2511743"/>
                </a:moveTo>
                <a:lnTo>
                  <a:pt x="2892743" y="2519363"/>
                </a:lnTo>
                <a:lnTo>
                  <a:pt x="2885123" y="2526982"/>
                </a:lnTo>
                <a:lnTo>
                  <a:pt x="2877503" y="2519363"/>
                </a:lnTo>
                <a:close/>
                <a:moveTo>
                  <a:pt x="2751773" y="2689860"/>
                </a:moveTo>
                <a:lnTo>
                  <a:pt x="2762250" y="2700338"/>
                </a:lnTo>
                <a:lnTo>
                  <a:pt x="2751773" y="2710815"/>
                </a:lnTo>
                <a:lnTo>
                  <a:pt x="2741295" y="2700338"/>
                </a:lnTo>
                <a:close/>
                <a:moveTo>
                  <a:pt x="3247073" y="1667828"/>
                </a:moveTo>
                <a:lnTo>
                  <a:pt x="3269933" y="1690688"/>
                </a:lnTo>
                <a:lnTo>
                  <a:pt x="3247073" y="1713547"/>
                </a:lnTo>
                <a:lnTo>
                  <a:pt x="3224213" y="1690688"/>
                </a:lnTo>
                <a:close/>
                <a:moveTo>
                  <a:pt x="684848" y="1328738"/>
                </a:moveTo>
                <a:lnTo>
                  <a:pt x="703898" y="1347788"/>
                </a:lnTo>
                <a:lnTo>
                  <a:pt x="684848" y="1366838"/>
                </a:lnTo>
                <a:lnTo>
                  <a:pt x="665798" y="1347788"/>
                </a:lnTo>
                <a:close/>
                <a:moveTo>
                  <a:pt x="3218498" y="1695450"/>
                </a:moveTo>
                <a:lnTo>
                  <a:pt x="3232785" y="1709738"/>
                </a:lnTo>
                <a:lnTo>
                  <a:pt x="3218498" y="1724025"/>
                </a:lnTo>
                <a:lnTo>
                  <a:pt x="3204210" y="1709738"/>
                </a:lnTo>
                <a:close/>
                <a:moveTo>
                  <a:pt x="2666048" y="3101340"/>
                </a:moveTo>
                <a:lnTo>
                  <a:pt x="2684145" y="3119438"/>
                </a:lnTo>
                <a:lnTo>
                  <a:pt x="2666048" y="3137535"/>
                </a:lnTo>
                <a:lnTo>
                  <a:pt x="2647950" y="3119438"/>
                </a:lnTo>
                <a:close/>
                <a:moveTo>
                  <a:pt x="2856548" y="1483043"/>
                </a:moveTo>
                <a:lnTo>
                  <a:pt x="2864168" y="1490663"/>
                </a:lnTo>
                <a:lnTo>
                  <a:pt x="2856548" y="1498282"/>
                </a:lnTo>
                <a:lnTo>
                  <a:pt x="2848928" y="1490663"/>
                </a:lnTo>
                <a:close/>
                <a:moveTo>
                  <a:pt x="732473" y="2076450"/>
                </a:moveTo>
                <a:lnTo>
                  <a:pt x="746760" y="2090738"/>
                </a:lnTo>
                <a:lnTo>
                  <a:pt x="732473" y="2105025"/>
                </a:lnTo>
                <a:lnTo>
                  <a:pt x="718185" y="2090738"/>
                </a:lnTo>
                <a:close/>
                <a:moveTo>
                  <a:pt x="1951673" y="2993707"/>
                </a:moveTo>
                <a:lnTo>
                  <a:pt x="1963103" y="3005138"/>
                </a:lnTo>
                <a:lnTo>
                  <a:pt x="1951673" y="3016568"/>
                </a:lnTo>
                <a:lnTo>
                  <a:pt x="1940243" y="3005138"/>
                </a:lnTo>
                <a:close/>
                <a:moveTo>
                  <a:pt x="1932623" y="3587115"/>
                </a:moveTo>
                <a:lnTo>
                  <a:pt x="1950720" y="3605213"/>
                </a:lnTo>
                <a:lnTo>
                  <a:pt x="1932623" y="3623310"/>
                </a:lnTo>
                <a:lnTo>
                  <a:pt x="1914525" y="3605213"/>
                </a:lnTo>
                <a:close/>
                <a:moveTo>
                  <a:pt x="884873" y="138113"/>
                </a:moveTo>
                <a:lnTo>
                  <a:pt x="903923" y="157163"/>
                </a:lnTo>
                <a:lnTo>
                  <a:pt x="884873" y="176213"/>
                </a:lnTo>
                <a:lnTo>
                  <a:pt x="865823" y="157163"/>
                </a:lnTo>
                <a:close/>
                <a:moveTo>
                  <a:pt x="932498" y="589597"/>
                </a:moveTo>
                <a:lnTo>
                  <a:pt x="947737" y="604838"/>
                </a:lnTo>
                <a:lnTo>
                  <a:pt x="932498" y="620078"/>
                </a:lnTo>
                <a:lnTo>
                  <a:pt x="917258" y="604838"/>
                </a:lnTo>
                <a:close/>
                <a:moveTo>
                  <a:pt x="2770823" y="2451735"/>
                </a:moveTo>
                <a:lnTo>
                  <a:pt x="2790825" y="2471738"/>
                </a:lnTo>
                <a:lnTo>
                  <a:pt x="2770823" y="2491740"/>
                </a:lnTo>
                <a:lnTo>
                  <a:pt x="2750820" y="2471738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2102465" y="5033963"/>
            <a:ext cx="1706880" cy="1950720"/>
          </a:xfrm>
          <a:custGeom>
            <a:avLst/>
            <a:gdLst/>
            <a:ahLst/>
            <a:cxnLst/>
            <a:rect l="l" t="t" r="r" b="b"/>
            <a:pathLst>
              <a:path w="1706880" h="1950720">
                <a:moveTo>
                  <a:pt x="699135" y="1344930"/>
                </a:moveTo>
                <a:lnTo>
                  <a:pt x="711518" y="1357313"/>
                </a:lnTo>
                <a:lnTo>
                  <a:pt x="699135" y="1369695"/>
                </a:lnTo>
                <a:lnTo>
                  <a:pt x="686753" y="1357313"/>
                </a:lnTo>
                <a:close/>
                <a:moveTo>
                  <a:pt x="613410" y="24765"/>
                </a:moveTo>
                <a:lnTo>
                  <a:pt x="631508" y="42863"/>
                </a:lnTo>
                <a:lnTo>
                  <a:pt x="613410" y="60960"/>
                </a:lnTo>
                <a:lnTo>
                  <a:pt x="595313" y="42863"/>
                </a:lnTo>
                <a:close/>
                <a:moveTo>
                  <a:pt x="1118235" y="509587"/>
                </a:moveTo>
                <a:lnTo>
                  <a:pt x="1127760" y="519113"/>
                </a:lnTo>
                <a:lnTo>
                  <a:pt x="1118235" y="528638"/>
                </a:lnTo>
                <a:lnTo>
                  <a:pt x="1108710" y="519113"/>
                </a:lnTo>
                <a:close/>
                <a:moveTo>
                  <a:pt x="1365885" y="611505"/>
                </a:moveTo>
                <a:lnTo>
                  <a:pt x="1378268" y="623888"/>
                </a:lnTo>
                <a:lnTo>
                  <a:pt x="1365885" y="636270"/>
                </a:lnTo>
                <a:lnTo>
                  <a:pt x="1353503" y="623888"/>
                </a:lnTo>
                <a:close/>
                <a:moveTo>
                  <a:pt x="422910" y="1620203"/>
                </a:moveTo>
                <a:lnTo>
                  <a:pt x="436245" y="1633538"/>
                </a:lnTo>
                <a:lnTo>
                  <a:pt x="422910" y="1646872"/>
                </a:lnTo>
                <a:lnTo>
                  <a:pt x="409575" y="1633538"/>
                </a:lnTo>
                <a:close/>
                <a:moveTo>
                  <a:pt x="222885" y="650557"/>
                </a:moveTo>
                <a:lnTo>
                  <a:pt x="243840" y="671513"/>
                </a:lnTo>
                <a:lnTo>
                  <a:pt x="222885" y="692468"/>
                </a:lnTo>
                <a:lnTo>
                  <a:pt x="201930" y="671513"/>
                </a:lnTo>
                <a:close/>
                <a:moveTo>
                  <a:pt x="1261110" y="1862138"/>
                </a:moveTo>
                <a:lnTo>
                  <a:pt x="1280160" y="1881187"/>
                </a:lnTo>
                <a:lnTo>
                  <a:pt x="1261110" y="1900238"/>
                </a:lnTo>
                <a:lnTo>
                  <a:pt x="1242060" y="1881187"/>
                </a:lnTo>
                <a:close/>
                <a:moveTo>
                  <a:pt x="718185" y="1624965"/>
                </a:moveTo>
                <a:lnTo>
                  <a:pt x="736283" y="1643063"/>
                </a:lnTo>
                <a:lnTo>
                  <a:pt x="718185" y="1661160"/>
                </a:lnTo>
                <a:lnTo>
                  <a:pt x="700088" y="1643063"/>
                </a:lnTo>
                <a:close/>
                <a:moveTo>
                  <a:pt x="251460" y="320993"/>
                </a:moveTo>
                <a:lnTo>
                  <a:pt x="268605" y="338138"/>
                </a:lnTo>
                <a:lnTo>
                  <a:pt x="251460" y="355282"/>
                </a:lnTo>
                <a:lnTo>
                  <a:pt x="234315" y="338138"/>
                </a:lnTo>
                <a:close/>
                <a:moveTo>
                  <a:pt x="594360" y="1906905"/>
                </a:moveTo>
                <a:lnTo>
                  <a:pt x="616268" y="1928813"/>
                </a:lnTo>
                <a:lnTo>
                  <a:pt x="594360" y="1950720"/>
                </a:lnTo>
                <a:lnTo>
                  <a:pt x="572453" y="1928813"/>
                </a:lnTo>
                <a:close/>
                <a:moveTo>
                  <a:pt x="708660" y="347663"/>
                </a:moveTo>
                <a:lnTo>
                  <a:pt x="727710" y="366713"/>
                </a:lnTo>
                <a:lnTo>
                  <a:pt x="708660" y="385763"/>
                </a:lnTo>
                <a:lnTo>
                  <a:pt x="689610" y="366713"/>
                </a:lnTo>
                <a:close/>
                <a:moveTo>
                  <a:pt x="937260" y="1455420"/>
                </a:moveTo>
                <a:lnTo>
                  <a:pt x="943928" y="1462088"/>
                </a:lnTo>
                <a:lnTo>
                  <a:pt x="937260" y="1468755"/>
                </a:lnTo>
                <a:lnTo>
                  <a:pt x="930593" y="1462088"/>
                </a:lnTo>
                <a:close/>
                <a:moveTo>
                  <a:pt x="1689735" y="1473518"/>
                </a:moveTo>
                <a:lnTo>
                  <a:pt x="1706880" y="1490663"/>
                </a:lnTo>
                <a:lnTo>
                  <a:pt x="1689735" y="1507807"/>
                </a:lnTo>
                <a:lnTo>
                  <a:pt x="1672590" y="1490663"/>
                </a:lnTo>
                <a:close/>
                <a:moveTo>
                  <a:pt x="1203960" y="65722"/>
                </a:moveTo>
                <a:lnTo>
                  <a:pt x="1219200" y="80963"/>
                </a:lnTo>
                <a:lnTo>
                  <a:pt x="1203960" y="96203"/>
                </a:lnTo>
                <a:lnTo>
                  <a:pt x="1188720" y="80963"/>
                </a:lnTo>
                <a:close/>
                <a:moveTo>
                  <a:pt x="22860" y="1401128"/>
                </a:moveTo>
                <a:lnTo>
                  <a:pt x="36195" y="1414463"/>
                </a:lnTo>
                <a:lnTo>
                  <a:pt x="22860" y="1427797"/>
                </a:lnTo>
                <a:lnTo>
                  <a:pt x="9525" y="1414463"/>
                </a:lnTo>
                <a:close/>
                <a:moveTo>
                  <a:pt x="1175385" y="897255"/>
                </a:moveTo>
                <a:lnTo>
                  <a:pt x="1187768" y="909638"/>
                </a:lnTo>
                <a:lnTo>
                  <a:pt x="1175385" y="922020"/>
                </a:lnTo>
                <a:lnTo>
                  <a:pt x="1163003" y="909638"/>
                </a:lnTo>
                <a:close/>
                <a:moveTo>
                  <a:pt x="356235" y="567690"/>
                </a:moveTo>
                <a:lnTo>
                  <a:pt x="374333" y="585788"/>
                </a:lnTo>
                <a:lnTo>
                  <a:pt x="356235" y="603885"/>
                </a:lnTo>
                <a:lnTo>
                  <a:pt x="338138" y="585788"/>
                </a:lnTo>
                <a:close/>
                <a:moveTo>
                  <a:pt x="518160" y="1497330"/>
                </a:moveTo>
                <a:lnTo>
                  <a:pt x="540068" y="1519238"/>
                </a:lnTo>
                <a:lnTo>
                  <a:pt x="518160" y="1541145"/>
                </a:lnTo>
                <a:lnTo>
                  <a:pt x="496253" y="1519238"/>
                </a:lnTo>
                <a:close/>
                <a:moveTo>
                  <a:pt x="603885" y="211455"/>
                </a:moveTo>
                <a:lnTo>
                  <a:pt x="625793" y="233362"/>
                </a:lnTo>
                <a:lnTo>
                  <a:pt x="603885" y="255270"/>
                </a:lnTo>
                <a:lnTo>
                  <a:pt x="581978" y="233362"/>
                </a:lnTo>
                <a:close/>
                <a:moveTo>
                  <a:pt x="299085" y="553403"/>
                </a:moveTo>
                <a:lnTo>
                  <a:pt x="312420" y="566738"/>
                </a:lnTo>
                <a:lnTo>
                  <a:pt x="299085" y="580072"/>
                </a:lnTo>
                <a:lnTo>
                  <a:pt x="285750" y="566738"/>
                </a:lnTo>
                <a:close/>
                <a:moveTo>
                  <a:pt x="803910" y="0"/>
                </a:moveTo>
                <a:lnTo>
                  <a:pt x="818198" y="14288"/>
                </a:lnTo>
                <a:lnTo>
                  <a:pt x="803910" y="28575"/>
                </a:lnTo>
                <a:lnTo>
                  <a:pt x="789623" y="14288"/>
                </a:lnTo>
                <a:close/>
                <a:moveTo>
                  <a:pt x="432435" y="1069657"/>
                </a:moveTo>
                <a:lnTo>
                  <a:pt x="453390" y="1090613"/>
                </a:lnTo>
                <a:lnTo>
                  <a:pt x="432435" y="1111568"/>
                </a:lnTo>
                <a:lnTo>
                  <a:pt x="411480" y="1090613"/>
                </a:lnTo>
                <a:close/>
                <a:moveTo>
                  <a:pt x="41910" y="1482090"/>
                </a:moveTo>
                <a:lnTo>
                  <a:pt x="60008" y="1500188"/>
                </a:lnTo>
                <a:lnTo>
                  <a:pt x="41910" y="1518285"/>
                </a:lnTo>
                <a:lnTo>
                  <a:pt x="23813" y="1500188"/>
                </a:lnTo>
                <a:close/>
                <a:moveTo>
                  <a:pt x="394335" y="1356360"/>
                </a:moveTo>
                <a:lnTo>
                  <a:pt x="414338" y="1376363"/>
                </a:lnTo>
                <a:lnTo>
                  <a:pt x="394335" y="1396365"/>
                </a:lnTo>
                <a:lnTo>
                  <a:pt x="374333" y="1376363"/>
                </a:lnTo>
                <a:close/>
                <a:moveTo>
                  <a:pt x="13335" y="562928"/>
                </a:moveTo>
                <a:lnTo>
                  <a:pt x="26670" y="576263"/>
                </a:lnTo>
                <a:lnTo>
                  <a:pt x="13335" y="589597"/>
                </a:lnTo>
                <a:lnTo>
                  <a:pt x="0" y="576263"/>
                </a:lnTo>
                <a:close/>
                <a:moveTo>
                  <a:pt x="1651635" y="1337310"/>
                </a:moveTo>
                <a:lnTo>
                  <a:pt x="1671638" y="1357313"/>
                </a:lnTo>
                <a:lnTo>
                  <a:pt x="1651635" y="1377315"/>
                </a:lnTo>
                <a:lnTo>
                  <a:pt x="1631633" y="1357313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1303318" y="4576763"/>
            <a:ext cx="3304222" cy="3172778"/>
          </a:xfrm>
          <a:custGeom>
            <a:avLst/>
            <a:gdLst/>
            <a:ahLst/>
            <a:cxnLst/>
            <a:rect l="l" t="t" r="r" b="b"/>
            <a:pathLst>
              <a:path w="3304222" h="3172778">
                <a:moveTo>
                  <a:pt x="1231582" y="2963228"/>
                </a:moveTo>
                <a:lnTo>
                  <a:pt x="1254443" y="2986088"/>
                </a:lnTo>
                <a:lnTo>
                  <a:pt x="1231582" y="3008948"/>
                </a:lnTo>
                <a:lnTo>
                  <a:pt x="1208722" y="2986088"/>
                </a:lnTo>
                <a:close/>
                <a:moveTo>
                  <a:pt x="1965007" y="3068003"/>
                </a:moveTo>
                <a:lnTo>
                  <a:pt x="1987868" y="3090863"/>
                </a:lnTo>
                <a:lnTo>
                  <a:pt x="1965007" y="3113722"/>
                </a:lnTo>
                <a:lnTo>
                  <a:pt x="1942147" y="3090863"/>
                </a:lnTo>
                <a:close/>
                <a:moveTo>
                  <a:pt x="3241357" y="512445"/>
                </a:moveTo>
                <a:lnTo>
                  <a:pt x="3257550" y="528638"/>
                </a:lnTo>
                <a:lnTo>
                  <a:pt x="3241357" y="544830"/>
                </a:lnTo>
                <a:lnTo>
                  <a:pt x="3225165" y="528638"/>
                </a:lnTo>
                <a:close/>
                <a:moveTo>
                  <a:pt x="3012757" y="1925955"/>
                </a:moveTo>
                <a:lnTo>
                  <a:pt x="3034665" y="1947863"/>
                </a:lnTo>
                <a:lnTo>
                  <a:pt x="3012757" y="1969770"/>
                </a:lnTo>
                <a:lnTo>
                  <a:pt x="2990850" y="1947863"/>
                </a:lnTo>
                <a:close/>
                <a:moveTo>
                  <a:pt x="564832" y="2744153"/>
                </a:moveTo>
                <a:lnTo>
                  <a:pt x="578168" y="2757488"/>
                </a:lnTo>
                <a:lnTo>
                  <a:pt x="564832" y="2770822"/>
                </a:lnTo>
                <a:lnTo>
                  <a:pt x="551497" y="2757488"/>
                </a:lnTo>
                <a:close/>
                <a:moveTo>
                  <a:pt x="2488882" y="1995487"/>
                </a:moveTo>
                <a:lnTo>
                  <a:pt x="2498407" y="2005013"/>
                </a:lnTo>
                <a:lnTo>
                  <a:pt x="2488882" y="2014538"/>
                </a:lnTo>
                <a:lnTo>
                  <a:pt x="2479357" y="2005013"/>
                </a:lnTo>
                <a:close/>
                <a:moveTo>
                  <a:pt x="2041207" y="3142297"/>
                </a:moveTo>
                <a:lnTo>
                  <a:pt x="2056447" y="3157538"/>
                </a:lnTo>
                <a:lnTo>
                  <a:pt x="2041207" y="3172778"/>
                </a:lnTo>
                <a:lnTo>
                  <a:pt x="2025968" y="3157538"/>
                </a:lnTo>
                <a:close/>
                <a:moveTo>
                  <a:pt x="69532" y="1836420"/>
                </a:moveTo>
                <a:lnTo>
                  <a:pt x="85725" y="1852612"/>
                </a:lnTo>
                <a:lnTo>
                  <a:pt x="69532" y="1868805"/>
                </a:lnTo>
                <a:lnTo>
                  <a:pt x="53340" y="1852612"/>
                </a:lnTo>
                <a:close/>
                <a:moveTo>
                  <a:pt x="2555557" y="2556510"/>
                </a:moveTo>
                <a:lnTo>
                  <a:pt x="2575560" y="2576513"/>
                </a:lnTo>
                <a:lnTo>
                  <a:pt x="2555557" y="2596515"/>
                </a:lnTo>
                <a:lnTo>
                  <a:pt x="2535555" y="2576513"/>
                </a:lnTo>
                <a:close/>
                <a:moveTo>
                  <a:pt x="698182" y="0"/>
                </a:moveTo>
                <a:lnTo>
                  <a:pt x="712470" y="14288"/>
                </a:lnTo>
                <a:lnTo>
                  <a:pt x="698182" y="28575"/>
                </a:lnTo>
                <a:lnTo>
                  <a:pt x="683895" y="14288"/>
                </a:lnTo>
                <a:close/>
                <a:moveTo>
                  <a:pt x="2688907" y="376238"/>
                </a:moveTo>
                <a:lnTo>
                  <a:pt x="2707957" y="395288"/>
                </a:lnTo>
                <a:lnTo>
                  <a:pt x="2688907" y="414338"/>
                </a:lnTo>
                <a:lnTo>
                  <a:pt x="2669857" y="395288"/>
                </a:lnTo>
                <a:close/>
                <a:moveTo>
                  <a:pt x="3288982" y="722947"/>
                </a:moveTo>
                <a:lnTo>
                  <a:pt x="3304222" y="738188"/>
                </a:lnTo>
                <a:lnTo>
                  <a:pt x="3288982" y="753428"/>
                </a:lnTo>
                <a:lnTo>
                  <a:pt x="3273743" y="738188"/>
                </a:lnTo>
                <a:close/>
                <a:moveTo>
                  <a:pt x="993457" y="2759393"/>
                </a:moveTo>
                <a:lnTo>
                  <a:pt x="1001077" y="2767013"/>
                </a:lnTo>
                <a:lnTo>
                  <a:pt x="993457" y="2774632"/>
                </a:lnTo>
                <a:lnTo>
                  <a:pt x="985838" y="2767013"/>
                </a:lnTo>
                <a:close/>
                <a:moveTo>
                  <a:pt x="2403157" y="2712720"/>
                </a:moveTo>
                <a:lnTo>
                  <a:pt x="2409825" y="2719388"/>
                </a:lnTo>
                <a:lnTo>
                  <a:pt x="2403157" y="2726055"/>
                </a:lnTo>
                <a:lnTo>
                  <a:pt x="2396490" y="2719388"/>
                </a:lnTo>
                <a:close/>
                <a:moveTo>
                  <a:pt x="2488882" y="227647"/>
                </a:moveTo>
                <a:lnTo>
                  <a:pt x="2504122" y="242888"/>
                </a:lnTo>
                <a:lnTo>
                  <a:pt x="2488882" y="258128"/>
                </a:lnTo>
                <a:lnTo>
                  <a:pt x="2473643" y="242888"/>
                </a:lnTo>
                <a:close/>
                <a:moveTo>
                  <a:pt x="2298382" y="2863215"/>
                </a:moveTo>
                <a:lnTo>
                  <a:pt x="2316480" y="2881313"/>
                </a:lnTo>
                <a:lnTo>
                  <a:pt x="2298382" y="2899410"/>
                </a:lnTo>
                <a:lnTo>
                  <a:pt x="2280285" y="2881313"/>
                </a:lnTo>
                <a:close/>
                <a:moveTo>
                  <a:pt x="3069907" y="2338388"/>
                </a:moveTo>
                <a:lnTo>
                  <a:pt x="3079432" y="2347913"/>
                </a:lnTo>
                <a:lnTo>
                  <a:pt x="3069907" y="2357438"/>
                </a:lnTo>
                <a:lnTo>
                  <a:pt x="3060382" y="2347913"/>
                </a:lnTo>
                <a:close/>
                <a:moveTo>
                  <a:pt x="2927032" y="1812607"/>
                </a:moveTo>
                <a:lnTo>
                  <a:pt x="2938463" y="1824038"/>
                </a:lnTo>
                <a:lnTo>
                  <a:pt x="2927032" y="1835468"/>
                </a:lnTo>
                <a:lnTo>
                  <a:pt x="2915602" y="1824038"/>
                </a:lnTo>
                <a:close/>
                <a:moveTo>
                  <a:pt x="21907" y="935355"/>
                </a:moveTo>
                <a:lnTo>
                  <a:pt x="43815" y="957263"/>
                </a:lnTo>
                <a:lnTo>
                  <a:pt x="21907" y="979170"/>
                </a:lnTo>
                <a:lnTo>
                  <a:pt x="0" y="957263"/>
                </a:lnTo>
                <a:close/>
                <a:moveTo>
                  <a:pt x="2660332" y="720090"/>
                </a:moveTo>
                <a:lnTo>
                  <a:pt x="2678430" y="738188"/>
                </a:lnTo>
                <a:lnTo>
                  <a:pt x="2660332" y="756285"/>
                </a:lnTo>
                <a:lnTo>
                  <a:pt x="2642235" y="738188"/>
                </a:lnTo>
                <a:close/>
                <a:moveTo>
                  <a:pt x="1098232" y="2549843"/>
                </a:moveTo>
                <a:lnTo>
                  <a:pt x="1105852" y="2557463"/>
                </a:lnTo>
                <a:lnTo>
                  <a:pt x="1098232" y="2565082"/>
                </a:lnTo>
                <a:lnTo>
                  <a:pt x="1090613" y="2557463"/>
                </a:lnTo>
                <a:close/>
                <a:moveTo>
                  <a:pt x="2374582" y="2820353"/>
                </a:moveTo>
                <a:lnTo>
                  <a:pt x="2397443" y="2843213"/>
                </a:lnTo>
                <a:lnTo>
                  <a:pt x="2374582" y="2866073"/>
                </a:lnTo>
                <a:lnTo>
                  <a:pt x="2351722" y="2843213"/>
                </a:lnTo>
                <a:close/>
                <a:moveTo>
                  <a:pt x="964882" y="600075"/>
                </a:moveTo>
                <a:lnTo>
                  <a:pt x="979170" y="614363"/>
                </a:lnTo>
                <a:lnTo>
                  <a:pt x="964882" y="628650"/>
                </a:lnTo>
                <a:lnTo>
                  <a:pt x="950595" y="614363"/>
                </a:lnTo>
                <a:close/>
                <a:moveTo>
                  <a:pt x="2326957" y="1015365"/>
                </a:moveTo>
                <a:lnTo>
                  <a:pt x="2345055" y="1033462"/>
                </a:lnTo>
                <a:lnTo>
                  <a:pt x="2326957" y="1051560"/>
                </a:lnTo>
                <a:lnTo>
                  <a:pt x="2308860" y="1033462"/>
                </a:lnTo>
                <a:close/>
                <a:moveTo>
                  <a:pt x="1517332" y="747713"/>
                </a:moveTo>
                <a:lnTo>
                  <a:pt x="1526857" y="757238"/>
                </a:lnTo>
                <a:lnTo>
                  <a:pt x="1517332" y="766763"/>
                </a:lnTo>
                <a:lnTo>
                  <a:pt x="1507807" y="757238"/>
                </a:lnTo>
                <a:close/>
                <a:moveTo>
                  <a:pt x="1650682" y="1960245"/>
                </a:moveTo>
                <a:lnTo>
                  <a:pt x="1666875" y="1976438"/>
                </a:lnTo>
                <a:lnTo>
                  <a:pt x="1650682" y="1992630"/>
                </a:lnTo>
                <a:lnTo>
                  <a:pt x="1634490" y="1976438"/>
                </a:lnTo>
                <a:close/>
                <a:moveTo>
                  <a:pt x="1736407" y="1693545"/>
                </a:moveTo>
                <a:lnTo>
                  <a:pt x="1752600" y="1709738"/>
                </a:lnTo>
                <a:lnTo>
                  <a:pt x="1736407" y="1725930"/>
                </a:lnTo>
                <a:lnTo>
                  <a:pt x="1720215" y="1709738"/>
                </a:lnTo>
                <a:close/>
                <a:moveTo>
                  <a:pt x="1507807" y="1602105"/>
                </a:moveTo>
                <a:lnTo>
                  <a:pt x="1520190" y="1614488"/>
                </a:lnTo>
                <a:lnTo>
                  <a:pt x="1507807" y="1626870"/>
                </a:lnTo>
                <a:lnTo>
                  <a:pt x="1495425" y="1614488"/>
                </a:lnTo>
                <a:close/>
                <a:moveTo>
                  <a:pt x="1060132" y="1584960"/>
                </a:moveTo>
                <a:lnTo>
                  <a:pt x="1070610" y="1595438"/>
                </a:lnTo>
                <a:lnTo>
                  <a:pt x="1060132" y="1605915"/>
                </a:lnTo>
                <a:lnTo>
                  <a:pt x="1049655" y="1595438"/>
                </a:lnTo>
                <a:close/>
                <a:moveTo>
                  <a:pt x="1136332" y="939165"/>
                </a:moveTo>
                <a:lnTo>
                  <a:pt x="1154430" y="957263"/>
                </a:lnTo>
                <a:lnTo>
                  <a:pt x="1136332" y="975360"/>
                </a:lnTo>
                <a:lnTo>
                  <a:pt x="1118235" y="957263"/>
                </a:lnTo>
                <a:close/>
                <a:moveTo>
                  <a:pt x="1336357" y="1110615"/>
                </a:moveTo>
                <a:lnTo>
                  <a:pt x="1344930" y="1119188"/>
                </a:lnTo>
                <a:lnTo>
                  <a:pt x="1336357" y="1127760"/>
                </a:lnTo>
                <a:lnTo>
                  <a:pt x="1327785" y="1119188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1315700" y="4562475"/>
            <a:ext cx="3048000" cy="2771775"/>
          </a:xfrm>
          <a:custGeom>
            <a:avLst/>
            <a:gdLst/>
            <a:ahLst/>
            <a:cxnLst/>
            <a:rect l="l" t="t" r="r" b="b"/>
            <a:pathLst>
              <a:path w="3048000" h="2771775">
                <a:moveTo>
                  <a:pt x="3009900" y="2409825"/>
                </a:moveTo>
                <a:quadBezTo>
                  <a:pt x="2914650" y="2466975"/>
                  <a:pt x="2819400" y="2562225"/>
                </a:quadBezTo>
                <a:moveTo>
                  <a:pt x="2762250" y="2266950"/>
                </a:moveTo>
                <a:quadBezTo>
                  <a:pt x="2714625" y="2295525"/>
                  <a:pt x="2676525" y="2352675"/>
                </a:quadBezTo>
                <a:moveTo>
                  <a:pt x="752475" y="57150"/>
                </a:moveTo>
                <a:quadBezTo>
                  <a:pt x="819150" y="9525"/>
                  <a:pt x="895350" y="0"/>
                </a:quadBezTo>
                <a:moveTo>
                  <a:pt x="695325" y="2152650"/>
                </a:moveTo>
                <a:quadBezTo>
                  <a:pt x="600075" y="2066925"/>
                  <a:pt x="514350" y="2019300"/>
                </a:quadBezTo>
                <a:moveTo>
                  <a:pt x="1162050" y="2619375"/>
                </a:moveTo>
                <a:quadBezTo>
                  <a:pt x="1095375" y="2581275"/>
                  <a:pt x="1028700" y="2571750"/>
                </a:quadBezTo>
                <a:moveTo>
                  <a:pt x="561975" y="2438400"/>
                </a:moveTo>
                <a:quadBezTo>
                  <a:pt x="457200" y="2343150"/>
                  <a:pt x="352425" y="2286000"/>
                </a:quadBezTo>
                <a:moveTo>
                  <a:pt x="2876550" y="1409700"/>
                </a:moveTo>
                <a:quadBezTo>
                  <a:pt x="2886075" y="1504950"/>
                  <a:pt x="2905125" y="1638300"/>
                </a:quadBezTo>
                <a:moveTo>
                  <a:pt x="733425" y="2257425"/>
                </a:moveTo>
                <a:quadBezTo>
                  <a:pt x="695325" y="2181225"/>
                  <a:pt x="647700" y="2152650"/>
                </a:quadBezTo>
                <a:moveTo>
                  <a:pt x="447675" y="1600200"/>
                </a:moveTo>
                <a:quadBezTo>
                  <a:pt x="428625" y="1533525"/>
                  <a:pt x="409575" y="1495425"/>
                </a:quadBezTo>
                <a:moveTo>
                  <a:pt x="3048000" y="1333500"/>
                </a:moveTo>
                <a:quadBezTo>
                  <a:pt x="3038475" y="1390650"/>
                  <a:pt x="3038475" y="1485900"/>
                </a:quadBezTo>
                <a:moveTo>
                  <a:pt x="9525" y="1076325"/>
                </a:moveTo>
                <a:quadBezTo>
                  <a:pt x="38100" y="923925"/>
                  <a:pt x="66675" y="809625"/>
                </a:quadBezTo>
                <a:moveTo>
                  <a:pt x="2686050" y="2705100"/>
                </a:moveTo>
                <a:quadBezTo>
                  <a:pt x="2647950" y="2724150"/>
                  <a:pt x="2609850" y="2771775"/>
                </a:quadBezTo>
                <a:moveTo>
                  <a:pt x="95250" y="1743075"/>
                </a:moveTo>
                <a:quadBezTo>
                  <a:pt x="47625" y="1628775"/>
                  <a:pt x="0" y="1552575"/>
                </a:quadBezTo>
                <a:moveTo>
                  <a:pt x="533400" y="1057275"/>
                </a:moveTo>
                <a:quadBezTo>
                  <a:pt x="561975" y="971550"/>
                  <a:pt x="600075" y="933450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2087225" y="4933950"/>
            <a:ext cx="1819275" cy="1809750"/>
          </a:xfrm>
          <a:custGeom>
            <a:avLst/>
            <a:gdLst/>
            <a:ahLst/>
            <a:cxnLst/>
            <a:rect l="l" t="t" r="r" b="b"/>
            <a:pathLst>
              <a:path w="1819275" h="1809750">
                <a:moveTo>
                  <a:pt x="104775" y="152400"/>
                </a:moveTo>
                <a:lnTo>
                  <a:pt x="161925" y="457200"/>
                </a:lnTo>
                <a:moveTo>
                  <a:pt x="66675" y="152400"/>
                </a:moveTo>
                <a:lnTo>
                  <a:pt x="104775" y="381000"/>
                </a:lnTo>
                <a:moveTo>
                  <a:pt x="47625" y="161925"/>
                </a:moveTo>
                <a:lnTo>
                  <a:pt x="114300" y="542925"/>
                </a:lnTo>
                <a:moveTo>
                  <a:pt x="0" y="171450"/>
                </a:moveTo>
                <a:lnTo>
                  <a:pt x="57150" y="485775"/>
                </a:lnTo>
                <a:moveTo>
                  <a:pt x="1819275" y="1695450"/>
                </a:moveTo>
                <a:lnTo>
                  <a:pt x="1371600" y="1809750"/>
                </a:lnTo>
                <a:moveTo>
                  <a:pt x="1809750" y="1666875"/>
                </a:moveTo>
                <a:lnTo>
                  <a:pt x="1343025" y="1790700"/>
                </a:lnTo>
                <a:moveTo>
                  <a:pt x="1800225" y="1628775"/>
                </a:moveTo>
                <a:lnTo>
                  <a:pt x="1266825" y="1762125"/>
                </a:lnTo>
                <a:moveTo>
                  <a:pt x="1790700" y="1600200"/>
                </a:moveTo>
                <a:lnTo>
                  <a:pt x="1400175" y="1695450"/>
                </a:lnTo>
                <a:moveTo>
                  <a:pt x="1457325" y="47625"/>
                </a:moveTo>
                <a:lnTo>
                  <a:pt x="1171575" y="428625"/>
                </a:lnTo>
                <a:moveTo>
                  <a:pt x="1438275" y="28575"/>
                </a:moveTo>
                <a:lnTo>
                  <a:pt x="1104900" y="476250"/>
                </a:lnTo>
                <a:moveTo>
                  <a:pt x="1409700" y="9525"/>
                </a:moveTo>
                <a:lnTo>
                  <a:pt x="1162050" y="342900"/>
                </a:lnTo>
                <a:moveTo>
                  <a:pt x="1390650" y="0"/>
                </a:moveTo>
                <a:lnTo>
                  <a:pt x="1038225" y="466725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801475" y="3495675"/>
            <a:ext cx="2152650" cy="2800350"/>
          </a:xfrm>
          <a:custGeom>
            <a:avLst/>
            <a:gdLst/>
            <a:ahLst/>
            <a:cxnLst/>
            <a:rect l="l" t="t" r="r" b="b"/>
            <a:pathLst>
              <a:path w="2152650" h="2800350">
                <a:moveTo>
                  <a:pt x="1038225" y="2800350"/>
                </a:moveTo>
                <a:lnTo>
                  <a:pt x="1028700" y="2790825"/>
                </a:lnTo>
                <a:lnTo>
                  <a:pt x="1019175" y="2743200"/>
                </a:lnTo>
                <a:lnTo>
                  <a:pt x="1009650" y="2724150"/>
                </a:lnTo>
                <a:lnTo>
                  <a:pt x="981075" y="2724150"/>
                </a:lnTo>
                <a:lnTo>
                  <a:pt x="971550" y="2676525"/>
                </a:lnTo>
                <a:lnTo>
                  <a:pt x="981075" y="2657475"/>
                </a:lnTo>
                <a:lnTo>
                  <a:pt x="933450" y="2667000"/>
                </a:lnTo>
                <a:lnTo>
                  <a:pt x="923925" y="2619375"/>
                </a:lnTo>
                <a:lnTo>
                  <a:pt x="904875" y="2600325"/>
                </a:lnTo>
                <a:lnTo>
                  <a:pt x="895350" y="2581275"/>
                </a:lnTo>
                <a:lnTo>
                  <a:pt x="866775" y="2543175"/>
                </a:lnTo>
                <a:lnTo>
                  <a:pt x="857250" y="2533650"/>
                </a:lnTo>
                <a:lnTo>
                  <a:pt x="838200" y="2505075"/>
                </a:lnTo>
                <a:lnTo>
                  <a:pt x="819150" y="2495550"/>
                </a:lnTo>
                <a:lnTo>
                  <a:pt x="819150" y="2476500"/>
                </a:lnTo>
                <a:lnTo>
                  <a:pt x="790575" y="2476500"/>
                </a:lnTo>
                <a:lnTo>
                  <a:pt x="762000" y="2438400"/>
                </a:lnTo>
                <a:lnTo>
                  <a:pt x="742950" y="2409825"/>
                </a:lnTo>
                <a:lnTo>
                  <a:pt x="714375" y="2381250"/>
                </a:lnTo>
                <a:lnTo>
                  <a:pt x="695325" y="2400300"/>
                </a:lnTo>
                <a:lnTo>
                  <a:pt x="685800" y="2381250"/>
                </a:lnTo>
                <a:lnTo>
                  <a:pt x="676275" y="2333625"/>
                </a:lnTo>
                <a:lnTo>
                  <a:pt x="676275" y="2352675"/>
                </a:lnTo>
                <a:lnTo>
                  <a:pt x="638175" y="2333625"/>
                </a:lnTo>
                <a:lnTo>
                  <a:pt x="619125" y="2276475"/>
                </a:lnTo>
                <a:lnTo>
                  <a:pt x="609600" y="2276475"/>
                </a:lnTo>
                <a:lnTo>
                  <a:pt x="571500" y="2276475"/>
                </a:lnTo>
                <a:lnTo>
                  <a:pt x="581025" y="2257425"/>
                </a:lnTo>
                <a:lnTo>
                  <a:pt x="552450" y="2209800"/>
                </a:lnTo>
                <a:lnTo>
                  <a:pt x="542925" y="2200275"/>
                </a:lnTo>
                <a:lnTo>
                  <a:pt x="504825" y="2162175"/>
                </a:lnTo>
                <a:lnTo>
                  <a:pt x="504825" y="2143125"/>
                </a:lnTo>
                <a:lnTo>
                  <a:pt x="590550" y="2143125"/>
                </a:lnTo>
                <a:lnTo>
                  <a:pt x="523875" y="2066925"/>
                </a:lnTo>
                <a:lnTo>
                  <a:pt x="476250" y="2047875"/>
                </a:lnTo>
                <a:lnTo>
                  <a:pt x="504825" y="2076450"/>
                </a:lnTo>
                <a:lnTo>
                  <a:pt x="476250" y="2057400"/>
                </a:lnTo>
                <a:lnTo>
                  <a:pt x="438150" y="2028825"/>
                </a:lnTo>
                <a:lnTo>
                  <a:pt x="457200" y="2000250"/>
                </a:lnTo>
                <a:lnTo>
                  <a:pt x="428625" y="1962150"/>
                </a:lnTo>
                <a:lnTo>
                  <a:pt x="381000" y="1914525"/>
                </a:lnTo>
                <a:lnTo>
                  <a:pt x="352425" y="1924050"/>
                </a:lnTo>
                <a:lnTo>
                  <a:pt x="333375" y="1876425"/>
                </a:lnTo>
                <a:lnTo>
                  <a:pt x="361950" y="1819275"/>
                </a:lnTo>
                <a:lnTo>
                  <a:pt x="323850" y="1809750"/>
                </a:lnTo>
                <a:lnTo>
                  <a:pt x="304800" y="1781175"/>
                </a:lnTo>
                <a:lnTo>
                  <a:pt x="285750" y="1762125"/>
                </a:lnTo>
                <a:lnTo>
                  <a:pt x="295275" y="1752600"/>
                </a:lnTo>
                <a:lnTo>
                  <a:pt x="238125" y="1695450"/>
                </a:lnTo>
                <a:lnTo>
                  <a:pt x="257175" y="1724025"/>
                </a:lnTo>
                <a:lnTo>
                  <a:pt x="228600" y="1704975"/>
                </a:lnTo>
                <a:lnTo>
                  <a:pt x="219075" y="1647825"/>
                </a:lnTo>
                <a:lnTo>
                  <a:pt x="190500" y="1628775"/>
                </a:lnTo>
                <a:lnTo>
                  <a:pt x="209550" y="1552575"/>
                </a:lnTo>
                <a:lnTo>
                  <a:pt x="190500" y="1533525"/>
                </a:lnTo>
                <a:lnTo>
                  <a:pt x="171450" y="1495425"/>
                </a:lnTo>
                <a:lnTo>
                  <a:pt x="152400" y="1457325"/>
                </a:lnTo>
                <a:lnTo>
                  <a:pt x="152400" y="1447800"/>
                </a:lnTo>
                <a:lnTo>
                  <a:pt x="104775" y="1419225"/>
                </a:lnTo>
                <a:lnTo>
                  <a:pt x="85725" y="1390650"/>
                </a:lnTo>
                <a:lnTo>
                  <a:pt x="66675" y="1352550"/>
                </a:lnTo>
                <a:lnTo>
                  <a:pt x="28575" y="1314450"/>
                </a:lnTo>
                <a:lnTo>
                  <a:pt x="28575" y="1266825"/>
                </a:lnTo>
                <a:lnTo>
                  <a:pt x="0" y="1266825"/>
                </a:lnTo>
                <a:lnTo>
                  <a:pt x="0" y="1228725"/>
                </a:lnTo>
                <a:lnTo>
                  <a:pt x="47625" y="1228725"/>
                </a:lnTo>
                <a:lnTo>
                  <a:pt x="66675" y="1209675"/>
                </a:lnTo>
                <a:lnTo>
                  <a:pt x="76200" y="1219200"/>
                </a:lnTo>
                <a:lnTo>
                  <a:pt x="85725" y="1181100"/>
                </a:lnTo>
                <a:lnTo>
                  <a:pt x="114300" y="1162050"/>
                </a:lnTo>
                <a:lnTo>
                  <a:pt x="114300" y="1143000"/>
                </a:lnTo>
                <a:lnTo>
                  <a:pt x="123825" y="1133475"/>
                </a:lnTo>
                <a:lnTo>
                  <a:pt x="123825" y="1133475"/>
                </a:lnTo>
                <a:lnTo>
                  <a:pt x="180975" y="1114425"/>
                </a:lnTo>
                <a:lnTo>
                  <a:pt x="180975" y="1095375"/>
                </a:lnTo>
                <a:lnTo>
                  <a:pt x="200025" y="1057275"/>
                </a:lnTo>
                <a:lnTo>
                  <a:pt x="219075" y="1057275"/>
                </a:lnTo>
                <a:lnTo>
                  <a:pt x="238125" y="1028700"/>
                </a:lnTo>
                <a:lnTo>
                  <a:pt x="285750" y="1000125"/>
                </a:lnTo>
                <a:lnTo>
                  <a:pt x="285750" y="1019175"/>
                </a:lnTo>
                <a:lnTo>
                  <a:pt x="285750" y="971550"/>
                </a:lnTo>
                <a:lnTo>
                  <a:pt x="304800" y="962025"/>
                </a:lnTo>
                <a:lnTo>
                  <a:pt x="314325" y="962025"/>
                </a:lnTo>
                <a:lnTo>
                  <a:pt x="323850" y="962025"/>
                </a:lnTo>
                <a:lnTo>
                  <a:pt x="352425" y="942975"/>
                </a:lnTo>
                <a:lnTo>
                  <a:pt x="400050" y="942975"/>
                </a:lnTo>
                <a:lnTo>
                  <a:pt x="419100" y="885825"/>
                </a:lnTo>
                <a:lnTo>
                  <a:pt x="419100" y="876300"/>
                </a:lnTo>
                <a:lnTo>
                  <a:pt x="466725" y="866775"/>
                </a:lnTo>
                <a:lnTo>
                  <a:pt x="466725" y="847725"/>
                </a:lnTo>
                <a:lnTo>
                  <a:pt x="504825" y="828675"/>
                </a:lnTo>
                <a:lnTo>
                  <a:pt x="495300" y="819150"/>
                </a:lnTo>
                <a:lnTo>
                  <a:pt x="514350" y="781050"/>
                </a:lnTo>
                <a:lnTo>
                  <a:pt x="533400" y="790575"/>
                </a:lnTo>
                <a:lnTo>
                  <a:pt x="571500" y="742950"/>
                </a:lnTo>
                <a:lnTo>
                  <a:pt x="590550" y="762000"/>
                </a:lnTo>
                <a:lnTo>
                  <a:pt x="561975" y="790575"/>
                </a:lnTo>
                <a:lnTo>
                  <a:pt x="514350" y="742950"/>
                </a:lnTo>
                <a:lnTo>
                  <a:pt x="542925" y="704850"/>
                </a:lnTo>
                <a:lnTo>
                  <a:pt x="704850" y="723900"/>
                </a:lnTo>
                <a:lnTo>
                  <a:pt x="733425" y="657225"/>
                </a:lnTo>
                <a:lnTo>
                  <a:pt x="714375" y="638175"/>
                </a:lnTo>
                <a:lnTo>
                  <a:pt x="742950" y="571500"/>
                </a:lnTo>
                <a:lnTo>
                  <a:pt x="790575" y="533400"/>
                </a:lnTo>
                <a:lnTo>
                  <a:pt x="866775" y="495300"/>
                </a:lnTo>
                <a:lnTo>
                  <a:pt x="885825" y="476250"/>
                </a:lnTo>
                <a:lnTo>
                  <a:pt x="866775" y="447675"/>
                </a:lnTo>
                <a:lnTo>
                  <a:pt x="838200" y="400050"/>
                </a:lnTo>
                <a:lnTo>
                  <a:pt x="904875" y="361950"/>
                </a:lnTo>
                <a:lnTo>
                  <a:pt x="847725" y="381000"/>
                </a:lnTo>
                <a:lnTo>
                  <a:pt x="847725" y="361950"/>
                </a:lnTo>
                <a:lnTo>
                  <a:pt x="857250" y="295275"/>
                </a:lnTo>
                <a:lnTo>
                  <a:pt x="857250" y="257175"/>
                </a:lnTo>
                <a:lnTo>
                  <a:pt x="923925" y="257175"/>
                </a:lnTo>
                <a:lnTo>
                  <a:pt x="933450" y="247650"/>
                </a:lnTo>
                <a:lnTo>
                  <a:pt x="962025" y="247650"/>
                </a:lnTo>
                <a:lnTo>
                  <a:pt x="952500" y="190500"/>
                </a:lnTo>
                <a:lnTo>
                  <a:pt x="990600" y="200025"/>
                </a:lnTo>
                <a:lnTo>
                  <a:pt x="990600" y="180975"/>
                </a:lnTo>
                <a:lnTo>
                  <a:pt x="1000125" y="142875"/>
                </a:lnTo>
                <a:lnTo>
                  <a:pt x="1019175" y="142875"/>
                </a:lnTo>
                <a:lnTo>
                  <a:pt x="1047750" y="104775"/>
                </a:lnTo>
                <a:lnTo>
                  <a:pt x="1076325" y="123825"/>
                </a:lnTo>
                <a:lnTo>
                  <a:pt x="1095375" y="76200"/>
                </a:lnTo>
                <a:lnTo>
                  <a:pt x="1123950" y="66675"/>
                </a:lnTo>
                <a:lnTo>
                  <a:pt x="1114425" y="19050"/>
                </a:lnTo>
                <a:lnTo>
                  <a:pt x="1123950" y="9525"/>
                </a:lnTo>
                <a:lnTo>
                  <a:pt x="1123950" y="0"/>
                </a:lnTo>
                <a:lnTo>
                  <a:pt x="1123950" y="66675"/>
                </a:lnTo>
                <a:lnTo>
                  <a:pt x="1181100" y="161925"/>
                </a:lnTo>
                <a:lnTo>
                  <a:pt x="1162050" y="142875"/>
                </a:lnTo>
                <a:lnTo>
                  <a:pt x="1181100" y="95250"/>
                </a:lnTo>
                <a:lnTo>
                  <a:pt x="1200150" y="57150"/>
                </a:lnTo>
                <a:lnTo>
                  <a:pt x="1209675" y="95250"/>
                </a:lnTo>
                <a:lnTo>
                  <a:pt x="1257300" y="123825"/>
                </a:lnTo>
                <a:lnTo>
                  <a:pt x="1276350" y="123825"/>
                </a:lnTo>
                <a:lnTo>
                  <a:pt x="1323975" y="219075"/>
                </a:lnTo>
                <a:lnTo>
                  <a:pt x="1352550" y="238125"/>
                </a:lnTo>
                <a:lnTo>
                  <a:pt x="1352550" y="276225"/>
                </a:lnTo>
                <a:lnTo>
                  <a:pt x="1371600" y="323850"/>
                </a:lnTo>
                <a:lnTo>
                  <a:pt x="1390650" y="352425"/>
                </a:lnTo>
                <a:lnTo>
                  <a:pt x="1400175" y="371475"/>
                </a:lnTo>
                <a:lnTo>
                  <a:pt x="1428750" y="409575"/>
                </a:lnTo>
                <a:lnTo>
                  <a:pt x="1438275" y="438150"/>
                </a:lnTo>
                <a:lnTo>
                  <a:pt x="1438275" y="476250"/>
                </a:lnTo>
                <a:lnTo>
                  <a:pt x="1476375" y="523875"/>
                </a:lnTo>
                <a:lnTo>
                  <a:pt x="1495425" y="552450"/>
                </a:lnTo>
                <a:lnTo>
                  <a:pt x="1524000" y="571500"/>
                </a:lnTo>
                <a:lnTo>
                  <a:pt x="1504950" y="628650"/>
                </a:lnTo>
                <a:lnTo>
                  <a:pt x="1533525" y="638175"/>
                </a:lnTo>
                <a:lnTo>
                  <a:pt x="1524000" y="666750"/>
                </a:lnTo>
                <a:lnTo>
                  <a:pt x="1562100" y="695325"/>
                </a:lnTo>
                <a:lnTo>
                  <a:pt x="1600200" y="733425"/>
                </a:lnTo>
                <a:lnTo>
                  <a:pt x="1590675" y="781050"/>
                </a:lnTo>
                <a:lnTo>
                  <a:pt x="1647825" y="809625"/>
                </a:lnTo>
                <a:lnTo>
                  <a:pt x="1666875" y="828675"/>
                </a:lnTo>
                <a:lnTo>
                  <a:pt x="1685925" y="857250"/>
                </a:lnTo>
                <a:lnTo>
                  <a:pt x="1695450" y="885825"/>
                </a:lnTo>
                <a:lnTo>
                  <a:pt x="1733550" y="942975"/>
                </a:lnTo>
                <a:lnTo>
                  <a:pt x="1743075" y="952500"/>
                </a:lnTo>
                <a:lnTo>
                  <a:pt x="1781175" y="962025"/>
                </a:lnTo>
                <a:lnTo>
                  <a:pt x="1762125" y="990600"/>
                </a:lnTo>
                <a:lnTo>
                  <a:pt x="1771650" y="1038225"/>
                </a:lnTo>
                <a:lnTo>
                  <a:pt x="1781175" y="1066800"/>
                </a:lnTo>
                <a:lnTo>
                  <a:pt x="1819275" y="1066800"/>
                </a:lnTo>
                <a:lnTo>
                  <a:pt x="1828800" y="1095375"/>
                </a:lnTo>
                <a:lnTo>
                  <a:pt x="1847850" y="1095375"/>
                </a:lnTo>
                <a:lnTo>
                  <a:pt x="1847850" y="1123950"/>
                </a:lnTo>
                <a:lnTo>
                  <a:pt x="1866900" y="1133475"/>
                </a:lnTo>
                <a:lnTo>
                  <a:pt x="1847850" y="1190625"/>
                </a:lnTo>
                <a:lnTo>
                  <a:pt x="1857375" y="1209675"/>
                </a:lnTo>
                <a:lnTo>
                  <a:pt x="1885950" y="1200150"/>
                </a:lnTo>
                <a:lnTo>
                  <a:pt x="1895475" y="1247775"/>
                </a:lnTo>
                <a:lnTo>
                  <a:pt x="1924050" y="1266825"/>
                </a:lnTo>
                <a:lnTo>
                  <a:pt x="1924050" y="1304925"/>
                </a:lnTo>
                <a:lnTo>
                  <a:pt x="1914525" y="1333500"/>
                </a:lnTo>
                <a:lnTo>
                  <a:pt x="1914525" y="1333500"/>
                </a:lnTo>
                <a:lnTo>
                  <a:pt x="1952625" y="1381125"/>
                </a:lnTo>
                <a:lnTo>
                  <a:pt x="1962150" y="1400175"/>
                </a:lnTo>
                <a:lnTo>
                  <a:pt x="1962150" y="1438275"/>
                </a:lnTo>
                <a:lnTo>
                  <a:pt x="1971675" y="1419225"/>
                </a:lnTo>
                <a:lnTo>
                  <a:pt x="1990725" y="1485900"/>
                </a:lnTo>
                <a:lnTo>
                  <a:pt x="2028825" y="1485900"/>
                </a:lnTo>
                <a:lnTo>
                  <a:pt x="2028825" y="1524000"/>
                </a:lnTo>
                <a:lnTo>
                  <a:pt x="2047875" y="1514475"/>
                </a:lnTo>
                <a:lnTo>
                  <a:pt x="2057400" y="1562100"/>
                </a:lnTo>
                <a:lnTo>
                  <a:pt x="2047875" y="1590675"/>
                </a:lnTo>
                <a:lnTo>
                  <a:pt x="2076450" y="1590675"/>
                </a:lnTo>
                <a:lnTo>
                  <a:pt x="2095500" y="1619250"/>
                </a:lnTo>
                <a:lnTo>
                  <a:pt x="2133600" y="1657350"/>
                </a:lnTo>
                <a:lnTo>
                  <a:pt x="2114550" y="1657350"/>
                </a:lnTo>
                <a:lnTo>
                  <a:pt x="2133600" y="1704975"/>
                </a:lnTo>
                <a:lnTo>
                  <a:pt x="2152650" y="1590675"/>
                </a:lnTo>
                <a:lnTo>
                  <a:pt x="2152650" y="1666875"/>
                </a:lnTo>
                <a:lnTo>
                  <a:pt x="2076450" y="1685925"/>
                </a:lnTo>
                <a:lnTo>
                  <a:pt x="2000250" y="1800225"/>
                </a:lnTo>
                <a:lnTo>
                  <a:pt x="1952625" y="1819275"/>
                </a:lnTo>
                <a:lnTo>
                  <a:pt x="2019300" y="1762125"/>
                </a:lnTo>
                <a:lnTo>
                  <a:pt x="1962150" y="1809750"/>
                </a:lnTo>
                <a:lnTo>
                  <a:pt x="2066925" y="1809750"/>
                </a:lnTo>
                <a:lnTo>
                  <a:pt x="1990725" y="1781175"/>
                </a:lnTo>
                <a:lnTo>
                  <a:pt x="1962150" y="1866900"/>
                </a:lnTo>
                <a:lnTo>
                  <a:pt x="1962150" y="1847850"/>
                </a:lnTo>
                <a:lnTo>
                  <a:pt x="1990725" y="1876425"/>
                </a:lnTo>
                <a:lnTo>
                  <a:pt x="1952625" y="1876425"/>
                </a:lnTo>
                <a:lnTo>
                  <a:pt x="1952625" y="1914525"/>
                </a:lnTo>
                <a:lnTo>
                  <a:pt x="1971675" y="1885950"/>
                </a:lnTo>
                <a:lnTo>
                  <a:pt x="1924050" y="1914525"/>
                </a:lnTo>
                <a:lnTo>
                  <a:pt x="1905000" y="1952625"/>
                </a:lnTo>
                <a:lnTo>
                  <a:pt x="1857375" y="1933575"/>
                </a:lnTo>
                <a:lnTo>
                  <a:pt x="1819275" y="1924050"/>
                </a:lnTo>
                <a:lnTo>
                  <a:pt x="1819275" y="2000250"/>
                </a:lnTo>
                <a:lnTo>
                  <a:pt x="1819275" y="2028825"/>
                </a:lnTo>
                <a:lnTo>
                  <a:pt x="1762125" y="2047875"/>
                </a:lnTo>
                <a:lnTo>
                  <a:pt x="1752600" y="2047875"/>
                </a:lnTo>
                <a:lnTo>
                  <a:pt x="1724025" y="2105025"/>
                </a:lnTo>
                <a:lnTo>
                  <a:pt x="1685925" y="2124075"/>
                </a:lnTo>
                <a:lnTo>
                  <a:pt x="1695450" y="2143125"/>
                </a:lnTo>
                <a:lnTo>
                  <a:pt x="1714500" y="2152650"/>
                </a:lnTo>
                <a:lnTo>
                  <a:pt x="1704975" y="2171700"/>
                </a:lnTo>
                <a:lnTo>
                  <a:pt x="1695450" y="2181225"/>
                </a:lnTo>
                <a:lnTo>
                  <a:pt x="1685925" y="2209800"/>
                </a:lnTo>
                <a:lnTo>
                  <a:pt x="1657350" y="2219325"/>
                </a:lnTo>
                <a:lnTo>
                  <a:pt x="1647825" y="2247900"/>
                </a:lnTo>
                <a:lnTo>
                  <a:pt x="1619250" y="2257425"/>
                </a:lnTo>
                <a:lnTo>
                  <a:pt x="1600200" y="2305050"/>
                </a:lnTo>
                <a:lnTo>
                  <a:pt x="1590675" y="2324100"/>
                </a:lnTo>
                <a:lnTo>
                  <a:pt x="1571625" y="2333625"/>
                </a:lnTo>
                <a:lnTo>
                  <a:pt x="1552575" y="2324100"/>
                </a:lnTo>
                <a:lnTo>
                  <a:pt x="1514475" y="2362200"/>
                </a:lnTo>
                <a:lnTo>
                  <a:pt x="1504950" y="2381250"/>
                </a:lnTo>
                <a:lnTo>
                  <a:pt x="1476375" y="2400300"/>
                </a:lnTo>
                <a:lnTo>
                  <a:pt x="1447800" y="2409825"/>
                </a:lnTo>
                <a:lnTo>
                  <a:pt x="1457325" y="2409825"/>
                </a:lnTo>
                <a:lnTo>
                  <a:pt x="1409700" y="2419350"/>
                </a:lnTo>
                <a:lnTo>
                  <a:pt x="1419225" y="2438400"/>
                </a:lnTo>
                <a:lnTo>
                  <a:pt x="1400175" y="2457450"/>
                </a:lnTo>
                <a:lnTo>
                  <a:pt x="1371600" y="2486025"/>
                </a:lnTo>
                <a:lnTo>
                  <a:pt x="1371600" y="2514600"/>
                </a:lnTo>
                <a:lnTo>
                  <a:pt x="1333500" y="2543175"/>
                </a:lnTo>
                <a:lnTo>
                  <a:pt x="1314450" y="2552700"/>
                </a:lnTo>
                <a:lnTo>
                  <a:pt x="1323975" y="2581275"/>
                </a:lnTo>
                <a:lnTo>
                  <a:pt x="1314450" y="2600325"/>
                </a:lnTo>
                <a:lnTo>
                  <a:pt x="1285875" y="2619375"/>
                </a:lnTo>
                <a:lnTo>
                  <a:pt x="1257300" y="2628900"/>
                </a:lnTo>
                <a:lnTo>
                  <a:pt x="1228725" y="2657475"/>
                </a:lnTo>
                <a:lnTo>
                  <a:pt x="1200150" y="2647950"/>
                </a:lnTo>
                <a:lnTo>
                  <a:pt x="1200150" y="2676525"/>
                </a:lnTo>
                <a:lnTo>
                  <a:pt x="1181100" y="2686050"/>
                </a:lnTo>
                <a:lnTo>
                  <a:pt x="1162050" y="2724150"/>
                </a:lnTo>
                <a:lnTo>
                  <a:pt x="1143000" y="2714625"/>
                </a:lnTo>
                <a:lnTo>
                  <a:pt x="1123950" y="2743200"/>
                </a:lnTo>
                <a:lnTo>
                  <a:pt x="1095375" y="2752725"/>
                </a:lnTo>
                <a:lnTo>
                  <a:pt x="1095375" y="2781300"/>
                </a:lnTo>
                <a:lnTo>
                  <a:pt x="1085850" y="2790825"/>
                </a:lnTo>
                <a:close/>
              </a:path>
            </a:pathLst>
          </a:custGeom>
          <a:solidFill>
            <a:srgbClr val="14729E">
              <a:alpha val="11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1649075" y="3238500"/>
            <a:ext cx="2457450" cy="3286125"/>
          </a:xfrm>
          <a:custGeom>
            <a:avLst/>
            <a:gdLst/>
            <a:ahLst/>
            <a:cxnLst/>
            <a:rect l="l" t="t" r="r" b="b"/>
            <a:pathLst>
              <a:path w="2457450" h="3286125">
                <a:moveTo>
                  <a:pt x="1219200" y="3286125"/>
                </a:moveTo>
                <a:lnTo>
                  <a:pt x="1190625" y="3276600"/>
                </a:lnTo>
                <a:lnTo>
                  <a:pt x="1162050" y="3238500"/>
                </a:lnTo>
                <a:lnTo>
                  <a:pt x="1162050" y="3238500"/>
                </a:lnTo>
                <a:lnTo>
                  <a:pt x="1133475" y="3209925"/>
                </a:lnTo>
                <a:lnTo>
                  <a:pt x="1133475" y="3152775"/>
                </a:lnTo>
                <a:lnTo>
                  <a:pt x="1104900" y="3143250"/>
                </a:lnTo>
                <a:lnTo>
                  <a:pt x="1085850" y="3105150"/>
                </a:lnTo>
                <a:lnTo>
                  <a:pt x="1076325" y="3095625"/>
                </a:lnTo>
                <a:lnTo>
                  <a:pt x="1028700" y="3038475"/>
                </a:lnTo>
                <a:lnTo>
                  <a:pt x="1009650" y="3019425"/>
                </a:lnTo>
                <a:lnTo>
                  <a:pt x="1000125" y="3000375"/>
                </a:lnTo>
                <a:lnTo>
                  <a:pt x="990600" y="2962275"/>
                </a:lnTo>
                <a:lnTo>
                  <a:pt x="942975" y="2952750"/>
                </a:lnTo>
                <a:lnTo>
                  <a:pt x="933450" y="2914650"/>
                </a:lnTo>
                <a:lnTo>
                  <a:pt x="923925" y="2914650"/>
                </a:lnTo>
                <a:lnTo>
                  <a:pt x="895350" y="2886075"/>
                </a:lnTo>
                <a:lnTo>
                  <a:pt x="876300" y="2876550"/>
                </a:lnTo>
                <a:lnTo>
                  <a:pt x="847725" y="2828925"/>
                </a:lnTo>
                <a:lnTo>
                  <a:pt x="828675" y="2800350"/>
                </a:lnTo>
                <a:lnTo>
                  <a:pt x="819150" y="2800350"/>
                </a:lnTo>
                <a:lnTo>
                  <a:pt x="790575" y="2781300"/>
                </a:lnTo>
                <a:lnTo>
                  <a:pt x="762000" y="2752725"/>
                </a:lnTo>
                <a:lnTo>
                  <a:pt x="742950" y="2733675"/>
                </a:lnTo>
                <a:lnTo>
                  <a:pt x="733425" y="2705100"/>
                </a:lnTo>
                <a:lnTo>
                  <a:pt x="695325" y="2695575"/>
                </a:lnTo>
                <a:lnTo>
                  <a:pt x="666750" y="2657475"/>
                </a:lnTo>
                <a:lnTo>
                  <a:pt x="666750" y="2638425"/>
                </a:lnTo>
                <a:lnTo>
                  <a:pt x="638175" y="2638425"/>
                </a:lnTo>
                <a:lnTo>
                  <a:pt x="638175" y="2571750"/>
                </a:lnTo>
                <a:lnTo>
                  <a:pt x="609600" y="2571750"/>
                </a:lnTo>
                <a:lnTo>
                  <a:pt x="571500" y="2562225"/>
                </a:lnTo>
                <a:lnTo>
                  <a:pt x="561975" y="2533650"/>
                </a:lnTo>
                <a:lnTo>
                  <a:pt x="590550" y="2381250"/>
                </a:lnTo>
                <a:lnTo>
                  <a:pt x="600075" y="2419350"/>
                </a:lnTo>
                <a:lnTo>
                  <a:pt x="581025" y="2428875"/>
                </a:lnTo>
                <a:lnTo>
                  <a:pt x="571500" y="2428875"/>
                </a:lnTo>
                <a:lnTo>
                  <a:pt x="561975" y="2390775"/>
                </a:lnTo>
                <a:lnTo>
                  <a:pt x="561975" y="2333625"/>
                </a:lnTo>
                <a:lnTo>
                  <a:pt x="495300" y="2324100"/>
                </a:lnTo>
                <a:lnTo>
                  <a:pt x="476250" y="2286000"/>
                </a:lnTo>
                <a:lnTo>
                  <a:pt x="457200" y="2257425"/>
                </a:lnTo>
                <a:lnTo>
                  <a:pt x="371475" y="2238375"/>
                </a:lnTo>
                <a:lnTo>
                  <a:pt x="419100" y="2171700"/>
                </a:lnTo>
                <a:lnTo>
                  <a:pt x="390525" y="2171700"/>
                </a:lnTo>
                <a:lnTo>
                  <a:pt x="371475" y="2143125"/>
                </a:lnTo>
                <a:lnTo>
                  <a:pt x="342900" y="2114550"/>
                </a:lnTo>
                <a:lnTo>
                  <a:pt x="323850" y="2095500"/>
                </a:lnTo>
                <a:lnTo>
                  <a:pt x="285750" y="2057400"/>
                </a:lnTo>
                <a:lnTo>
                  <a:pt x="304800" y="2057400"/>
                </a:lnTo>
                <a:lnTo>
                  <a:pt x="285750" y="2028825"/>
                </a:lnTo>
                <a:lnTo>
                  <a:pt x="247650" y="1943100"/>
                </a:lnTo>
                <a:lnTo>
                  <a:pt x="238125" y="1933575"/>
                </a:lnTo>
                <a:lnTo>
                  <a:pt x="228600" y="1866900"/>
                </a:lnTo>
                <a:lnTo>
                  <a:pt x="228600" y="1847850"/>
                </a:lnTo>
                <a:lnTo>
                  <a:pt x="209550" y="1790700"/>
                </a:lnTo>
                <a:lnTo>
                  <a:pt x="190500" y="1790700"/>
                </a:lnTo>
                <a:lnTo>
                  <a:pt x="152400" y="1733550"/>
                </a:lnTo>
                <a:lnTo>
                  <a:pt x="161925" y="1695450"/>
                </a:lnTo>
                <a:lnTo>
                  <a:pt x="123825" y="1676400"/>
                </a:lnTo>
                <a:lnTo>
                  <a:pt x="95250" y="1619250"/>
                </a:lnTo>
                <a:lnTo>
                  <a:pt x="95250" y="1590675"/>
                </a:lnTo>
                <a:lnTo>
                  <a:pt x="57150" y="1562100"/>
                </a:lnTo>
                <a:lnTo>
                  <a:pt x="19050" y="1524000"/>
                </a:lnTo>
                <a:lnTo>
                  <a:pt x="0" y="1485900"/>
                </a:lnTo>
                <a:lnTo>
                  <a:pt x="9525" y="1457325"/>
                </a:lnTo>
                <a:lnTo>
                  <a:pt x="66675" y="1495425"/>
                </a:lnTo>
                <a:lnTo>
                  <a:pt x="66675" y="1447800"/>
                </a:lnTo>
                <a:lnTo>
                  <a:pt x="85725" y="1438275"/>
                </a:lnTo>
                <a:lnTo>
                  <a:pt x="104775" y="1409700"/>
                </a:lnTo>
                <a:lnTo>
                  <a:pt x="104775" y="1371600"/>
                </a:lnTo>
                <a:lnTo>
                  <a:pt x="114300" y="1362075"/>
                </a:lnTo>
                <a:lnTo>
                  <a:pt x="152400" y="1333500"/>
                </a:lnTo>
                <a:lnTo>
                  <a:pt x="161925" y="1314450"/>
                </a:lnTo>
                <a:lnTo>
                  <a:pt x="180975" y="1314450"/>
                </a:lnTo>
                <a:lnTo>
                  <a:pt x="200025" y="1295400"/>
                </a:lnTo>
                <a:lnTo>
                  <a:pt x="209550" y="1247775"/>
                </a:lnTo>
                <a:lnTo>
                  <a:pt x="257175" y="1228725"/>
                </a:lnTo>
                <a:lnTo>
                  <a:pt x="266700" y="1209675"/>
                </a:lnTo>
                <a:lnTo>
                  <a:pt x="285750" y="1190625"/>
                </a:lnTo>
                <a:lnTo>
                  <a:pt x="314325" y="1181100"/>
                </a:lnTo>
                <a:lnTo>
                  <a:pt x="314325" y="1171575"/>
                </a:lnTo>
                <a:lnTo>
                  <a:pt x="342900" y="1162050"/>
                </a:lnTo>
                <a:lnTo>
                  <a:pt x="371475" y="1143000"/>
                </a:lnTo>
                <a:lnTo>
                  <a:pt x="390525" y="1123950"/>
                </a:lnTo>
                <a:lnTo>
                  <a:pt x="419100" y="1104900"/>
                </a:lnTo>
                <a:lnTo>
                  <a:pt x="428625" y="1076325"/>
                </a:lnTo>
                <a:lnTo>
                  <a:pt x="476250" y="1066800"/>
                </a:lnTo>
                <a:lnTo>
                  <a:pt x="485775" y="1057275"/>
                </a:lnTo>
                <a:lnTo>
                  <a:pt x="495300" y="1047750"/>
                </a:lnTo>
                <a:lnTo>
                  <a:pt x="514350" y="990600"/>
                </a:lnTo>
                <a:lnTo>
                  <a:pt x="542925" y="1000125"/>
                </a:lnTo>
                <a:lnTo>
                  <a:pt x="542925" y="962025"/>
                </a:lnTo>
                <a:lnTo>
                  <a:pt x="571500" y="962025"/>
                </a:lnTo>
                <a:lnTo>
                  <a:pt x="590550" y="933450"/>
                </a:lnTo>
                <a:lnTo>
                  <a:pt x="628650" y="895350"/>
                </a:lnTo>
                <a:lnTo>
                  <a:pt x="638175" y="914400"/>
                </a:lnTo>
                <a:lnTo>
                  <a:pt x="685800" y="895350"/>
                </a:lnTo>
                <a:lnTo>
                  <a:pt x="762000" y="819150"/>
                </a:lnTo>
                <a:lnTo>
                  <a:pt x="714375" y="847725"/>
                </a:lnTo>
                <a:lnTo>
                  <a:pt x="771525" y="828675"/>
                </a:lnTo>
                <a:lnTo>
                  <a:pt x="790575" y="771525"/>
                </a:lnTo>
                <a:lnTo>
                  <a:pt x="800100" y="704850"/>
                </a:lnTo>
                <a:lnTo>
                  <a:pt x="866775" y="695325"/>
                </a:lnTo>
                <a:lnTo>
                  <a:pt x="914400" y="647700"/>
                </a:lnTo>
                <a:lnTo>
                  <a:pt x="962025" y="600075"/>
                </a:lnTo>
                <a:lnTo>
                  <a:pt x="952500" y="542925"/>
                </a:lnTo>
                <a:lnTo>
                  <a:pt x="942975" y="504825"/>
                </a:lnTo>
                <a:lnTo>
                  <a:pt x="990600" y="514350"/>
                </a:lnTo>
                <a:lnTo>
                  <a:pt x="990600" y="514350"/>
                </a:lnTo>
                <a:lnTo>
                  <a:pt x="1000125" y="466725"/>
                </a:lnTo>
                <a:lnTo>
                  <a:pt x="1009650" y="390525"/>
                </a:lnTo>
                <a:lnTo>
                  <a:pt x="990600" y="390525"/>
                </a:lnTo>
                <a:lnTo>
                  <a:pt x="1038225" y="323850"/>
                </a:lnTo>
                <a:lnTo>
                  <a:pt x="1076325" y="314325"/>
                </a:lnTo>
                <a:lnTo>
                  <a:pt x="1047750" y="304800"/>
                </a:lnTo>
                <a:lnTo>
                  <a:pt x="1085850" y="304800"/>
                </a:lnTo>
                <a:lnTo>
                  <a:pt x="1104900" y="266700"/>
                </a:lnTo>
                <a:lnTo>
                  <a:pt x="1114425" y="238125"/>
                </a:lnTo>
                <a:lnTo>
                  <a:pt x="1133475" y="209550"/>
                </a:lnTo>
                <a:lnTo>
                  <a:pt x="1152525" y="209550"/>
                </a:lnTo>
                <a:lnTo>
                  <a:pt x="1181100" y="161925"/>
                </a:lnTo>
                <a:lnTo>
                  <a:pt x="1219200" y="180975"/>
                </a:lnTo>
                <a:lnTo>
                  <a:pt x="1209675" y="123825"/>
                </a:lnTo>
                <a:lnTo>
                  <a:pt x="1219200" y="123825"/>
                </a:lnTo>
                <a:lnTo>
                  <a:pt x="1266825" y="95250"/>
                </a:lnTo>
                <a:lnTo>
                  <a:pt x="1257300" y="47625"/>
                </a:lnTo>
                <a:lnTo>
                  <a:pt x="1266825" y="47625"/>
                </a:lnTo>
                <a:lnTo>
                  <a:pt x="1304925" y="9525"/>
                </a:lnTo>
                <a:lnTo>
                  <a:pt x="1276350" y="0"/>
                </a:lnTo>
                <a:lnTo>
                  <a:pt x="1276350" y="38100"/>
                </a:lnTo>
                <a:lnTo>
                  <a:pt x="1333500" y="95250"/>
                </a:lnTo>
                <a:lnTo>
                  <a:pt x="1371600" y="133350"/>
                </a:lnTo>
                <a:lnTo>
                  <a:pt x="1390650" y="161925"/>
                </a:lnTo>
                <a:lnTo>
                  <a:pt x="1400175" y="133350"/>
                </a:lnTo>
                <a:lnTo>
                  <a:pt x="1466850" y="171450"/>
                </a:lnTo>
                <a:lnTo>
                  <a:pt x="1476375" y="161925"/>
                </a:lnTo>
                <a:lnTo>
                  <a:pt x="1485900" y="180975"/>
                </a:lnTo>
                <a:lnTo>
                  <a:pt x="1495425" y="238125"/>
                </a:lnTo>
                <a:lnTo>
                  <a:pt x="1514475" y="333375"/>
                </a:lnTo>
                <a:lnTo>
                  <a:pt x="1562100" y="400050"/>
                </a:lnTo>
                <a:lnTo>
                  <a:pt x="1581150" y="457200"/>
                </a:lnTo>
                <a:lnTo>
                  <a:pt x="1628775" y="457200"/>
                </a:lnTo>
                <a:lnTo>
                  <a:pt x="1628775" y="504825"/>
                </a:lnTo>
                <a:lnTo>
                  <a:pt x="1638300" y="561975"/>
                </a:lnTo>
                <a:lnTo>
                  <a:pt x="1666875" y="590550"/>
                </a:lnTo>
                <a:lnTo>
                  <a:pt x="1695450" y="581025"/>
                </a:lnTo>
                <a:lnTo>
                  <a:pt x="1685925" y="609600"/>
                </a:lnTo>
                <a:lnTo>
                  <a:pt x="1733550" y="666750"/>
                </a:lnTo>
                <a:lnTo>
                  <a:pt x="1724025" y="742950"/>
                </a:lnTo>
                <a:lnTo>
                  <a:pt x="1771650" y="742950"/>
                </a:lnTo>
                <a:lnTo>
                  <a:pt x="1752600" y="819150"/>
                </a:lnTo>
                <a:lnTo>
                  <a:pt x="1800225" y="809625"/>
                </a:lnTo>
                <a:lnTo>
                  <a:pt x="1781175" y="876300"/>
                </a:lnTo>
                <a:lnTo>
                  <a:pt x="1828800" y="914400"/>
                </a:lnTo>
                <a:lnTo>
                  <a:pt x="1857375" y="933450"/>
                </a:lnTo>
                <a:lnTo>
                  <a:pt x="1905000" y="981075"/>
                </a:lnTo>
                <a:lnTo>
                  <a:pt x="1933575" y="1009650"/>
                </a:lnTo>
                <a:lnTo>
                  <a:pt x="1962150" y="1057275"/>
                </a:lnTo>
                <a:lnTo>
                  <a:pt x="1981200" y="1066800"/>
                </a:lnTo>
                <a:lnTo>
                  <a:pt x="1990725" y="1114425"/>
                </a:lnTo>
                <a:lnTo>
                  <a:pt x="2028825" y="1162050"/>
                </a:lnTo>
                <a:lnTo>
                  <a:pt x="2038350" y="1200150"/>
                </a:lnTo>
                <a:lnTo>
                  <a:pt x="2057400" y="1190625"/>
                </a:lnTo>
                <a:lnTo>
                  <a:pt x="2085975" y="1238250"/>
                </a:lnTo>
                <a:lnTo>
                  <a:pt x="2085975" y="1285875"/>
                </a:lnTo>
                <a:lnTo>
                  <a:pt x="2076450" y="1285875"/>
                </a:lnTo>
                <a:lnTo>
                  <a:pt x="2095500" y="1323975"/>
                </a:lnTo>
                <a:lnTo>
                  <a:pt x="2143125" y="1314450"/>
                </a:lnTo>
                <a:lnTo>
                  <a:pt x="2162175" y="1352550"/>
                </a:lnTo>
                <a:lnTo>
                  <a:pt x="2152650" y="1400175"/>
                </a:lnTo>
                <a:lnTo>
                  <a:pt x="2171700" y="1419225"/>
                </a:lnTo>
                <a:lnTo>
                  <a:pt x="2171700" y="1438275"/>
                </a:lnTo>
                <a:lnTo>
                  <a:pt x="2200275" y="1457325"/>
                </a:lnTo>
                <a:lnTo>
                  <a:pt x="2200275" y="1504950"/>
                </a:lnTo>
                <a:lnTo>
                  <a:pt x="2219325" y="1514475"/>
                </a:lnTo>
                <a:lnTo>
                  <a:pt x="2238375" y="1571625"/>
                </a:lnTo>
                <a:lnTo>
                  <a:pt x="2257425" y="1600200"/>
                </a:lnTo>
                <a:lnTo>
                  <a:pt x="2238375" y="1609725"/>
                </a:lnTo>
                <a:lnTo>
                  <a:pt x="2286000" y="1666875"/>
                </a:lnTo>
                <a:lnTo>
                  <a:pt x="2266950" y="1657350"/>
                </a:lnTo>
                <a:lnTo>
                  <a:pt x="2305050" y="1704975"/>
                </a:lnTo>
                <a:lnTo>
                  <a:pt x="2314575" y="1724025"/>
                </a:lnTo>
                <a:lnTo>
                  <a:pt x="2324100" y="1743075"/>
                </a:lnTo>
                <a:lnTo>
                  <a:pt x="2343150" y="1762125"/>
                </a:lnTo>
                <a:lnTo>
                  <a:pt x="2343150" y="1800225"/>
                </a:lnTo>
                <a:lnTo>
                  <a:pt x="2362200" y="1828800"/>
                </a:lnTo>
                <a:lnTo>
                  <a:pt x="2371725" y="1838325"/>
                </a:lnTo>
                <a:lnTo>
                  <a:pt x="2390775" y="1885950"/>
                </a:lnTo>
                <a:lnTo>
                  <a:pt x="2428875" y="1895475"/>
                </a:lnTo>
                <a:lnTo>
                  <a:pt x="2438400" y="1924050"/>
                </a:lnTo>
                <a:lnTo>
                  <a:pt x="2457450" y="1962150"/>
                </a:lnTo>
                <a:lnTo>
                  <a:pt x="2457450" y="1971675"/>
                </a:lnTo>
                <a:lnTo>
                  <a:pt x="2333625" y="2162175"/>
                </a:lnTo>
                <a:lnTo>
                  <a:pt x="2286000" y="2095500"/>
                </a:lnTo>
                <a:lnTo>
                  <a:pt x="2295525" y="2114550"/>
                </a:lnTo>
                <a:lnTo>
                  <a:pt x="2295525" y="2152650"/>
                </a:lnTo>
                <a:lnTo>
                  <a:pt x="2295525" y="2047875"/>
                </a:lnTo>
                <a:lnTo>
                  <a:pt x="2286000" y="2114550"/>
                </a:lnTo>
                <a:lnTo>
                  <a:pt x="2305050" y="2095500"/>
                </a:lnTo>
                <a:lnTo>
                  <a:pt x="2371725" y="2105025"/>
                </a:lnTo>
                <a:lnTo>
                  <a:pt x="2438400" y="2133600"/>
                </a:lnTo>
                <a:lnTo>
                  <a:pt x="2381250" y="2200275"/>
                </a:lnTo>
                <a:lnTo>
                  <a:pt x="2314575" y="2247900"/>
                </a:lnTo>
                <a:lnTo>
                  <a:pt x="2295525" y="2209800"/>
                </a:lnTo>
                <a:lnTo>
                  <a:pt x="2286000" y="2238375"/>
                </a:lnTo>
                <a:lnTo>
                  <a:pt x="2266950" y="2266950"/>
                </a:lnTo>
                <a:lnTo>
                  <a:pt x="2257425" y="2276475"/>
                </a:lnTo>
                <a:lnTo>
                  <a:pt x="2238375" y="2228850"/>
                </a:lnTo>
                <a:lnTo>
                  <a:pt x="2238375" y="2219325"/>
                </a:lnTo>
                <a:lnTo>
                  <a:pt x="2124075" y="2266950"/>
                </a:lnTo>
                <a:lnTo>
                  <a:pt x="2114550" y="2314575"/>
                </a:lnTo>
                <a:lnTo>
                  <a:pt x="2085975" y="2324100"/>
                </a:lnTo>
                <a:lnTo>
                  <a:pt x="2038350" y="2400300"/>
                </a:lnTo>
                <a:lnTo>
                  <a:pt x="2047875" y="2390775"/>
                </a:lnTo>
                <a:lnTo>
                  <a:pt x="2019300" y="2419350"/>
                </a:lnTo>
                <a:lnTo>
                  <a:pt x="1971675" y="2447925"/>
                </a:lnTo>
                <a:lnTo>
                  <a:pt x="1971675" y="2505075"/>
                </a:lnTo>
                <a:lnTo>
                  <a:pt x="1981200" y="2514600"/>
                </a:lnTo>
                <a:lnTo>
                  <a:pt x="1990725" y="2562225"/>
                </a:lnTo>
                <a:lnTo>
                  <a:pt x="1971675" y="2533650"/>
                </a:lnTo>
                <a:lnTo>
                  <a:pt x="1933575" y="2562225"/>
                </a:lnTo>
                <a:lnTo>
                  <a:pt x="1943100" y="2562225"/>
                </a:lnTo>
                <a:lnTo>
                  <a:pt x="1914525" y="2609850"/>
                </a:lnTo>
                <a:lnTo>
                  <a:pt x="1885950" y="2600325"/>
                </a:lnTo>
                <a:lnTo>
                  <a:pt x="1847850" y="2638425"/>
                </a:lnTo>
                <a:lnTo>
                  <a:pt x="1866900" y="2667000"/>
                </a:lnTo>
                <a:lnTo>
                  <a:pt x="1857375" y="2705100"/>
                </a:lnTo>
                <a:lnTo>
                  <a:pt x="1828800" y="2705100"/>
                </a:lnTo>
                <a:lnTo>
                  <a:pt x="1800225" y="2724150"/>
                </a:lnTo>
                <a:lnTo>
                  <a:pt x="1771650" y="2762250"/>
                </a:lnTo>
                <a:lnTo>
                  <a:pt x="1733550" y="2771775"/>
                </a:lnTo>
                <a:lnTo>
                  <a:pt x="1733550" y="2781300"/>
                </a:lnTo>
                <a:lnTo>
                  <a:pt x="1685925" y="2790825"/>
                </a:lnTo>
                <a:lnTo>
                  <a:pt x="1657350" y="2819400"/>
                </a:lnTo>
                <a:lnTo>
                  <a:pt x="1638300" y="2857500"/>
                </a:lnTo>
                <a:lnTo>
                  <a:pt x="1638300" y="2867025"/>
                </a:lnTo>
                <a:lnTo>
                  <a:pt x="1619250" y="2895600"/>
                </a:lnTo>
                <a:lnTo>
                  <a:pt x="1571625" y="2895600"/>
                </a:lnTo>
                <a:lnTo>
                  <a:pt x="1552575" y="2943225"/>
                </a:lnTo>
                <a:lnTo>
                  <a:pt x="1543050" y="2971800"/>
                </a:lnTo>
                <a:lnTo>
                  <a:pt x="1514475" y="3000375"/>
                </a:lnTo>
                <a:lnTo>
                  <a:pt x="1504950" y="3000375"/>
                </a:lnTo>
                <a:lnTo>
                  <a:pt x="1485900" y="3028950"/>
                </a:lnTo>
                <a:lnTo>
                  <a:pt x="1457325" y="3048000"/>
                </a:lnTo>
                <a:lnTo>
                  <a:pt x="1428750" y="3067050"/>
                </a:lnTo>
                <a:lnTo>
                  <a:pt x="1409700" y="3086100"/>
                </a:lnTo>
                <a:lnTo>
                  <a:pt x="1390650" y="3105150"/>
                </a:lnTo>
                <a:lnTo>
                  <a:pt x="1362075" y="3124200"/>
                </a:lnTo>
                <a:lnTo>
                  <a:pt x="1362075" y="3152775"/>
                </a:lnTo>
                <a:lnTo>
                  <a:pt x="1323975" y="3190875"/>
                </a:lnTo>
                <a:lnTo>
                  <a:pt x="1285875" y="3200400"/>
                </a:lnTo>
                <a:lnTo>
                  <a:pt x="1295400" y="3209925"/>
                </a:lnTo>
                <a:lnTo>
                  <a:pt x="1266825" y="3219450"/>
                </a:lnTo>
                <a:lnTo>
                  <a:pt x="1257300" y="3238500"/>
                </a:lnTo>
                <a:lnTo>
                  <a:pt x="1228725" y="3257550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1649075" y="3238500"/>
            <a:ext cx="2476500" cy="3295650"/>
          </a:xfrm>
          <a:custGeom>
            <a:avLst/>
            <a:gdLst/>
            <a:ahLst/>
            <a:cxnLst/>
            <a:rect l="l" t="t" r="r" b="b"/>
            <a:pathLst>
              <a:path w="2476500" h="3295650">
                <a:moveTo>
                  <a:pt x="1200150" y="3295650"/>
                </a:moveTo>
                <a:lnTo>
                  <a:pt x="1200150" y="3257550"/>
                </a:lnTo>
                <a:lnTo>
                  <a:pt x="1152525" y="3257550"/>
                </a:lnTo>
                <a:lnTo>
                  <a:pt x="1133475" y="3257550"/>
                </a:lnTo>
                <a:lnTo>
                  <a:pt x="1123950" y="3181350"/>
                </a:lnTo>
                <a:lnTo>
                  <a:pt x="1114425" y="3181350"/>
                </a:lnTo>
                <a:lnTo>
                  <a:pt x="1123950" y="3114675"/>
                </a:lnTo>
                <a:lnTo>
                  <a:pt x="1104900" y="3086100"/>
                </a:lnTo>
                <a:lnTo>
                  <a:pt x="1047750" y="3086100"/>
                </a:lnTo>
                <a:lnTo>
                  <a:pt x="1019175" y="3048000"/>
                </a:lnTo>
                <a:lnTo>
                  <a:pt x="1038225" y="3009900"/>
                </a:lnTo>
                <a:lnTo>
                  <a:pt x="990600" y="2990850"/>
                </a:lnTo>
                <a:lnTo>
                  <a:pt x="971550" y="2952750"/>
                </a:lnTo>
                <a:lnTo>
                  <a:pt x="952500" y="2962275"/>
                </a:lnTo>
                <a:lnTo>
                  <a:pt x="933450" y="2924175"/>
                </a:lnTo>
                <a:lnTo>
                  <a:pt x="923925" y="2886075"/>
                </a:lnTo>
                <a:lnTo>
                  <a:pt x="885825" y="2895600"/>
                </a:lnTo>
                <a:lnTo>
                  <a:pt x="876300" y="2886075"/>
                </a:lnTo>
                <a:lnTo>
                  <a:pt x="828675" y="2819400"/>
                </a:lnTo>
                <a:lnTo>
                  <a:pt x="838200" y="2838450"/>
                </a:lnTo>
                <a:lnTo>
                  <a:pt x="790575" y="2790825"/>
                </a:lnTo>
                <a:lnTo>
                  <a:pt x="790575" y="2781300"/>
                </a:lnTo>
                <a:lnTo>
                  <a:pt x="781050" y="2733675"/>
                </a:lnTo>
                <a:lnTo>
                  <a:pt x="742950" y="2743200"/>
                </a:lnTo>
                <a:lnTo>
                  <a:pt x="733425" y="2705100"/>
                </a:lnTo>
                <a:lnTo>
                  <a:pt x="723900" y="2695575"/>
                </a:lnTo>
                <a:lnTo>
                  <a:pt x="676275" y="2695575"/>
                </a:lnTo>
                <a:lnTo>
                  <a:pt x="647700" y="2628900"/>
                </a:lnTo>
                <a:lnTo>
                  <a:pt x="628650" y="2609850"/>
                </a:lnTo>
                <a:lnTo>
                  <a:pt x="609600" y="2590800"/>
                </a:lnTo>
                <a:lnTo>
                  <a:pt x="600075" y="2581275"/>
                </a:lnTo>
                <a:lnTo>
                  <a:pt x="590550" y="2543175"/>
                </a:lnTo>
                <a:lnTo>
                  <a:pt x="552450" y="2543175"/>
                </a:lnTo>
                <a:lnTo>
                  <a:pt x="552450" y="2505075"/>
                </a:lnTo>
                <a:lnTo>
                  <a:pt x="533400" y="2438400"/>
                </a:lnTo>
                <a:lnTo>
                  <a:pt x="590550" y="2457450"/>
                </a:lnTo>
                <a:lnTo>
                  <a:pt x="590550" y="2409825"/>
                </a:lnTo>
                <a:lnTo>
                  <a:pt x="581025" y="2409825"/>
                </a:lnTo>
                <a:lnTo>
                  <a:pt x="504825" y="2352675"/>
                </a:lnTo>
                <a:lnTo>
                  <a:pt x="466725" y="2352675"/>
                </a:lnTo>
                <a:lnTo>
                  <a:pt x="438150" y="2295525"/>
                </a:lnTo>
                <a:lnTo>
                  <a:pt x="447675" y="2286000"/>
                </a:lnTo>
                <a:lnTo>
                  <a:pt x="466725" y="2219325"/>
                </a:lnTo>
                <a:lnTo>
                  <a:pt x="428625" y="2171700"/>
                </a:lnTo>
                <a:lnTo>
                  <a:pt x="381000" y="2162175"/>
                </a:lnTo>
                <a:lnTo>
                  <a:pt x="371475" y="2171700"/>
                </a:lnTo>
                <a:lnTo>
                  <a:pt x="371475" y="2105025"/>
                </a:lnTo>
                <a:lnTo>
                  <a:pt x="342900" y="2095500"/>
                </a:lnTo>
                <a:lnTo>
                  <a:pt x="314325" y="2057400"/>
                </a:lnTo>
                <a:lnTo>
                  <a:pt x="295275" y="2038350"/>
                </a:lnTo>
                <a:lnTo>
                  <a:pt x="314325" y="2000250"/>
                </a:lnTo>
                <a:lnTo>
                  <a:pt x="266700" y="1952625"/>
                </a:lnTo>
                <a:lnTo>
                  <a:pt x="238125" y="1933575"/>
                </a:lnTo>
                <a:lnTo>
                  <a:pt x="247650" y="1914525"/>
                </a:lnTo>
                <a:lnTo>
                  <a:pt x="219075" y="1885950"/>
                </a:lnTo>
                <a:lnTo>
                  <a:pt x="171450" y="1819275"/>
                </a:lnTo>
                <a:lnTo>
                  <a:pt x="190500" y="1781175"/>
                </a:lnTo>
                <a:lnTo>
                  <a:pt x="161925" y="1733550"/>
                </a:lnTo>
                <a:lnTo>
                  <a:pt x="123825" y="1733550"/>
                </a:lnTo>
                <a:lnTo>
                  <a:pt x="104775" y="1685925"/>
                </a:lnTo>
                <a:lnTo>
                  <a:pt x="76200" y="1647825"/>
                </a:lnTo>
                <a:lnTo>
                  <a:pt x="76200" y="1590675"/>
                </a:lnTo>
                <a:lnTo>
                  <a:pt x="38100" y="1552575"/>
                </a:lnTo>
                <a:lnTo>
                  <a:pt x="0" y="1533525"/>
                </a:lnTo>
                <a:lnTo>
                  <a:pt x="0" y="1485900"/>
                </a:lnTo>
                <a:lnTo>
                  <a:pt x="0" y="1457325"/>
                </a:lnTo>
                <a:lnTo>
                  <a:pt x="28575" y="1438275"/>
                </a:lnTo>
                <a:lnTo>
                  <a:pt x="47625" y="1447800"/>
                </a:lnTo>
                <a:lnTo>
                  <a:pt x="85725" y="1438275"/>
                </a:lnTo>
                <a:lnTo>
                  <a:pt x="57150" y="1409700"/>
                </a:lnTo>
                <a:lnTo>
                  <a:pt x="133350" y="1390650"/>
                </a:lnTo>
                <a:lnTo>
                  <a:pt x="142875" y="1343025"/>
                </a:lnTo>
                <a:lnTo>
                  <a:pt x="142875" y="1323975"/>
                </a:lnTo>
                <a:lnTo>
                  <a:pt x="142875" y="1285875"/>
                </a:lnTo>
                <a:lnTo>
                  <a:pt x="161925" y="1285875"/>
                </a:lnTo>
                <a:lnTo>
                  <a:pt x="209550" y="1285875"/>
                </a:lnTo>
                <a:lnTo>
                  <a:pt x="228600" y="1266825"/>
                </a:lnTo>
                <a:lnTo>
                  <a:pt x="247650" y="1257300"/>
                </a:lnTo>
                <a:lnTo>
                  <a:pt x="247650" y="1219200"/>
                </a:lnTo>
                <a:lnTo>
                  <a:pt x="295275" y="1219200"/>
                </a:lnTo>
                <a:lnTo>
                  <a:pt x="304800" y="1190625"/>
                </a:lnTo>
                <a:lnTo>
                  <a:pt x="304800" y="1171575"/>
                </a:lnTo>
                <a:lnTo>
                  <a:pt x="342900" y="1143000"/>
                </a:lnTo>
                <a:lnTo>
                  <a:pt x="352425" y="1104900"/>
                </a:lnTo>
                <a:lnTo>
                  <a:pt x="381000" y="1114425"/>
                </a:lnTo>
                <a:lnTo>
                  <a:pt x="409575" y="1104900"/>
                </a:lnTo>
                <a:lnTo>
                  <a:pt x="428625" y="1085850"/>
                </a:lnTo>
                <a:lnTo>
                  <a:pt x="476250" y="1047750"/>
                </a:lnTo>
                <a:lnTo>
                  <a:pt x="466725" y="1047750"/>
                </a:lnTo>
                <a:lnTo>
                  <a:pt x="495300" y="1019175"/>
                </a:lnTo>
                <a:lnTo>
                  <a:pt x="542925" y="1019175"/>
                </a:lnTo>
                <a:lnTo>
                  <a:pt x="533400" y="990600"/>
                </a:lnTo>
                <a:lnTo>
                  <a:pt x="571500" y="981075"/>
                </a:lnTo>
                <a:lnTo>
                  <a:pt x="581025" y="952500"/>
                </a:lnTo>
                <a:lnTo>
                  <a:pt x="590550" y="923925"/>
                </a:lnTo>
                <a:lnTo>
                  <a:pt x="628650" y="914400"/>
                </a:lnTo>
                <a:lnTo>
                  <a:pt x="657225" y="876300"/>
                </a:lnTo>
                <a:lnTo>
                  <a:pt x="695325" y="914400"/>
                </a:lnTo>
                <a:lnTo>
                  <a:pt x="676275" y="781050"/>
                </a:lnTo>
                <a:lnTo>
                  <a:pt x="752475" y="809625"/>
                </a:lnTo>
                <a:lnTo>
                  <a:pt x="781050" y="866775"/>
                </a:lnTo>
                <a:lnTo>
                  <a:pt x="762000" y="819150"/>
                </a:lnTo>
                <a:lnTo>
                  <a:pt x="857250" y="800100"/>
                </a:lnTo>
                <a:lnTo>
                  <a:pt x="904875" y="714375"/>
                </a:lnTo>
                <a:lnTo>
                  <a:pt x="914400" y="647700"/>
                </a:lnTo>
                <a:lnTo>
                  <a:pt x="847725" y="542925"/>
                </a:lnTo>
                <a:lnTo>
                  <a:pt x="885825" y="561975"/>
                </a:lnTo>
                <a:lnTo>
                  <a:pt x="923925" y="542925"/>
                </a:lnTo>
                <a:lnTo>
                  <a:pt x="971550" y="495300"/>
                </a:lnTo>
                <a:lnTo>
                  <a:pt x="962025" y="438150"/>
                </a:lnTo>
                <a:lnTo>
                  <a:pt x="981075" y="419100"/>
                </a:lnTo>
                <a:lnTo>
                  <a:pt x="962025" y="390525"/>
                </a:lnTo>
                <a:lnTo>
                  <a:pt x="1000125" y="371475"/>
                </a:lnTo>
                <a:lnTo>
                  <a:pt x="1076325" y="352425"/>
                </a:lnTo>
                <a:lnTo>
                  <a:pt x="1066800" y="333375"/>
                </a:lnTo>
                <a:lnTo>
                  <a:pt x="1076325" y="323850"/>
                </a:lnTo>
                <a:lnTo>
                  <a:pt x="1066800" y="295275"/>
                </a:lnTo>
                <a:lnTo>
                  <a:pt x="1076325" y="266700"/>
                </a:lnTo>
                <a:lnTo>
                  <a:pt x="1114425" y="238125"/>
                </a:lnTo>
                <a:lnTo>
                  <a:pt x="1114425" y="209550"/>
                </a:lnTo>
                <a:lnTo>
                  <a:pt x="1162050" y="200025"/>
                </a:lnTo>
                <a:lnTo>
                  <a:pt x="1171575" y="219075"/>
                </a:lnTo>
                <a:lnTo>
                  <a:pt x="1200150" y="161925"/>
                </a:lnTo>
                <a:lnTo>
                  <a:pt x="1238250" y="142875"/>
                </a:lnTo>
                <a:lnTo>
                  <a:pt x="1247775" y="104775"/>
                </a:lnTo>
                <a:lnTo>
                  <a:pt x="1238250" y="114300"/>
                </a:lnTo>
                <a:lnTo>
                  <a:pt x="1266825" y="76200"/>
                </a:lnTo>
                <a:lnTo>
                  <a:pt x="1266825" y="47625"/>
                </a:lnTo>
                <a:lnTo>
                  <a:pt x="1304925" y="0"/>
                </a:lnTo>
                <a:lnTo>
                  <a:pt x="1323975" y="76200"/>
                </a:lnTo>
                <a:lnTo>
                  <a:pt x="1323975" y="95250"/>
                </a:lnTo>
                <a:lnTo>
                  <a:pt x="1343025" y="114300"/>
                </a:lnTo>
                <a:lnTo>
                  <a:pt x="1371600" y="142875"/>
                </a:lnTo>
                <a:lnTo>
                  <a:pt x="1400175" y="142875"/>
                </a:lnTo>
                <a:lnTo>
                  <a:pt x="1400175" y="104775"/>
                </a:lnTo>
                <a:lnTo>
                  <a:pt x="1466850" y="123825"/>
                </a:lnTo>
                <a:lnTo>
                  <a:pt x="1457325" y="171450"/>
                </a:lnTo>
                <a:lnTo>
                  <a:pt x="1485900" y="276225"/>
                </a:lnTo>
                <a:lnTo>
                  <a:pt x="1524000" y="276225"/>
                </a:lnTo>
                <a:lnTo>
                  <a:pt x="1533525" y="304800"/>
                </a:lnTo>
                <a:lnTo>
                  <a:pt x="1590675" y="390525"/>
                </a:lnTo>
                <a:lnTo>
                  <a:pt x="1590675" y="419100"/>
                </a:lnTo>
                <a:lnTo>
                  <a:pt x="1628775" y="485775"/>
                </a:lnTo>
                <a:lnTo>
                  <a:pt x="1609725" y="504825"/>
                </a:lnTo>
                <a:lnTo>
                  <a:pt x="1638300" y="533400"/>
                </a:lnTo>
                <a:lnTo>
                  <a:pt x="1647825" y="609600"/>
                </a:lnTo>
                <a:lnTo>
                  <a:pt x="1724025" y="628650"/>
                </a:lnTo>
                <a:lnTo>
                  <a:pt x="1724025" y="647700"/>
                </a:lnTo>
                <a:lnTo>
                  <a:pt x="1714500" y="666750"/>
                </a:lnTo>
                <a:lnTo>
                  <a:pt x="1743075" y="714375"/>
                </a:lnTo>
                <a:lnTo>
                  <a:pt x="1733550" y="762000"/>
                </a:lnTo>
                <a:lnTo>
                  <a:pt x="1762125" y="790575"/>
                </a:lnTo>
                <a:lnTo>
                  <a:pt x="1800225" y="819150"/>
                </a:lnTo>
                <a:lnTo>
                  <a:pt x="1819275" y="838200"/>
                </a:lnTo>
                <a:lnTo>
                  <a:pt x="1876425" y="876300"/>
                </a:lnTo>
                <a:lnTo>
                  <a:pt x="1876425" y="923925"/>
                </a:lnTo>
                <a:lnTo>
                  <a:pt x="1924050" y="990600"/>
                </a:lnTo>
                <a:lnTo>
                  <a:pt x="1924050" y="1009650"/>
                </a:lnTo>
                <a:lnTo>
                  <a:pt x="1952625" y="1047750"/>
                </a:lnTo>
                <a:lnTo>
                  <a:pt x="1990725" y="1114425"/>
                </a:lnTo>
                <a:lnTo>
                  <a:pt x="1981200" y="1123950"/>
                </a:lnTo>
                <a:lnTo>
                  <a:pt x="2009775" y="1104900"/>
                </a:lnTo>
                <a:lnTo>
                  <a:pt x="2009775" y="1152525"/>
                </a:lnTo>
                <a:lnTo>
                  <a:pt x="2066925" y="1209675"/>
                </a:lnTo>
                <a:lnTo>
                  <a:pt x="2085975" y="1219200"/>
                </a:lnTo>
                <a:lnTo>
                  <a:pt x="2076450" y="1266825"/>
                </a:lnTo>
                <a:lnTo>
                  <a:pt x="2105025" y="1285875"/>
                </a:lnTo>
                <a:lnTo>
                  <a:pt x="2114550" y="1304925"/>
                </a:lnTo>
                <a:lnTo>
                  <a:pt x="2143125" y="1323975"/>
                </a:lnTo>
                <a:lnTo>
                  <a:pt x="2133600" y="1343025"/>
                </a:lnTo>
                <a:lnTo>
                  <a:pt x="2162175" y="1352550"/>
                </a:lnTo>
                <a:lnTo>
                  <a:pt x="2181225" y="1419225"/>
                </a:lnTo>
                <a:lnTo>
                  <a:pt x="2162175" y="1447800"/>
                </a:lnTo>
                <a:lnTo>
                  <a:pt x="2181225" y="1476375"/>
                </a:lnTo>
                <a:lnTo>
                  <a:pt x="2200275" y="1476375"/>
                </a:lnTo>
                <a:lnTo>
                  <a:pt x="2219325" y="1524000"/>
                </a:lnTo>
                <a:lnTo>
                  <a:pt x="2228850" y="1562100"/>
                </a:lnTo>
                <a:lnTo>
                  <a:pt x="2257425" y="1590675"/>
                </a:lnTo>
                <a:lnTo>
                  <a:pt x="2266950" y="1600200"/>
                </a:lnTo>
                <a:lnTo>
                  <a:pt x="2276475" y="1647825"/>
                </a:lnTo>
                <a:lnTo>
                  <a:pt x="2276475" y="1685925"/>
                </a:lnTo>
                <a:lnTo>
                  <a:pt x="2295525" y="1685925"/>
                </a:lnTo>
                <a:lnTo>
                  <a:pt x="2314575" y="1724025"/>
                </a:lnTo>
                <a:lnTo>
                  <a:pt x="2324100" y="1752600"/>
                </a:lnTo>
                <a:lnTo>
                  <a:pt x="2343150" y="1771650"/>
                </a:lnTo>
                <a:lnTo>
                  <a:pt x="2343150" y="1809750"/>
                </a:lnTo>
                <a:lnTo>
                  <a:pt x="2362200" y="1819275"/>
                </a:lnTo>
                <a:lnTo>
                  <a:pt x="2390775" y="1857375"/>
                </a:lnTo>
                <a:lnTo>
                  <a:pt x="2400300" y="1876425"/>
                </a:lnTo>
                <a:lnTo>
                  <a:pt x="2438400" y="1905000"/>
                </a:lnTo>
                <a:lnTo>
                  <a:pt x="2428875" y="1914525"/>
                </a:lnTo>
                <a:lnTo>
                  <a:pt x="2447925" y="1971675"/>
                </a:lnTo>
                <a:lnTo>
                  <a:pt x="2466975" y="1990725"/>
                </a:lnTo>
                <a:lnTo>
                  <a:pt x="2447925" y="1990725"/>
                </a:lnTo>
                <a:lnTo>
                  <a:pt x="2476500" y="1962150"/>
                </a:lnTo>
                <a:lnTo>
                  <a:pt x="2447925" y="2143125"/>
                </a:lnTo>
                <a:lnTo>
                  <a:pt x="2295525" y="2114550"/>
                </a:lnTo>
                <a:lnTo>
                  <a:pt x="2295525" y="2200275"/>
                </a:lnTo>
                <a:lnTo>
                  <a:pt x="2257425" y="2162175"/>
                </a:lnTo>
                <a:lnTo>
                  <a:pt x="2276475" y="2105025"/>
                </a:lnTo>
                <a:lnTo>
                  <a:pt x="2381250" y="2133600"/>
                </a:lnTo>
                <a:lnTo>
                  <a:pt x="2333625" y="2095500"/>
                </a:lnTo>
                <a:lnTo>
                  <a:pt x="2343150" y="2076450"/>
                </a:lnTo>
                <a:lnTo>
                  <a:pt x="2343150" y="2162175"/>
                </a:lnTo>
                <a:lnTo>
                  <a:pt x="2305050" y="2219325"/>
                </a:lnTo>
                <a:lnTo>
                  <a:pt x="2266950" y="2219325"/>
                </a:lnTo>
                <a:lnTo>
                  <a:pt x="2276475" y="2190750"/>
                </a:lnTo>
                <a:lnTo>
                  <a:pt x="2276475" y="2219325"/>
                </a:lnTo>
                <a:lnTo>
                  <a:pt x="2219325" y="2238375"/>
                </a:lnTo>
                <a:lnTo>
                  <a:pt x="2200275" y="2314575"/>
                </a:lnTo>
                <a:lnTo>
                  <a:pt x="2190750" y="2314575"/>
                </a:lnTo>
                <a:lnTo>
                  <a:pt x="2133600" y="2333625"/>
                </a:lnTo>
                <a:lnTo>
                  <a:pt x="2076450" y="2343150"/>
                </a:lnTo>
                <a:lnTo>
                  <a:pt x="2038350" y="2371725"/>
                </a:lnTo>
                <a:lnTo>
                  <a:pt x="2019300" y="2390775"/>
                </a:lnTo>
                <a:lnTo>
                  <a:pt x="2009775" y="2447925"/>
                </a:lnTo>
                <a:lnTo>
                  <a:pt x="2000250" y="2457450"/>
                </a:lnTo>
                <a:lnTo>
                  <a:pt x="1962150" y="2466975"/>
                </a:lnTo>
                <a:lnTo>
                  <a:pt x="1981200" y="2505075"/>
                </a:lnTo>
                <a:lnTo>
                  <a:pt x="1990725" y="2552700"/>
                </a:lnTo>
                <a:lnTo>
                  <a:pt x="1962150" y="2543175"/>
                </a:lnTo>
                <a:lnTo>
                  <a:pt x="1943100" y="2543175"/>
                </a:lnTo>
                <a:lnTo>
                  <a:pt x="1905000" y="2581275"/>
                </a:lnTo>
                <a:lnTo>
                  <a:pt x="1905000" y="2619375"/>
                </a:lnTo>
                <a:lnTo>
                  <a:pt x="1895475" y="2609850"/>
                </a:lnTo>
                <a:lnTo>
                  <a:pt x="1866900" y="2657475"/>
                </a:lnTo>
                <a:lnTo>
                  <a:pt x="1866900" y="2647950"/>
                </a:lnTo>
                <a:lnTo>
                  <a:pt x="1828800" y="2695575"/>
                </a:lnTo>
                <a:lnTo>
                  <a:pt x="1819275" y="2714625"/>
                </a:lnTo>
                <a:lnTo>
                  <a:pt x="1800225" y="2762250"/>
                </a:lnTo>
                <a:lnTo>
                  <a:pt x="1752600" y="2762250"/>
                </a:lnTo>
                <a:lnTo>
                  <a:pt x="1752600" y="2771775"/>
                </a:lnTo>
                <a:lnTo>
                  <a:pt x="1733550" y="2781300"/>
                </a:lnTo>
                <a:lnTo>
                  <a:pt x="1714500" y="2781300"/>
                </a:lnTo>
                <a:lnTo>
                  <a:pt x="1666875" y="2800350"/>
                </a:lnTo>
                <a:lnTo>
                  <a:pt x="1647825" y="2819400"/>
                </a:lnTo>
                <a:lnTo>
                  <a:pt x="1609725" y="2857500"/>
                </a:lnTo>
                <a:lnTo>
                  <a:pt x="1619250" y="2867025"/>
                </a:lnTo>
                <a:lnTo>
                  <a:pt x="1590675" y="2924175"/>
                </a:lnTo>
                <a:lnTo>
                  <a:pt x="1552575" y="2952750"/>
                </a:lnTo>
                <a:lnTo>
                  <a:pt x="1543050" y="2990850"/>
                </a:lnTo>
                <a:lnTo>
                  <a:pt x="1514475" y="2990850"/>
                </a:lnTo>
                <a:lnTo>
                  <a:pt x="1495425" y="3019425"/>
                </a:lnTo>
                <a:lnTo>
                  <a:pt x="1466850" y="3038475"/>
                </a:lnTo>
                <a:lnTo>
                  <a:pt x="1447800" y="3048000"/>
                </a:lnTo>
                <a:lnTo>
                  <a:pt x="1447800" y="3057525"/>
                </a:lnTo>
                <a:lnTo>
                  <a:pt x="1419225" y="3095625"/>
                </a:lnTo>
                <a:lnTo>
                  <a:pt x="1400175" y="3095625"/>
                </a:lnTo>
                <a:lnTo>
                  <a:pt x="1371600" y="3152775"/>
                </a:lnTo>
                <a:lnTo>
                  <a:pt x="1352550" y="3143250"/>
                </a:lnTo>
                <a:lnTo>
                  <a:pt x="1314450" y="3181350"/>
                </a:lnTo>
                <a:lnTo>
                  <a:pt x="1323975" y="3190875"/>
                </a:lnTo>
                <a:lnTo>
                  <a:pt x="1285875" y="3209925"/>
                </a:lnTo>
                <a:lnTo>
                  <a:pt x="1247775" y="3238500"/>
                </a:lnTo>
                <a:lnTo>
                  <a:pt x="1257300" y="3276600"/>
                </a:lnTo>
                <a:lnTo>
                  <a:pt x="1228725" y="3267075"/>
                </a:lnTo>
                <a:close/>
              </a:path>
            </a:pathLst>
          </a:custGeom>
          <a:solidFill>
            <a:srgbClr val="14729E">
              <a:alpha val="8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1982450" y="4181475"/>
            <a:ext cx="1114425" cy="1476375"/>
          </a:xfrm>
          <a:custGeom>
            <a:avLst/>
            <a:gdLst/>
            <a:ahLst/>
            <a:cxnLst/>
            <a:rect l="l" t="t" r="r" b="b"/>
            <a:pathLst>
              <a:path w="1114425" h="1476375">
                <a:moveTo>
                  <a:pt x="542925" y="1476375"/>
                </a:moveTo>
                <a:lnTo>
                  <a:pt x="533400" y="1457325"/>
                </a:lnTo>
                <a:lnTo>
                  <a:pt x="523875" y="1457325"/>
                </a:lnTo>
                <a:lnTo>
                  <a:pt x="514350" y="1447800"/>
                </a:lnTo>
                <a:lnTo>
                  <a:pt x="523875" y="1428750"/>
                </a:lnTo>
                <a:lnTo>
                  <a:pt x="504825" y="1409700"/>
                </a:lnTo>
                <a:lnTo>
                  <a:pt x="504825" y="1409700"/>
                </a:lnTo>
                <a:lnTo>
                  <a:pt x="495300" y="1400175"/>
                </a:lnTo>
                <a:lnTo>
                  <a:pt x="476250" y="1371600"/>
                </a:lnTo>
                <a:lnTo>
                  <a:pt x="485775" y="1381125"/>
                </a:lnTo>
                <a:lnTo>
                  <a:pt x="457200" y="1362075"/>
                </a:lnTo>
                <a:lnTo>
                  <a:pt x="457200" y="1343025"/>
                </a:lnTo>
                <a:lnTo>
                  <a:pt x="447675" y="1333500"/>
                </a:lnTo>
                <a:lnTo>
                  <a:pt x="438150" y="1304925"/>
                </a:lnTo>
                <a:lnTo>
                  <a:pt x="438150" y="1314450"/>
                </a:lnTo>
                <a:lnTo>
                  <a:pt x="428625" y="1304925"/>
                </a:lnTo>
                <a:lnTo>
                  <a:pt x="409575" y="1295400"/>
                </a:lnTo>
                <a:lnTo>
                  <a:pt x="390525" y="1285875"/>
                </a:lnTo>
                <a:lnTo>
                  <a:pt x="390525" y="1295400"/>
                </a:lnTo>
                <a:lnTo>
                  <a:pt x="371475" y="1276350"/>
                </a:lnTo>
                <a:lnTo>
                  <a:pt x="361950" y="1266825"/>
                </a:lnTo>
                <a:lnTo>
                  <a:pt x="352425" y="1247775"/>
                </a:lnTo>
                <a:lnTo>
                  <a:pt x="352425" y="1238250"/>
                </a:lnTo>
                <a:lnTo>
                  <a:pt x="333375" y="1228725"/>
                </a:lnTo>
                <a:lnTo>
                  <a:pt x="333375" y="1219200"/>
                </a:lnTo>
                <a:lnTo>
                  <a:pt x="304800" y="1209675"/>
                </a:lnTo>
                <a:lnTo>
                  <a:pt x="304800" y="1190625"/>
                </a:lnTo>
                <a:lnTo>
                  <a:pt x="304800" y="1200150"/>
                </a:lnTo>
                <a:lnTo>
                  <a:pt x="304800" y="1162050"/>
                </a:lnTo>
                <a:lnTo>
                  <a:pt x="295275" y="1162050"/>
                </a:lnTo>
                <a:lnTo>
                  <a:pt x="295275" y="1162050"/>
                </a:lnTo>
                <a:lnTo>
                  <a:pt x="276225" y="1143000"/>
                </a:lnTo>
                <a:lnTo>
                  <a:pt x="257175" y="1123950"/>
                </a:lnTo>
                <a:lnTo>
                  <a:pt x="276225" y="1171575"/>
                </a:lnTo>
                <a:lnTo>
                  <a:pt x="247650" y="1085850"/>
                </a:lnTo>
                <a:lnTo>
                  <a:pt x="257175" y="1114425"/>
                </a:lnTo>
                <a:lnTo>
                  <a:pt x="266700" y="1076325"/>
                </a:lnTo>
                <a:lnTo>
                  <a:pt x="266700" y="1085850"/>
                </a:lnTo>
                <a:lnTo>
                  <a:pt x="228600" y="1076325"/>
                </a:lnTo>
                <a:lnTo>
                  <a:pt x="228600" y="1047750"/>
                </a:lnTo>
                <a:lnTo>
                  <a:pt x="209550" y="1047750"/>
                </a:lnTo>
                <a:lnTo>
                  <a:pt x="209550" y="1000125"/>
                </a:lnTo>
                <a:lnTo>
                  <a:pt x="200025" y="971550"/>
                </a:lnTo>
                <a:lnTo>
                  <a:pt x="171450" y="952500"/>
                </a:lnTo>
                <a:lnTo>
                  <a:pt x="190500" y="971550"/>
                </a:lnTo>
                <a:lnTo>
                  <a:pt x="171450" y="971550"/>
                </a:lnTo>
                <a:lnTo>
                  <a:pt x="152400" y="962025"/>
                </a:lnTo>
                <a:lnTo>
                  <a:pt x="152400" y="942975"/>
                </a:lnTo>
                <a:lnTo>
                  <a:pt x="133350" y="923925"/>
                </a:lnTo>
                <a:lnTo>
                  <a:pt x="152400" y="942975"/>
                </a:lnTo>
                <a:lnTo>
                  <a:pt x="161925" y="933450"/>
                </a:lnTo>
                <a:lnTo>
                  <a:pt x="133350" y="914400"/>
                </a:lnTo>
                <a:lnTo>
                  <a:pt x="133350" y="876300"/>
                </a:lnTo>
                <a:lnTo>
                  <a:pt x="142875" y="876300"/>
                </a:lnTo>
                <a:lnTo>
                  <a:pt x="114300" y="819150"/>
                </a:lnTo>
                <a:lnTo>
                  <a:pt x="104775" y="800100"/>
                </a:lnTo>
                <a:lnTo>
                  <a:pt x="95250" y="790575"/>
                </a:lnTo>
                <a:lnTo>
                  <a:pt x="66675" y="771525"/>
                </a:lnTo>
                <a:lnTo>
                  <a:pt x="76200" y="781050"/>
                </a:lnTo>
                <a:lnTo>
                  <a:pt x="57150" y="762000"/>
                </a:lnTo>
                <a:lnTo>
                  <a:pt x="66675" y="742950"/>
                </a:lnTo>
                <a:lnTo>
                  <a:pt x="38100" y="714375"/>
                </a:lnTo>
                <a:lnTo>
                  <a:pt x="28575" y="704850"/>
                </a:lnTo>
                <a:lnTo>
                  <a:pt x="19050" y="685800"/>
                </a:lnTo>
                <a:lnTo>
                  <a:pt x="0" y="676275"/>
                </a:lnTo>
                <a:lnTo>
                  <a:pt x="19050" y="666750"/>
                </a:lnTo>
                <a:lnTo>
                  <a:pt x="19050" y="657225"/>
                </a:lnTo>
                <a:lnTo>
                  <a:pt x="28575" y="657225"/>
                </a:lnTo>
                <a:lnTo>
                  <a:pt x="38100" y="638175"/>
                </a:lnTo>
                <a:lnTo>
                  <a:pt x="38100" y="628650"/>
                </a:lnTo>
                <a:lnTo>
                  <a:pt x="47625" y="600075"/>
                </a:lnTo>
                <a:lnTo>
                  <a:pt x="66675" y="590550"/>
                </a:lnTo>
                <a:lnTo>
                  <a:pt x="76200" y="590550"/>
                </a:lnTo>
                <a:lnTo>
                  <a:pt x="85725" y="590550"/>
                </a:lnTo>
                <a:lnTo>
                  <a:pt x="95250" y="590550"/>
                </a:lnTo>
                <a:lnTo>
                  <a:pt x="104775" y="581025"/>
                </a:lnTo>
                <a:lnTo>
                  <a:pt x="123825" y="561975"/>
                </a:lnTo>
                <a:lnTo>
                  <a:pt x="114300" y="561975"/>
                </a:lnTo>
                <a:lnTo>
                  <a:pt x="123825" y="542925"/>
                </a:lnTo>
                <a:lnTo>
                  <a:pt x="133350" y="542925"/>
                </a:lnTo>
                <a:lnTo>
                  <a:pt x="152400" y="533400"/>
                </a:lnTo>
                <a:lnTo>
                  <a:pt x="171450" y="533400"/>
                </a:lnTo>
                <a:lnTo>
                  <a:pt x="180975" y="523875"/>
                </a:lnTo>
                <a:lnTo>
                  <a:pt x="180975" y="514350"/>
                </a:lnTo>
                <a:lnTo>
                  <a:pt x="180975" y="504825"/>
                </a:lnTo>
                <a:lnTo>
                  <a:pt x="200025" y="495300"/>
                </a:lnTo>
                <a:lnTo>
                  <a:pt x="200025" y="476250"/>
                </a:lnTo>
                <a:lnTo>
                  <a:pt x="209550" y="485775"/>
                </a:lnTo>
                <a:lnTo>
                  <a:pt x="228600" y="466725"/>
                </a:lnTo>
                <a:lnTo>
                  <a:pt x="238125" y="447675"/>
                </a:lnTo>
                <a:lnTo>
                  <a:pt x="257175" y="438150"/>
                </a:lnTo>
                <a:lnTo>
                  <a:pt x="257175" y="438150"/>
                </a:lnTo>
                <a:lnTo>
                  <a:pt x="247650" y="428625"/>
                </a:lnTo>
                <a:lnTo>
                  <a:pt x="266700" y="428625"/>
                </a:lnTo>
                <a:lnTo>
                  <a:pt x="276225" y="428625"/>
                </a:lnTo>
                <a:lnTo>
                  <a:pt x="285750" y="419100"/>
                </a:lnTo>
                <a:lnTo>
                  <a:pt x="304800" y="409575"/>
                </a:lnTo>
                <a:lnTo>
                  <a:pt x="314325" y="428625"/>
                </a:lnTo>
                <a:lnTo>
                  <a:pt x="361950" y="457200"/>
                </a:lnTo>
                <a:lnTo>
                  <a:pt x="371475" y="428625"/>
                </a:lnTo>
                <a:lnTo>
                  <a:pt x="361950" y="390525"/>
                </a:lnTo>
                <a:lnTo>
                  <a:pt x="361950" y="371475"/>
                </a:lnTo>
                <a:lnTo>
                  <a:pt x="390525" y="333375"/>
                </a:lnTo>
                <a:lnTo>
                  <a:pt x="419100" y="304800"/>
                </a:lnTo>
                <a:lnTo>
                  <a:pt x="419100" y="285750"/>
                </a:lnTo>
                <a:lnTo>
                  <a:pt x="390525" y="276225"/>
                </a:lnTo>
                <a:lnTo>
                  <a:pt x="381000" y="219075"/>
                </a:lnTo>
                <a:lnTo>
                  <a:pt x="419100" y="228600"/>
                </a:lnTo>
                <a:lnTo>
                  <a:pt x="457200" y="219075"/>
                </a:lnTo>
                <a:lnTo>
                  <a:pt x="466725" y="209550"/>
                </a:lnTo>
                <a:lnTo>
                  <a:pt x="428625" y="171450"/>
                </a:lnTo>
                <a:lnTo>
                  <a:pt x="447675" y="161925"/>
                </a:lnTo>
                <a:lnTo>
                  <a:pt x="457200" y="171450"/>
                </a:lnTo>
                <a:lnTo>
                  <a:pt x="457200" y="133350"/>
                </a:lnTo>
                <a:lnTo>
                  <a:pt x="447675" y="133350"/>
                </a:lnTo>
                <a:lnTo>
                  <a:pt x="485775" y="123825"/>
                </a:lnTo>
                <a:lnTo>
                  <a:pt x="495300" y="123825"/>
                </a:lnTo>
                <a:lnTo>
                  <a:pt x="504825" y="123825"/>
                </a:lnTo>
                <a:lnTo>
                  <a:pt x="514350" y="114300"/>
                </a:lnTo>
                <a:lnTo>
                  <a:pt x="514350" y="85725"/>
                </a:lnTo>
                <a:lnTo>
                  <a:pt x="533400" y="85725"/>
                </a:lnTo>
                <a:lnTo>
                  <a:pt x="514350" y="66675"/>
                </a:lnTo>
                <a:lnTo>
                  <a:pt x="533400" y="47625"/>
                </a:lnTo>
                <a:lnTo>
                  <a:pt x="542925" y="66675"/>
                </a:lnTo>
                <a:lnTo>
                  <a:pt x="552450" y="57150"/>
                </a:lnTo>
                <a:lnTo>
                  <a:pt x="552450" y="38100"/>
                </a:lnTo>
                <a:lnTo>
                  <a:pt x="571500" y="47625"/>
                </a:lnTo>
                <a:lnTo>
                  <a:pt x="590550" y="0"/>
                </a:lnTo>
                <a:lnTo>
                  <a:pt x="581025" y="0"/>
                </a:lnTo>
                <a:lnTo>
                  <a:pt x="561975" y="47625"/>
                </a:lnTo>
                <a:lnTo>
                  <a:pt x="552450" y="9525"/>
                </a:lnTo>
                <a:lnTo>
                  <a:pt x="609600" y="38100"/>
                </a:lnTo>
                <a:lnTo>
                  <a:pt x="619125" y="57150"/>
                </a:lnTo>
                <a:lnTo>
                  <a:pt x="638175" y="76200"/>
                </a:lnTo>
                <a:lnTo>
                  <a:pt x="647700" y="85725"/>
                </a:lnTo>
                <a:lnTo>
                  <a:pt x="676275" y="114300"/>
                </a:lnTo>
                <a:lnTo>
                  <a:pt x="666750" y="76200"/>
                </a:lnTo>
                <a:lnTo>
                  <a:pt x="647700" y="95250"/>
                </a:lnTo>
                <a:lnTo>
                  <a:pt x="685800" y="114300"/>
                </a:lnTo>
                <a:lnTo>
                  <a:pt x="723900" y="161925"/>
                </a:lnTo>
                <a:lnTo>
                  <a:pt x="723900" y="161925"/>
                </a:lnTo>
                <a:lnTo>
                  <a:pt x="742950" y="190500"/>
                </a:lnTo>
                <a:lnTo>
                  <a:pt x="723900" y="228600"/>
                </a:lnTo>
                <a:lnTo>
                  <a:pt x="723900" y="228600"/>
                </a:lnTo>
                <a:lnTo>
                  <a:pt x="742950" y="247650"/>
                </a:lnTo>
                <a:lnTo>
                  <a:pt x="771525" y="276225"/>
                </a:lnTo>
                <a:lnTo>
                  <a:pt x="752475" y="285750"/>
                </a:lnTo>
                <a:lnTo>
                  <a:pt x="762000" y="304800"/>
                </a:lnTo>
                <a:lnTo>
                  <a:pt x="781050" y="304800"/>
                </a:lnTo>
                <a:lnTo>
                  <a:pt x="790575" y="342900"/>
                </a:lnTo>
                <a:lnTo>
                  <a:pt x="800100" y="333375"/>
                </a:lnTo>
                <a:lnTo>
                  <a:pt x="819150" y="371475"/>
                </a:lnTo>
                <a:lnTo>
                  <a:pt x="819150" y="371475"/>
                </a:lnTo>
                <a:lnTo>
                  <a:pt x="819150" y="390525"/>
                </a:lnTo>
                <a:lnTo>
                  <a:pt x="838200" y="409575"/>
                </a:lnTo>
                <a:lnTo>
                  <a:pt x="857250" y="438150"/>
                </a:lnTo>
                <a:lnTo>
                  <a:pt x="876300" y="438150"/>
                </a:lnTo>
                <a:lnTo>
                  <a:pt x="847725" y="457200"/>
                </a:lnTo>
                <a:lnTo>
                  <a:pt x="885825" y="466725"/>
                </a:lnTo>
                <a:lnTo>
                  <a:pt x="876300" y="485775"/>
                </a:lnTo>
                <a:lnTo>
                  <a:pt x="904875" y="495300"/>
                </a:lnTo>
                <a:lnTo>
                  <a:pt x="923925" y="523875"/>
                </a:lnTo>
                <a:lnTo>
                  <a:pt x="923925" y="523875"/>
                </a:lnTo>
                <a:lnTo>
                  <a:pt x="933450" y="533400"/>
                </a:lnTo>
                <a:lnTo>
                  <a:pt x="933450" y="552450"/>
                </a:lnTo>
                <a:lnTo>
                  <a:pt x="952500" y="571500"/>
                </a:lnTo>
                <a:lnTo>
                  <a:pt x="942975" y="571500"/>
                </a:lnTo>
                <a:lnTo>
                  <a:pt x="942975" y="590550"/>
                </a:lnTo>
                <a:lnTo>
                  <a:pt x="962025" y="590550"/>
                </a:lnTo>
                <a:lnTo>
                  <a:pt x="981075" y="600075"/>
                </a:lnTo>
                <a:lnTo>
                  <a:pt x="971550" y="638175"/>
                </a:lnTo>
                <a:lnTo>
                  <a:pt x="971550" y="647700"/>
                </a:lnTo>
                <a:lnTo>
                  <a:pt x="981075" y="638175"/>
                </a:lnTo>
                <a:lnTo>
                  <a:pt x="1000125" y="657225"/>
                </a:lnTo>
                <a:lnTo>
                  <a:pt x="1000125" y="676275"/>
                </a:lnTo>
                <a:lnTo>
                  <a:pt x="1000125" y="685800"/>
                </a:lnTo>
                <a:lnTo>
                  <a:pt x="1009650" y="704850"/>
                </a:lnTo>
                <a:lnTo>
                  <a:pt x="1019175" y="704850"/>
                </a:lnTo>
                <a:lnTo>
                  <a:pt x="1019175" y="714375"/>
                </a:lnTo>
                <a:lnTo>
                  <a:pt x="1019175" y="723900"/>
                </a:lnTo>
                <a:lnTo>
                  <a:pt x="1038225" y="742950"/>
                </a:lnTo>
                <a:lnTo>
                  <a:pt x="1019175" y="771525"/>
                </a:lnTo>
                <a:lnTo>
                  <a:pt x="1047750" y="771525"/>
                </a:lnTo>
                <a:lnTo>
                  <a:pt x="1057275" y="790575"/>
                </a:lnTo>
                <a:lnTo>
                  <a:pt x="1057275" y="781050"/>
                </a:lnTo>
                <a:lnTo>
                  <a:pt x="1076325" y="809625"/>
                </a:lnTo>
                <a:lnTo>
                  <a:pt x="1076325" y="809625"/>
                </a:lnTo>
                <a:lnTo>
                  <a:pt x="1085850" y="838200"/>
                </a:lnTo>
                <a:lnTo>
                  <a:pt x="1076325" y="828675"/>
                </a:lnTo>
                <a:lnTo>
                  <a:pt x="1085850" y="866775"/>
                </a:lnTo>
                <a:lnTo>
                  <a:pt x="1104900" y="876300"/>
                </a:lnTo>
                <a:lnTo>
                  <a:pt x="1114425" y="885825"/>
                </a:lnTo>
                <a:lnTo>
                  <a:pt x="1114425" y="895350"/>
                </a:lnTo>
                <a:lnTo>
                  <a:pt x="1114425" y="952500"/>
                </a:lnTo>
                <a:lnTo>
                  <a:pt x="1104900" y="876300"/>
                </a:lnTo>
                <a:lnTo>
                  <a:pt x="1085850" y="895350"/>
                </a:lnTo>
                <a:lnTo>
                  <a:pt x="1047750" y="952500"/>
                </a:lnTo>
                <a:lnTo>
                  <a:pt x="1038225" y="933450"/>
                </a:lnTo>
                <a:lnTo>
                  <a:pt x="1028700" y="933450"/>
                </a:lnTo>
                <a:lnTo>
                  <a:pt x="1066800" y="923925"/>
                </a:lnTo>
                <a:lnTo>
                  <a:pt x="1066800" y="962025"/>
                </a:lnTo>
                <a:lnTo>
                  <a:pt x="1047750" y="942975"/>
                </a:lnTo>
                <a:lnTo>
                  <a:pt x="1047750" y="962025"/>
                </a:lnTo>
                <a:lnTo>
                  <a:pt x="1028700" y="971550"/>
                </a:lnTo>
                <a:lnTo>
                  <a:pt x="1047750" y="990600"/>
                </a:lnTo>
                <a:lnTo>
                  <a:pt x="1047750" y="1000125"/>
                </a:lnTo>
                <a:lnTo>
                  <a:pt x="1047750" y="981075"/>
                </a:lnTo>
                <a:lnTo>
                  <a:pt x="1038225" y="981075"/>
                </a:lnTo>
                <a:lnTo>
                  <a:pt x="1000125" y="1009650"/>
                </a:lnTo>
                <a:lnTo>
                  <a:pt x="962025" y="990600"/>
                </a:lnTo>
                <a:lnTo>
                  <a:pt x="990600" y="1038225"/>
                </a:lnTo>
                <a:lnTo>
                  <a:pt x="962025" y="1047750"/>
                </a:lnTo>
                <a:lnTo>
                  <a:pt x="942975" y="1047750"/>
                </a:lnTo>
                <a:lnTo>
                  <a:pt x="971550" y="1085850"/>
                </a:lnTo>
                <a:lnTo>
                  <a:pt x="942975" y="1076325"/>
                </a:lnTo>
                <a:lnTo>
                  <a:pt x="914400" y="1066800"/>
                </a:lnTo>
                <a:lnTo>
                  <a:pt x="904875" y="1085850"/>
                </a:lnTo>
                <a:lnTo>
                  <a:pt x="885825" y="1123950"/>
                </a:lnTo>
                <a:lnTo>
                  <a:pt x="885825" y="1114425"/>
                </a:lnTo>
                <a:lnTo>
                  <a:pt x="914400" y="1133475"/>
                </a:lnTo>
                <a:lnTo>
                  <a:pt x="895350" y="1152525"/>
                </a:lnTo>
                <a:lnTo>
                  <a:pt x="895350" y="1143000"/>
                </a:lnTo>
                <a:lnTo>
                  <a:pt x="866775" y="1152525"/>
                </a:lnTo>
                <a:lnTo>
                  <a:pt x="857250" y="1171575"/>
                </a:lnTo>
                <a:lnTo>
                  <a:pt x="857250" y="1171575"/>
                </a:lnTo>
                <a:lnTo>
                  <a:pt x="857250" y="1190625"/>
                </a:lnTo>
                <a:lnTo>
                  <a:pt x="838200" y="1209675"/>
                </a:lnTo>
                <a:lnTo>
                  <a:pt x="828675" y="1209675"/>
                </a:lnTo>
                <a:lnTo>
                  <a:pt x="819150" y="1209675"/>
                </a:lnTo>
                <a:lnTo>
                  <a:pt x="800100" y="1219200"/>
                </a:lnTo>
                <a:lnTo>
                  <a:pt x="80010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752475" y="1266825"/>
                </a:lnTo>
                <a:lnTo>
                  <a:pt x="762000" y="1266825"/>
                </a:lnTo>
                <a:lnTo>
                  <a:pt x="733425" y="1285875"/>
                </a:lnTo>
                <a:lnTo>
                  <a:pt x="733425" y="1285875"/>
                </a:lnTo>
                <a:lnTo>
                  <a:pt x="733425" y="1295400"/>
                </a:lnTo>
                <a:lnTo>
                  <a:pt x="714375" y="1304925"/>
                </a:lnTo>
                <a:lnTo>
                  <a:pt x="704850" y="1333500"/>
                </a:lnTo>
                <a:lnTo>
                  <a:pt x="695325" y="1333500"/>
                </a:lnTo>
                <a:lnTo>
                  <a:pt x="685800" y="1323975"/>
                </a:lnTo>
                <a:lnTo>
                  <a:pt x="676275" y="1343025"/>
                </a:lnTo>
                <a:lnTo>
                  <a:pt x="676275" y="1362075"/>
                </a:lnTo>
                <a:lnTo>
                  <a:pt x="676275" y="1371600"/>
                </a:lnTo>
                <a:lnTo>
                  <a:pt x="657225" y="1381125"/>
                </a:lnTo>
                <a:lnTo>
                  <a:pt x="638175" y="1390650"/>
                </a:lnTo>
                <a:lnTo>
                  <a:pt x="628650" y="1390650"/>
                </a:lnTo>
                <a:lnTo>
                  <a:pt x="638175" y="1400175"/>
                </a:lnTo>
                <a:lnTo>
                  <a:pt x="609600" y="1419225"/>
                </a:lnTo>
                <a:lnTo>
                  <a:pt x="609600" y="1409700"/>
                </a:lnTo>
                <a:lnTo>
                  <a:pt x="590550" y="1428750"/>
                </a:lnTo>
                <a:lnTo>
                  <a:pt x="571500" y="1447800"/>
                </a:lnTo>
                <a:lnTo>
                  <a:pt x="571500" y="1438275"/>
                </a:lnTo>
                <a:lnTo>
                  <a:pt x="571500" y="1457325"/>
                </a:lnTo>
                <a:lnTo>
                  <a:pt x="552450" y="146685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2487275" y="3933825"/>
            <a:ext cx="1143000" cy="1352550"/>
          </a:xfrm>
          <a:custGeom>
            <a:avLst/>
            <a:gdLst/>
            <a:ahLst/>
            <a:cxnLst/>
            <a:rect l="l" t="t" r="r" b="b"/>
            <a:pathLst>
              <a:path w="1143000" h="1352550">
                <a:moveTo>
                  <a:pt x="504825" y="1352550"/>
                </a:moveTo>
                <a:lnTo>
                  <a:pt x="485775" y="1343025"/>
                </a:lnTo>
                <a:lnTo>
                  <a:pt x="514350" y="1343025"/>
                </a:lnTo>
                <a:lnTo>
                  <a:pt x="495300" y="1323975"/>
                </a:lnTo>
                <a:lnTo>
                  <a:pt x="485775" y="1295400"/>
                </a:lnTo>
                <a:lnTo>
                  <a:pt x="466725" y="1304925"/>
                </a:lnTo>
                <a:lnTo>
                  <a:pt x="457200" y="1276350"/>
                </a:lnTo>
                <a:lnTo>
                  <a:pt x="447675" y="1285875"/>
                </a:lnTo>
                <a:lnTo>
                  <a:pt x="447675" y="1247775"/>
                </a:lnTo>
                <a:lnTo>
                  <a:pt x="447675" y="1238250"/>
                </a:lnTo>
                <a:lnTo>
                  <a:pt x="447675" y="1228725"/>
                </a:lnTo>
                <a:lnTo>
                  <a:pt x="419100" y="1200150"/>
                </a:lnTo>
                <a:lnTo>
                  <a:pt x="409575" y="1219200"/>
                </a:lnTo>
                <a:lnTo>
                  <a:pt x="390525" y="1200150"/>
                </a:lnTo>
                <a:lnTo>
                  <a:pt x="371475" y="1200150"/>
                </a:lnTo>
                <a:lnTo>
                  <a:pt x="371475" y="1171575"/>
                </a:lnTo>
                <a:lnTo>
                  <a:pt x="371475" y="1171575"/>
                </a:lnTo>
                <a:lnTo>
                  <a:pt x="342900" y="1162050"/>
                </a:lnTo>
                <a:lnTo>
                  <a:pt x="342900" y="1162050"/>
                </a:lnTo>
                <a:lnTo>
                  <a:pt x="342900" y="1162050"/>
                </a:lnTo>
                <a:lnTo>
                  <a:pt x="323850" y="1152525"/>
                </a:lnTo>
                <a:lnTo>
                  <a:pt x="314325" y="1114425"/>
                </a:lnTo>
                <a:lnTo>
                  <a:pt x="314325" y="1123950"/>
                </a:lnTo>
                <a:lnTo>
                  <a:pt x="304800" y="1123950"/>
                </a:lnTo>
                <a:lnTo>
                  <a:pt x="314325" y="1114425"/>
                </a:lnTo>
                <a:lnTo>
                  <a:pt x="304800" y="1104900"/>
                </a:lnTo>
                <a:lnTo>
                  <a:pt x="295275" y="1095375"/>
                </a:lnTo>
                <a:lnTo>
                  <a:pt x="285750" y="1085850"/>
                </a:lnTo>
                <a:lnTo>
                  <a:pt x="257175" y="1076325"/>
                </a:lnTo>
                <a:lnTo>
                  <a:pt x="257175" y="1047750"/>
                </a:lnTo>
                <a:lnTo>
                  <a:pt x="238125" y="1057275"/>
                </a:lnTo>
                <a:lnTo>
                  <a:pt x="247650" y="1038225"/>
                </a:lnTo>
                <a:lnTo>
                  <a:pt x="238125" y="1019175"/>
                </a:lnTo>
                <a:lnTo>
                  <a:pt x="247650" y="1009650"/>
                </a:lnTo>
                <a:lnTo>
                  <a:pt x="257175" y="1000125"/>
                </a:lnTo>
                <a:lnTo>
                  <a:pt x="257175" y="1000125"/>
                </a:lnTo>
                <a:lnTo>
                  <a:pt x="257175" y="990600"/>
                </a:lnTo>
                <a:lnTo>
                  <a:pt x="219075" y="971550"/>
                </a:lnTo>
                <a:lnTo>
                  <a:pt x="219075" y="971550"/>
                </a:lnTo>
                <a:lnTo>
                  <a:pt x="219075" y="942975"/>
                </a:lnTo>
                <a:lnTo>
                  <a:pt x="200025" y="933450"/>
                </a:lnTo>
                <a:lnTo>
                  <a:pt x="171450" y="942975"/>
                </a:lnTo>
                <a:lnTo>
                  <a:pt x="180975" y="904875"/>
                </a:lnTo>
                <a:lnTo>
                  <a:pt x="180975" y="876300"/>
                </a:lnTo>
                <a:lnTo>
                  <a:pt x="171450" y="876300"/>
                </a:lnTo>
                <a:lnTo>
                  <a:pt x="161925" y="885825"/>
                </a:lnTo>
                <a:lnTo>
                  <a:pt x="152400" y="866775"/>
                </a:lnTo>
                <a:lnTo>
                  <a:pt x="142875" y="857250"/>
                </a:lnTo>
                <a:lnTo>
                  <a:pt x="123825" y="838200"/>
                </a:lnTo>
                <a:lnTo>
                  <a:pt x="133350" y="790575"/>
                </a:lnTo>
                <a:lnTo>
                  <a:pt x="95250" y="790575"/>
                </a:lnTo>
                <a:lnTo>
                  <a:pt x="95250" y="800100"/>
                </a:lnTo>
                <a:lnTo>
                  <a:pt x="114300" y="771525"/>
                </a:lnTo>
                <a:lnTo>
                  <a:pt x="76200" y="733425"/>
                </a:lnTo>
                <a:lnTo>
                  <a:pt x="104775" y="752475"/>
                </a:lnTo>
                <a:lnTo>
                  <a:pt x="85725" y="742950"/>
                </a:lnTo>
                <a:lnTo>
                  <a:pt x="85725" y="714375"/>
                </a:lnTo>
                <a:lnTo>
                  <a:pt x="66675" y="704850"/>
                </a:lnTo>
                <a:lnTo>
                  <a:pt x="38100" y="685800"/>
                </a:lnTo>
                <a:lnTo>
                  <a:pt x="47625" y="676275"/>
                </a:lnTo>
                <a:lnTo>
                  <a:pt x="57150" y="647700"/>
                </a:lnTo>
                <a:lnTo>
                  <a:pt x="47625" y="628650"/>
                </a:lnTo>
                <a:lnTo>
                  <a:pt x="28575" y="619125"/>
                </a:lnTo>
                <a:lnTo>
                  <a:pt x="19050" y="600075"/>
                </a:lnTo>
                <a:lnTo>
                  <a:pt x="0" y="609600"/>
                </a:lnTo>
                <a:lnTo>
                  <a:pt x="9525" y="590550"/>
                </a:lnTo>
                <a:lnTo>
                  <a:pt x="28575" y="590550"/>
                </a:lnTo>
                <a:lnTo>
                  <a:pt x="28575" y="600075"/>
                </a:lnTo>
                <a:lnTo>
                  <a:pt x="28575" y="571500"/>
                </a:lnTo>
                <a:lnTo>
                  <a:pt x="47625" y="571500"/>
                </a:lnTo>
                <a:lnTo>
                  <a:pt x="38100" y="571500"/>
                </a:lnTo>
                <a:lnTo>
                  <a:pt x="66675" y="561975"/>
                </a:lnTo>
                <a:lnTo>
                  <a:pt x="76200" y="533400"/>
                </a:lnTo>
                <a:lnTo>
                  <a:pt x="85725" y="523875"/>
                </a:lnTo>
                <a:lnTo>
                  <a:pt x="76200" y="533400"/>
                </a:lnTo>
                <a:lnTo>
                  <a:pt x="85725" y="514350"/>
                </a:lnTo>
                <a:lnTo>
                  <a:pt x="95250" y="504825"/>
                </a:lnTo>
                <a:lnTo>
                  <a:pt x="114300" y="504825"/>
                </a:lnTo>
                <a:lnTo>
                  <a:pt x="95250" y="495300"/>
                </a:lnTo>
                <a:lnTo>
                  <a:pt x="104775" y="476250"/>
                </a:lnTo>
                <a:lnTo>
                  <a:pt x="133350" y="495300"/>
                </a:lnTo>
                <a:lnTo>
                  <a:pt x="133350" y="466725"/>
                </a:lnTo>
                <a:lnTo>
                  <a:pt x="161925" y="466725"/>
                </a:lnTo>
                <a:lnTo>
                  <a:pt x="142875" y="457200"/>
                </a:lnTo>
                <a:lnTo>
                  <a:pt x="161925" y="447675"/>
                </a:lnTo>
                <a:lnTo>
                  <a:pt x="161925" y="438150"/>
                </a:lnTo>
                <a:lnTo>
                  <a:pt x="171450" y="438150"/>
                </a:lnTo>
                <a:lnTo>
                  <a:pt x="180975" y="428625"/>
                </a:lnTo>
                <a:lnTo>
                  <a:pt x="190500" y="419100"/>
                </a:lnTo>
                <a:lnTo>
                  <a:pt x="209550" y="409575"/>
                </a:lnTo>
                <a:lnTo>
                  <a:pt x="209550" y="419100"/>
                </a:lnTo>
                <a:lnTo>
                  <a:pt x="228600" y="409575"/>
                </a:lnTo>
                <a:lnTo>
                  <a:pt x="228600" y="390525"/>
                </a:lnTo>
                <a:lnTo>
                  <a:pt x="238125" y="371475"/>
                </a:lnTo>
                <a:lnTo>
                  <a:pt x="266700" y="381000"/>
                </a:lnTo>
                <a:lnTo>
                  <a:pt x="257175" y="371475"/>
                </a:lnTo>
                <a:lnTo>
                  <a:pt x="276225" y="371475"/>
                </a:lnTo>
                <a:lnTo>
                  <a:pt x="219075" y="304800"/>
                </a:lnTo>
                <a:lnTo>
                  <a:pt x="295275" y="276225"/>
                </a:lnTo>
                <a:lnTo>
                  <a:pt x="333375" y="333375"/>
                </a:lnTo>
                <a:lnTo>
                  <a:pt x="333375" y="342900"/>
                </a:lnTo>
                <a:lnTo>
                  <a:pt x="323850" y="342900"/>
                </a:lnTo>
                <a:lnTo>
                  <a:pt x="352425" y="266700"/>
                </a:lnTo>
                <a:lnTo>
                  <a:pt x="371475" y="247650"/>
                </a:lnTo>
                <a:lnTo>
                  <a:pt x="390525" y="257175"/>
                </a:lnTo>
                <a:lnTo>
                  <a:pt x="400050" y="276225"/>
                </a:lnTo>
                <a:lnTo>
                  <a:pt x="381000" y="257175"/>
                </a:lnTo>
                <a:lnTo>
                  <a:pt x="371475" y="219075"/>
                </a:lnTo>
                <a:lnTo>
                  <a:pt x="409575" y="209550"/>
                </a:lnTo>
                <a:lnTo>
                  <a:pt x="381000" y="200025"/>
                </a:lnTo>
                <a:lnTo>
                  <a:pt x="409575" y="190500"/>
                </a:lnTo>
                <a:lnTo>
                  <a:pt x="438150" y="200025"/>
                </a:lnTo>
                <a:lnTo>
                  <a:pt x="409575" y="152400"/>
                </a:lnTo>
                <a:lnTo>
                  <a:pt x="409575" y="152400"/>
                </a:lnTo>
                <a:lnTo>
                  <a:pt x="419100" y="152400"/>
                </a:lnTo>
                <a:lnTo>
                  <a:pt x="438150" y="152400"/>
                </a:lnTo>
                <a:lnTo>
                  <a:pt x="447675" y="104775"/>
                </a:lnTo>
                <a:lnTo>
                  <a:pt x="466725" y="104775"/>
                </a:lnTo>
                <a:lnTo>
                  <a:pt x="476250" y="85725"/>
                </a:lnTo>
                <a:lnTo>
                  <a:pt x="466725" y="85725"/>
                </a:lnTo>
                <a:lnTo>
                  <a:pt x="485775" y="85725"/>
                </a:lnTo>
                <a:lnTo>
                  <a:pt x="466725" y="76200"/>
                </a:lnTo>
                <a:lnTo>
                  <a:pt x="485775" y="57150"/>
                </a:lnTo>
                <a:lnTo>
                  <a:pt x="504825" y="47625"/>
                </a:lnTo>
                <a:lnTo>
                  <a:pt x="504825" y="28575"/>
                </a:lnTo>
                <a:lnTo>
                  <a:pt x="514350" y="38100"/>
                </a:lnTo>
                <a:lnTo>
                  <a:pt x="504825" y="9525"/>
                </a:lnTo>
                <a:lnTo>
                  <a:pt x="523875" y="19050"/>
                </a:lnTo>
                <a:lnTo>
                  <a:pt x="533400" y="9525"/>
                </a:lnTo>
                <a:lnTo>
                  <a:pt x="571500" y="0"/>
                </a:lnTo>
                <a:lnTo>
                  <a:pt x="485775" y="38100"/>
                </a:lnTo>
                <a:lnTo>
                  <a:pt x="523875" y="19050"/>
                </a:lnTo>
                <a:lnTo>
                  <a:pt x="561975" y="47625"/>
                </a:lnTo>
                <a:lnTo>
                  <a:pt x="561975" y="66675"/>
                </a:lnTo>
                <a:lnTo>
                  <a:pt x="600075" y="66675"/>
                </a:lnTo>
                <a:lnTo>
                  <a:pt x="609600" y="57150"/>
                </a:lnTo>
                <a:lnTo>
                  <a:pt x="600075" y="57150"/>
                </a:lnTo>
                <a:lnTo>
                  <a:pt x="619125" y="104775"/>
                </a:lnTo>
                <a:lnTo>
                  <a:pt x="619125" y="66675"/>
                </a:lnTo>
                <a:lnTo>
                  <a:pt x="619125" y="95250"/>
                </a:lnTo>
                <a:lnTo>
                  <a:pt x="647700" y="161925"/>
                </a:lnTo>
                <a:lnTo>
                  <a:pt x="666750" y="180975"/>
                </a:lnTo>
                <a:lnTo>
                  <a:pt x="685800" y="180975"/>
                </a:lnTo>
                <a:lnTo>
                  <a:pt x="695325" y="209550"/>
                </a:lnTo>
                <a:lnTo>
                  <a:pt x="685800" y="209550"/>
                </a:lnTo>
                <a:lnTo>
                  <a:pt x="657225" y="238125"/>
                </a:lnTo>
                <a:lnTo>
                  <a:pt x="676275" y="238125"/>
                </a:lnTo>
                <a:lnTo>
                  <a:pt x="723900" y="266700"/>
                </a:lnTo>
                <a:lnTo>
                  <a:pt x="704850" y="266700"/>
                </a:lnTo>
                <a:lnTo>
                  <a:pt x="704850" y="276225"/>
                </a:lnTo>
                <a:lnTo>
                  <a:pt x="733425" y="304800"/>
                </a:lnTo>
                <a:lnTo>
                  <a:pt x="733425" y="314325"/>
                </a:lnTo>
                <a:lnTo>
                  <a:pt x="733425" y="323850"/>
                </a:lnTo>
                <a:lnTo>
                  <a:pt x="733425" y="342900"/>
                </a:lnTo>
                <a:lnTo>
                  <a:pt x="752475" y="371475"/>
                </a:lnTo>
                <a:lnTo>
                  <a:pt x="762000" y="390525"/>
                </a:lnTo>
                <a:lnTo>
                  <a:pt x="781050" y="381000"/>
                </a:lnTo>
                <a:lnTo>
                  <a:pt x="790575" y="419100"/>
                </a:lnTo>
                <a:lnTo>
                  <a:pt x="809625" y="419100"/>
                </a:lnTo>
                <a:lnTo>
                  <a:pt x="800100" y="428625"/>
                </a:lnTo>
                <a:lnTo>
                  <a:pt x="828675" y="457200"/>
                </a:lnTo>
                <a:lnTo>
                  <a:pt x="847725" y="466725"/>
                </a:lnTo>
                <a:lnTo>
                  <a:pt x="857250" y="466725"/>
                </a:lnTo>
                <a:lnTo>
                  <a:pt x="847725" y="476250"/>
                </a:lnTo>
                <a:lnTo>
                  <a:pt x="857250" y="504825"/>
                </a:lnTo>
                <a:lnTo>
                  <a:pt x="847725" y="523875"/>
                </a:lnTo>
                <a:lnTo>
                  <a:pt x="847725" y="514350"/>
                </a:lnTo>
                <a:lnTo>
                  <a:pt x="857250" y="542925"/>
                </a:lnTo>
                <a:lnTo>
                  <a:pt x="885825" y="533400"/>
                </a:lnTo>
                <a:lnTo>
                  <a:pt x="876300" y="542925"/>
                </a:lnTo>
                <a:lnTo>
                  <a:pt x="895350" y="561975"/>
                </a:lnTo>
                <a:lnTo>
                  <a:pt x="895350" y="571500"/>
                </a:lnTo>
                <a:lnTo>
                  <a:pt x="904875" y="571500"/>
                </a:lnTo>
                <a:lnTo>
                  <a:pt x="904875" y="590550"/>
                </a:lnTo>
                <a:lnTo>
                  <a:pt x="904875" y="619125"/>
                </a:lnTo>
                <a:lnTo>
                  <a:pt x="923925" y="619125"/>
                </a:lnTo>
                <a:lnTo>
                  <a:pt x="923925" y="638175"/>
                </a:lnTo>
                <a:lnTo>
                  <a:pt x="904875" y="666750"/>
                </a:lnTo>
                <a:lnTo>
                  <a:pt x="923925" y="657225"/>
                </a:lnTo>
                <a:lnTo>
                  <a:pt x="923925" y="676275"/>
                </a:lnTo>
                <a:lnTo>
                  <a:pt x="923925" y="685800"/>
                </a:lnTo>
                <a:lnTo>
                  <a:pt x="942975" y="695325"/>
                </a:lnTo>
                <a:lnTo>
                  <a:pt x="952500" y="685800"/>
                </a:lnTo>
                <a:lnTo>
                  <a:pt x="962025" y="714375"/>
                </a:lnTo>
                <a:lnTo>
                  <a:pt x="962025" y="723900"/>
                </a:lnTo>
                <a:lnTo>
                  <a:pt x="962025" y="723900"/>
                </a:lnTo>
                <a:lnTo>
                  <a:pt x="981075" y="742950"/>
                </a:lnTo>
                <a:lnTo>
                  <a:pt x="981075" y="762000"/>
                </a:lnTo>
                <a:lnTo>
                  <a:pt x="990600" y="771525"/>
                </a:lnTo>
                <a:lnTo>
                  <a:pt x="990600" y="771525"/>
                </a:lnTo>
                <a:lnTo>
                  <a:pt x="1009650" y="790575"/>
                </a:lnTo>
                <a:lnTo>
                  <a:pt x="1019175" y="790575"/>
                </a:lnTo>
                <a:lnTo>
                  <a:pt x="1009650" y="800100"/>
                </a:lnTo>
                <a:lnTo>
                  <a:pt x="1143000" y="809625"/>
                </a:lnTo>
                <a:lnTo>
                  <a:pt x="1095375" y="876300"/>
                </a:lnTo>
                <a:lnTo>
                  <a:pt x="1028700" y="914400"/>
                </a:lnTo>
                <a:lnTo>
                  <a:pt x="942975" y="857250"/>
                </a:lnTo>
                <a:lnTo>
                  <a:pt x="952500" y="952500"/>
                </a:lnTo>
                <a:lnTo>
                  <a:pt x="1019175" y="895350"/>
                </a:lnTo>
                <a:lnTo>
                  <a:pt x="1000125" y="895350"/>
                </a:lnTo>
                <a:lnTo>
                  <a:pt x="981075" y="857250"/>
                </a:lnTo>
                <a:lnTo>
                  <a:pt x="952500" y="885825"/>
                </a:lnTo>
                <a:lnTo>
                  <a:pt x="952500" y="847725"/>
                </a:lnTo>
                <a:lnTo>
                  <a:pt x="981075" y="866775"/>
                </a:lnTo>
                <a:lnTo>
                  <a:pt x="942975" y="904875"/>
                </a:lnTo>
                <a:lnTo>
                  <a:pt x="962025" y="914400"/>
                </a:lnTo>
                <a:lnTo>
                  <a:pt x="942975" y="904875"/>
                </a:lnTo>
                <a:lnTo>
                  <a:pt x="914400" y="904875"/>
                </a:lnTo>
                <a:lnTo>
                  <a:pt x="923925" y="914400"/>
                </a:lnTo>
                <a:lnTo>
                  <a:pt x="933450" y="876300"/>
                </a:lnTo>
                <a:lnTo>
                  <a:pt x="857250" y="962025"/>
                </a:lnTo>
                <a:lnTo>
                  <a:pt x="857250" y="990600"/>
                </a:lnTo>
                <a:lnTo>
                  <a:pt x="866775" y="942975"/>
                </a:lnTo>
                <a:lnTo>
                  <a:pt x="857250" y="933450"/>
                </a:lnTo>
                <a:lnTo>
                  <a:pt x="819150" y="952500"/>
                </a:lnTo>
                <a:lnTo>
                  <a:pt x="819150" y="971550"/>
                </a:lnTo>
                <a:lnTo>
                  <a:pt x="819150" y="990600"/>
                </a:lnTo>
                <a:lnTo>
                  <a:pt x="828675" y="1009650"/>
                </a:lnTo>
                <a:lnTo>
                  <a:pt x="828675" y="1009650"/>
                </a:lnTo>
                <a:lnTo>
                  <a:pt x="828675" y="1000125"/>
                </a:lnTo>
                <a:lnTo>
                  <a:pt x="828675" y="1028700"/>
                </a:lnTo>
                <a:lnTo>
                  <a:pt x="809625" y="1057275"/>
                </a:lnTo>
                <a:lnTo>
                  <a:pt x="781050" y="1057275"/>
                </a:lnTo>
                <a:lnTo>
                  <a:pt x="781050" y="1066800"/>
                </a:lnTo>
                <a:lnTo>
                  <a:pt x="790575" y="1066800"/>
                </a:lnTo>
                <a:lnTo>
                  <a:pt x="771525" y="1085850"/>
                </a:lnTo>
                <a:lnTo>
                  <a:pt x="781050" y="1085850"/>
                </a:lnTo>
                <a:lnTo>
                  <a:pt x="742950" y="1085850"/>
                </a:lnTo>
                <a:lnTo>
                  <a:pt x="752475" y="1114425"/>
                </a:lnTo>
                <a:lnTo>
                  <a:pt x="752475" y="1114425"/>
                </a:lnTo>
                <a:lnTo>
                  <a:pt x="742950" y="1114425"/>
                </a:lnTo>
                <a:lnTo>
                  <a:pt x="723900" y="1114425"/>
                </a:lnTo>
                <a:lnTo>
                  <a:pt x="714375" y="1123950"/>
                </a:lnTo>
                <a:lnTo>
                  <a:pt x="685800" y="1152525"/>
                </a:lnTo>
                <a:lnTo>
                  <a:pt x="695325" y="1171575"/>
                </a:lnTo>
                <a:lnTo>
                  <a:pt x="676275" y="1181100"/>
                </a:lnTo>
                <a:lnTo>
                  <a:pt x="666750" y="1181100"/>
                </a:lnTo>
                <a:lnTo>
                  <a:pt x="666750" y="1171575"/>
                </a:lnTo>
                <a:lnTo>
                  <a:pt x="638175" y="1181100"/>
                </a:lnTo>
                <a:lnTo>
                  <a:pt x="647700" y="1209675"/>
                </a:lnTo>
                <a:lnTo>
                  <a:pt x="628650" y="1209675"/>
                </a:lnTo>
                <a:lnTo>
                  <a:pt x="628650" y="1228725"/>
                </a:lnTo>
                <a:lnTo>
                  <a:pt x="619125" y="1228725"/>
                </a:lnTo>
                <a:lnTo>
                  <a:pt x="600075" y="1238250"/>
                </a:lnTo>
                <a:lnTo>
                  <a:pt x="600075" y="1228725"/>
                </a:lnTo>
                <a:lnTo>
                  <a:pt x="590550" y="1247775"/>
                </a:lnTo>
                <a:lnTo>
                  <a:pt x="590550" y="1257300"/>
                </a:lnTo>
                <a:lnTo>
                  <a:pt x="561975" y="1266825"/>
                </a:lnTo>
                <a:lnTo>
                  <a:pt x="552450" y="1276350"/>
                </a:lnTo>
                <a:lnTo>
                  <a:pt x="552450" y="1276350"/>
                </a:lnTo>
                <a:lnTo>
                  <a:pt x="542925" y="1285875"/>
                </a:lnTo>
                <a:lnTo>
                  <a:pt x="533400" y="1304925"/>
                </a:lnTo>
                <a:lnTo>
                  <a:pt x="523875" y="1304925"/>
                </a:lnTo>
                <a:lnTo>
                  <a:pt x="514350" y="1314450"/>
                </a:lnTo>
                <a:lnTo>
                  <a:pt x="523875" y="1323975"/>
                </a:lnTo>
                <a:lnTo>
                  <a:pt x="514350" y="13239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2801600" y="4295775"/>
            <a:ext cx="838200" cy="1104900"/>
          </a:xfrm>
          <a:custGeom>
            <a:avLst/>
            <a:gdLst/>
            <a:ahLst/>
            <a:cxnLst/>
            <a:rect l="l" t="t" r="r" b="b"/>
            <a:pathLst>
              <a:path w="838200" h="1104900">
                <a:moveTo>
                  <a:pt x="409575" y="1095375"/>
                </a:moveTo>
                <a:lnTo>
                  <a:pt x="409575" y="1104900"/>
                </a:lnTo>
                <a:lnTo>
                  <a:pt x="390525" y="1076325"/>
                </a:lnTo>
                <a:lnTo>
                  <a:pt x="371475" y="1066800"/>
                </a:lnTo>
                <a:lnTo>
                  <a:pt x="390525" y="1057275"/>
                </a:lnTo>
                <a:lnTo>
                  <a:pt x="381000" y="1047750"/>
                </a:lnTo>
                <a:lnTo>
                  <a:pt x="381000" y="1047750"/>
                </a:lnTo>
                <a:lnTo>
                  <a:pt x="361950" y="1038225"/>
                </a:lnTo>
                <a:lnTo>
                  <a:pt x="361950" y="1019175"/>
                </a:lnTo>
                <a:lnTo>
                  <a:pt x="361950" y="1028700"/>
                </a:lnTo>
                <a:lnTo>
                  <a:pt x="342900" y="1019175"/>
                </a:lnTo>
                <a:lnTo>
                  <a:pt x="352425" y="1009650"/>
                </a:lnTo>
                <a:lnTo>
                  <a:pt x="333375" y="990600"/>
                </a:lnTo>
                <a:lnTo>
                  <a:pt x="323850" y="990600"/>
                </a:lnTo>
                <a:lnTo>
                  <a:pt x="304800" y="990600"/>
                </a:lnTo>
                <a:lnTo>
                  <a:pt x="314325" y="981075"/>
                </a:lnTo>
                <a:lnTo>
                  <a:pt x="295275" y="962025"/>
                </a:lnTo>
                <a:lnTo>
                  <a:pt x="295275" y="933450"/>
                </a:lnTo>
                <a:lnTo>
                  <a:pt x="295275" y="933450"/>
                </a:lnTo>
                <a:lnTo>
                  <a:pt x="295275" y="933450"/>
                </a:lnTo>
                <a:lnTo>
                  <a:pt x="276225" y="933450"/>
                </a:lnTo>
                <a:lnTo>
                  <a:pt x="257175" y="923925"/>
                </a:lnTo>
                <a:lnTo>
                  <a:pt x="266700" y="923925"/>
                </a:lnTo>
                <a:lnTo>
                  <a:pt x="238125" y="914400"/>
                </a:lnTo>
                <a:lnTo>
                  <a:pt x="238125" y="895350"/>
                </a:lnTo>
                <a:lnTo>
                  <a:pt x="228600" y="904875"/>
                </a:lnTo>
                <a:lnTo>
                  <a:pt x="238125" y="885825"/>
                </a:lnTo>
                <a:lnTo>
                  <a:pt x="219075" y="885825"/>
                </a:lnTo>
                <a:lnTo>
                  <a:pt x="228600" y="857250"/>
                </a:lnTo>
                <a:lnTo>
                  <a:pt x="209550" y="876300"/>
                </a:lnTo>
                <a:lnTo>
                  <a:pt x="190500" y="857250"/>
                </a:lnTo>
                <a:lnTo>
                  <a:pt x="200025" y="847725"/>
                </a:lnTo>
                <a:lnTo>
                  <a:pt x="190500" y="838200"/>
                </a:lnTo>
                <a:lnTo>
                  <a:pt x="180975" y="847725"/>
                </a:lnTo>
                <a:lnTo>
                  <a:pt x="200025" y="809625"/>
                </a:lnTo>
                <a:lnTo>
                  <a:pt x="200025" y="809625"/>
                </a:lnTo>
                <a:lnTo>
                  <a:pt x="200025" y="809625"/>
                </a:lnTo>
                <a:lnTo>
                  <a:pt x="180975" y="800100"/>
                </a:lnTo>
                <a:lnTo>
                  <a:pt x="180975" y="819150"/>
                </a:lnTo>
                <a:lnTo>
                  <a:pt x="171450" y="781050"/>
                </a:lnTo>
                <a:lnTo>
                  <a:pt x="142875" y="771525"/>
                </a:lnTo>
                <a:lnTo>
                  <a:pt x="142875" y="752475"/>
                </a:lnTo>
                <a:lnTo>
                  <a:pt x="142875" y="733425"/>
                </a:lnTo>
                <a:lnTo>
                  <a:pt x="123825" y="704850"/>
                </a:lnTo>
                <a:lnTo>
                  <a:pt x="123825" y="714375"/>
                </a:lnTo>
                <a:lnTo>
                  <a:pt x="123825" y="695325"/>
                </a:lnTo>
                <a:lnTo>
                  <a:pt x="114300" y="714375"/>
                </a:lnTo>
                <a:lnTo>
                  <a:pt x="104775" y="676275"/>
                </a:lnTo>
                <a:lnTo>
                  <a:pt x="95250" y="685800"/>
                </a:lnTo>
                <a:lnTo>
                  <a:pt x="104775" y="628650"/>
                </a:lnTo>
                <a:lnTo>
                  <a:pt x="95250" y="628650"/>
                </a:lnTo>
                <a:lnTo>
                  <a:pt x="123825" y="638175"/>
                </a:lnTo>
                <a:lnTo>
                  <a:pt x="95250" y="647700"/>
                </a:lnTo>
                <a:lnTo>
                  <a:pt x="66675" y="647700"/>
                </a:lnTo>
                <a:lnTo>
                  <a:pt x="57150" y="628650"/>
                </a:lnTo>
                <a:lnTo>
                  <a:pt x="66675" y="590550"/>
                </a:lnTo>
                <a:lnTo>
                  <a:pt x="66675" y="581025"/>
                </a:lnTo>
                <a:lnTo>
                  <a:pt x="76200" y="571500"/>
                </a:lnTo>
                <a:lnTo>
                  <a:pt x="57150" y="561975"/>
                </a:lnTo>
                <a:lnTo>
                  <a:pt x="47625" y="552450"/>
                </a:lnTo>
                <a:lnTo>
                  <a:pt x="28575" y="542925"/>
                </a:lnTo>
                <a:lnTo>
                  <a:pt x="19050" y="533400"/>
                </a:lnTo>
                <a:lnTo>
                  <a:pt x="28575" y="523875"/>
                </a:lnTo>
                <a:lnTo>
                  <a:pt x="9525" y="514350"/>
                </a:lnTo>
                <a:lnTo>
                  <a:pt x="0" y="485775"/>
                </a:lnTo>
                <a:lnTo>
                  <a:pt x="0" y="466725"/>
                </a:lnTo>
                <a:lnTo>
                  <a:pt x="19050" y="476250"/>
                </a:lnTo>
                <a:lnTo>
                  <a:pt x="19050" y="476250"/>
                </a:lnTo>
                <a:lnTo>
                  <a:pt x="28575" y="485775"/>
                </a:lnTo>
                <a:lnTo>
                  <a:pt x="38100" y="457200"/>
                </a:lnTo>
                <a:lnTo>
                  <a:pt x="28575" y="466725"/>
                </a:lnTo>
                <a:lnTo>
                  <a:pt x="57150" y="457200"/>
                </a:lnTo>
                <a:lnTo>
                  <a:pt x="57150" y="428625"/>
                </a:lnTo>
                <a:lnTo>
                  <a:pt x="57150" y="428625"/>
                </a:lnTo>
                <a:lnTo>
                  <a:pt x="66675" y="419100"/>
                </a:lnTo>
                <a:lnTo>
                  <a:pt x="76200" y="419100"/>
                </a:lnTo>
                <a:lnTo>
                  <a:pt x="85725" y="428625"/>
                </a:lnTo>
                <a:lnTo>
                  <a:pt x="85725" y="409575"/>
                </a:lnTo>
                <a:lnTo>
                  <a:pt x="95250" y="390525"/>
                </a:lnTo>
                <a:lnTo>
                  <a:pt x="104775" y="409575"/>
                </a:lnTo>
                <a:lnTo>
                  <a:pt x="95250" y="400050"/>
                </a:lnTo>
                <a:lnTo>
                  <a:pt x="114300" y="381000"/>
                </a:lnTo>
                <a:lnTo>
                  <a:pt x="114300" y="381000"/>
                </a:lnTo>
                <a:lnTo>
                  <a:pt x="133350" y="381000"/>
                </a:lnTo>
                <a:lnTo>
                  <a:pt x="142875" y="381000"/>
                </a:lnTo>
                <a:lnTo>
                  <a:pt x="152400" y="371475"/>
                </a:lnTo>
                <a:lnTo>
                  <a:pt x="152400" y="352425"/>
                </a:lnTo>
                <a:lnTo>
                  <a:pt x="161925" y="361950"/>
                </a:lnTo>
                <a:lnTo>
                  <a:pt x="161925" y="342900"/>
                </a:lnTo>
                <a:lnTo>
                  <a:pt x="171450" y="333375"/>
                </a:lnTo>
                <a:lnTo>
                  <a:pt x="171450" y="323850"/>
                </a:lnTo>
                <a:lnTo>
                  <a:pt x="190500" y="333375"/>
                </a:lnTo>
                <a:lnTo>
                  <a:pt x="180975" y="323850"/>
                </a:lnTo>
                <a:lnTo>
                  <a:pt x="190500" y="314325"/>
                </a:lnTo>
                <a:lnTo>
                  <a:pt x="190500" y="304800"/>
                </a:lnTo>
                <a:lnTo>
                  <a:pt x="209550" y="304800"/>
                </a:lnTo>
                <a:lnTo>
                  <a:pt x="209550" y="295275"/>
                </a:lnTo>
                <a:lnTo>
                  <a:pt x="180975" y="266700"/>
                </a:lnTo>
                <a:lnTo>
                  <a:pt x="209550" y="323850"/>
                </a:lnTo>
                <a:lnTo>
                  <a:pt x="219075" y="304800"/>
                </a:lnTo>
                <a:lnTo>
                  <a:pt x="266700" y="285750"/>
                </a:lnTo>
                <a:lnTo>
                  <a:pt x="266700" y="266700"/>
                </a:lnTo>
                <a:lnTo>
                  <a:pt x="257175" y="228600"/>
                </a:lnTo>
                <a:lnTo>
                  <a:pt x="295275" y="219075"/>
                </a:lnTo>
                <a:lnTo>
                  <a:pt x="323850" y="209550"/>
                </a:lnTo>
                <a:lnTo>
                  <a:pt x="323850" y="200025"/>
                </a:lnTo>
                <a:lnTo>
                  <a:pt x="333375" y="200025"/>
                </a:lnTo>
                <a:lnTo>
                  <a:pt x="342900" y="190500"/>
                </a:lnTo>
                <a:lnTo>
                  <a:pt x="323850" y="161925"/>
                </a:lnTo>
                <a:lnTo>
                  <a:pt x="352425" y="152400"/>
                </a:lnTo>
                <a:lnTo>
                  <a:pt x="342900" y="161925"/>
                </a:lnTo>
                <a:lnTo>
                  <a:pt x="342900" y="123825"/>
                </a:lnTo>
                <a:lnTo>
                  <a:pt x="342900" y="114300"/>
                </a:lnTo>
                <a:lnTo>
                  <a:pt x="342900" y="114300"/>
                </a:lnTo>
                <a:lnTo>
                  <a:pt x="361950" y="123825"/>
                </a:lnTo>
                <a:lnTo>
                  <a:pt x="371475" y="104775"/>
                </a:lnTo>
                <a:lnTo>
                  <a:pt x="371475" y="95250"/>
                </a:lnTo>
                <a:lnTo>
                  <a:pt x="342900" y="85725"/>
                </a:lnTo>
                <a:lnTo>
                  <a:pt x="361950" y="76200"/>
                </a:lnTo>
                <a:lnTo>
                  <a:pt x="381000" y="66675"/>
                </a:lnTo>
                <a:lnTo>
                  <a:pt x="390525" y="57150"/>
                </a:lnTo>
                <a:lnTo>
                  <a:pt x="400050" y="19050"/>
                </a:lnTo>
                <a:lnTo>
                  <a:pt x="419100" y="28575"/>
                </a:lnTo>
                <a:lnTo>
                  <a:pt x="409575" y="19050"/>
                </a:lnTo>
                <a:lnTo>
                  <a:pt x="428625" y="19050"/>
                </a:lnTo>
                <a:lnTo>
                  <a:pt x="419100" y="28575"/>
                </a:lnTo>
                <a:lnTo>
                  <a:pt x="447675" y="9525"/>
                </a:lnTo>
                <a:lnTo>
                  <a:pt x="428625" y="19050"/>
                </a:lnTo>
                <a:lnTo>
                  <a:pt x="447675" y="0"/>
                </a:lnTo>
                <a:lnTo>
                  <a:pt x="466725" y="38100"/>
                </a:lnTo>
                <a:lnTo>
                  <a:pt x="485775" y="19050"/>
                </a:lnTo>
                <a:lnTo>
                  <a:pt x="514350" y="9525"/>
                </a:lnTo>
                <a:lnTo>
                  <a:pt x="466725" y="38100"/>
                </a:lnTo>
                <a:lnTo>
                  <a:pt x="447675" y="57150"/>
                </a:lnTo>
                <a:lnTo>
                  <a:pt x="476250" y="19050"/>
                </a:lnTo>
                <a:lnTo>
                  <a:pt x="495300" y="38100"/>
                </a:lnTo>
                <a:lnTo>
                  <a:pt x="485775" y="57150"/>
                </a:lnTo>
                <a:lnTo>
                  <a:pt x="466725" y="66675"/>
                </a:lnTo>
                <a:lnTo>
                  <a:pt x="485775" y="76200"/>
                </a:lnTo>
                <a:lnTo>
                  <a:pt x="504825" y="95250"/>
                </a:lnTo>
                <a:lnTo>
                  <a:pt x="533400" y="123825"/>
                </a:lnTo>
                <a:lnTo>
                  <a:pt x="533400" y="142875"/>
                </a:lnTo>
                <a:lnTo>
                  <a:pt x="552450" y="142875"/>
                </a:lnTo>
                <a:lnTo>
                  <a:pt x="542925" y="161925"/>
                </a:lnTo>
                <a:lnTo>
                  <a:pt x="552450" y="190500"/>
                </a:lnTo>
                <a:lnTo>
                  <a:pt x="581025" y="190500"/>
                </a:lnTo>
                <a:lnTo>
                  <a:pt x="561975" y="209550"/>
                </a:lnTo>
                <a:lnTo>
                  <a:pt x="581025" y="219075"/>
                </a:lnTo>
                <a:lnTo>
                  <a:pt x="590550" y="209550"/>
                </a:lnTo>
                <a:lnTo>
                  <a:pt x="590550" y="238125"/>
                </a:lnTo>
                <a:lnTo>
                  <a:pt x="600075" y="266700"/>
                </a:lnTo>
                <a:lnTo>
                  <a:pt x="600075" y="266700"/>
                </a:lnTo>
                <a:lnTo>
                  <a:pt x="600075" y="257175"/>
                </a:lnTo>
                <a:lnTo>
                  <a:pt x="619125" y="276225"/>
                </a:lnTo>
                <a:lnTo>
                  <a:pt x="619125" y="295275"/>
                </a:lnTo>
                <a:lnTo>
                  <a:pt x="638175" y="314325"/>
                </a:lnTo>
                <a:lnTo>
                  <a:pt x="647700" y="314325"/>
                </a:lnTo>
                <a:lnTo>
                  <a:pt x="638175" y="342900"/>
                </a:lnTo>
                <a:lnTo>
                  <a:pt x="647700" y="352425"/>
                </a:lnTo>
                <a:lnTo>
                  <a:pt x="676275" y="361950"/>
                </a:lnTo>
                <a:lnTo>
                  <a:pt x="666750" y="361950"/>
                </a:lnTo>
                <a:lnTo>
                  <a:pt x="676275" y="381000"/>
                </a:lnTo>
                <a:lnTo>
                  <a:pt x="676275" y="400050"/>
                </a:lnTo>
                <a:lnTo>
                  <a:pt x="695325" y="409575"/>
                </a:lnTo>
                <a:lnTo>
                  <a:pt x="695325" y="419100"/>
                </a:lnTo>
                <a:lnTo>
                  <a:pt x="714375" y="428625"/>
                </a:lnTo>
                <a:lnTo>
                  <a:pt x="695325" y="428625"/>
                </a:lnTo>
                <a:lnTo>
                  <a:pt x="714375" y="428625"/>
                </a:lnTo>
                <a:lnTo>
                  <a:pt x="714375" y="438150"/>
                </a:lnTo>
                <a:lnTo>
                  <a:pt x="723900" y="428625"/>
                </a:lnTo>
                <a:lnTo>
                  <a:pt x="723900" y="457200"/>
                </a:lnTo>
                <a:lnTo>
                  <a:pt x="742950" y="466725"/>
                </a:lnTo>
                <a:lnTo>
                  <a:pt x="723900" y="476250"/>
                </a:lnTo>
                <a:lnTo>
                  <a:pt x="742950" y="476250"/>
                </a:lnTo>
                <a:lnTo>
                  <a:pt x="752475" y="485775"/>
                </a:lnTo>
                <a:lnTo>
                  <a:pt x="733425" y="504825"/>
                </a:lnTo>
                <a:lnTo>
                  <a:pt x="742950" y="523875"/>
                </a:lnTo>
                <a:lnTo>
                  <a:pt x="752475" y="533400"/>
                </a:lnTo>
                <a:lnTo>
                  <a:pt x="762000" y="533400"/>
                </a:lnTo>
                <a:lnTo>
                  <a:pt x="771525" y="533400"/>
                </a:lnTo>
                <a:lnTo>
                  <a:pt x="752475" y="561975"/>
                </a:lnTo>
                <a:lnTo>
                  <a:pt x="762000" y="571500"/>
                </a:lnTo>
                <a:lnTo>
                  <a:pt x="790575" y="571500"/>
                </a:lnTo>
                <a:lnTo>
                  <a:pt x="790575" y="590550"/>
                </a:lnTo>
                <a:lnTo>
                  <a:pt x="800100" y="581025"/>
                </a:lnTo>
                <a:lnTo>
                  <a:pt x="800100" y="600075"/>
                </a:lnTo>
                <a:lnTo>
                  <a:pt x="800100" y="600075"/>
                </a:lnTo>
                <a:lnTo>
                  <a:pt x="809625" y="619125"/>
                </a:lnTo>
                <a:lnTo>
                  <a:pt x="809625" y="609600"/>
                </a:lnTo>
                <a:lnTo>
                  <a:pt x="819150" y="619125"/>
                </a:lnTo>
                <a:lnTo>
                  <a:pt x="819150" y="638175"/>
                </a:lnTo>
                <a:lnTo>
                  <a:pt x="809625" y="657225"/>
                </a:lnTo>
                <a:lnTo>
                  <a:pt x="838200" y="666750"/>
                </a:lnTo>
                <a:lnTo>
                  <a:pt x="771525" y="657225"/>
                </a:lnTo>
                <a:lnTo>
                  <a:pt x="733425" y="714375"/>
                </a:lnTo>
                <a:lnTo>
                  <a:pt x="771525" y="685800"/>
                </a:lnTo>
                <a:lnTo>
                  <a:pt x="781050" y="714375"/>
                </a:lnTo>
                <a:lnTo>
                  <a:pt x="723900" y="714375"/>
                </a:lnTo>
                <a:lnTo>
                  <a:pt x="781050" y="742950"/>
                </a:lnTo>
                <a:lnTo>
                  <a:pt x="809625" y="733425"/>
                </a:lnTo>
                <a:lnTo>
                  <a:pt x="800100" y="704850"/>
                </a:lnTo>
                <a:lnTo>
                  <a:pt x="762000" y="733425"/>
                </a:lnTo>
                <a:lnTo>
                  <a:pt x="752475" y="752475"/>
                </a:lnTo>
                <a:lnTo>
                  <a:pt x="771525" y="742950"/>
                </a:lnTo>
                <a:lnTo>
                  <a:pt x="771525" y="723900"/>
                </a:lnTo>
                <a:lnTo>
                  <a:pt x="781050" y="742950"/>
                </a:lnTo>
                <a:lnTo>
                  <a:pt x="771525" y="752475"/>
                </a:lnTo>
                <a:lnTo>
                  <a:pt x="752475" y="733425"/>
                </a:lnTo>
                <a:lnTo>
                  <a:pt x="752475" y="742950"/>
                </a:lnTo>
                <a:lnTo>
                  <a:pt x="733425" y="781050"/>
                </a:lnTo>
                <a:lnTo>
                  <a:pt x="723900" y="762000"/>
                </a:lnTo>
                <a:lnTo>
                  <a:pt x="714375" y="781050"/>
                </a:lnTo>
                <a:lnTo>
                  <a:pt x="714375" y="771525"/>
                </a:lnTo>
                <a:lnTo>
                  <a:pt x="685800" y="790575"/>
                </a:lnTo>
                <a:lnTo>
                  <a:pt x="685800" y="790575"/>
                </a:lnTo>
                <a:lnTo>
                  <a:pt x="676275" y="800100"/>
                </a:lnTo>
                <a:lnTo>
                  <a:pt x="676275" y="809625"/>
                </a:lnTo>
                <a:lnTo>
                  <a:pt x="657225" y="819150"/>
                </a:lnTo>
                <a:lnTo>
                  <a:pt x="657225" y="828675"/>
                </a:lnTo>
                <a:lnTo>
                  <a:pt x="666750" y="847725"/>
                </a:lnTo>
                <a:lnTo>
                  <a:pt x="666750" y="857250"/>
                </a:lnTo>
                <a:lnTo>
                  <a:pt x="657225" y="847725"/>
                </a:lnTo>
                <a:lnTo>
                  <a:pt x="657225" y="866775"/>
                </a:lnTo>
                <a:lnTo>
                  <a:pt x="647700" y="876300"/>
                </a:lnTo>
                <a:lnTo>
                  <a:pt x="638175" y="876300"/>
                </a:lnTo>
                <a:lnTo>
                  <a:pt x="619125" y="895350"/>
                </a:lnTo>
                <a:lnTo>
                  <a:pt x="619125" y="904875"/>
                </a:lnTo>
                <a:lnTo>
                  <a:pt x="619125" y="895350"/>
                </a:lnTo>
                <a:lnTo>
                  <a:pt x="619125" y="895350"/>
                </a:lnTo>
                <a:lnTo>
                  <a:pt x="600075" y="904875"/>
                </a:lnTo>
                <a:lnTo>
                  <a:pt x="609600" y="914400"/>
                </a:lnTo>
                <a:lnTo>
                  <a:pt x="590550" y="923925"/>
                </a:lnTo>
                <a:lnTo>
                  <a:pt x="581025" y="933450"/>
                </a:lnTo>
                <a:lnTo>
                  <a:pt x="571500" y="923925"/>
                </a:lnTo>
                <a:lnTo>
                  <a:pt x="571500" y="933450"/>
                </a:lnTo>
                <a:lnTo>
                  <a:pt x="552450" y="942975"/>
                </a:lnTo>
                <a:lnTo>
                  <a:pt x="552450" y="962025"/>
                </a:lnTo>
                <a:lnTo>
                  <a:pt x="542925" y="962025"/>
                </a:lnTo>
                <a:lnTo>
                  <a:pt x="523875" y="981075"/>
                </a:lnTo>
                <a:lnTo>
                  <a:pt x="542925" y="981075"/>
                </a:lnTo>
                <a:lnTo>
                  <a:pt x="514350" y="1000125"/>
                </a:lnTo>
                <a:lnTo>
                  <a:pt x="523875" y="1000125"/>
                </a:lnTo>
                <a:lnTo>
                  <a:pt x="495300" y="1000125"/>
                </a:lnTo>
                <a:lnTo>
                  <a:pt x="495300" y="1000125"/>
                </a:lnTo>
                <a:lnTo>
                  <a:pt x="504825" y="1019175"/>
                </a:lnTo>
                <a:lnTo>
                  <a:pt x="485775" y="1009650"/>
                </a:lnTo>
                <a:lnTo>
                  <a:pt x="485775" y="1028700"/>
                </a:lnTo>
                <a:lnTo>
                  <a:pt x="476250" y="1028700"/>
                </a:lnTo>
                <a:lnTo>
                  <a:pt x="457200" y="1038225"/>
                </a:lnTo>
                <a:lnTo>
                  <a:pt x="466725" y="1057275"/>
                </a:lnTo>
                <a:lnTo>
                  <a:pt x="457200" y="1066800"/>
                </a:lnTo>
                <a:lnTo>
                  <a:pt x="447675" y="1057275"/>
                </a:lnTo>
                <a:lnTo>
                  <a:pt x="438150" y="1076325"/>
                </a:lnTo>
                <a:lnTo>
                  <a:pt x="419100" y="1085850"/>
                </a:lnTo>
                <a:lnTo>
                  <a:pt x="428625" y="1095375"/>
                </a:lnTo>
                <a:lnTo>
                  <a:pt x="419100" y="1085850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2334875" y="3695700"/>
            <a:ext cx="190500" cy="171450"/>
          </a:xfrm>
          <a:custGeom>
            <a:avLst/>
            <a:gdLst/>
            <a:ahLst/>
            <a:cxnLst/>
            <a:rect l="l" t="t" r="r" b="b"/>
            <a:pathLst>
              <a:path w="190500" h="171450">
                <a:moveTo>
                  <a:pt x="190500" y="76200"/>
                </a:moveTo>
                <a:lnTo>
                  <a:pt x="152400" y="123825"/>
                </a:lnTo>
                <a:lnTo>
                  <a:pt x="104775" y="171450"/>
                </a:lnTo>
                <a:lnTo>
                  <a:pt x="76200" y="133350"/>
                </a:lnTo>
                <a:lnTo>
                  <a:pt x="19050" y="114300"/>
                </a:lnTo>
                <a:lnTo>
                  <a:pt x="19050" y="76200"/>
                </a:lnTo>
                <a:lnTo>
                  <a:pt x="0" y="28575"/>
                </a:lnTo>
                <a:lnTo>
                  <a:pt x="57150" y="19050"/>
                </a:lnTo>
                <a:lnTo>
                  <a:pt x="114300" y="0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2934950" y="62579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38100"/>
                </a:moveTo>
                <a:lnTo>
                  <a:pt x="76200" y="57150"/>
                </a:lnTo>
                <a:lnTo>
                  <a:pt x="47625" y="95250"/>
                </a:lnTo>
                <a:lnTo>
                  <a:pt x="28575" y="76200"/>
                </a:lnTo>
                <a:lnTo>
                  <a:pt x="0" y="66675"/>
                </a:lnTo>
                <a:lnTo>
                  <a:pt x="0" y="38100"/>
                </a:lnTo>
                <a:lnTo>
                  <a:pt x="0" y="19050"/>
                </a:lnTo>
                <a:lnTo>
                  <a:pt x="28575" y="0"/>
                </a:lnTo>
                <a:lnTo>
                  <a:pt x="47625" y="9525"/>
                </a:lnTo>
                <a:lnTo>
                  <a:pt x="76200" y="28575"/>
                </a:lnTo>
                <a:close/>
              </a:path>
            </a:pathLst>
          </a:custGeom>
          <a:solidFill>
            <a:srgbClr val="14729E">
              <a:alpha val="3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1696700" y="4429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76200"/>
                </a:moveTo>
                <a:lnTo>
                  <a:pt x="95250" y="114300"/>
                </a:lnTo>
                <a:lnTo>
                  <a:pt x="76200" y="133350"/>
                </a:lnTo>
                <a:lnTo>
                  <a:pt x="38100" y="123825"/>
                </a:lnTo>
                <a:lnTo>
                  <a:pt x="9525" y="104775"/>
                </a:lnTo>
                <a:lnTo>
                  <a:pt x="0" y="76200"/>
                </a:lnTo>
                <a:lnTo>
                  <a:pt x="0" y="47625"/>
                </a:lnTo>
                <a:lnTo>
                  <a:pt x="38100" y="19050"/>
                </a:lnTo>
                <a:lnTo>
                  <a:pt x="76200" y="0"/>
                </a:lnTo>
                <a:lnTo>
                  <a:pt x="114300" y="3810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2058650" y="38004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28575"/>
                </a:moveTo>
                <a:lnTo>
                  <a:pt x="66675" y="47625"/>
                </a:lnTo>
                <a:lnTo>
                  <a:pt x="57150" y="76200"/>
                </a:lnTo>
                <a:lnTo>
                  <a:pt x="38100" y="66675"/>
                </a:lnTo>
                <a:lnTo>
                  <a:pt x="9525" y="57150"/>
                </a:lnTo>
                <a:lnTo>
                  <a:pt x="0" y="38100"/>
                </a:lnTo>
                <a:lnTo>
                  <a:pt x="0" y="9525"/>
                </a:lnTo>
                <a:lnTo>
                  <a:pt x="19050" y="0"/>
                </a:lnTo>
                <a:lnTo>
                  <a:pt x="57150" y="0"/>
                </a:lnTo>
                <a:lnTo>
                  <a:pt x="66675" y="9525"/>
                </a:lnTo>
                <a:close/>
              </a:path>
            </a:pathLst>
          </a:custGeom>
          <a:solidFill>
            <a:srgbClr val="14729E">
              <a:alpha val="4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12401550" y="3971925"/>
            <a:ext cx="114300" cy="142875"/>
          </a:xfrm>
          <a:custGeom>
            <a:avLst/>
            <a:gdLst/>
            <a:ahLst/>
            <a:cxnLst/>
            <a:rect l="l" t="t" r="r" b="b"/>
            <a:pathLst>
              <a:path w="114300" h="142875">
                <a:moveTo>
                  <a:pt x="114300" y="57150"/>
                </a:moveTo>
                <a:lnTo>
                  <a:pt x="114300" y="95250"/>
                </a:lnTo>
                <a:lnTo>
                  <a:pt x="85725" y="142875"/>
                </a:lnTo>
                <a:lnTo>
                  <a:pt x="38100" y="114300"/>
                </a:lnTo>
                <a:lnTo>
                  <a:pt x="19050" y="114300"/>
                </a:lnTo>
                <a:lnTo>
                  <a:pt x="0" y="47625"/>
                </a:lnTo>
                <a:lnTo>
                  <a:pt x="0" y="9525"/>
                </a:lnTo>
                <a:lnTo>
                  <a:pt x="28575" y="0"/>
                </a:lnTo>
                <a:lnTo>
                  <a:pt x="85725" y="0"/>
                </a:lnTo>
                <a:lnTo>
                  <a:pt x="104775" y="19050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12906375" y="6029325"/>
            <a:ext cx="180975" cy="171450"/>
          </a:xfrm>
          <a:custGeom>
            <a:avLst/>
            <a:gdLst/>
            <a:ahLst/>
            <a:cxnLst/>
            <a:rect l="l" t="t" r="r" b="b"/>
            <a:pathLst>
              <a:path w="180975" h="171450">
                <a:moveTo>
                  <a:pt x="180975" y="85725"/>
                </a:moveTo>
                <a:lnTo>
                  <a:pt x="152400" y="142875"/>
                </a:lnTo>
                <a:lnTo>
                  <a:pt x="133350" y="171450"/>
                </a:lnTo>
                <a:lnTo>
                  <a:pt x="85725" y="161925"/>
                </a:lnTo>
                <a:lnTo>
                  <a:pt x="28575" y="142875"/>
                </a:lnTo>
                <a:lnTo>
                  <a:pt x="9525" y="76200"/>
                </a:lnTo>
                <a:lnTo>
                  <a:pt x="0" y="28575"/>
                </a:lnTo>
                <a:lnTo>
                  <a:pt x="76200" y="38100"/>
                </a:lnTo>
                <a:lnTo>
                  <a:pt x="142875" y="0"/>
                </a:lnTo>
                <a:lnTo>
                  <a:pt x="171450" y="47625"/>
                </a:lnTo>
                <a:close/>
              </a:path>
            </a:pathLst>
          </a:custGeom>
          <a:solidFill>
            <a:srgbClr val="14729E">
              <a:alpha val="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1742420" y="3724275"/>
            <a:ext cx="2249805" cy="2387918"/>
          </a:xfrm>
          <a:custGeom>
            <a:avLst/>
            <a:gdLst/>
            <a:ahLst/>
            <a:cxnLst/>
            <a:rect l="l" t="t" r="r" b="b"/>
            <a:pathLst>
              <a:path w="2249805" h="2387918">
                <a:moveTo>
                  <a:pt x="1773555" y="1624965"/>
                </a:moveTo>
                <a:lnTo>
                  <a:pt x="1786890" y="1638300"/>
                </a:lnTo>
                <a:lnTo>
                  <a:pt x="1773555" y="1651635"/>
                </a:lnTo>
                <a:lnTo>
                  <a:pt x="1760220" y="1638300"/>
                </a:lnTo>
                <a:close/>
                <a:moveTo>
                  <a:pt x="1773555" y="1934528"/>
                </a:moveTo>
                <a:lnTo>
                  <a:pt x="1782128" y="1943100"/>
                </a:lnTo>
                <a:lnTo>
                  <a:pt x="1773555" y="1951673"/>
                </a:lnTo>
                <a:lnTo>
                  <a:pt x="1764982" y="1943100"/>
                </a:lnTo>
                <a:close/>
                <a:moveTo>
                  <a:pt x="1649730" y="2060257"/>
                </a:moveTo>
                <a:lnTo>
                  <a:pt x="1665923" y="2076450"/>
                </a:lnTo>
                <a:lnTo>
                  <a:pt x="1649730" y="2092643"/>
                </a:lnTo>
                <a:lnTo>
                  <a:pt x="1633538" y="2076450"/>
                </a:lnTo>
                <a:close/>
                <a:moveTo>
                  <a:pt x="811530" y="2075497"/>
                </a:moveTo>
                <a:lnTo>
                  <a:pt x="831532" y="2095500"/>
                </a:lnTo>
                <a:lnTo>
                  <a:pt x="811530" y="2115503"/>
                </a:lnTo>
                <a:lnTo>
                  <a:pt x="791528" y="2095500"/>
                </a:lnTo>
                <a:close/>
                <a:moveTo>
                  <a:pt x="440055" y="510540"/>
                </a:moveTo>
                <a:lnTo>
                  <a:pt x="453390" y="523875"/>
                </a:lnTo>
                <a:lnTo>
                  <a:pt x="440055" y="537210"/>
                </a:lnTo>
                <a:lnTo>
                  <a:pt x="426720" y="523875"/>
                </a:lnTo>
                <a:close/>
                <a:moveTo>
                  <a:pt x="554355" y="570547"/>
                </a:moveTo>
                <a:lnTo>
                  <a:pt x="564832" y="581025"/>
                </a:lnTo>
                <a:lnTo>
                  <a:pt x="554355" y="591503"/>
                </a:lnTo>
                <a:lnTo>
                  <a:pt x="543878" y="581025"/>
                </a:lnTo>
                <a:close/>
                <a:moveTo>
                  <a:pt x="1278255" y="394335"/>
                </a:moveTo>
                <a:lnTo>
                  <a:pt x="1293495" y="409575"/>
                </a:lnTo>
                <a:lnTo>
                  <a:pt x="1278255" y="424815"/>
                </a:lnTo>
                <a:lnTo>
                  <a:pt x="1263015" y="409575"/>
                </a:lnTo>
                <a:close/>
                <a:moveTo>
                  <a:pt x="925830" y="2355532"/>
                </a:moveTo>
                <a:lnTo>
                  <a:pt x="942023" y="2371725"/>
                </a:lnTo>
                <a:lnTo>
                  <a:pt x="925830" y="2387918"/>
                </a:lnTo>
                <a:lnTo>
                  <a:pt x="909638" y="2371725"/>
                </a:lnTo>
                <a:close/>
                <a:moveTo>
                  <a:pt x="1144905" y="0"/>
                </a:moveTo>
                <a:lnTo>
                  <a:pt x="1154430" y="9525"/>
                </a:lnTo>
                <a:lnTo>
                  <a:pt x="1144905" y="19050"/>
                </a:lnTo>
                <a:lnTo>
                  <a:pt x="1135380" y="9525"/>
                </a:lnTo>
                <a:close/>
                <a:moveTo>
                  <a:pt x="1097280" y="399097"/>
                </a:moveTo>
                <a:lnTo>
                  <a:pt x="1107757" y="409575"/>
                </a:lnTo>
                <a:lnTo>
                  <a:pt x="1097280" y="420053"/>
                </a:lnTo>
                <a:lnTo>
                  <a:pt x="1086803" y="409575"/>
                </a:lnTo>
                <a:close/>
                <a:moveTo>
                  <a:pt x="1363980" y="541020"/>
                </a:moveTo>
                <a:lnTo>
                  <a:pt x="1375410" y="552450"/>
                </a:lnTo>
                <a:lnTo>
                  <a:pt x="1363980" y="563880"/>
                </a:lnTo>
                <a:lnTo>
                  <a:pt x="1352550" y="552450"/>
                </a:lnTo>
                <a:close/>
                <a:moveTo>
                  <a:pt x="1097280" y="2230755"/>
                </a:moveTo>
                <a:lnTo>
                  <a:pt x="1104900" y="2238375"/>
                </a:lnTo>
                <a:lnTo>
                  <a:pt x="1097280" y="2245995"/>
                </a:lnTo>
                <a:lnTo>
                  <a:pt x="1089660" y="2238375"/>
                </a:lnTo>
                <a:close/>
                <a:moveTo>
                  <a:pt x="1373505" y="392430"/>
                </a:moveTo>
                <a:lnTo>
                  <a:pt x="1390650" y="409575"/>
                </a:lnTo>
                <a:lnTo>
                  <a:pt x="1373505" y="426720"/>
                </a:lnTo>
                <a:lnTo>
                  <a:pt x="1356360" y="409575"/>
                </a:lnTo>
                <a:close/>
                <a:moveTo>
                  <a:pt x="1954530" y="1455420"/>
                </a:moveTo>
                <a:lnTo>
                  <a:pt x="1975485" y="1476375"/>
                </a:lnTo>
                <a:lnTo>
                  <a:pt x="1954530" y="1497330"/>
                </a:lnTo>
                <a:lnTo>
                  <a:pt x="1933575" y="1476375"/>
                </a:lnTo>
                <a:close/>
                <a:moveTo>
                  <a:pt x="2106930" y="1057275"/>
                </a:moveTo>
                <a:lnTo>
                  <a:pt x="2116455" y="1066800"/>
                </a:lnTo>
                <a:lnTo>
                  <a:pt x="2106930" y="1076325"/>
                </a:lnTo>
                <a:lnTo>
                  <a:pt x="2097405" y="1066800"/>
                </a:lnTo>
                <a:close/>
                <a:moveTo>
                  <a:pt x="1583055" y="2071688"/>
                </a:moveTo>
                <a:lnTo>
                  <a:pt x="1597343" y="2085975"/>
                </a:lnTo>
                <a:lnTo>
                  <a:pt x="1583055" y="2100263"/>
                </a:lnTo>
                <a:lnTo>
                  <a:pt x="1568768" y="2085975"/>
                </a:lnTo>
                <a:close/>
                <a:moveTo>
                  <a:pt x="1640205" y="642938"/>
                </a:moveTo>
                <a:lnTo>
                  <a:pt x="1654493" y="657225"/>
                </a:lnTo>
                <a:lnTo>
                  <a:pt x="1640205" y="671513"/>
                </a:lnTo>
                <a:lnTo>
                  <a:pt x="1625918" y="657225"/>
                </a:lnTo>
                <a:close/>
                <a:moveTo>
                  <a:pt x="2230755" y="1021080"/>
                </a:moveTo>
                <a:lnTo>
                  <a:pt x="2247900" y="1038225"/>
                </a:lnTo>
                <a:lnTo>
                  <a:pt x="2230755" y="1055370"/>
                </a:lnTo>
                <a:lnTo>
                  <a:pt x="2213610" y="1038225"/>
                </a:lnTo>
                <a:close/>
                <a:moveTo>
                  <a:pt x="487680" y="311467"/>
                </a:moveTo>
                <a:lnTo>
                  <a:pt x="509587" y="333375"/>
                </a:lnTo>
                <a:lnTo>
                  <a:pt x="487680" y="355283"/>
                </a:lnTo>
                <a:lnTo>
                  <a:pt x="465773" y="333375"/>
                </a:lnTo>
                <a:close/>
                <a:moveTo>
                  <a:pt x="344805" y="388620"/>
                </a:moveTo>
                <a:lnTo>
                  <a:pt x="365760" y="409575"/>
                </a:lnTo>
                <a:lnTo>
                  <a:pt x="344805" y="430530"/>
                </a:lnTo>
                <a:lnTo>
                  <a:pt x="323850" y="409575"/>
                </a:lnTo>
                <a:close/>
                <a:moveTo>
                  <a:pt x="1754505" y="2132648"/>
                </a:moveTo>
                <a:lnTo>
                  <a:pt x="1774507" y="2152650"/>
                </a:lnTo>
                <a:lnTo>
                  <a:pt x="1754505" y="2172653"/>
                </a:lnTo>
                <a:lnTo>
                  <a:pt x="1734503" y="2152650"/>
                </a:lnTo>
                <a:close/>
                <a:moveTo>
                  <a:pt x="1821180" y="1476375"/>
                </a:moveTo>
                <a:lnTo>
                  <a:pt x="1830705" y="1485900"/>
                </a:lnTo>
                <a:lnTo>
                  <a:pt x="1821180" y="1495425"/>
                </a:lnTo>
                <a:lnTo>
                  <a:pt x="1811655" y="1485900"/>
                </a:lnTo>
                <a:close/>
                <a:moveTo>
                  <a:pt x="1221105" y="191453"/>
                </a:moveTo>
                <a:lnTo>
                  <a:pt x="1229678" y="200025"/>
                </a:lnTo>
                <a:lnTo>
                  <a:pt x="1221105" y="208597"/>
                </a:lnTo>
                <a:lnTo>
                  <a:pt x="1212532" y="200025"/>
                </a:lnTo>
                <a:close/>
                <a:moveTo>
                  <a:pt x="1554480" y="1697355"/>
                </a:moveTo>
                <a:lnTo>
                  <a:pt x="1571625" y="1714500"/>
                </a:lnTo>
                <a:lnTo>
                  <a:pt x="1554480" y="1731645"/>
                </a:lnTo>
                <a:lnTo>
                  <a:pt x="1537335" y="1714500"/>
                </a:lnTo>
                <a:close/>
                <a:moveTo>
                  <a:pt x="1716405" y="1705928"/>
                </a:moveTo>
                <a:lnTo>
                  <a:pt x="1734503" y="1724025"/>
                </a:lnTo>
                <a:lnTo>
                  <a:pt x="1716405" y="1742122"/>
                </a:lnTo>
                <a:lnTo>
                  <a:pt x="1698307" y="1724025"/>
                </a:lnTo>
                <a:close/>
                <a:moveTo>
                  <a:pt x="621030" y="644842"/>
                </a:moveTo>
                <a:lnTo>
                  <a:pt x="633413" y="657225"/>
                </a:lnTo>
                <a:lnTo>
                  <a:pt x="621030" y="669608"/>
                </a:lnTo>
                <a:lnTo>
                  <a:pt x="608648" y="657225"/>
                </a:lnTo>
                <a:close/>
                <a:moveTo>
                  <a:pt x="735330" y="2198370"/>
                </a:moveTo>
                <a:lnTo>
                  <a:pt x="746760" y="2209800"/>
                </a:lnTo>
                <a:lnTo>
                  <a:pt x="735330" y="2221230"/>
                </a:lnTo>
                <a:lnTo>
                  <a:pt x="723900" y="2209800"/>
                </a:lnTo>
                <a:close/>
                <a:moveTo>
                  <a:pt x="421005" y="210503"/>
                </a:moveTo>
                <a:lnTo>
                  <a:pt x="429578" y="219075"/>
                </a:lnTo>
                <a:lnTo>
                  <a:pt x="421005" y="227647"/>
                </a:lnTo>
                <a:lnTo>
                  <a:pt x="412432" y="219075"/>
                </a:lnTo>
                <a:close/>
                <a:moveTo>
                  <a:pt x="2030730" y="1716405"/>
                </a:moveTo>
                <a:lnTo>
                  <a:pt x="2038350" y="1724025"/>
                </a:lnTo>
                <a:lnTo>
                  <a:pt x="2030730" y="1731645"/>
                </a:lnTo>
                <a:lnTo>
                  <a:pt x="2023110" y="1724025"/>
                </a:lnTo>
                <a:close/>
                <a:moveTo>
                  <a:pt x="1564005" y="550545"/>
                </a:moveTo>
                <a:lnTo>
                  <a:pt x="1584960" y="571500"/>
                </a:lnTo>
                <a:lnTo>
                  <a:pt x="1564005" y="592455"/>
                </a:lnTo>
                <a:lnTo>
                  <a:pt x="1543050" y="571500"/>
                </a:lnTo>
                <a:close/>
                <a:moveTo>
                  <a:pt x="306705" y="399097"/>
                </a:moveTo>
                <a:lnTo>
                  <a:pt x="326707" y="419100"/>
                </a:lnTo>
                <a:lnTo>
                  <a:pt x="306705" y="439103"/>
                </a:lnTo>
                <a:lnTo>
                  <a:pt x="286703" y="419100"/>
                </a:lnTo>
                <a:close/>
                <a:moveTo>
                  <a:pt x="744855" y="1801178"/>
                </a:moveTo>
                <a:lnTo>
                  <a:pt x="762953" y="1819275"/>
                </a:lnTo>
                <a:lnTo>
                  <a:pt x="744855" y="1837373"/>
                </a:lnTo>
                <a:lnTo>
                  <a:pt x="726757" y="1819275"/>
                </a:lnTo>
                <a:close/>
                <a:moveTo>
                  <a:pt x="421005" y="1658303"/>
                </a:moveTo>
                <a:lnTo>
                  <a:pt x="429578" y="1666875"/>
                </a:lnTo>
                <a:lnTo>
                  <a:pt x="421005" y="1675447"/>
                </a:lnTo>
                <a:lnTo>
                  <a:pt x="412432" y="1666875"/>
                </a:lnTo>
                <a:close/>
                <a:moveTo>
                  <a:pt x="554355" y="1985010"/>
                </a:moveTo>
                <a:lnTo>
                  <a:pt x="569595" y="2000250"/>
                </a:lnTo>
                <a:lnTo>
                  <a:pt x="554355" y="2015490"/>
                </a:lnTo>
                <a:lnTo>
                  <a:pt x="539115" y="2000250"/>
                </a:lnTo>
                <a:close/>
                <a:moveTo>
                  <a:pt x="2154555" y="1183957"/>
                </a:moveTo>
                <a:lnTo>
                  <a:pt x="2170748" y="1200150"/>
                </a:lnTo>
                <a:lnTo>
                  <a:pt x="2154555" y="1216343"/>
                </a:lnTo>
                <a:lnTo>
                  <a:pt x="2138363" y="1200150"/>
                </a:lnTo>
                <a:close/>
                <a:moveTo>
                  <a:pt x="1744980" y="1815465"/>
                </a:moveTo>
                <a:lnTo>
                  <a:pt x="1758315" y="1828800"/>
                </a:lnTo>
                <a:lnTo>
                  <a:pt x="1744980" y="1842135"/>
                </a:lnTo>
                <a:lnTo>
                  <a:pt x="1731645" y="1828800"/>
                </a:lnTo>
                <a:close/>
                <a:moveTo>
                  <a:pt x="11430" y="969645"/>
                </a:moveTo>
                <a:lnTo>
                  <a:pt x="22860" y="981075"/>
                </a:lnTo>
                <a:lnTo>
                  <a:pt x="11430" y="992505"/>
                </a:lnTo>
                <a:lnTo>
                  <a:pt x="0" y="981075"/>
                </a:lnTo>
                <a:close/>
                <a:moveTo>
                  <a:pt x="1249680" y="2169795"/>
                </a:moveTo>
                <a:lnTo>
                  <a:pt x="1261110" y="2181225"/>
                </a:lnTo>
                <a:lnTo>
                  <a:pt x="1249680" y="2192655"/>
                </a:lnTo>
                <a:lnTo>
                  <a:pt x="1238250" y="2181225"/>
                </a:lnTo>
                <a:close/>
                <a:moveTo>
                  <a:pt x="573405" y="606742"/>
                </a:moveTo>
                <a:lnTo>
                  <a:pt x="595313" y="628650"/>
                </a:lnTo>
                <a:lnTo>
                  <a:pt x="573405" y="650558"/>
                </a:lnTo>
                <a:lnTo>
                  <a:pt x="551498" y="628650"/>
                </a:lnTo>
                <a:close/>
                <a:moveTo>
                  <a:pt x="668655" y="1911668"/>
                </a:moveTo>
                <a:lnTo>
                  <a:pt x="681038" y="1924050"/>
                </a:lnTo>
                <a:lnTo>
                  <a:pt x="668655" y="1936432"/>
                </a:lnTo>
                <a:lnTo>
                  <a:pt x="656273" y="1924050"/>
                </a:lnTo>
                <a:close/>
                <a:moveTo>
                  <a:pt x="1687830" y="407670"/>
                </a:moveTo>
                <a:lnTo>
                  <a:pt x="1699260" y="419100"/>
                </a:lnTo>
                <a:lnTo>
                  <a:pt x="1687830" y="430530"/>
                </a:lnTo>
                <a:lnTo>
                  <a:pt x="1676400" y="419100"/>
                </a:lnTo>
                <a:close/>
                <a:moveTo>
                  <a:pt x="1659255" y="1960245"/>
                </a:moveTo>
                <a:lnTo>
                  <a:pt x="1670685" y="1971675"/>
                </a:lnTo>
                <a:lnTo>
                  <a:pt x="1659255" y="1983105"/>
                </a:lnTo>
                <a:lnTo>
                  <a:pt x="1647825" y="1971675"/>
                </a:lnTo>
                <a:close/>
                <a:moveTo>
                  <a:pt x="954405" y="1943100"/>
                </a:moveTo>
                <a:lnTo>
                  <a:pt x="973455" y="1962150"/>
                </a:lnTo>
                <a:lnTo>
                  <a:pt x="954405" y="1981200"/>
                </a:lnTo>
                <a:lnTo>
                  <a:pt x="935355" y="1962150"/>
                </a:lnTo>
                <a:close/>
                <a:moveTo>
                  <a:pt x="1621155" y="1674495"/>
                </a:moveTo>
                <a:lnTo>
                  <a:pt x="1632585" y="1685925"/>
                </a:lnTo>
                <a:lnTo>
                  <a:pt x="1621155" y="1697355"/>
                </a:lnTo>
                <a:lnTo>
                  <a:pt x="1609725" y="1685925"/>
                </a:lnTo>
                <a:close/>
                <a:moveTo>
                  <a:pt x="2011680" y="1163955"/>
                </a:moveTo>
                <a:lnTo>
                  <a:pt x="2019300" y="1171575"/>
                </a:lnTo>
                <a:lnTo>
                  <a:pt x="2011680" y="1179195"/>
                </a:lnTo>
                <a:lnTo>
                  <a:pt x="2004060" y="1171575"/>
                </a:lnTo>
                <a:close/>
                <a:moveTo>
                  <a:pt x="2049780" y="1351597"/>
                </a:moveTo>
                <a:lnTo>
                  <a:pt x="2069782" y="1371600"/>
                </a:lnTo>
                <a:lnTo>
                  <a:pt x="2049780" y="1391603"/>
                </a:lnTo>
                <a:lnTo>
                  <a:pt x="2029778" y="1371600"/>
                </a:lnTo>
                <a:close/>
                <a:moveTo>
                  <a:pt x="1573530" y="2058353"/>
                </a:moveTo>
                <a:lnTo>
                  <a:pt x="1582103" y="2066925"/>
                </a:lnTo>
                <a:lnTo>
                  <a:pt x="1573530" y="2075497"/>
                </a:lnTo>
                <a:lnTo>
                  <a:pt x="1564957" y="2066925"/>
                </a:lnTo>
                <a:close/>
                <a:moveTo>
                  <a:pt x="582930" y="1977390"/>
                </a:moveTo>
                <a:lnTo>
                  <a:pt x="596265" y="1990725"/>
                </a:lnTo>
                <a:lnTo>
                  <a:pt x="582930" y="2004060"/>
                </a:lnTo>
                <a:lnTo>
                  <a:pt x="569595" y="1990725"/>
                </a:lnTo>
                <a:close/>
                <a:moveTo>
                  <a:pt x="1363980" y="2235518"/>
                </a:moveTo>
                <a:lnTo>
                  <a:pt x="1376363" y="2247900"/>
                </a:lnTo>
                <a:lnTo>
                  <a:pt x="1363980" y="2260282"/>
                </a:lnTo>
                <a:lnTo>
                  <a:pt x="1351598" y="2247900"/>
                </a:lnTo>
                <a:close/>
                <a:moveTo>
                  <a:pt x="382905" y="1512570"/>
                </a:moveTo>
                <a:lnTo>
                  <a:pt x="403860" y="1533525"/>
                </a:lnTo>
                <a:lnTo>
                  <a:pt x="382905" y="1554480"/>
                </a:lnTo>
                <a:lnTo>
                  <a:pt x="361950" y="1533525"/>
                </a:lnTo>
                <a:close/>
                <a:moveTo>
                  <a:pt x="125730" y="1104900"/>
                </a:moveTo>
                <a:lnTo>
                  <a:pt x="144780" y="1123950"/>
                </a:lnTo>
                <a:lnTo>
                  <a:pt x="125730" y="1143000"/>
                </a:lnTo>
                <a:lnTo>
                  <a:pt x="106680" y="1123950"/>
                </a:lnTo>
                <a:close/>
                <a:moveTo>
                  <a:pt x="306705" y="1311593"/>
                </a:moveTo>
                <a:lnTo>
                  <a:pt x="319088" y="1323975"/>
                </a:lnTo>
                <a:lnTo>
                  <a:pt x="306705" y="1336357"/>
                </a:lnTo>
                <a:lnTo>
                  <a:pt x="294323" y="1323975"/>
                </a:lnTo>
                <a:close/>
                <a:moveTo>
                  <a:pt x="516255" y="1628775"/>
                </a:moveTo>
                <a:lnTo>
                  <a:pt x="535305" y="1647825"/>
                </a:lnTo>
                <a:lnTo>
                  <a:pt x="516255" y="1666875"/>
                </a:lnTo>
                <a:lnTo>
                  <a:pt x="497205" y="1647825"/>
                </a:lnTo>
                <a:close/>
                <a:moveTo>
                  <a:pt x="373380" y="1118235"/>
                </a:moveTo>
                <a:lnTo>
                  <a:pt x="388620" y="1133475"/>
                </a:lnTo>
                <a:lnTo>
                  <a:pt x="373380" y="1148715"/>
                </a:lnTo>
                <a:lnTo>
                  <a:pt x="358140" y="1133475"/>
                </a:lnTo>
                <a:close/>
                <a:moveTo>
                  <a:pt x="1506855" y="83820"/>
                </a:moveTo>
                <a:lnTo>
                  <a:pt x="1527810" y="104775"/>
                </a:lnTo>
                <a:lnTo>
                  <a:pt x="1506855" y="125730"/>
                </a:lnTo>
                <a:lnTo>
                  <a:pt x="1485900" y="104775"/>
                </a:lnTo>
                <a:close/>
                <a:moveTo>
                  <a:pt x="116205" y="879158"/>
                </a:moveTo>
                <a:lnTo>
                  <a:pt x="132398" y="895350"/>
                </a:lnTo>
                <a:lnTo>
                  <a:pt x="116205" y="911542"/>
                </a:lnTo>
                <a:lnTo>
                  <a:pt x="100013" y="895350"/>
                </a:lnTo>
                <a:close/>
                <a:moveTo>
                  <a:pt x="287655" y="1210628"/>
                </a:moveTo>
                <a:lnTo>
                  <a:pt x="296228" y="1219200"/>
                </a:lnTo>
                <a:lnTo>
                  <a:pt x="287655" y="1227772"/>
                </a:lnTo>
                <a:lnTo>
                  <a:pt x="279082" y="1219200"/>
                </a:lnTo>
                <a:close/>
                <a:moveTo>
                  <a:pt x="344805" y="1404938"/>
                </a:moveTo>
                <a:lnTo>
                  <a:pt x="359093" y="1419225"/>
                </a:lnTo>
                <a:lnTo>
                  <a:pt x="344805" y="1433513"/>
                </a:lnTo>
                <a:lnTo>
                  <a:pt x="330518" y="1419225"/>
                </a:lnTo>
                <a:close/>
                <a:moveTo>
                  <a:pt x="2040255" y="1298257"/>
                </a:moveTo>
                <a:lnTo>
                  <a:pt x="2056448" y="1314450"/>
                </a:lnTo>
                <a:lnTo>
                  <a:pt x="2040255" y="1330643"/>
                </a:lnTo>
                <a:lnTo>
                  <a:pt x="2024062" y="1314450"/>
                </a:lnTo>
                <a:close/>
                <a:moveTo>
                  <a:pt x="2230755" y="971550"/>
                </a:moveTo>
                <a:lnTo>
                  <a:pt x="2249805" y="990600"/>
                </a:lnTo>
                <a:lnTo>
                  <a:pt x="2230755" y="1009650"/>
                </a:lnTo>
                <a:lnTo>
                  <a:pt x="2211705" y="990600"/>
                </a:lnTo>
                <a:close/>
                <a:moveTo>
                  <a:pt x="30480" y="1392555"/>
                </a:moveTo>
                <a:lnTo>
                  <a:pt x="38100" y="1400175"/>
                </a:lnTo>
                <a:lnTo>
                  <a:pt x="30480" y="1407795"/>
                </a:lnTo>
                <a:lnTo>
                  <a:pt x="22860" y="1400175"/>
                </a:lnTo>
                <a:close/>
                <a:moveTo>
                  <a:pt x="325755" y="495300"/>
                </a:moveTo>
                <a:lnTo>
                  <a:pt x="335280" y="504825"/>
                </a:lnTo>
                <a:lnTo>
                  <a:pt x="325755" y="514350"/>
                </a:lnTo>
                <a:lnTo>
                  <a:pt x="316230" y="504825"/>
                </a:lnTo>
                <a:close/>
                <a:moveTo>
                  <a:pt x="1240155" y="540067"/>
                </a:moveTo>
                <a:lnTo>
                  <a:pt x="1262063" y="561975"/>
                </a:lnTo>
                <a:lnTo>
                  <a:pt x="1240155" y="583883"/>
                </a:lnTo>
                <a:lnTo>
                  <a:pt x="1218248" y="561975"/>
                </a:lnTo>
                <a:close/>
              </a:path>
            </a:pathLst>
          </a:custGeom>
          <a:solidFill>
            <a:srgbClr val="14729E">
              <a:alpha val="3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12228195" y="4331970"/>
            <a:ext cx="1255395" cy="1218248"/>
          </a:xfrm>
          <a:custGeom>
            <a:avLst/>
            <a:gdLst/>
            <a:ahLst/>
            <a:cxnLst/>
            <a:rect l="l" t="t" r="r" b="b"/>
            <a:pathLst>
              <a:path w="1255395" h="1218248">
                <a:moveTo>
                  <a:pt x="802005" y="1185862"/>
                </a:moveTo>
                <a:lnTo>
                  <a:pt x="818198" y="1202055"/>
                </a:lnTo>
                <a:lnTo>
                  <a:pt x="802005" y="1218248"/>
                </a:lnTo>
                <a:lnTo>
                  <a:pt x="785813" y="1202055"/>
                </a:lnTo>
                <a:close/>
                <a:moveTo>
                  <a:pt x="944880" y="788670"/>
                </a:moveTo>
                <a:lnTo>
                  <a:pt x="958215" y="802005"/>
                </a:lnTo>
                <a:lnTo>
                  <a:pt x="944880" y="815340"/>
                </a:lnTo>
                <a:lnTo>
                  <a:pt x="931545" y="802005"/>
                </a:lnTo>
                <a:close/>
                <a:moveTo>
                  <a:pt x="135255" y="289560"/>
                </a:moveTo>
                <a:lnTo>
                  <a:pt x="142875" y="297180"/>
                </a:lnTo>
                <a:lnTo>
                  <a:pt x="135255" y="304800"/>
                </a:lnTo>
                <a:lnTo>
                  <a:pt x="127635" y="297180"/>
                </a:lnTo>
                <a:close/>
                <a:moveTo>
                  <a:pt x="430530" y="0"/>
                </a:moveTo>
                <a:lnTo>
                  <a:pt x="441960" y="11430"/>
                </a:lnTo>
                <a:lnTo>
                  <a:pt x="430530" y="22860"/>
                </a:lnTo>
                <a:lnTo>
                  <a:pt x="419100" y="11430"/>
                </a:lnTo>
                <a:close/>
                <a:moveTo>
                  <a:pt x="535305" y="1115377"/>
                </a:moveTo>
                <a:lnTo>
                  <a:pt x="555307" y="1135380"/>
                </a:lnTo>
                <a:lnTo>
                  <a:pt x="535305" y="1155383"/>
                </a:lnTo>
                <a:lnTo>
                  <a:pt x="515303" y="1135380"/>
                </a:lnTo>
                <a:close/>
                <a:moveTo>
                  <a:pt x="297180" y="1018223"/>
                </a:moveTo>
                <a:lnTo>
                  <a:pt x="309563" y="1030605"/>
                </a:lnTo>
                <a:lnTo>
                  <a:pt x="297180" y="1042987"/>
                </a:lnTo>
                <a:lnTo>
                  <a:pt x="284798" y="1030605"/>
                </a:lnTo>
                <a:close/>
                <a:moveTo>
                  <a:pt x="220980" y="1052512"/>
                </a:moveTo>
                <a:lnTo>
                  <a:pt x="237173" y="1068705"/>
                </a:lnTo>
                <a:lnTo>
                  <a:pt x="220980" y="1084898"/>
                </a:lnTo>
                <a:lnTo>
                  <a:pt x="204788" y="1068705"/>
                </a:lnTo>
                <a:close/>
                <a:moveTo>
                  <a:pt x="878205" y="93345"/>
                </a:moveTo>
                <a:lnTo>
                  <a:pt x="891540" y="106680"/>
                </a:lnTo>
                <a:lnTo>
                  <a:pt x="878205" y="120015"/>
                </a:lnTo>
                <a:lnTo>
                  <a:pt x="864870" y="106680"/>
                </a:lnTo>
                <a:close/>
                <a:moveTo>
                  <a:pt x="725805" y="287655"/>
                </a:moveTo>
                <a:lnTo>
                  <a:pt x="744855" y="306705"/>
                </a:lnTo>
                <a:lnTo>
                  <a:pt x="725805" y="325755"/>
                </a:lnTo>
                <a:lnTo>
                  <a:pt x="706755" y="306705"/>
                </a:lnTo>
                <a:close/>
                <a:moveTo>
                  <a:pt x="478155" y="173355"/>
                </a:moveTo>
                <a:lnTo>
                  <a:pt x="497205" y="192405"/>
                </a:lnTo>
                <a:lnTo>
                  <a:pt x="478155" y="211455"/>
                </a:lnTo>
                <a:lnTo>
                  <a:pt x="459105" y="192405"/>
                </a:lnTo>
                <a:close/>
                <a:moveTo>
                  <a:pt x="668655" y="951548"/>
                </a:moveTo>
                <a:lnTo>
                  <a:pt x="690563" y="973455"/>
                </a:lnTo>
                <a:lnTo>
                  <a:pt x="668655" y="995362"/>
                </a:lnTo>
                <a:lnTo>
                  <a:pt x="646748" y="973455"/>
                </a:lnTo>
                <a:close/>
                <a:moveTo>
                  <a:pt x="11430" y="790575"/>
                </a:moveTo>
                <a:lnTo>
                  <a:pt x="22860" y="802005"/>
                </a:lnTo>
                <a:lnTo>
                  <a:pt x="11430" y="813435"/>
                </a:lnTo>
                <a:lnTo>
                  <a:pt x="0" y="802005"/>
                </a:lnTo>
                <a:close/>
                <a:moveTo>
                  <a:pt x="240030" y="780098"/>
                </a:moveTo>
                <a:lnTo>
                  <a:pt x="252413" y="792480"/>
                </a:lnTo>
                <a:lnTo>
                  <a:pt x="240030" y="804862"/>
                </a:lnTo>
                <a:lnTo>
                  <a:pt x="227648" y="792480"/>
                </a:lnTo>
                <a:close/>
                <a:moveTo>
                  <a:pt x="354330" y="594360"/>
                </a:moveTo>
                <a:lnTo>
                  <a:pt x="361950" y="601980"/>
                </a:lnTo>
                <a:lnTo>
                  <a:pt x="354330" y="609600"/>
                </a:lnTo>
                <a:lnTo>
                  <a:pt x="346710" y="601980"/>
                </a:lnTo>
                <a:close/>
                <a:moveTo>
                  <a:pt x="630555" y="110490"/>
                </a:moveTo>
                <a:lnTo>
                  <a:pt x="645795" y="125730"/>
                </a:lnTo>
                <a:lnTo>
                  <a:pt x="630555" y="140970"/>
                </a:lnTo>
                <a:lnTo>
                  <a:pt x="615315" y="125730"/>
                </a:lnTo>
                <a:close/>
                <a:moveTo>
                  <a:pt x="563880" y="127635"/>
                </a:moveTo>
                <a:lnTo>
                  <a:pt x="581025" y="144780"/>
                </a:lnTo>
                <a:lnTo>
                  <a:pt x="563880" y="161925"/>
                </a:lnTo>
                <a:lnTo>
                  <a:pt x="546735" y="144780"/>
                </a:lnTo>
                <a:close/>
                <a:moveTo>
                  <a:pt x="916305" y="238125"/>
                </a:moveTo>
                <a:lnTo>
                  <a:pt x="927735" y="249555"/>
                </a:lnTo>
                <a:lnTo>
                  <a:pt x="916305" y="260985"/>
                </a:lnTo>
                <a:lnTo>
                  <a:pt x="904875" y="249555"/>
                </a:lnTo>
                <a:close/>
                <a:moveTo>
                  <a:pt x="821055" y="660083"/>
                </a:moveTo>
                <a:lnTo>
                  <a:pt x="839153" y="678180"/>
                </a:lnTo>
                <a:lnTo>
                  <a:pt x="821055" y="696277"/>
                </a:lnTo>
                <a:lnTo>
                  <a:pt x="802957" y="678180"/>
                </a:lnTo>
                <a:close/>
                <a:moveTo>
                  <a:pt x="1240155" y="520065"/>
                </a:moveTo>
                <a:lnTo>
                  <a:pt x="1255395" y="535305"/>
                </a:lnTo>
                <a:lnTo>
                  <a:pt x="1240155" y="550545"/>
                </a:lnTo>
                <a:lnTo>
                  <a:pt x="1224915" y="535305"/>
                </a:lnTo>
                <a:close/>
                <a:moveTo>
                  <a:pt x="1211580" y="432435"/>
                </a:moveTo>
                <a:lnTo>
                  <a:pt x="1219200" y="440055"/>
                </a:lnTo>
                <a:lnTo>
                  <a:pt x="1211580" y="447675"/>
                </a:lnTo>
                <a:lnTo>
                  <a:pt x="1203960" y="440055"/>
                </a:lnTo>
                <a:close/>
              </a:path>
            </a:pathLst>
          </a:custGeom>
          <a:solidFill>
            <a:srgbClr val="14729E">
              <a:alpha val="2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11739563" y="4568190"/>
            <a:ext cx="1908810" cy="1313497"/>
          </a:xfrm>
          <a:custGeom>
            <a:avLst/>
            <a:gdLst/>
            <a:ahLst/>
            <a:cxnLst/>
            <a:rect l="l" t="t" r="r" b="b"/>
            <a:pathLst>
              <a:path w="1908810" h="1313497">
                <a:moveTo>
                  <a:pt x="1900238" y="452438"/>
                </a:moveTo>
                <a:lnTo>
                  <a:pt x="1908810" y="461010"/>
                </a:lnTo>
                <a:lnTo>
                  <a:pt x="1900238" y="469582"/>
                </a:lnTo>
                <a:lnTo>
                  <a:pt x="1891665" y="461010"/>
                </a:lnTo>
                <a:close/>
                <a:moveTo>
                  <a:pt x="404813" y="138113"/>
                </a:moveTo>
                <a:lnTo>
                  <a:pt x="422910" y="156210"/>
                </a:lnTo>
                <a:lnTo>
                  <a:pt x="404813" y="174307"/>
                </a:lnTo>
                <a:lnTo>
                  <a:pt x="386715" y="156210"/>
                </a:lnTo>
                <a:close/>
                <a:moveTo>
                  <a:pt x="14288" y="570547"/>
                </a:moveTo>
                <a:lnTo>
                  <a:pt x="28575" y="584835"/>
                </a:lnTo>
                <a:lnTo>
                  <a:pt x="14288" y="599122"/>
                </a:lnTo>
                <a:lnTo>
                  <a:pt x="0" y="584835"/>
                </a:lnTo>
                <a:close/>
                <a:moveTo>
                  <a:pt x="442913" y="443865"/>
                </a:moveTo>
                <a:lnTo>
                  <a:pt x="450532" y="451485"/>
                </a:lnTo>
                <a:lnTo>
                  <a:pt x="442913" y="459105"/>
                </a:lnTo>
                <a:lnTo>
                  <a:pt x="435293" y="451485"/>
                </a:lnTo>
                <a:close/>
                <a:moveTo>
                  <a:pt x="604838" y="1026795"/>
                </a:moveTo>
                <a:lnTo>
                  <a:pt x="620077" y="1042035"/>
                </a:lnTo>
                <a:lnTo>
                  <a:pt x="604838" y="1057275"/>
                </a:lnTo>
                <a:lnTo>
                  <a:pt x="589598" y="1042035"/>
                </a:lnTo>
                <a:close/>
                <a:moveTo>
                  <a:pt x="376238" y="260032"/>
                </a:moveTo>
                <a:lnTo>
                  <a:pt x="386715" y="270510"/>
                </a:lnTo>
                <a:lnTo>
                  <a:pt x="376238" y="280988"/>
                </a:lnTo>
                <a:lnTo>
                  <a:pt x="365760" y="270510"/>
                </a:lnTo>
                <a:close/>
                <a:moveTo>
                  <a:pt x="1528763" y="1284922"/>
                </a:moveTo>
                <a:lnTo>
                  <a:pt x="1543050" y="1299210"/>
                </a:lnTo>
                <a:lnTo>
                  <a:pt x="1528763" y="1313497"/>
                </a:lnTo>
                <a:lnTo>
                  <a:pt x="1514475" y="1299210"/>
                </a:lnTo>
                <a:close/>
                <a:moveTo>
                  <a:pt x="1652588" y="1265872"/>
                </a:moveTo>
                <a:lnTo>
                  <a:pt x="1666875" y="1280160"/>
                </a:lnTo>
                <a:lnTo>
                  <a:pt x="1652588" y="1294447"/>
                </a:lnTo>
                <a:lnTo>
                  <a:pt x="1638300" y="1280160"/>
                </a:lnTo>
                <a:close/>
                <a:moveTo>
                  <a:pt x="890588" y="307657"/>
                </a:moveTo>
                <a:lnTo>
                  <a:pt x="910590" y="327660"/>
                </a:lnTo>
                <a:lnTo>
                  <a:pt x="890588" y="347663"/>
                </a:lnTo>
                <a:lnTo>
                  <a:pt x="870585" y="327660"/>
                </a:lnTo>
                <a:close/>
                <a:moveTo>
                  <a:pt x="833438" y="0"/>
                </a:moveTo>
                <a:lnTo>
                  <a:pt x="856298" y="22860"/>
                </a:lnTo>
                <a:lnTo>
                  <a:pt x="833438" y="45720"/>
                </a:lnTo>
                <a:lnTo>
                  <a:pt x="810577" y="22860"/>
                </a:lnTo>
                <a:close/>
                <a:moveTo>
                  <a:pt x="1004887" y="366713"/>
                </a:moveTo>
                <a:lnTo>
                  <a:pt x="1013460" y="375285"/>
                </a:lnTo>
                <a:lnTo>
                  <a:pt x="1004887" y="383857"/>
                </a:lnTo>
                <a:lnTo>
                  <a:pt x="996315" y="375285"/>
                </a:lnTo>
                <a:close/>
              </a:path>
            </a:pathLst>
          </a:custGeom>
          <a:solidFill>
            <a:srgbClr val="14729E">
              <a:alpha val="48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11696700" y="4086225"/>
            <a:ext cx="2047875" cy="1962150"/>
          </a:xfrm>
          <a:custGeom>
            <a:avLst/>
            <a:gdLst/>
            <a:ahLst/>
            <a:cxnLst/>
            <a:rect l="l" t="t" r="r" b="b"/>
            <a:pathLst>
              <a:path w="2047875" h="1962150">
                <a:moveTo>
                  <a:pt x="561975" y="1571625"/>
                </a:moveTo>
                <a:quadBezTo>
                  <a:pt x="504825" y="1514475"/>
                  <a:pt x="457200" y="1495425"/>
                </a:quadBezTo>
                <a:moveTo>
                  <a:pt x="323850" y="352425"/>
                </a:moveTo>
                <a:quadBezTo>
                  <a:pt x="371475" y="266700"/>
                  <a:pt x="419100" y="219075"/>
                </a:quadBezTo>
                <a:moveTo>
                  <a:pt x="895350" y="1962150"/>
                </a:moveTo>
                <a:quadBezTo>
                  <a:pt x="790575" y="1905000"/>
                  <a:pt x="676275" y="1885950"/>
                </a:quadBezTo>
                <a:moveTo>
                  <a:pt x="1028700" y="1676400"/>
                </a:moveTo>
                <a:quadBezTo>
                  <a:pt x="942975" y="1628775"/>
                  <a:pt x="857250" y="1628775"/>
                </a:quadBezTo>
                <a:moveTo>
                  <a:pt x="1476375" y="0"/>
                </a:moveTo>
                <a:quadBezTo>
                  <a:pt x="1571625" y="0"/>
                  <a:pt x="1666875" y="38100"/>
                </a:quadBezTo>
                <a:moveTo>
                  <a:pt x="676275" y="1447800"/>
                </a:moveTo>
                <a:quadBezTo>
                  <a:pt x="600075" y="1323975"/>
                  <a:pt x="523875" y="1247775"/>
                </a:quadBezTo>
                <a:moveTo>
                  <a:pt x="1038225" y="1790700"/>
                </a:moveTo>
                <a:quadBezTo>
                  <a:pt x="990600" y="1771650"/>
                  <a:pt x="933450" y="1781175"/>
                </a:quadBezTo>
                <a:moveTo>
                  <a:pt x="1038225" y="95250"/>
                </a:moveTo>
                <a:quadBezTo>
                  <a:pt x="1095375" y="76200"/>
                  <a:pt x="1143000" y="85725"/>
                </a:quadBezTo>
                <a:moveTo>
                  <a:pt x="2009775" y="990600"/>
                </a:moveTo>
                <a:quadBezTo>
                  <a:pt x="2000250" y="1095375"/>
                  <a:pt x="1990725" y="1228725"/>
                </a:quadBezTo>
                <a:moveTo>
                  <a:pt x="1790700" y="1543050"/>
                </a:moveTo>
                <a:quadBezTo>
                  <a:pt x="1724025" y="1571625"/>
                  <a:pt x="1657350" y="1638300"/>
                </a:quadBezTo>
                <a:moveTo>
                  <a:pt x="1943100" y="123825"/>
                </a:moveTo>
                <a:quadBezTo>
                  <a:pt x="1990725" y="171450"/>
                  <a:pt x="2047875" y="257175"/>
                </a:quadBezTo>
                <a:moveTo>
                  <a:pt x="609600" y="1447800"/>
                </a:moveTo>
                <a:quadBezTo>
                  <a:pt x="533400" y="1371600"/>
                  <a:pt x="457200" y="1343025"/>
                </a:quadBezTo>
                <a:moveTo>
                  <a:pt x="28575" y="1304925"/>
                </a:moveTo>
                <a:quadBezTo>
                  <a:pt x="19050" y="1219200"/>
                  <a:pt x="0" y="1171575"/>
                </a:quadBezTo>
                <a:moveTo>
                  <a:pt x="1257300" y="1685925"/>
                </a:moveTo>
                <a:quadBezTo>
                  <a:pt x="1143000" y="1685925"/>
                  <a:pt x="1028700" y="1724025"/>
                </a:quadBezTo>
              </a:path>
            </a:pathLst>
          </a:custGeom>
          <a:noFill/>
          <a:ln w="22860">
            <a:solidFill>
              <a:srgbClr val="14729E">
                <a:alpha val="32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2249150" y="4276725"/>
            <a:ext cx="895350" cy="1628775"/>
          </a:xfrm>
          <a:custGeom>
            <a:avLst/>
            <a:gdLst/>
            <a:ahLst/>
            <a:cxnLst/>
            <a:rect l="l" t="t" r="r" b="b"/>
            <a:pathLst>
              <a:path w="895350" h="1628775">
                <a:moveTo>
                  <a:pt x="504825" y="1190625"/>
                </a:moveTo>
                <a:lnTo>
                  <a:pt x="895350" y="1628775"/>
                </a:lnTo>
                <a:moveTo>
                  <a:pt x="485775" y="1200150"/>
                </a:moveTo>
                <a:lnTo>
                  <a:pt x="838200" y="1590675"/>
                </a:lnTo>
                <a:moveTo>
                  <a:pt x="457200" y="1228725"/>
                </a:moveTo>
                <a:lnTo>
                  <a:pt x="800100" y="1609725"/>
                </a:lnTo>
                <a:moveTo>
                  <a:pt x="438150" y="1247775"/>
                </a:moveTo>
                <a:lnTo>
                  <a:pt x="762000" y="1600200"/>
                </a:lnTo>
                <a:moveTo>
                  <a:pt x="95250" y="0"/>
                </a:moveTo>
                <a:lnTo>
                  <a:pt x="314325" y="457200"/>
                </a:lnTo>
                <a:moveTo>
                  <a:pt x="57150" y="19050"/>
                </a:moveTo>
                <a:lnTo>
                  <a:pt x="209550" y="342900"/>
                </a:lnTo>
                <a:moveTo>
                  <a:pt x="28575" y="28575"/>
                </a:moveTo>
                <a:lnTo>
                  <a:pt x="209550" y="400050"/>
                </a:lnTo>
                <a:moveTo>
                  <a:pt x="0" y="47625"/>
                </a:moveTo>
                <a:lnTo>
                  <a:pt x="190500" y="457200"/>
                </a:lnTo>
              </a:path>
            </a:pathLst>
          </a:custGeom>
          <a:noFill/>
          <a:ln w="11430">
            <a:solidFill>
              <a:srgbClr val="14729E">
                <a:alpha val="3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239500" y="5612130"/>
            <a:ext cx="120015" cy="531495"/>
          </a:xfrm>
          <a:custGeom>
            <a:avLst/>
            <a:gdLst/>
            <a:ahLst/>
            <a:cxnLst/>
            <a:rect l="l" t="t" r="r" b="b"/>
            <a:pathLst>
              <a:path w="120015" h="531495">
                <a:moveTo>
                  <a:pt x="0" y="531495"/>
                </a:moveTo>
                <a:quadBezTo>
                  <a:pt x="120015" y="274320"/>
                  <a:pt x="85725" y="0"/>
                </a:quadBezTo>
              </a:path>
            </a:pathLst>
          </a:custGeom>
          <a:noFill/>
          <a:ln w="11430">
            <a:solidFill>
              <a:srgbClr val="14729E">
                <a:alpha val="45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109008" y="5817870"/>
            <a:ext cx="190500" cy="154305"/>
          </a:xfrm>
          <a:custGeom>
            <a:avLst/>
            <a:gdLst/>
            <a:ahLst/>
            <a:cxnLst/>
            <a:rect l="l" t="t" r="r" b="b"/>
            <a:pathLst>
              <a:path w="190500" h="154305">
                <a:moveTo>
                  <a:pt x="190500" y="154305"/>
                </a:moveTo>
                <a:quadBezTo>
                  <a:pt x="57150" y="120015"/>
                  <a:pt x="0" y="17145"/>
                </a:quadBezTo>
                <a:quadBezTo>
                  <a:pt x="152400" y="0"/>
                  <a:pt x="190500" y="154305"/>
                </a:quadBezTo>
                <a:close/>
              </a:path>
            </a:pathLst>
          </a:custGeom>
          <a:solidFill>
            <a:srgbClr val="14729E">
              <a:alpha val="36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1333798" y="5766435"/>
            <a:ext cx="228600" cy="137160"/>
          </a:xfrm>
          <a:custGeom>
            <a:avLst/>
            <a:gdLst/>
            <a:ahLst/>
            <a:cxnLst/>
            <a:rect l="l" t="t" r="r" b="b"/>
            <a:pathLst>
              <a:path w="228600" h="137160">
                <a:moveTo>
                  <a:pt x="0" y="68580"/>
                </a:moveTo>
                <a:quadBezTo>
                  <a:pt x="142875" y="0"/>
                  <a:pt x="228600" y="34290"/>
                </a:quadBezTo>
                <a:quadBezTo>
                  <a:pt x="152400" y="137160"/>
                  <a:pt x="0" y="68580"/>
                </a:quadBezTo>
                <a:close/>
              </a:path>
            </a:pathLst>
          </a:custGeom>
          <a:solidFill>
            <a:srgbClr val="14729E">
              <a:alpha val="31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1191875" y="5543550"/>
            <a:ext cx="133350" cy="154305"/>
          </a:xfrm>
          <a:custGeom>
            <a:avLst/>
            <a:gdLst/>
            <a:ahLst/>
            <a:cxnLst/>
            <a:rect l="l" t="t" r="r" b="b"/>
            <a:pathLst>
              <a:path w="133350" h="154305">
                <a:moveTo>
                  <a:pt x="133350" y="154305"/>
                </a:moveTo>
                <a:quadBezTo>
                  <a:pt x="19050" y="102870"/>
                  <a:pt x="0" y="0"/>
                </a:quadBezTo>
                <a:quadBezTo>
                  <a:pt x="133350" y="0"/>
                  <a:pt x="133350" y="154305"/>
                </a:quadBezTo>
                <a:close/>
              </a:path>
            </a:pathLst>
          </a:custGeom>
          <a:solidFill>
            <a:srgbClr val="14729E">
              <a:alpha val="34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53340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6007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8674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1341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4008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67500" y="419100"/>
            <a:ext cx="114300" cy="0"/>
          </a:xfrm>
          <a:prstGeom prst="line">
            <a:avLst/>
          </a:prstGeom>
          <a:noFill/>
          <a:ln w="13335">
            <a:solidFill>
              <a:srgbClr val="14729E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0" y="2895600"/>
            <a:ext cx="12192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0" b="1" i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谢谢大家！</a:t>
            </a:r>
            <a:endParaRPr lang="en-US" sz="11250" dirty="0"/>
          </a:p>
        </p:txBody>
      </p:sp>
      <p:sp>
        <p:nvSpPr>
          <p:cNvPr id="152" name="Shape 150"/>
          <p:cNvSpPr/>
          <p:nvPr/>
        </p:nvSpPr>
        <p:spPr>
          <a:xfrm>
            <a:off x="5810250" y="46482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4729E"/>
          </a:solidFill>
          <a:ln/>
        </p:spPr>
      </p:sp>
      <p:sp>
        <p:nvSpPr>
          <p:cNvPr id="153" name="Text 151"/>
          <p:cNvSpPr/>
          <p:nvPr/>
        </p:nvSpPr>
        <p:spPr>
          <a:xfrm>
            <a:off x="0" y="49530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我的暑假生活 · 英弘毅</a:t>
            </a:r>
            <a:endParaRPr lang="en-US" sz="3000" dirty="0"/>
          </a:p>
        </p:txBody>
      </p:sp>
      <p:sp>
        <p:nvSpPr>
          <p:cNvPr id="154" name="Shape 152"/>
          <p:cNvSpPr/>
          <p:nvPr/>
        </p:nvSpPr>
        <p:spPr>
          <a:xfrm>
            <a:off x="533400" y="5791200"/>
            <a:ext cx="11125200" cy="0"/>
          </a:xfrm>
          <a:prstGeom prst="line">
            <a:avLst/>
          </a:prstGeom>
          <a:noFill/>
          <a:ln w="15240">
            <a:solidFill>
              <a:srgbClr val="D5E4E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0" y="611886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55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三年级演讲    ·    英弘毅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