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经调整经营利润率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上年同期（派生）</c:v>
                </c:pt>
                <c:pt idx="1">
                  <c:v>本期（引用）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14.6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宋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CD5C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【来源全表】新浪财经、中房网、钛媒体、证券时报、人民网、新华社、澎湃新闻、21 财经、北京商报、36 氪、虎嗅、亿欧（2025-09—2026-09 公开报道）。【标注说明】引用=公开报道原值；派生=引用数字的算术派生；研判推断=分析性判断；待补=公开来源不可得。封面。开场只用一句话定调：这场争论重定价的是成本结构，不是消灭成本。四格数字全部来自二季度披露与同源声明，口径已在每格右下标注；提醒听众：一边有利润表，一边有说明书，两者当前不可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三条判断对应三条成本线：搜寻成本下降（供给侧）、履约成本刚性（责任侧）、基础设施缺失导致费率战（定价侧）。收尾落在「履约价目表不存在」这个可观测变量上。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时间轴刻意只放可核验的公开节点。注意 6 倍指标的口径限定：分母是「经线上服务助手深度沟通后流转至经纪人的客户」，不是全部客源，后面第 5 页专门讲剥离。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证据页。左边是原生可编辑图表，轴上限 15%，所以两条分别是 40.7% 与 97.3% 的绘图高度，几何来自数据本身。右边两个派生校验是引用数字的算术派生，不引入新数据；强调自洽：利润÷收入与披露利润率只差舍入。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方法论页，也是全篇最需要克制的地方。三重剥离之后不下结论倍数，只给用法：作方向性证据，不作估值输入，不外推行业。这里明确标注「研判推断」，不给剥离系数的假设值。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对称性检查：上一页剥离在位方的 6 倍，这一页剥离挑战方的三项证据。分级只用文字（事实／定位／自陈缺口），不给权重百分比——那是编数字。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成本树是全文的分析骨架。讲清两点：AI 的压缩集中在获客与匹配（信息密度高、反馈闭环短），核验段必须持牌人签字，按揭与过户线性且不可容错，售后只能机构兜底——这些不会因为模型变强而消失。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把「谁签建议错误」变成可选格。护城河不在模型分数，在第三、第四格的履约能力。这句话是本篇的责任定价版本：费率之争的底层是责任之争。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把两条路线还原成两种商业动作：防守方在存量佣金池里提效，进攻方攻击佣金池本身。它们不是同一种生意的两种做法，所以要分开评估。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观察面板是这份研究的下一次复核清单。刻意不设数值阈值——未披露的指标不该由我们编一个阈值出来。如果 4—6 个季度后价目表仍未公开，收敛判断需要修正，这写在下一屏的边界条件里。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把结论落到可操作的场景：租赁做纯 AI，普通二手做人机混合，高复杂交易由人主导。AI 在复杂交易里的价值不是替家庭决策，而是把信息整理到家庭能吵得下去。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收尾三句话：责任机制重构、服务者向上迁移、渠道变重。第二句给了一个反向指标——净流出而人均上行是挤出，可以用来识别伪提效。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【免责全句】行业研究，不构成投资建议；测算／估算／研判推断非官方统计。易居运营与赔付数据均无公开来源，零佣能否覆盖履约成本无法判断，严按未验证处理；6 倍为单城同期、同源自述指标，不可外推。收尾页。三条腿是能给到从业者的可操作抓手；两条边界条件说明这份判断在什么条件下需要修正——把判断写成可证伪的形式，比给出一个更肯定的结论更有价值。免责按研报纪律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06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7D6D1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7D6D1"/>
                </a:solidFill>
                <a:latin typeface="Times New Roman"/>
                <a:ea typeface="宋体"/>
                <a:cs typeface="宋体"/>
              </a:rPr>
              <a:t>居住服务 ｜ 正式稿 v1 · 渲染 v2（审计账本纸墨）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EFE7"/>
                </a:solidFill>
                <a:latin typeface="Times New Roman"/>
                <a:ea typeface="宋体"/>
                <a:cs typeface="宋体"/>
              </a:rPr>
              <a:t>AI 无佣与人机协同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7D6D1"/>
                </a:solidFill>
                <a:latin typeface="Times New Roman"/>
                <a:ea typeface="宋体"/>
                <a:cs typeface="宋体"/>
              </a:rPr>
              <a:t>成本结构在重定价，物理成本没消失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7D6D1"/>
                </a:solidFill>
                <a:latin typeface="Times New Roman"/>
                <a:ea typeface="宋体"/>
                <a:cs typeface="宋体"/>
              </a:rPr>
              <a:t>框架：通用四段式　｜　口径：全国（易居·小新、贝壳业务口径）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7D6D1"/>
                </a:solidFill>
                <a:latin typeface="Times New Roman"/>
                <a:ea typeface="宋体"/>
                <a:cs typeface="宋体"/>
              </a:rPr>
              <a:t>证据窗：2025-09 — 2026-09　｜　2026-09-16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15184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45720" cy="786384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43200"/>
            <a:ext cx="10655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「零佣」与「按项收费」并非同一种承诺。前者是定价策略，后者是成本结构主张；</a:t>
            </a:r>
            <a:r>
              <a:rPr sz="160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前者可以今天宣布，后者必须明天兑付。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245 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二季度净收入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引用｜2026-08-21 二季度披露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14.6%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经调整经营利润率，同比 +8.5 个百分点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引用｜差额为派生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二手房成交单量同比增长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引用｜同上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2.26 亿套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楼盘字典覆盖（挑战方自述口径）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引用｜2026-05-28 同源声明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数据来源：12 家公开报道（新浪财经、中房网、钛媒体等）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数字四级标注：【引用】／【派生】／【研判推断】／【待补】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管理层摘要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三条判断：供给侧、责任侧、定价侧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主基调由数据事实判定；四个季度里「量、利润、人效同向」是唯一确定的东西。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供给侧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房源数据结构化已接近完成（楼盘字典 2.26 亿套，引用口径）。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搜寻环节的信息成本会持续下降，这是不可逆的。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810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责任侧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核验、签字、过户、纠纷兜底这四类动作必须有人在现场并且能签字。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成本性质是随单量线性增长的人力，规模不带来摊销。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812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定价侧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缺少的从来不是降费的勇气，是独权代理与跨机构数据共享这套基础设施。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没有它，所有「去佣金」尝试都会退化为费率战。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22191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950208"/>
            <a:ext cx="10655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当前最大的变量：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「零佣」与「按项收费」之间隔着的是履约价目表——这份价目表目前不存在。一边有利润表，一边有说明书，两者当前不可比。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来源：中房网 2026-05-28；二季度披露 2026-08-21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本页无预测性数字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事实及其变化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关键事实：两家走的是相反方向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一家把成本挪到「责任谁承担」这个未定价项上，另一家把管理成本改成履约成本。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71"/>
                <a:gridCol w="4347526"/>
                <a:gridCol w="52926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时间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挑战方：易居·小新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在位方：贝壳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2026-03-29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撤销南北大区，改设十大直属区域；同期 3000 名干部下一线、北京链家设三位首席客户官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2026-05-08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重仓服务者，52 万经纪人改称「社区客户经理」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2026-05-27/28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提出「AI 做居间，成交无佣；服务凭专业，按劳计费」；同源明确「运营数据不足」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2026-06-16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媒体列五项落地难关，核验、权属、履约责任在列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2026-08-17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线上服务助手成交效率提升 6 倍（北京试点、3 月启动、近 10 万人次、AI+人工）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2026-08-21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二季度：总交易额 9338 亿元、同比 +6.3%；存量房 6299 亿元；二手房单量同比 +25%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2026-09-08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珠海启动房源端与买卖双方公测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840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变化方向：竞争语言从交易规模转向人效、服务者渗透率与客户经理制。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来源：21 财经、北京商报、36 氪、虎嗅；新浪财经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全部为公开报道原值【引用】，本页无派生数字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图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二季度经营质量：利润率对比条与派生校验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纵轴为经调整经营利润率（%），零轴起算，条高 = 数值 ÷ 坐标域上限 15%。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828800"/>
          <a:ext cx="58521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20256" y="1828800"/>
            <a:ext cx="5004511" cy="1298448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3136" y="1975104"/>
            <a:ext cx="4638751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同比差额　+8.5 个百分点（派生）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14.6% − 8.5 个百分点 = 6.1%。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改善是量、利润、人效同向出现的，不是单点指标。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0256" y="3255264"/>
            <a:ext cx="5004511" cy="1591056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3401568"/>
            <a:ext cx="4638751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自洽校验（派生）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经调整经营利润 35.9 ÷ 净收入 245 ≈ 14.7%（保留一位小数），与披露的 14.6% 一致，差异属舍入。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存量房交易额占比 = 6299 ÷ 9338 ≈ 67.5%。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来源：二季度披露 2026-08-21；两项为【引用】，其余为【派生】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本页不含新造数字；派生口径见文末附图数据说明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图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「6 倍」的三重剥离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这是本轮最需要克制的地方：三重叠加后，AI 可归因份额应显著低于名义倍数。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83664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口径限定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该指标的分母是「经线上服务助手深度沟通后流转至经纪人的客户」，不是全部客源，存在明显选择偏差；服务本身是「AI+人工」，名义倍数里已混入人工贡献。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798064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组织与市场同期变动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2026-03-29 的组织调整把管理层级压掉、干部下沉一线，二季度二手房单量同比增长 25%，分母效应与决策链变短都在同一时间窗口内起作用。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027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4903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712463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可验证性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企业自述指标，无第三方复核。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17136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9E4D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1"/>
            <a:ext cx="106555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剥离后的用法：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在补出「未使用 AI 服务者人效」对照组之前，这个数字只作方向性证据，不能作为估值输入，更不可外推行业。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来源：证券时报 08-17；新浪财经 03-29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本页为【研判推断】：剥离比例不作数值假设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证据效力分级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挑战方一侧同样需要剥离，方向相反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把三件事混为「已验证模式」属引用越界；缺少的不是模型，是真实履约数据。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2.26 亿套楼盘字典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事实 · 证据强度最强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56816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成本结构证据：房源数据结构化已接近完成，搜寻环节的信息成本会持续下降。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90779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「成交无佣」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552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定位 · 证据强度次之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44368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定价策略，不是已验证的经济模型；可以今天宣布，代价必须明天兑付。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8953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「运营数据不足」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自陈的模型缺口 · 证据强度最弱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931920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冷启动成本无法用模型替代；这不是模型能力问题，是履约数据问题。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91455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919472"/>
            <a:ext cx="1065550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对照口径：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在位方的 6 倍是单城同期、同源自述指标；挑战方的三项证据强度依次递减。两边都不能当作已验证的经济模型。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来源：中房网 05-28；钛媒体 06-16；证券时报 08-17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分级为【研判推断】，不赋权重、不编数值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表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全流程成本树：AI 只压一段，不压全链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「可压缩性」为定性判断，不赋权重、不编数值。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37"/>
                <a:gridCol w="1417671"/>
                <a:gridCol w="4158503"/>
                <a:gridCol w="434752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环节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AI 可压缩性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可承担的部分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必须留在人侧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获客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信息密度高、反馈闭环短的可变成本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产权、查封、共有、欠费、学位占用的资料预检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按现行规则必须由持牌人签字确认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匹配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信息密度高、反馈闭环短的可变成本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谈判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依赖现场与关系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带看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依赖现场与关系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按揭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材料与流程的规整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线性增长且不可容错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过户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材料与流程的规整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线性增长且不可容错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售后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售后与赔付只能由机构兜底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321807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因此「成交效率提升 6 倍」</a:t>
            </a:r>
            <a:r>
              <a:rPr sz="120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不能外推为全链条成本降 6 倍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——分母里含大量不可自动化作业。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来源：本报告归因分析（按八段成本性质归类）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可压缩性为定性判断【研判推断】，与正文表 1 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图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建议责任 × 履约责任：四格与护城河落点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横轴为履约由谁完成，纵轴为建议由谁给出；高亮格为护城河所在。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AI 建议 ＋ AI 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仅在标准化场景成立，责任主体虚化、纠纷难定责。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AI 建议 ＋ 人工履约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分工成立，但责任可互相推诿，须在合同里先定兜底方。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72384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106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18688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人工建议 ＋ AI 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最稳健，AI 执行错误仍由居间机构承担。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3072384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106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3218688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人工建议 ＋ 人工履约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传统模式成本最高、责任最清晰。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62272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572000"/>
            <a:ext cx="1065550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护城河落在第三、四格的履约能力，不在模型评测分数。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「成交无佣」若成立，必须回答「建议错了谁赔」——证据链里没有公开答案。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来源：本报告归因分析（建议责任与履约责任两栏）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四格为【研判推断】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两路线竞争的真实形态：防守与进攻的不对称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一个在存量佣金池里提效，一个在攻击佣金池本身。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19191" cy="2011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5343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武装经纪人　｜　防守型提效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费率不动，靠组织与工具把单件履约成本压下来。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收益落在经纪人留存与股东利润率上，代价是组织重构。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1773936"/>
            <a:ext cx="5419191" cy="201168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8455" y="1920240"/>
            <a:ext cx="505343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零佣与按项收费　｜　进攻型重构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让出佣金以争夺入口定价权。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赌注在于按项收费能否覆盖核验与履约成本，且必须依靠交易量摊薄。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86783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9E4D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096512"/>
            <a:ext cx="106555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费率之争的底层是责任之争：</a:t>
            </a: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谁签「建议错误」的赔付条款，谁就握着定价权。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来源：本报告归因分析（防守与进攻的不对称）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结论为【研判推断】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表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观察窗口：4—6 个季度（观察期设定为研判推断）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判读方向为定性；未设数值阈值，避免为未披露指标新造阈值。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90"/>
                <a:gridCol w="3431743"/>
                <a:gridCol w="4385005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观察项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判读方向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为何重要</a:t>
                      </a:r>
                    </a:p>
                  </a:txBody>
                  <a:tcPr anchor="ctr" marL="73152" marR="73152" marT="18288" marB="18288">
                    <a:solidFill>
                      <a:srgbClr val="F5F2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按项收费价目表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是否公开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一旦公开，收敛启动，二元对立失去研究价值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AI 使用服务者覆盖率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是否过 50%，区分强制与自愿使用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强制渗透不等于自愿采用，对人效含义相反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服务者净留存率与人均成交套数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两者是否同向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若净流出而人均上行，是挤出而非提效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核验纠纷率与返工率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是否人机混岗征兆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成本是否真消失，看返工而不是看效率倍数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F1B14"/>
                          </a:solidFill>
                          <a:latin typeface="Times New Roman"/>
                          <a:ea typeface="宋体"/>
                          <a:cs typeface="宋体"/>
                        </a:rPr>
                        <a:t>居间责任分类与强制执业保险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规则是否出台、有无判例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A4335"/>
                          </a:solidFill>
                          <a:latin typeface="Times New Roman"/>
                          <a:ea typeface="宋体"/>
                          <a:cs typeface="宋体"/>
                        </a:rPr>
                        <a:t>决定责任能否定价，进而决定费率结构</a:t>
                      </a:r>
                    </a:p>
                  </a:txBody>
                  <a:tcPr anchor="ctr" marL="73152" marR="73152" marT="18288" marB="18288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来源：本报告收尾（观察窗口）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「是否过 50%」为正文原有口径，其余为定性判读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三类场景的路线选择器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租赁、普通二手、高复杂交易对应三种不同的责任结构。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租赁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纯 AI 加线上签约最可能先跑通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标准化最高、单笔金额小、重复率高。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803904"/>
            <a:ext cx="3186074" cy="18288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单笔可承受零佣或按项收费，事故损失有限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9930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2810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普通二手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810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人机混合是唯一稳态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含核验、赎楼、按揭三项持牌环节，必须有人在关键节点签字。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2810" y="3803904"/>
            <a:ext cx="3186074" cy="18288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2810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核验成本刚性，谈判断点由人承担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2932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812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高复杂交易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812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由人主导，AI 只辅助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812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继承析产、共有产权、法拍、家庭决策分歧。AI 的价值是把信息整理到家庭能吵得下去。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5812" y="3803904"/>
            <a:ext cx="3186074" cy="18288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5812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单位经济依赖服务者专业能力，不宜用 AI 压价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来源：本报告收尾（三类场景选择器）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场景归类为【研判推断】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三条洞察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这一轮不是工具升级，是责任机制重构。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38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洞察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49424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责任机制重构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975104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行业要完成的是从关系型撮合转向可追溯的履约，「谁签字、谁赔付」必须从业务话术变成合同条款；只谈大模型能力，会把组织与制度这两条真实变量看漏。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99232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1638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洞察 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7472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服务者向上迁移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200400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标准化咨询段交给 AI，人向权属风险、复杂谈判、家庭共同决策三段集中；若经纪人净流出而人均人效上升，那是挤出，不是提效。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4528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891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洞察 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00016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渠道变重不变轻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425696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买方市场深度里，进攻方定义费率基准，防守方定义服务下限，前台让利战与后台成本战会并行。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来源：本报告收尾（三条洞察）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包含【研判推断】判断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0605A"/>
                </a:solidFill>
                <a:latin typeface="Times New Roman"/>
                <a:ea typeface="宋体"/>
                <a:cs typeface="宋体"/>
              </a:rPr>
              <a:t>落地三条腿与两条边界条件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责任不落地，AI 居间的信任溢价无从定价。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01　财税腿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把按项收费做成可分项计价、可开票、可审计的口径，让费率结构进制度而不是留在营销词里。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810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02　数据腿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把核验项与权属链做成可共享的基础设施，统一楼盘字典与核验清单口径。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812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14"/>
                </a:solidFill>
                <a:latin typeface="Times New Roman"/>
                <a:ea typeface="宋体"/>
                <a:cs typeface="宋体"/>
              </a:rPr>
              <a:t>03　合同腿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用产品化合同先定「建议责任—履约责任」两栏，由平台与金融机构共担按揭与资金监管环节的自动化责任。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74720"/>
            <a:ext cx="11057839" cy="676656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584448"/>
            <a:ext cx="106555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A2512F"/>
                </a:solidFill>
                <a:latin typeface="Times New Roman"/>
                <a:ea typeface="宋体"/>
                <a:cs typeface="宋体"/>
              </a:rPr>
              <a:t>边界 ① 零佣方不公开按项履约价目、不软化「无佣」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则 4—6 个季度内收敛判断需修正，二元对立将持续更久；本稿把「趋同」锚在价目表是否公开，不锚在时间上。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42816"/>
            <a:ext cx="11057839" cy="676656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52544"/>
            <a:ext cx="106555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A2512F"/>
                </a:solidFill>
                <a:latin typeface="Times New Roman"/>
                <a:ea typeface="宋体"/>
                <a:cs typeface="宋体"/>
              </a:rPr>
              <a:t>边界 ② 监管按「流程合规」而非「资格资质」确权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4335"/>
                </a:solidFill>
                <a:latin typeface="Times New Roman"/>
                <a:ea typeface="宋体"/>
                <a:cs typeface="宋体"/>
              </a:rPr>
              <a:t>则居间责任分类的价值下降；海外监管口径提出的「2026—2027 年内无可承保零佣模型」判断以强制执业保险落地为条件，条件不成立时需同步下修。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4748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行业研究，不构成投资建议；研判推断非官方统计。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来源：本报告收尾（不确定性、三条腿）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6355"/>
                </a:solidFill>
                <a:latin typeface="Times New Roman"/>
                <a:ea typeface="宋体"/>
                <a:cs typeface="宋体"/>
              </a:rPr>
              <a:t>智见点评 · 服务业务　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E5416"/>
                </a:solidFill>
                <a:latin typeface="Times New Roman"/>
                <a:ea typeface="宋体"/>
                <a:cs typeface="宋体"/>
              </a:rPr>
              <a:t>边界条件为条件性风险提示，非并行观点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